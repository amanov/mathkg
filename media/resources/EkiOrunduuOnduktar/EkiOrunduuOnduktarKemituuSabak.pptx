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31"/>
  </p:notesMasterIdLst>
  <p:handoutMasterIdLst>
    <p:handoutMasterId r:id="rId32"/>
  </p:handoutMasterIdLst>
  <p:sldIdLst>
    <p:sldId id="257" r:id="rId3"/>
    <p:sldId id="1055" r:id="rId4"/>
    <p:sldId id="1057" r:id="rId5"/>
    <p:sldId id="1056" r:id="rId6"/>
    <p:sldId id="1058" r:id="rId7"/>
    <p:sldId id="1059" r:id="rId8"/>
    <p:sldId id="1050" r:id="rId9"/>
    <p:sldId id="1051" r:id="rId10"/>
    <p:sldId id="1026" r:id="rId11"/>
    <p:sldId id="1061" r:id="rId12"/>
    <p:sldId id="1062" r:id="rId13"/>
    <p:sldId id="1063" r:id="rId14"/>
    <p:sldId id="1064" r:id="rId15"/>
    <p:sldId id="1066" r:id="rId16"/>
    <p:sldId id="1065" r:id="rId17"/>
    <p:sldId id="1067" r:id="rId18"/>
    <p:sldId id="1070" r:id="rId19"/>
    <p:sldId id="1068" r:id="rId20"/>
    <p:sldId id="1069" r:id="rId21"/>
    <p:sldId id="1071" r:id="rId22"/>
    <p:sldId id="1072" r:id="rId23"/>
    <p:sldId id="1073" r:id="rId24"/>
    <p:sldId id="1074" r:id="rId25"/>
    <p:sldId id="1075" r:id="rId26"/>
    <p:sldId id="1076" r:id="rId27"/>
    <p:sldId id="1048" r:id="rId28"/>
    <p:sldId id="1060" r:id="rId29"/>
    <p:sldId id="274" r:id="rId30"/>
  </p:sldIdLst>
  <p:sldSz cx="9906000" cy="6858000" type="A4"/>
  <p:notesSz cx="7104063" cy="10234613"/>
  <p:embeddedFontLs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Calibri Light" panose="020F0302020204030204" pitchFamily="34" charset="0"/>
      <p:regular r:id="rId37"/>
      <p:italic r:id="rId38"/>
    </p:embeddedFont>
    <p:embeddedFont>
      <p:font typeface="Stencil" panose="040409050D0802020404" pitchFamily="82" charset="0"/>
      <p:regular r:id="rId3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252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7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font" Target="fonts/font2.fntdata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37" Type="http://schemas.openxmlformats.org/officeDocument/2006/relationships/font" Target="fonts/font5.fntdata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3.fntdata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18/10/2023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18/10/2023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878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0254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23594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848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645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72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37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64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330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006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26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5796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250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51707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777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microsoft.com/office/2007/relationships/hdphoto" Target="../media/hdphoto1.wdp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2 орундуу ондуктар – Кемитүү – – Сабак</a:t>
            </a:r>
          </a:p>
          <a:p>
            <a:endParaRPr lang="ru-RU" dirty="0"/>
          </a:p>
          <a:p>
            <a:r>
              <a:rPr lang="ru-RU" dirty="0"/>
              <a:t>Бул ресурс ыкманы жандуу көрсөтөт.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1120" y="390784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589573" y="117693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0,1 − 0,01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4953000" y="287650"/>
            <a:ext cx="50127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</a:t>
            </a:r>
            <a:endParaRPr lang="en-US" sz="2000" dirty="0"/>
          </a:p>
          <a:p>
            <a:pPr algn="ctr"/>
            <a:r>
              <a:rPr lang="ru-RU" sz="2000" dirty="0"/>
              <a:t>үчүн 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0,09</a:t>
            </a:r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59BFCA73-7DAF-1F86-B173-E72784514E88}"/>
              </a:ext>
            </a:extLst>
          </p:cNvPr>
          <p:cNvSpPr/>
          <p:nvPr/>
        </p:nvSpPr>
        <p:spPr>
          <a:xfrm>
            <a:off x="7256381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D741D149-3E82-4D2D-9387-84926B0A72EF}"/>
              </a:ext>
            </a:extLst>
          </p:cNvPr>
          <p:cNvSpPr/>
          <p:nvPr/>
        </p:nvSpPr>
        <p:spPr>
          <a:xfrm>
            <a:off x="7256381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996B0C78-1018-C0BB-767C-F701BB3B0D30}"/>
              </a:ext>
            </a:extLst>
          </p:cNvPr>
          <p:cNvSpPr/>
          <p:nvPr/>
        </p:nvSpPr>
        <p:spPr>
          <a:xfrm>
            <a:off x="7256381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F15CEDDF-B20A-7125-3764-90BE2FD297B8}"/>
              </a:ext>
            </a:extLst>
          </p:cNvPr>
          <p:cNvSpPr/>
          <p:nvPr/>
        </p:nvSpPr>
        <p:spPr>
          <a:xfrm>
            <a:off x="7256381" y="366711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5D004E4A-20BE-2902-0BCB-EE32C18953AF}"/>
              </a:ext>
            </a:extLst>
          </p:cNvPr>
          <p:cNvSpPr/>
          <p:nvPr/>
        </p:nvSpPr>
        <p:spPr>
          <a:xfrm>
            <a:off x="7256381" y="343524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E7F95168-16D0-00DE-1842-4B7CC5B7F958}"/>
              </a:ext>
            </a:extLst>
          </p:cNvPr>
          <p:cNvSpPr/>
          <p:nvPr/>
        </p:nvSpPr>
        <p:spPr>
          <a:xfrm>
            <a:off x="7256381" y="32033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30293281-C6D2-A803-A7A0-E447F01BF856}"/>
              </a:ext>
            </a:extLst>
          </p:cNvPr>
          <p:cNvSpPr/>
          <p:nvPr/>
        </p:nvSpPr>
        <p:spPr>
          <a:xfrm>
            <a:off x="7256381" y="297150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EBF2FA1E-F297-A0A9-ED41-6B7A5187582C}"/>
              </a:ext>
            </a:extLst>
          </p:cNvPr>
          <p:cNvSpPr/>
          <p:nvPr/>
        </p:nvSpPr>
        <p:spPr>
          <a:xfrm>
            <a:off x="7256381" y="273963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D0EFCD7A-D958-E566-0F08-04D3DC97B1FB}"/>
              </a:ext>
            </a:extLst>
          </p:cNvPr>
          <p:cNvSpPr/>
          <p:nvPr/>
        </p:nvSpPr>
        <p:spPr>
          <a:xfrm>
            <a:off x="7256381" y="250776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165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9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0,24 − 0,11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4962526" y="340535"/>
            <a:ext cx="50127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</a:t>
            </a:r>
            <a:endParaRPr lang="en-US" sz="2000" dirty="0"/>
          </a:p>
          <a:p>
            <a:pPr algn="ctr"/>
            <a:r>
              <a:rPr lang="ru-RU" sz="2000" dirty="0"/>
              <a:t>үчүн 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0,13</a:t>
            </a:r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5AF2145D-3394-9B67-3213-A6CE87BF978A}"/>
              </a:ext>
            </a:extLst>
          </p:cNvPr>
          <p:cNvSpPr/>
          <p:nvPr/>
        </p:nvSpPr>
        <p:spPr>
          <a:xfrm>
            <a:off x="691348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0D6B4806-0550-369D-7D6C-866059BBD829}"/>
              </a:ext>
            </a:extLst>
          </p:cNvPr>
          <p:cNvSpPr/>
          <p:nvPr/>
        </p:nvSpPr>
        <p:spPr>
          <a:xfrm>
            <a:off x="691348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ABE9092C-FFA3-4ECA-F141-94D475EDC10D}"/>
              </a:ext>
            </a:extLst>
          </p:cNvPr>
          <p:cNvSpPr/>
          <p:nvPr/>
        </p:nvSpPr>
        <p:spPr>
          <a:xfrm>
            <a:off x="691348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0298E0F7-3DB4-D1A1-7E13-350A2B30D0FF}"/>
              </a:ext>
            </a:extLst>
          </p:cNvPr>
          <p:cNvSpPr/>
          <p:nvPr/>
        </p:nvSpPr>
        <p:spPr>
          <a:xfrm>
            <a:off x="691348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30FBFC9F-C318-8880-8525-E845BAAE67D6}"/>
              </a:ext>
            </a:extLst>
          </p:cNvPr>
          <p:cNvSpPr/>
          <p:nvPr/>
        </p:nvSpPr>
        <p:spPr>
          <a:xfrm>
            <a:off x="691348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97444AE4-85C8-DD5A-02BD-07565AB5C5CB}"/>
              </a:ext>
            </a:extLst>
          </p:cNvPr>
          <p:cNvSpPr/>
          <p:nvPr/>
        </p:nvSpPr>
        <p:spPr>
          <a:xfrm>
            <a:off x="691348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AC0B0CD4-4FC4-7A11-4079-34906D264C2E}"/>
              </a:ext>
            </a:extLst>
          </p:cNvPr>
          <p:cNvSpPr/>
          <p:nvPr/>
        </p:nvSpPr>
        <p:spPr>
          <a:xfrm>
            <a:off x="691348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Cube 167">
            <a:extLst>
              <a:ext uri="{FF2B5EF4-FFF2-40B4-BE49-F238E27FC236}">
                <a16:creationId xmlns:a16="http://schemas.microsoft.com/office/drawing/2014/main" id="{07F84976-FA43-FB3A-41AD-CAC4A193AFFC}"/>
              </a:ext>
            </a:extLst>
          </p:cNvPr>
          <p:cNvSpPr/>
          <p:nvPr/>
        </p:nvSpPr>
        <p:spPr>
          <a:xfrm>
            <a:off x="691348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Cube 169">
            <a:extLst>
              <a:ext uri="{FF2B5EF4-FFF2-40B4-BE49-F238E27FC236}">
                <a16:creationId xmlns:a16="http://schemas.microsoft.com/office/drawing/2014/main" id="{29D9EE8E-9427-365D-6CF0-B5474364F256}"/>
              </a:ext>
            </a:extLst>
          </p:cNvPr>
          <p:cNvSpPr/>
          <p:nvPr/>
        </p:nvSpPr>
        <p:spPr>
          <a:xfrm>
            <a:off x="691348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Cube 170">
            <a:extLst>
              <a:ext uri="{FF2B5EF4-FFF2-40B4-BE49-F238E27FC236}">
                <a16:creationId xmlns:a16="http://schemas.microsoft.com/office/drawing/2014/main" id="{8F992D8C-DFDB-C89B-21EC-B4360832FC78}"/>
              </a:ext>
            </a:extLst>
          </p:cNvPr>
          <p:cNvSpPr/>
          <p:nvPr/>
        </p:nvSpPr>
        <p:spPr>
          <a:xfrm>
            <a:off x="691348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Cube 173">
            <a:extLst>
              <a:ext uri="{FF2B5EF4-FFF2-40B4-BE49-F238E27FC236}">
                <a16:creationId xmlns:a16="http://schemas.microsoft.com/office/drawing/2014/main" id="{450AC530-9250-BB1E-4940-37CB0C45219E}"/>
              </a:ext>
            </a:extLst>
          </p:cNvPr>
          <p:cNvSpPr/>
          <p:nvPr/>
        </p:nvSpPr>
        <p:spPr>
          <a:xfrm>
            <a:off x="7542131" y="43510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5" name="Cube 174">
            <a:extLst>
              <a:ext uri="{FF2B5EF4-FFF2-40B4-BE49-F238E27FC236}">
                <a16:creationId xmlns:a16="http://schemas.microsoft.com/office/drawing/2014/main" id="{50917C3F-FFB4-02E8-E89F-E24333AED749}"/>
              </a:ext>
            </a:extLst>
          </p:cNvPr>
          <p:cNvSpPr/>
          <p:nvPr/>
        </p:nvSpPr>
        <p:spPr>
          <a:xfrm>
            <a:off x="7542131" y="411920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Cube 175">
            <a:extLst>
              <a:ext uri="{FF2B5EF4-FFF2-40B4-BE49-F238E27FC236}">
                <a16:creationId xmlns:a16="http://schemas.microsoft.com/office/drawing/2014/main" id="{04B7FC35-E602-8DF5-5994-17AC5420705B}"/>
              </a:ext>
            </a:extLst>
          </p:cNvPr>
          <p:cNvSpPr/>
          <p:nvPr/>
        </p:nvSpPr>
        <p:spPr>
          <a:xfrm>
            <a:off x="7542131" y="388733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367113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8" grpId="0" animBg="1"/>
      <p:bldP spid="170" grpId="0" animBg="1"/>
      <p:bldP spid="171" grpId="0" animBg="1"/>
      <p:bldP spid="174" grpId="0" animBg="1"/>
      <p:bldP spid="175" grpId="0" animBg="1"/>
      <p:bldP spid="17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589573" y="117693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0,3 − 0,16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4977699" y="315964"/>
            <a:ext cx="50127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</a:t>
            </a:r>
            <a:endParaRPr lang="en-US" sz="2000" dirty="0"/>
          </a:p>
          <a:p>
            <a:pPr algn="ctr"/>
            <a:r>
              <a:rPr lang="ru-RU" sz="2000" dirty="0"/>
              <a:t>үчүн 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0,14</a:t>
            </a:r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5AF2145D-3394-9B67-3213-A6CE87BF978A}"/>
              </a:ext>
            </a:extLst>
          </p:cNvPr>
          <p:cNvSpPr/>
          <p:nvPr/>
        </p:nvSpPr>
        <p:spPr>
          <a:xfrm>
            <a:off x="691348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0D6B4806-0550-369D-7D6C-866059BBD829}"/>
              </a:ext>
            </a:extLst>
          </p:cNvPr>
          <p:cNvSpPr/>
          <p:nvPr/>
        </p:nvSpPr>
        <p:spPr>
          <a:xfrm>
            <a:off x="691348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ABE9092C-FFA3-4ECA-F141-94D475EDC10D}"/>
              </a:ext>
            </a:extLst>
          </p:cNvPr>
          <p:cNvSpPr/>
          <p:nvPr/>
        </p:nvSpPr>
        <p:spPr>
          <a:xfrm>
            <a:off x="691348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0298E0F7-3DB4-D1A1-7E13-350A2B30D0FF}"/>
              </a:ext>
            </a:extLst>
          </p:cNvPr>
          <p:cNvSpPr/>
          <p:nvPr/>
        </p:nvSpPr>
        <p:spPr>
          <a:xfrm>
            <a:off x="691348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30FBFC9F-C318-8880-8525-E845BAAE67D6}"/>
              </a:ext>
            </a:extLst>
          </p:cNvPr>
          <p:cNvSpPr/>
          <p:nvPr/>
        </p:nvSpPr>
        <p:spPr>
          <a:xfrm>
            <a:off x="691348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97444AE4-85C8-DD5A-02BD-07565AB5C5CB}"/>
              </a:ext>
            </a:extLst>
          </p:cNvPr>
          <p:cNvSpPr/>
          <p:nvPr/>
        </p:nvSpPr>
        <p:spPr>
          <a:xfrm>
            <a:off x="691348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AC0B0CD4-4FC4-7A11-4079-34906D264C2E}"/>
              </a:ext>
            </a:extLst>
          </p:cNvPr>
          <p:cNvSpPr/>
          <p:nvPr/>
        </p:nvSpPr>
        <p:spPr>
          <a:xfrm>
            <a:off x="691348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Cube 167">
            <a:extLst>
              <a:ext uri="{FF2B5EF4-FFF2-40B4-BE49-F238E27FC236}">
                <a16:creationId xmlns:a16="http://schemas.microsoft.com/office/drawing/2014/main" id="{07F84976-FA43-FB3A-41AD-CAC4A193AFFC}"/>
              </a:ext>
            </a:extLst>
          </p:cNvPr>
          <p:cNvSpPr/>
          <p:nvPr/>
        </p:nvSpPr>
        <p:spPr>
          <a:xfrm>
            <a:off x="691348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Cube 169">
            <a:extLst>
              <a:ext uri="{FF2B5EF4-FFF2-40B4-BE49-F238E27FC236}">
                <a16:creationId xmlns:a16="http://schemas.microsoft.com/office/drawing/2014/main" id="{29D9EE8E-9427-365D-6CF0-B5474364F256}"/>
              </a:ext>
            </a:extLst>
          </p:cNvPr>
          <p:cNvSpPr/>
          <p:nvPr/>
        </p:nvSpPr>
        <p:spPr>
          <a:xfrm>
            <a:off x="691348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Cube 170">
            <a:extLst>
              <a:ext uri="{FF2B5EF4-FFF2-40B4-BE49-F238E27FC236}">
                <a16:creationId xmlns:a16="http://schemas.microsoft.com/office/drawing/2014/main" id="{8F992D8C-DFDB-C89B-21EC-B4360832FC78}"/>
              </a:ext>
            </a:extLst>
          </p:cNvPr>
          <p:cNvSpPr/>
          <p:nvPr/>
        </p:nvSpPr>
        <p:spPr>
          <a:xfrm>
            <a:off x="691348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Cube 173">
            <a:extLst>
              <a:ext uri="{FF2B5EF4-FFF2-40B4-BE49-F238E27FC236}">
                <a16:creationId xmlns:a16="http://schemas.microsoft.com/office/drawing/2014/main" id="{450AC530-9250-BB1E-4940-37CB0C45219E}"/>
              </a:ext>
            </a:extLst>
          </p:cNvPr>
          <p:cNvSpPr/>
          <p:nvPr/>
        </p:nvSpPr>
        <p:spPr>
          <a:xfrm>
            <a:off x="7542131" y="43510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5" name="Cube 174">
            <a:extLst>
              <a:ext uri="{FF2B5EF4-FFF2-40B4-BE49-F238E27FC236}">
                <a16:creationId xmlns:a16="http://schemas.microsoft.com/office/drawing/2014/main" id="{50917C3F-FFB4-02E8-E89F-E24333AED749}"/>
              </a:ext>
            </a:extLst>
          </p:cNvPr>
          <p:cNvSpPr/>
          <p:nvPr/>
        </p:nvSpPr>
        <p:spPr>
          <a:xfrm>
            <a:off x="7542131" y="411920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Cube 175">
            <a:extLst>
              <a:ext uri="{FF2B5EF4-FFF2-40B4-BE49-F238E27FC236}">
                <a16:creationId xmlns:a16="http://schemas.microsoft.com/office/drawing/2014/main" id="{04B7FC35-E602-8DF5-5994-17AC5420705B}"/>
              </a:ext>
            </a:extLst>
          </p:cNvPr>
          <p:cNvSpPr/>
          <p:nvPr/>
        </p:nvSpPr>
        <p:spPr>
          <a:xfrm>
            <a:off x="7542131" y="388733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Cube 176">
            <a:extLst>
              <a:ext uri="{FF2B5EF4-FFF2-40B4-BE49-F238E27FC236}">
                <a16:creationId xmlns:a16="http://schemas.microsoft.com/office/drawing/2014/main" id="{197E2834-86C5-F19F-F4E5-E32AE45EBB24}"/>
              </a:ext>
            </a:extLst>
          </p:cNvPr>
          <p:cNvSpPr/>
          <p:nvPr/>
        </p:nvSpPr>
        <p:spPr>
          <a:xfrm>
            <a:off x="7542131" y="365546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424262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8" grpId="0" animBg="1"/>
      <p:bldP spid="170" grpId="0" animBg="1"/>
      <p:bldP spid="171" grpId="0" animBg="1"/>
      <p:bldP spid="174" grpId="0" animBg="1"/>
      <p:bldP spid="175" grpId="0" animBg="1"/>
      <p:bldP spid="176" grpId="0" animBg="1"/>
      <p:bldP spid="17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9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0,33 − 0,08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4964781" y="261525"/>
            <a:ext cx="50127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</a:t>
            </a:r>
            <a:endParaRPr lang="en-US" sz="2000" dirty="0"/>
          </a:p>
          <a:p>
            <a:pPr algn="ctr"/>
            <a:r>
              <a:rPr lang="ru-RU" sz="2000" dirty="0"/>
              <a:t>үчүн 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0,25</a:t>
            </a:r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5AF2145D-3394-9B67-3213-A6CE87BF978A}"/>
              </a:ext>
            </a:extLst>
          </p:cNvPr>
          <p:cNvSpPr/>
          <p:nvPr/>
        </p:nvSpPr>
        <p:spPr>
          <a:xfrm>
            <a:off x="731353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0D6B4806-0550-369D-7D6C-866059BBD829}"/>
              </a:ext>
            </a:extLst>
          </p:cNvPr>
          <p:cNvSpPr/>
          <p:nvPr/>
        </p:nvSpPr>
        <p:spPr>
          <a:xfrm>
            <a:off x="731353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ABE9092C-FFA3-4ECA-F141-94D475EDC10D}"/>
              </a:ext>
            </a:extLst>
          </p:cNvPr>
          <p:cNvSpPr/>
          <p:nvPr/>
        </p:nvSpPr>
        <p:spPr>
          <a:xfrm>
            <a:off x="731353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0298E0F7-3DB4-D1A1-7E13-350A2B30D0FF}"/>
              </a:ext>
            </a:extLst>
          </p:cNvPr>
          <p:cNvSpPr/>
          <p:nvPr/>
        </p:nvSpPr>
        <p:spPr>
          <a:xfrm>
            <a:off x="731353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30FBFC9F-C318-8880-8525-E845BAAE67D6}"/>
              </a:ext>
            </a:extLst>
          </p:cNvPr>
          <p:cNvSpPr/>
          <p:nvPr/>
        </p:nvSpPr>
        <p:spPr>
          <a:xfrm>
            <a:off x="731353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97444AE4-85C8-DD5A-02BD-07565AB5C5CB}"/>
              </a:ext>
            </a:extLst>
          </p:cNvPr>
          <p:cNvSpPr/>
          <p:nvPr/>
        </p:nvSpPr>
        <p:spPr>
          <a:xfrm>
            <a:off x="731353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AC0B0CD4-4FC4-7A11-4079-34906D264C2E}"/>
              </a:ext>
            </a:extLst>
          </p:cNvPr>
          <p:cNvSpPr/>
          <p:nvPr/>
        </p:nvSpPr>
        <p:spPr>
          <a:xfrm>
            <a:off x="731353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Cube 167">
            <a:extLst>
              <a:ext uri="{FF2B5EF4-FFF2-40B4-BE49-F238E27FC236}">
                <a16:creationId xmlns:a16="http://schemas.microsoft.com/office/drawing/2014/main" id="{07F84976-FA43-FB3A-41AD-CAC4A193AFFC}"/>
              </a:ext>
            </a:extLst>
          </p:cNvPr>
          <p:cNvSpPr/>
          <p:nvPr/>
        </p:nvSpPr>
        <p:spPr>
          <a:xfrm>
            <a:off x="731353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Cube 169">
            <a:extLst>
              <a:ext uri="{FF2B5EF4-FFF2-40B4-BE49-F238E27FC236}">
                <a16:creationId xmlns:a16="http://schemas.microsoft.com/office/drawing/2014/main" id="{29D9EE8E-9427-365D-6CF0-B5474364F256}"/>
              </a:ext>
            </a:extLst>
          </p:cNvPr>
          <p:cNvSpPr/>
          <p:nvPr/>
        </p:nvSpPr>
        <p:spPr>
          <a:xfrm>
            <a:off x="731353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Cube 170">
            <a:extLst>
              <a:ext uri="{FF2B5EF4-FFF2-40B4-BE49-F238E27FC236}">
                <a16:creationId xmlns:a16="http://schemas.microsoft.com/office/drawing/2014/main" id="{8F992D8C-DFDB-C89B-21EC-B4360832FC78}"/>
              </a:ext>
            </a:extLst>
          </p:cNvPr>
          <p:cNvSpPr/>
          <p:nvPr/>
        </p:nvSpPr>
        <p:spPr>
          <a:xfrm>
            <a:off x="731353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Cube 1">
            <a:extLst>
              <a:ext uri="{FF2B5EF4-FFF2-40B4-BE49-F238E27FC236}">
                <a16:creationId xmlns:a16="http://schemas.microsoft.com/office/drawing/2014/main" id="{E6FBD2D1-5BFC-8979-51FF-D51FD19F4A94}"/>
              </a:ext>
            </a:extLst>
          </p:cNvPr>
          <p:cNvSpPr/>
          <p:nvPr/>
        </p:nvSpPr>
        <p:spPr>
          <a:xfrm>
            <a:off x="678013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5F394E9C-D8E2-8E64-F8D5-A5772DF1A368}"/>
              </a:ext>
            </a:extLst>
          </p:cNvPr>
          <p:cNvSpPr/>
          <p:nvPr/>
        </p:nvSpPr>
        <p:spPr>
          <a:xfrm>
            <a:off x="678013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ACE6A62E-0A70-1C59-4FB7-FEC00A03F343}"/>
              </a:ext>
            </a:extLst>
          </p:cNvPr>
          <p:cNvSpPr/>
          <p:nvPr/>
        </p:nvSpPr>
        <p:spPr>
          <a:xfrm>
            <a:off x="678013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EEE2F77F-79F2-AE96-2DDA-5978FA18B76C}"/>
              </a:ext>
            </a:extLst>
          </p:cNvPr>
          <p:cNvSpPr/>
          <p:nvPr/>
        </p:nvSpPr>
        <p:spPr>
          <a:xfrm>
            <a:off x="678013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7FCAB7EB-E9CA-604A-E2AB-DFC803C8444F}"/>
              </a:ext>
            </a:extLst>
          </p:cNvPr>
          <p:cNvSpPr/>
          <p:nvPr/>
        </p:nvSpPr>
        <p:spPr>
          <a:xfrm>
            <a:off x="678013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02A33ADD-4169-15A3-C86A-086A013C82CB}"/>
              </a:ext>
            </a:extLst>
          </p:cNvPr>
          <p:cNvSpPr/>
          <p:nvPr/>
        </p:nvSpPr>
        <p:spPr>
          <a:xfrm>
            <a:off x="678013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1037E95D-6A8E-CBDE-EBB2-D09795634776}"/>
              </a:ext>
            </a:extLst>
          </p:cNvPr>
          <p:cNvSpPr/>
          <p:nvPr/>
        </p:nvSpPr>
        <p:spPr>
          <a:xfrm>
            <a:off x="678013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4897F770-A593-E3D3-69EF-A044D5E698FB}"/>
              </a:ext>
            </a:extLst>
          </p:cNvPr>
          <p:cNvSpPr/>
          <p:nvPr/>
        </p:nvSpPr>
        <p:spPr>
          <a:xfrm>
            <a:off x="678013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570F497F-716B-99E3-EEDA-78F9CD1C2A78}"/>
              </a:ext>
            </a:extLst>
          </p:cNvPr>
          <p:cNvSpPr/>
          <p:nvPr/>
        </p:nvSpPr>
        <p:spPr>
          <a:xfrm>
            <a:off x="678013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D3749BB1-CD5A-4437-5004-B1F0B53C17D9}"/>
              </a:ext>
            </a:extLst>
          </p:cNvPr>
          <p:cNvSpPr/>
          <p:nvPr/>
        </p:nvSpPr>
        <p:spPr>
          <a:xfrm>
            <a:off x="678013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47F8CC21-8168-5B7C-CE52-084152AF922E}"/>
              </a:ext>
            </a:extLst>
          </p:cNvPr>
          <p:cNvSpPr/>
          <p:nvPr/>
        </p:nvSpPr>
        <p:spPr>
          <a:xfrm>
            <a:off x="7885031" y="43510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Cube 12">
            <a:extLst>
              <a:ext uri="{FF2B5EF4-FFF2-40B4-BE49-F238E27FC236}">
                <a16:creationId xmlns:a16="http://schemas.microsoft.com/office/drawing/2014/main" id="{89487E52-2599-5211-4C1D-DB2E845F535F}"/>
              </a:ext>
            </a:extLst>
          </p:cNvPr>
          <p:cNvSpPr/>
          <p:nvPr/>
        </p:nvSpPr>
        <p:spPr>
          <a:xfrm>
            <a:off x="7885031" y="411920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EBB94589-C06D-62F0-2F6E-0236112EB69C}"/>
              </a:ext>
            </a:extLst>
          </p:cNvPr>
          <p:cNvSpPr/>
          <p:nvPr/>
        </p:nvSpPr>
        <p:spPr>
          <a:xfrm>
            <a:off x="7885031" y="388733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Cube 14">
            <a:extLst>
              <a:ext uri="{FF2B5EF4-FFF2-40B4-BE49-F238E27FC236}">
                <a16:creationId xmlns:a16="http://schemas.microsoft.com/office/drawing/2014/main" id="{F9B04FFC-B627-09E9-1A07-5C409CA63E0A}"/>
              </a:ext>
            </a:extLst>
          </p:cNvPr>
          <p:cNvSpPr/>
          <p:nvPr/>
        </p:nvSpPr>
        <p:spPr>
          <a:xfrm>
            <a:off x="7885031" y="365546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47D82E06-F95E-F882-204E-C8AC16A88563}"/>
              </a:ext>
            </a:extLst>
          </p:cNvPr>
          <p:cNvSpPr/>
          <p:nvPr/>
        </p:nvSpPr>
        <p:spPr>
          <a:xfrm>
            <a:off x="7885031" y="342359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0671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8" grpId="0" animBg="1"/>
      <p:bldP spid="170" grpId="0" animBg="1"/>
      <p:bldP spid="171" grpId="0" animBg="1"/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9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0,45 − 0,27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058298" y="394752"/>
            <a:ext cx="50127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</a:t>
            </a:r>
            <a:endParaRPr lang="en-US" sz="2000" dirty="0"/>
          </a:p>
          <a:p>
            <a:pPr algn="ctr"/>
            <a:r>
              <a:rPr lang="ru-RU" sz="2000" dirty="0"/>
              <a:t>үчүн 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0,18</a:t>
            </a:r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5AF2145D-3394-9B67-3213-A6CE87BF978A}"/>
              </a:ext>
            </a:extLst>
          </p:cNvPr>
          <p:cNvSpPr/>
          <p:nvPr/>
        </p:nvSpPr>
        <p:spPr>
          <a:xfrm>
            <a:off x="7561181" y="43510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0D6B4806-0550-369D-7D6C-866059BBD829}"/>
              </a:ext>
            </a:extLst>
          </p:cNvPr>
          <p:cNvSpPr/>
          <p:nvPr/>
        </p:nvSpPr>
        <p:spPr>
          <a:xfrm>
            <a:off x="7561181" y="411920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ABE9092C-FFA3-4ECA-F141-94D475EDC10D}"/>
              </a:ext>
            </a:extLst>
          </p:cNvPr>
          <p:cNvSpPr/>
          <p:nvPr/>
        </p:nvSpPr>
        <p:spPr>
          <a:xfrm>
            <a:off x="7561181" y="388733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0298E0F7-3DB4-D1A1-7E13-350A2B30D0FF}"/>
              </a:ext>
            </a:extLst>
          </p:cNvPr>
          <p:cNvSpPr/>
          <p:nvPr/>
        </p:nvSpPr>
        <p:spPr>
          <a:xfrm>
            <a:off x="7561181" y="365546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30FBFC9F-C318-8880-8525-E845BAAE67D6}"/>
              </a:ext>
            </a:extLst>
          </p:cNvPr>
          <p:cNvSpPr/>
          <p:nvPr/>
        </p:nvSpPr>
        <p:spPr>
          <a:xfrm>
            <a:off x="7561181" y="342359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97444AE4-85C8-DD5A-02BD-07565AB5C5CB}"/>
              </a:ext>
            </a:extLst>
          </p:cNvPr>
          <p:cNvSpPr/>
          <p:nvPr/>
        </p:nvSpPr>
        <p:spPr>
          <a:xfrm>
            <a:off x="7561181" y="3191726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AC0B0CD4-4FC4-7A11-4079-34906D264C2E}"/>
              </a:ext>
            </a:extLst>
          </p:cNvPr>
          <p:cNvSpPr/>
          <p:nvPr/>
        </p:nvSpPr>
        <p:spPr>
          <a:xfrm>
            <a:off x="7561181" y="2959857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Cube 167">
            <a:extLst>
              <a:ext uri="{FF2B5EF4-FFF2-40B4-BE49-F238E27FC236}">
                <a16:creationId xmlns:a16="http://schemas.microsoft.com/office/drawing/2014/main" id="{07F84976-FA43-FB3A-41AD-CAC4A193AFFC}"/>
              </a:ext>
            </a:extLst>
          </p:cNvPr>
          <p:cNvSpPr/>
          <p:nvPr/>
        </p:nvSpPr>
        <p:spPr>
          <a:xfrm>
            <a:off x="7561181" y="2727988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Cube 1">
            <a:extLst>
              <a:ext uri="{FF2B5EF4-FFF2-40B4-BE49-F238E27FC236}">
                <a16:creationId xmlns:a16="http://schemas.microsoft.com/office/drawing/2014/main" id="{E6FBD2D1-5BFC-8979-51FF-D51FD19F4A94}"/>
              </a:ext>
            </a:extLst>
          </p:cNvPr>
          <p:cNvSpPr/>
          <p:nvPr/>
        </p:nvSpPr>
        <p:spPr>
          <a:xfrm>
            <a:off x="702778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5F394E9C-D8E2-8E64-F8D5-A5772DF1A368}"/>
              </a:ext>
            </a:extLst>
          </p:cNvPr>
          <p:cNvSpPr/>
          <p:nvPr/>
        </p:nvSpPr>
        <p:spPr>
          <a:xfrm>
            <a:off x="702778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ACE6A62E-0A70-1C59-4FB7-FEC00A03F343}"/>
              </a:ext>
            </a:extLst>
          </p:cNvPr>
          <p:cNvSpPr/>
          <p:nvPr/>
        </p:nvSpPr>
        <p:spPr>
          <a:xfrm>
            <a:off x="702778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EEE2F77F-79F2-AE96-2DDA-5978FA18B76C}"/>
              </a:ext>
            </a:extLst>
          </p:cNvPr>
          <p:cNvSpPr/>
          <p:nvPr/>
        </p:nvSpPr>
        <p:spPr>
          <a:xfrm>
            <a:off x="702778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7FCAB7EB-E9CA-604A-E2AB-DFC803C8444F}"/>
              </a:ext>
            </a:extLst>
          </p:cNvPr>
          <p:cNvSpPr/>
          <p:nvPr/>
        </p:nvSpPr>
        <p:spPr>
          <a:xfrm>
            <a:off x="702778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02A33ADD-4169-15A3-C86A-086A013C82CB}"/>
              </a:ext>
            </a:extLst>
          </p:cNvPr>
          <p:cNvSpPr/>
          <p:nvPr/>
        </p:nvSpPr>
        <p:spPr>
          <a:xfrm>
            <a:off x="702778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1037E95D-6A8E-CBDE-EBB2-D09795634776}"/>
              </a:ext>
            </a:extLst>
          </p:cNvPr>
          <p:cNvSpPr/>
          <p:nvPr/>
        </p:nvSpPr>
        <p:spPr>
          <a:xfrm>
            <a:off x="702778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4897F770-A593-E3D3-69EF-A044D5E698FB}"/>
              </a:ext>
            </a:extLst>
          </p:cNvPr>
          <p:cNvSpPr/>
          <p:nvPr/>
        </p:nvSpPr>
        <p:spPr>
          <a:xfrm>
            <a:off x="702778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570F497F-716B-99E3-EEDA-78F9CD1C2A78}"/>
              </a:ext>
            </a:extLst>
          </p:cNvPr>
          <p:cNvSpPr/>
          <p:nvPr/>
        </p:nvSpPr>
        <p:spPr>
          <a:xfrm>
            <a:off x="702778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D3749BB1-CD5A-4437-5004-B1F0B53C17D9}"/>
              </a:ext>
            </a:extLst>
          </p:cNvPr>
          <p:cNvSpPr/>
          <p:nvPr/>
        </p:nvSpPr>
        <p:spPr>
          <a:xfrm>
            <a:off x="702778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556148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8" grpId="0" animBg="1"/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6CBD296-564D-729E-E723-BD8BE5FE2687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3AD1C-433A-E8E8-102E-6530E743037E}"/>
              </a:ext>
            </a:extLst>
          </p:cNvPr>
          <p:cNvSpPr txBox="1"/>
          <p:nvPr/>
        </p:nvSpPr>
        <p:spPr>
          <a:xfrm>
            <a:off x="3169331" y="208859"/>
            <a:ext cx="3584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Баасында кандай айырма бар?</a:t>
            </a:r>
            <a:endParaRPr lang="en-GB" sz="2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237E0A-AE3C-E4B6-FFF7-8FF267378F90}"/>
              </a:ext>
            </a:extLst>
          </p:cNvPr>
          <p:cNvSpPr/>
          <p:nvPr/>
        </p:nvSpPr>
        <p:spPr>
          <a:xfrm>
            <a:off x="3296762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86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4FD55E-DF32-0934-198C-7CA2BF90A5E7}"/>
              </a:ext>
            </a:extLst>
          </p:cNvPr>
          <p:cNvSpPr/>
          <p:nvPr/>
        </p:nvSpPr>
        <p:spPr>
          <a:xfrm>
            <a:off x="5566136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51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19EDA05-E3E2-9D95-97B6-F231B8F11F68}"/>
              </a:ext>
            </a:extLst>
          </p:cNvPr>
          <p:cNvSpPr/>
          <p:nvPr/>
        </p:nvSpPr>
        <p:spPr>
          <a:xfrm>
            <a:off x="3296762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0,86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5B1F46-0C9D-AE46-FAC2-F1D07C905FBD}"/>
              </a:ext>
            </a:extLst>
          </p:cNvPr>
          <p:cNvSpPr/>
          <p:nvPr/>
        </p:nvSpPr>
        <p:spPr>
          <a:xfrm>
            <a:off x="5566136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0,51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graphicFrame>
        <p:nvGraphicFramePr>
          <p:cNvPr id="29" name="Table 6">
            <a:extLst>
              <a:ext uri="{FF2B5EF4-FFF2-40B4-BE49-F238E27FC236}">
                <a16:creationId xmlns:a16="http://schemas.microsoft.com/office/drawing/2014/main" id="{53A6939E-8BF7-7953-AD61-BCA468D47AAB}"/>
              </a:ext>
            </a:extLst>
          </p:cNvPr>
          <p:cNvGraphicFramePr>
            <a:graphicFrameLocks noGrp="1"/>
          </p:cNvGraphicFramePr>
          <p:nvPr/>
        </p:nvGraphicFramePr>
        <p:xfrm>
          <a:off x="636901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7AC7DE4-6138-BF03-E001-699C9D64947E}"/>
              </a:ext>
            </a:extLst>
          </p:cNvPr>
          <p:cNvCxnSpPr>
            <a:cxnSpLocks/>
          </p:cNvCxnSpPr>
          <p:nvPr/>
        </p:nvCxnSpPr>
        <p:spPr>
          <a:xfrm>
            <a:off x="6760210" y="5057775"/>
            <a:ext cx="18742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3C9B715-6A09-3908-110B-0A49C9A61329}"/>
              </a:ext>
            </a:extLst>
          </p:cNvPr>
          <p:cNvSpPr txBox="1"/>
          <p:nvPr/>
        </p:nvSpPr>
        <p:spPr>
          <a:xfrm>
            <a:off x="789496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2D9541-D759-DD35-3913-436C90775C4A}"/>
              </a:ext>
            </a:extLst>
          </p:cNvPr>
          <p:cNvSpPr txBox="1"/>
          <p:nvPr/>
        </p:nvSpPr>
        <p:spPr>
          <a:xfrm>
            <a:off x="739037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B43130B-FCD0-09DF-147E-88334D4DEA55}"/>
              </a:ext>
            </a:extLst>
          </p:cNvPr>
          <p:cNvSpPr/>
          <p:nvPr/>
        </p:nvSpPr>
        <p:spPr>
          <a:xfrm>
            <a:off x="7327020" y="4278075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6E8515-205A-518B-7EE2-30BCDD48BAB0}"/>
              </a:ext>
            </a:extLst>
          </p:cNvPr>
          <p:cNvSpPr txBox="1"/>
          <p:nvPr/>
        </p:nvSpPr>
        <p:spPr>
          <a:xfrm>
            <a:off x="63872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723F41-C48E-DD56-7FCC-77B39241F9BB}"/>
              </a:ext>
            </a:extLst>
          </p:cNvPr>
          <p:cNvSpPr txBox="1"/>
          <p:nvPr/>
        </p:nvSpPr>
        <p:spPr>
          <a:xfrm>
            <a:off x="789496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10B695-1CE3-C1C3-3DB2-1F4C8D365A4A}"/>
              </a:ext>
            </a:extLst>
          </p:cNvPr>
          <p:cNvSpPr txBox="1"/>
          <p:nvPr/>
        </p:nvSpPr>
        <p:spPr>
          <a:xfrm>
            <a:off x="739037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7F7D4F7-622D-3117-1AD2-A95EF4805DAB}"/>
              </a:ext>
            </a:extLst>
          </p:cNvPr>
          <p:cNvSpPr/>
          <p:nvPr/>
        </p:nvSpPr>
        <p:spPr>
          <a:xfrm>
            <a:off x="7327020" y="4779156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282EF5-2382-40E7-D21D-5DFF64B5DBC8}"/>
              </a:ext>
            </a:extLst>
          </p:cNvPr>
          <p:cNvSpPr txBox="1"/>
          <p:nvPr/>
        </p:nvSpPr>
        <p:spPr>
          <a:xfrm>
            <a:off x="789496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13F4E9-83CD-DD21-C004-2874FBA861E8}"/>
              </a:ext>
            </a:extLst>
          </p:cNvPr>
          <p:cNvSpPr txBox="1"/>
          <p:nvPr/>
        </p:nvSpPr>
        <p:spPr>
          <a:xfrm>
            <a:off x="739037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1A583D6-B375-C502-6ECC-A78A926C8C83}"/>
              </a:ext>
            </a:extLst>
          </p:cNvPr>
          <p:cNvSpPr/>
          <p:nvPr/>
        </p:nvSpPr>
        <p:spPr>
          <a:xfrm>
            <a:off x="7327020" y="5276318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4D3DFF-9E56-FD42-FA05-4D0F6CB74649}"/>
              </a:ext>
            </a:extLst>
          </p:cNvPr>
          <p:cNvSpPr txBox="1"/>
          <p:nvPr/>
        </p:nvSpPr>
        <p:spPr>
          <a:xfrm>
            <a:off x="3246370" y="3257552"/>
            <a:ext cx="3429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Эмнеси менен айырмаланат?</a:t>
            </a:r>
            <a:endParaRPr lang="en-GB" sz="20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31CDF91C-C702-04DF-75FD-8C95D1D1AF17}"/>
              </a:ext>
            </a:extLst>
          </p:cNvPr>
          <p:cNvGraphicFramePr>
            <a:graphicFrameLocks noGrp="1"/>
          </p:cNvGraphicFramePr>
          <p:nvPr/>
        </p:nvGraphicFramePr>
        <p:xfrm>
          <a:off x="119503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6112657-D40A-9911-376E-C5A06A09C4CF}"/>
              </a:ext>
            </a:extLst>
          </p:cNvPr>
          <p:cNvCxnSpPr>
            <a:cxnSpLocks/>
          </p:cNvCxnSpPr>
          <p:nvPr/>
        </p:nvCxnSpPr>
        <p:spPr>
          <a:xfrm>
            <a:off x="2072005" y="5057775"/>
            <a:ext cx="1263650" cy="31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84E53A4-BFF7-D9D4-ED22-C3047C1DA6D0}"/>
              </a:ext>
            </a:extLst>
          </p:cNvPr>
          <p:cNvSpPr txBox="1"/>
          <p:nvPr/>
        </p:nvSpPr>
        <p:spPr>
          <a:xfrm>
            <a:off x="272098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B5E1E6-DC5B-42BA-8D64-08D05285F42B}"/>
              </a:ext>
            </a:extLst>
          </p:cNvPr>
          <p:cNvSpPr txBox="1"/>
          <p:nvPr/>
        </p:nvSpPr>
        <p:spPr>
          <a:xfrm>
            <a:off x="221639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239097-F761-EEEC-DC07-AADE89624223}"/>
              </a:ext>
            </a:extLst>
          </p:cNvPr>
          <p:cNvSpPr txBox="1"/>
          <p:nvPr/>
        </p:nvSpPr>
        <p:spPr>
          <a:xfrm>
            <a:off x="17009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164C70-B8B1-913E-1C2C-F345C6587995}"/>
              </a:ext>
            </a:extLst>
          </p:cNvPr>
          <p:cNvSpPr txBox="1"/>
          <p:nvPr/>
        </p:nvSpPr>
        <p:spPr>
          <a:xfrm>
            <a:off x="272098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A2C6B8-130B-5F42-D10C-95ACA20AB83E}"/>
              </a:ext>
            </a:extLst>
          </p:cNvPr>
          <p:cNvSpPr txBox="1"/>
          <p:nvPr/>
        </p:nvSpPr>
        <p:spPr>
          <a:xfrm>
            <a:off x="221639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2CD2F6-9578-3D70-3524-E7AC3986DA81}"/>
              </a:ext>
            </a:extLst>
          </p:cNvPr>
          <p:cNvSpPr txBox="1"/>
          <p:nvPr/>
        </p:nvSpPr>
        <p:spPr>
          <a:xfrm>
            <a:off x="272098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23E47F-B626-FBD1-4CD2-F7BC9C4A0F71}"/>
              </a:ext>
            </a:extLst>
          </p:cNvPr>
          <p:cNvSpPr txBox="1"/>
          <p:nvPr/>
        </p:nvSpPr>
        <p:spPr>
          <a:xfrm>
            <a:off x="221639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28F2A3-35D4-846C-8432-FBEA262168EF}"/>
              </a:ext>
            </a:extLst>
          </p:cNvPr>
          <p:cNvSpPr txBox="1"/>
          <p:nvPr/>
        </p:nvSpPr>
        <p:spPr>
          <a:xfrm>
            <a:off x="689983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60102F-3599-7564-5853-5BCEC285B3ED}"/>
              </a:ext>
            </a:extLst>
          </p:cNvPr>
          <p:cNvSpPr txBox="1"/>
          <p:nvPr/>
        </p:nvSpPr>
        <p:spPr>
          <a:xfrm>
            <a:off x="689983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F07DE2-8BD5-104F-750C-AD5A2A6F3A92}"/>
              </a:ext>
            </a:extLst>
          </p:cNvPr>
          <p:cNvSpPr txBox="1"/>
          <p:nvPr/>
        </p:nvSpPr>
        <p:spPr>
          <a:xfrm>
            <a:off x="689983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CB7682EF-5466-46EE-63C2-9F41156B2A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90"/>
          <a:stretch/>
        </p:blipFill>
        <p:spPr>
          <a:xfrm>
            <a:off x="5684199" y="933450"/>
            <a:ext cx="764149" cy="584652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D5B93E80-9A46-6E36-A952-12D9A42B10A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90"/>
          <a:stretch/>
        </p:blipFill>
        <p:spPr>
          <a:xfrm>
            <a:off x="3264772" y="794927"/>
            <a:ext cx="1126254" cy="86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47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 animBg="1"/>
      <p:bldP spid="34" grpId="0"/>
      <p:bldP spid="36" grpId="0"/>
      <p:bldP spid="37" grpId="0"/>
      <p:bldP spid="38" grpId="0" animBg="1"/>
      <p:bldP spid="39" grpId="0"/>
      <p:bldP spid="40" grpId="0"/>
      <p:bldP spid="41" grpId="0" animBg="1"/>
      <p:bldP spid="42" grpId="0"/>
      <p:bldP spid="45" grpId="0"/>
      <p:bldP spid="46" grpId="0"/>
      <p:bldP spid="48" grpId="0"/>
      <p:bldP spid="49" grpId="0"/>
      <p:bldP spid="50" grpId="0"/>
      <p:bldP spid="52" grpId="0"/>
      <p:bldP spid="53" grpId="0"/>
      <p:bldP spid="56" grpId="0"/>
      <p:bldP spid="57" grpId="0"/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6CBD296-564D-729E-E723-BD8BE5FE2687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237E0A-AE3C-E4B6-FFF7-8FF267378F90}"/>
              </a:ext>
            </a:extLst>
          </p:cNvPr>
          <p:cNvSpPr/>
          <p:nvPr/>
        </p:nvSpPr>
        <p:spPr>
          <a:xfrm>
            <a:off x="3296762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72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4FD55E-DF32-0934-198C-7CA2BF90A5E7}"/>
              </a:ext>
            </a:extLst>
          </p:cNvPr>
          <p:cNvSpPr/>
          <p:nvPr/>
        </p:nvSpPr>
        <p:spPr>
          <a:xfrm>
            <a:off x="5566136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44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19EDA05-E3E2-9D95-97B6-F231B8F11F68}"/>
              </a:ext>
            </a:extLst>
          </p:cNvPr>
          <p:cNvSpPr/>
          <p:nvPr/>
        </p:nvSpPr>
        <p:spPr>
          <a:xfrm>
            <a:off x="3296762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0,72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5B1F46-0C9D-AE46-FAC2-F1D07C905FBD}"/>
              </a:ext>
            </a:extLst>
          </p:cNvPr>
          <p:cNvSpPr/>
          <p:nvPr/>
        </p:nvSpPr>
        <p:spPr>
          <a:xfrm>
            <a:off x="5566136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0,44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graphicFrame>
        <p:nvGraphicFramePr>
          <p:cNvPr id="29" name="Table 6">
            <a:extLst>
              <a:ext uri="{FF2B5EF4-FFF2-40B4-BE49-F238E27FC236}">
                <a16:creationId xmlns:a16="http://schemas.microsoft.com/office/drawing/2014/main" id="{53A6939E-8BF7-7953-AD61-BCA468D47AAB}"/>
              </a:ext>
            </a:extLst>
          </p:cNvPr>
          <p:cNvGraphicFramePr>
            <a:graphicFrameLocks noGrp="1"/>
          </p:cNvGraphicFramePr>
          <p:nvPr/>
        </p:nvGraphicFramePr>
        <p:xfrm>
          <a:off x="636901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7AC7DE4-6138-BF03-E001-699C9D64947E}"/>
              </a:ext>
            </a:extLst>
          </p:cNvPr>
          <p:cNvCxnSpPr>
            <a:cxnSpLocks/>
          </p:cNvCxnSpPr>
          <p:nvPr/>
        </p:nvCxnSpPr>
        <p:spPr>
          <a:xfrm>
            <a:off x="6760210" y="5057775"/>
            <a:ext cx="18742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3C9B715-6A09-3908-110B-0A49C9A61329}"/>
              </a:ext>
            </a:extLst>
          </p:cNvPr>
          <p:cNvSpPr txBox="1"/>
          <p:nvPr/>
        </p:nvSpPr>
        <p:spPr>
          <a:xfrm>
            <a:off x="789496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2D9541-D759-DD35-3913-436C90775C4A}"/>
              </a:ext>
            </a:extLst>
          </p:cNvPr>
          <p:cNvSpPr txBox="1"/>
          <p:nvPr/>
        </p:nvSpPr>
        <p:spPr>
          <a:xfrm>
            <a:off x="739037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B43130B-FCD0-09DF-147E-88334D4DEA55}"/>
              </a:ext>
            </a:extLst>
          </p:cNvPr>
          <p:cNvSpPr/>
          <p:nvPr/>
        </p:nvSpPr>
        <p:spPr>
          <a:xfrm>
            <a:off x="7327020" y="4278075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6E8515-205A-518B-7EE2-30BCDD48BAB0}"/>
              </a:ext>
            </a:extLst>
          </p:cNvPr>
          <p:cNvSpPr txBox="1"/>
          <p:nvPr/>
        </p:nvSpPr>
        <p:spPr>
          <a:xfrm>
            <a:off x="63872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723F41-C48E-DD56-7FCC-77B39241F9BB}"/>
              </a:ext>
            </a:extLst>
          </p:cNvPr>
          <p:cNvSpPr txBox="1"/>
          <p:nvPr/>
        </p:nvSpPr>
        <p:spPr>
          <a:xfrm>
            <a:off x="789496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10B695-1CE3-C1C3-3DB2-1F4C8D365A4A}"/>
              </a:ext>
            </a:extLst>
          </p:cNvPr>
          <p:cNvSpPr txBox="1"/>
          <p:nvPr/>
        </p:nvSpPr>
        <p:spPr>
          <a:xfrm>
            <a:off x="739037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7F7D4F7-622D-3117-1AD2-A95EF4805DAB}"/>
              </a:ext>
            </a:extLst>
          </p:cNvPr>
          <p:cNvSpPr/>
          <p:nvPr/>
        </p:nvSpPr>
        <p:spPr>
          <a:xfrm>
            <a:off x="7327020" y="4779156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282EF5-2382-40E7-D21D-5DFF64B5DBC8}"/>
              </a:ext>
            </a:extLst>
          </p:cNvPr>
          <p:cNvSpPr txBox="1"/>
          <p:nvPr/>
        </p:nvSpPr>
        <p:spPr>
          <a:xfrm>
            <a:off x="789496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13F4E9-83CD-DD21-C004-2874FBA861E8}"/>
              </a:ext>
            </a:extLst>
          </p:cNvPr>
          <p:cNvSpPr txBox="1"/>
          <p:nvPr/>
        </p:nvSpPr>
        <p:spPr>
          <a:xfrm>
            <a:off x="739037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1A583D6-B375-C502-6ECC-A78A926C8C83}"/>
              </a:ext>
            </a:extLst>
          </p:cNvPr>
          <p:cNvSpPr/>
          <p:nvPr/>
        </p:nvSpPr>
        <p:spPr>
          <a:xfrm>
            <a:off x="7327020" y="5276318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4D3DFF-9E56-FD42-FA05-4D0F6CB74649}"/>
              </a:ext>
            </a:extLst>
          </p:cNvPr>
          <p:cNvSpPr txBox="1"/>
          <p:nvPr/>
        </p:nvSpPr>
        <p:spPr>
          <a:xfrm>
            <a:off x="3246371" y="3257552"/>
            <a:ext cx="3429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Эмнеси менен айырмаланат?</a:t>
            </a:r>
            <a:endParaRPr lang="en-GB" sz="20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31CDF91C-C702-04DF-75FD-8C95D1D1AF17}"/>
              </a:ext>
            </a:extLst>
          </p:cNvPr>
          <p:cNvGraphicFramePr>
            <a:graphicFrameLocks noGrp="1"/>
          </p:cNvGraphicFramePr>
          <p:nvPr/>
        </p:nvGraphicFramePr>
        <p:xfrm>
          <a:off x="119503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6112657-D40A-9911-376E-C5A06A09C4CF}"/>
              </a:ext>
            </a:extLst>
          </p:cNvPr>
          <p:cNvCxnSpPr>
            <a:cxnSpLocks/>
          </p:cNvCxnSpPr>
          <p:nvPr/>
        </p:nvCxnSpPr>
        <p:spPr>
          <a:xfrm>
            <a:off x="2072005" y="5057775"/>
            <a:ext cx="1263650" cy="31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84E53A4-BFF7-D9D4-ED22-C3047C1DA6D0}"/>
              </a:ext>
            </a:extLst>
          </p:cNvPr>
          <p:cNvSpPr txBox="1"/>
          <p:nvPr/>
        </p:nvSpPr>
        <p:spPr>
          <a:xfrm>
            <a:off x="272098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B5E1E6-DC5B-42BA-8D64-08D05285F42B}"/>
              </a:ext>
            </a:extLst>
          </p:cNvPr>
          <p:cNvSpPr txBox="1"/>
          <p:nvPr/>
        </p:nvSpPr>
        <p:spPr>
          <a:xfrm>
            <a:off x="221639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239097-F761-EEEC-DC07-AADE89624223}"/>
              </a:ext>
            </a:extLst>
          </p:cNvPr>
          <p:cNvSpPr txBox="1"/>
          <p:nvPr/>
        </p:nvSpPr>
        <p:spPr>
          <a:xfrm>
            <a:off x="17009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164C70-B8B1-913E-1C2C-F345C6587995}"/>
              </a:ext>
            </a:extLst>
          </p:cNvPr>
          <p:cNvSpPr txBox="1"/>
          <p:nvPr/>
        </p:nvSpPr>
        <p:spPr>
          <a:xfrm>
            <a:off x="272098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A2C6B8-130B-5F42-D10C-95ACA20AB83E}"/>
              </a:ext>
            </a:extLst>
          </p:cNvPr>
          <p:cNvSpPr txBox="1"/>
          <p:nvPr/>
        </p:nvSpPr>
        <p:spPr>
          <a:xfrm>
            <a:off x="221639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2CD2F6-9578-3D70-3524-E7AC3986DA81}"/>
              </a:ext>
            </a:extLst>
          </p:cNvPr>
          <p:cNvSpPr txBox="1"/>
          <p:nvPr/>
        </p:nvSpPr>
        <p:spPr>
          <a:xfrm>
            <a:off x="272098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23E47F-B626-FBD1-4CD2-F7BC9C4A0F71}"/>
              </a:ext>
            </a:extLst>
          </p:cNvPr>
          <p:cNvSpPr txBox="1"/>
          <p:nvPr/>
        </p:nvSpPr>
        <p:spPr>
          <a:xfrm>
            <a:off x="221639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28F2A3-35D4-846C-8432-FBEA262168EF}"/>
              </a:ext>
            </a:extLst>
          </p:cNvPr>
          <p:cNvSpPr txBox="1"/>
          <p:nvPr/>
        </p:nvSpPr>
        <p:spPr>
          <a:xfrm>
            <a:off x="689983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60102F-3599-7564-5853-5BCEC285B3ED}"/>
              </a:ext>
            </a:extLst>
          </p:cNvPr>
          <p:cNvSpPr txBox="1"/>
          <p:nvPr/>
        </p:nvSpPr>
        <p:spPr>
          <a:xfrm>
            <a:off x="689983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F07DE2-8BD5-104F-750C-AD5A2A6F3A92}"/>
              </a:ext>
            </a:extLst>
          </p:cNvPr>
          <p:cNvSpPr txBox="1"/>
          <p:nvPr/>
        </p:nvSpPr>
        <p:spPr>
          <a:xfrm>
            <a:off x="689983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BED40E-A8EB-14EA-0F5F-11C0F590DC94}"/>
              </a:ext>
            </a:extLst>
          </p:cNvPr>
          <p:cNvSpPr txBox="1"/>
          <p:nvPr/>
        </p:nvSpPr>
        <p:spPr>
          <a:xfrm>
            <a:off x="2271954" y="3675685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B925E4-2EC6-F1D6-F4A2-2FFF43DD6570}"/>
              </a:ext>
            </a:extLst>
          </p:cNvPr>
          <p:cNvSpPr txBox="1"/>
          <p:nvPr/>
        </p:nvSpPr>
        <p:spPr>
          <a:xfrm>
            <a:off x="3169331" y="208859"/>
            <a:ext cx="3584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Баасында кандай айырма бар?</a:t>
            </a:r>
            <a:endParaRPr lang="en-GB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9F767D7-2E08-89A6-6D0F-5A1F6280FF4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865" y="773089"/>
            <a:ext cx="764149" cy="7641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F1454A-ED46-9B76-9657-787D1F1015F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504" y="777530"/>
            <a:ext cx="764149" cy="764149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E55555C-EA2C-4E41-EBFF-416068D39EDE}"/>
              </a:ext>
            </a:extLst>
          </p:cNvPr>
          <p:cNvCxnSpPr>
            <a:cxnSpLocks/>
          </p:cNvCxnSpPr>
          <p:nvPr/>
        </p:nvCxnSpPr>
        <p:spPr>
          <a:xfrm flipH="1">
            <a:off x="2282825" y="4168775"/>
            <a:ext cx="352425" cy="15557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521F903-59B4-8CEE-C5DF-7841D2275966}"/>
              </a:ext>
            </a:extLst>
          </p:cNvPr>
          <p:cNvSpPr txBox="1"/>
          <p:nvPr/>
        </p:nvSpPr>
        <p:spPr>
          <a:xfrm>
            <a:off x="7453554" y="3675685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A78BF83-F26C-23AB-DA8F-D21CE889C78C}"/>
              </a:ext>
            </a:extLst>
          </p:cNvPr>
          <p:cNvCxnSpPr>
            <a:cxnSpLocks/>
          </p:cNvCxnSpPr>
          <p:nvPr/>
        </p:nvCxnSpPr>
        <p:spPr>
          <a:xfrm flipH="1">
            <a:off x="7464425" y="4168775"/>
            <a:ext cx="352425" cy="15557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EBCD166-2C8A-356A-1905-803ABF76EA98}"/>
              </a:ext>
            </a:extLst>
          </p:cNvPr>
          <p:cNvSpPr txBox="1"/>
          <p:nvPr/>
        </p:nvSpPr>
        <p:spPr>
          <a:xfrm>
            <a:off x="2621204" y="3707435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C0E84A-179E-D9BE-BD37-8E043E556713}"/>
              </a:ext>
            </a:extLst>
          </p:cNvPr>
          <p:cNvSpPr txBox="1"/>
          <p:nvPr/>
        </p:nvSpPr>
        <p:spPr>
          <a:xfrm>
            <a:off x="7802804" y="3707435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48995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 animBg="1"/>
      <p:bldP spid="34" grpId="0"/>
      <p:bldP spid="36" grpId="0"/>
      <p:bldP spid="37" grpId="0"/>
      <p:bldP spid="38" grpId="0" animBg="1"/>
      <p:bldP spid="39" grpId="0"/>
      <p:bldP spid="40" grpId="0"/>
      <p:bldP spid="41" grpId="0" animBg="1"/>
      <p:bldP spid="42" grpId="0"/>
      <p:bldP spid="45" grpId="0"/>
      <p:bldP spid="46" grpId="0"/>
      <p:bldP spid="48" grpId="0"/>
      <p:bldP spid="49" grpId="0"/>
      <p:bldP spid="50" grpId="0"/>
      <p:bldP spid="52" grpId="0"/>
      <p:bldP spid="53" grpId="0"/>
      <p:bldP spid="56" grpId="0"/>
      <p:bldP spid="57" grpId="0"/>
      <p:bldP spid="58" grpId="0"/>
      <p:bldP spid="13" grpId="0"/>
      <p:bldP spid="22" grpId="0"/>
      <p:bldP spid="3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1,2  −  0,3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814915"/>
              </p:ext>
            </p:extLst>
          </p:nvPr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28700" y="4324350"/>
            <a:ext cx="2038350" cy="76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704090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−  0,6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988219" y="4352925"/>
            <a:ext cx="2100262" cy="428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38737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−  0,6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805887"/>
              </p:ext>
            </p:extLst>
          </p:nvPr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988219" y="4352925"/>
            <a:ext cx="2100262" cy="428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84293" y="21424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1A407B-6EB8-FECD-9B7B-5708099AA145}"/>
              </a:ext>
            </a:extLst>
          </p:cNvPr>
          <p:cNvSpPr txBox="1"/>
          <p:nvPr/>
        </p:nvSpPr>
        <p:spPr>
          <a:xfrm>
            <a:off x="6596710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2,2  −  0,7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F87238-E564-DC58-3F73-F8631659F299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786DE1BB-9CFF-FB55-688E-2465D0A580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805887"/>
              </p:ext>
            </p:extLst>
          </p:nvPr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210E96-1923-E9CB-7FBE-DA3513A1D116}"/>
              </a:ext>
            </a:extLst>
          </p:cNvPr>
          <p:cNvCxnSpPr>
            <a:cxnSpLocks/>
          </p:cNvCxnSpPr>
          <p:nvPr/>
        </p:nvCxnSpPr>
        <p:spPr>
          <a:xfrm flipV="1">
            <a:off x="5931694" y="4314825"/>
            <a:ext cx="2021681" cy="809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48D7936-5E4A-C87D-F05D-B09D87EF844F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2CE562-ED16-57AD-3512-5B0EC9725ED7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633B28F-0522-6564-3EF0-0A71AAD8D206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194E22-383C-3C9D-35C6-2523D295CFF7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6AE057-ED81-B7E2-145F-BDDA05B62C73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885BB5-FEE6-4FAF-0723-C98CDC0CBED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4C348C-6C40-3F00-8762-75A3AD1F164F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12342CD-3E6A-D81E-5878-CDE40F5B1E69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C57458-07B2-3391-80EA-0CE92083AF60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271B24-8874-979D-6511-612013BFEDA4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473B984-99F4-14F9-71EA-6AA99E287EA9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1E3C6B2-A406-0656-714A-1039F1B2DDA8}"/>
              </a:ext>
            </a:extLst>
          </p:cNvPr>
          <p:cNvCxnSpPr>
            <a:cxnSpLocks/>
          </p:cNvCxnSpPr>
          <p:nvPr/>
        </p:nvCxnSpPr>
        <p:spPr>
          <a:xfrm flipH="1">
            <a:off x="622300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3A837DF-A215-0208-2AF8-E126A2CD63EA}"/>
              </a:ext>
            </a:extLst>
          </p:cNvPr>
          <p:cNvSpPr txBox="1"/>
          <p:nvPr/>
        </p:nvSpPr>
        <p:spPr>
          <a:xfrm>
            <a:off x="61820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1458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 animBg="1"/>
      <p:bldP spid="18" grpId="0"/>
      <p:bldP spid="19" grpId="0"/>
      <p:bldP spid="20" grpId="0"/>
      <p:bldP spid="22" grpId="0"/>
      <p:bldP spid="23" grpId="0" animBg="1"/>
      <p:bldP spid="24" grpId="0"/>
      <p:bldP spid="26" grpId="0"/>
      <p:bldP spid="30" grpId="0" animBg="1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−  0,6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988219" y="4352925"/>
            <a:ext cx="2100262" cy="428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84293" y="52803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1A407B-6EB8-FECD-9B7B-5708099AA145}"/>
              </a:ext>
            </a:extLst>
          </p:cNvPr>
          <p:cNvSpPr txBox="1"/>
          <p:nvPr/>
        </p:nvSpPr>
        <p:spPr>
          <a:xfrm>
            <a:off x="6596710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3,3  −  0,9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F87238-E564-DC58-3F73-F8631659F299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786DE1BB-9CFF-FB55-688E-2465D0A5803B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210E96-1923-E9CB-7FBE-DA3513A1D116}"/>
              </a:ext>
            </a:extLst>
          </p:cNvPr>
          <p:cNvCxnSpPr>
            <a:cxnSpLocks/>
          </p:cNvCxnSpPr>
          <p:nvPr/>
        </p:nvCxnSpPr>
        <p:spPr>
          <a:xfrm>
            <a:off x="5934075" y="4333875"/>
            <a:ext cx="2076450" cy="1047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48D7936-5E4A-C87D-F05D-B09D87EF844F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2CE562-ED16-57AD-3512-5B0EC9725ED7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633B28F-0522-6564-3EF0-0A71AAD8D206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194E22-383C-3C9D-35C6-2523D295CFF7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6AE057-ED81-B7E2-145F-BDDA05B62C73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885BB5-FEE6-4FAF-0723-C98CDC0CBED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4C348C-6C40-3F00-8762-75A3AD1F164F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12342CD-3E6A-D81E-5878-CDE40F5B1E69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C57458-07B2-3391-80EA-0CE92083AF60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271B24-8874-979D-6511-612013BFEDA4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473B984-99F4-14F9-71EA-6AA99E287EA9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1E3C6B2-A406-0656-714A-1039F1B2DDA8}"/>
              </a:ext>
            </a:extLst>
          </p:cNvPr>
          <p:cNvCxnSpPr>
            <a:cxnSpLocks/>
          </p:cNvCxnSpPr>
          <p:nvPr/>
        </p:nvCxnSpPr>
        <p:spPr>
          <a:xfrm flipH="1">
            <a:off x="622300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3A837DF-A215-0208-2AF8-E126A2CD63EA}"/>
              </a:ext>
            </a:extLst>
          </p:cNvPr>
          <p:cNvSpPr txBox="1"/>
          <p:nvPr/>
        </p:nvSpPr>
        <p:spPr>
          <a:xfrm>
            <a:off x="61820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50349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 animBg="1"/>
      <p:bldP spid="18" grpId="0"/>
      <p:bldP spid="19" grpId="0"/>
      <p:bldP spid="20" grpId="0"/>
      <p:bldP spid="22" grpId="0"/>
      <p:bldP spid="23" grpId="0" animBg="1"/>
      <p:bldP spid="24" grpId="0"/>
      <p:bldP spid="26" grpId="0"/>
      <p:bldP spid="30" grpId="0" animBg="1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0,24  −  0,17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104900" y="4343400"/>
            <a:ext cx="2819400" cy="285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253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0,42  −  0,25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01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0,42  −  0,25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996061"/>
              </p:ext>
            </p:extLst>
          </p:nvPr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12429" y="50567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388320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0,54  −  0,16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996061"/>
              </p:ext>
            </p:extLst>
          </p:nvPr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46416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78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0,42  −  0,25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84293" y="-1899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388320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0,73  −  0,27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>
            <a:off x="5995140" y="4330760"/>
            <a:ext cx="2758162" cy="1248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702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0,42  −  0,25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32517" y="37147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492515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1,27  −  0,4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54729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6169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0551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625157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646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0,42  −  0,25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12429" y="21424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388322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4,55  −  2,19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>
            <a:off x="6027835" y="4339073"/>
            <a:ext cx="2767030" cy="566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871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1,43  −  0,55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47750" y="4305300"/>
            <a:ext cx="2800350" cy="952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D7BD0AF-B5C3-579B-4CF1-818B60D43A51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E4009-F822-304F-568A-1A7949C7F3C8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28E78-54A8-8140-BAD5-1FAF4D8C33CE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4413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  <p:bldP spid="3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D7BD0AF-B5C3-579B-4CF1-818B60D43A51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E4009-F822-304F-568A-1A7949C7F3C8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28E78-54A8-8140-BAD5-1FAF4D8C33CE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61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  <p:bldP spid="3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84293" y="41509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0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2,21  −  0,68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143486"/>
              </p:ext>
            </p:extLst>
          </p:nvPr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21478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63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12429" y="-30715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1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3,53  −  0,94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>
            <a:off x="6035040" y="4319330"/>
            <a:ext cx="2756535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779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32517" y="40938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3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4,24  −  1,56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>
            <a:off x="5945120" y="4358209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754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32517" y="37147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1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3,31  −  2,83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04853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571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84293" y="50567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648809" y="1085485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 −  2,84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>
            <a:off x="5945120" y="4363404"/>
            <a:ext cx="2858058" cy="323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410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 flipV="1">
            <a:off x="7038975" y="2228850"/>
            <a:ext cx="552450" cy="1000125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047390-AA92-C88F-A555-BF2AAE5F24A5}"/>
              </a:ext>
            </a:extLst>
          </p:cNvPr>
          <p:cNvSpPr txBox="1"/>
          <p:nvPr/>
        </p:nvSpPr>
        <p:spPr>
          <a:xfrm>
            <a:off x="7274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52531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84293" y="30543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5182777" y="1085485"/>
            <a:ext cx="31277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a)    </a:t>
            </a:r>
            <a:r>
              <a:rPr lang="en-GB" sz="3200" dirty="0"/>
              <a:t>0,26  −  0,12 =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9E6F22-3470-E821-D41C-D13FB592E9A6}"/>
              </a:ext>
            </a:extLst>
          </p:cNvPr>
          <p:cNvSpPr txBox="1"/>
          <p:nvPr/>
        </p:nvSpPr>
        <p:spPr>
          <a:xfrm>
            <a:off x="8560465" y="10854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39CA06-2080-D06F-3D74-E2C503560078}"/>
              </a:ext>
            </a:extLst>
          </p:cNvPr>
          <p:cNvSpPr txBox="1"/>
          <p:nvPr/>
        </p:nvSpPr>
        <p:spPr>
          <a:xfrm>
            <a:off x="5182777" y="1930035"/>
            <a:ext cx="29338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b)    </a:t>
            </a:r>
            <a:r>
              <a:rPr lang="en-GB" sz="3200" dirty="0"/>
              <a:t>0,52  −  0,3 =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D385FF-6434-3CAD-F9E3-82112396D362}"/>
              </a:ext>
            </a:extLst>
          </p:cNvPr>
          <p:cNvSpPr txBox="1"/>
          <p:nvPr/>
        </p:nvSpPr>
        <p:spPr>
          <a:xfrm>
            <a:off x="8560465" y="19300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B411BF-F98D-56A6-D29D-B4F399C23C0B}"/>
              </a:ext>
            </a:extLst>
          </p:cNvPr>
          <p:cNvSpPr txBox="1"/>
          <p:nvPr/>
        </p:nvSpPr>
        <p:spPr>
          <a:xfrm>
            <a:off x="5182777" y="2774585"/>
            <a:ext cx="31101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c)    </a:t>
            </a:r>
            <a:r>
              <a:rPr lang="en-GB" sz="3200" dirty="0"/>
              <a:t>0,32  −  0,18 =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9402B4-9BE5-DADA-3A2C-E6160D1DB76B}"/>
              </a:ext>
            </a:extLst>
          </p:cNvPr>
          <p:cNvSpPr txBox="1"/>
          <p:nvPr/>
        </p:nvSpPr>
        <p:spPr>
          <a:xfrm>
            <a:off x="8560465" y="27745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1B64FE-6708-6A18-B3C9-5B9AE0413E50}"/>
              </a:ext>
            </a:extLst>
          </p:cNvPr>
          <p:cNvSpPr txBox="1"/>
          <p:nvPr/>
        </p:nvSpPr>
        <p:spPr>
          <a:xfrm>
            <a:off x="5182777" y="3619135"/>
            <a:ext cx="31422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d)    </a:t>
            </a:r>
            <a:r>
              <a:rPr lang="en-GB" sz="3200" dirty="0"/>
              <a:t>1,54  −  0,26 =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105299-B8F8-780C-29A1-887DC2A9259C}"/>
              </a:ext>
            </a:extLst>
          </p:cNvPr>
          <p:cNvSpPr txBox="1"/>
          <p:nvPr/>
        </p:nvSpPr>
        <p:spPr>
          <a:xfrm>
            <a:off x="8560465" y="36191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1,28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AA763F-89A0-7CFE-D620-14D2A2F54304}"/>
              </a:ext>
            </a:extLst>
          </p:cNvPr>
          <p:cNvSpPr txBox="1"/>
          <p:nvPr/>
        </p:nvSpPr>
        <p:spPr>
          <a:xfrm>
            <a:off x="5182777" y="4463685"/>
            <a:ext cx="2925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e)    </a:t>
            </a:r>
            <a:r>
              <a:rPr lang="en-GB" sz="3200" dirty="0"/>
              <a:t>3,5  −  1,02 =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8B74F0-2263-E5E1-06B7-2BFC1F2BEE4C}"/>
              </a:ext>
            </a:extLst>
          </p:cNvPr>
          <p:cNvSpPr txBox="1"/>
          <p:nvPr/>
        </p:nvSpPr>
        <p:spPr>
          <a:xfrm>
            <a:off x="8560465" y="44636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164EDD-419A-8FD1-59CB-5F35B014A741}"/>
              </a:ext>
            </a:extLst>
          </p:cNvPr>
          <p:cNvSpPr txBox="1"/>
          <p:nvPr/>
        </p:nvSpPr>
        <p:spPr>
          <a:xfrm>
            <a:off x="5182777" y="5308235"/>
            <a:ext cx="25583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f)    </a:t>
            </a:r>
            <a:r>
              <a:rPr lang="en-GB" sz="3200" dirty="0"/>
              <a:t>5  −  3,57 =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A6BBBE-141C-3DC2-143E-0C4C37175CB2}"/>
              </a:ext>
            </a:extLst>
          </p:cNvPr>
          <p:cNvSpPr txBox="1"/>
          <p:nvPr/>
        </p:nvSpPr>
        <p:spPr>
          <a:xfrm>
            <a:off x="8560465" y="53082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1,43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1B7E45-0612-0712-6FE0-2CD866093066}"/>
              </a:ext>
            </a:extLst>
          </p:cNvPr>
          <p:cNvSpPr txBox="1"/>
          <p:nvPr/>
        </p:nvSpPr>
        <p:spPr>
          <a:xfrm>
            <a:off x="5182777" y="6152785"/>
            <a:ext cx="31245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g)    </a:t>
            </a:r>
            <a:r>
              <a:rPr lang="en-GB" sz="3200" dirty="0"/>
              <a:t>3,42  −  2,59 =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A79EFF-4012-0096-66B1-C6B3CBA34FF0}"/>
              </a:ext>
            </a:extLst>
          </p:cNvPr>
          <p:cNvSpPr txBox="1"/>
          <p:nvPr/>
        </p:nvSpPr>
        <p:spPr>
          <a:xfrm>
            <a:off x="8560465" y="61527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0,83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6FF216-5E3B-9027-94DC-46A9B77BC11E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679B625-ECA8-0A91-4B55-AC4F395BA0D1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104A4D-7158-C037-9C34-FBC343888B9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584F2B4-B3D3-085F-41DC-C3CD19BCF0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CF8692-1440-D5DD-D102-9E354A8C111F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3C3EBE-C096-E912-5426-E249D2D85869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9C50F9-D54E-5D8E-5D2F-0579EF764270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9028A0-6F56-CFBA-4B98-12DD19191AE8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70F0FEB-E763-8922-91ED-E689516CFAA0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C6C159-118A-91E9-085E-BF1D2A5CA93A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D246AD-C027-1E5D-1E2A-66399DEDE0F7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921BF2F-E1A1-A5AB-187D-6ADF604FECFF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303C51-C572-BFD1-86E7-C851017F9BC9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F7D9EB-DCCF-81A2-4F0F-A25D3BD992F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467D05-5C11-6529-6C70-100ADE0AE138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C681E2-EF0A-5427-E737-E6C86029BDB6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FA09840-7BE9-718F-3F41-36B943D2D8B6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B73B896-CB0C-A401-8FD6-F3015B4A96F9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E17760-B00C-F1DE-3827-1465B2118F3A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E1467F1-580C-C2E4-6AC3-5A12F5134E9F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4DF8EF-1C81-38B3-E05E-B2FB5C3F1396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485576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50" grpId="0" animBg="1"/>
      <p:bldP spid="53" grpId="0" animBg="1"/>
      <p:bldP spid="56" grpId="0" animBg="1"/>
      <p:bldP spid="62" grpId="0" animBg="1"/>
      <p:bldP spid="65" grpId="0" animBg="1"/>
      <p:bldP spid="6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6448E1B1-8B70-4892-ABB9-9E7BA1FD6A1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529" y="1585926"/>
            <a:ext cx="1406396" cy="14063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9088F8-7FDC-C612-0961-4878597F67D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830" y="4638674"/>
            <a:ext cx="1091003" cy="10910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24102B-D84B-9310-CF17-100FACC6CF2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992" y="4781597"/>
            <a:ext cx="1241108" cy="12411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4AC193-7BD7-A91B-0438-9E612A1D602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292" y="1550473"/>
            <a:ext cx="1241108" cy="124110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AC31E3-D7C9-20B7-B2C5-A9021F80F0A1}"/>
              </a:ext>
            </a:extLst>
          </p:cNvPr>
          <p:cNvSpPr/>
          <p:nvPr/>
        </p:nvSpPr>
        <p:spPr>
          <a:xfrm>
            <a:off x="3025905" y="2763232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1,55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F464B41-4FC5-AC01-5C33-2EA48555D0A3}"/>
              </a:ext>
            </a:extLst>
          </p:cNvPr>
          <p:cNvSpPr/>
          <p:nvPr/>
        </p:nvSpPr>
        <p:spPr>
          <a:xfrm>
            <a:off x="7226430" y="2601307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1,68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7CE38EA-BE35-3F27-8D44-16CC0CCCFA6D}"/>
              </a:ext>
            </a:extLst>
          </p:cNvPr>
          <p:cNvSpPr/>
          <p:nvPr/>
        </p:nvSpPr>
        <p:spPr>
          <a:xfrm>
            <a:off x="3187830" y="5554057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1,63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0C2B40A-9488-D16E-6545-81882C3B1C5A}"/>
              </a:ext>
            </a:extLst>
          </p:cNvPr>
          <p:cNvSpPr/>
          <p:nvPr/>
        </p:nvSpPr>
        <p:spPr>
          <a:xfrm>
            <a:off x="7759830" y="5449282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2,27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30B3DD-71D3-3BB6-DC12-31AFE183E828}"/>
              </a:ext>
            </a:extLst>
          </p:cNvPr>
          <p:cNvSpPr txBox="1"/>
          <p:nvPr/>
        </p:nvSpPr>
        <p:spPr>
          <a:xfrm>
            <a:off x="2715266" y="149283"/>
            <a:ext cx="44755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Түшкү тамагын сатып алгандан кийин, </a:t>
            </a:r>
            <a:endParaRPr lang="en-US" sz="2000" dirty="0"/>
          </a:p>
          <a:p>
            <a:pPr algn="ctr"/>
            <a:r>
              <a:rPr lang="ru-RU" sz="2000" dirty="0"/>
              <a:t>ар биринде канча акча калтырышат?</a:t>
            </a:r>
            <a:endParaRPr lang="en-GB" sz="20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A9458C4-7B56-21C9-3F05-AF98347E2DE1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73F707-649F-E726-E964-9B2FD8A4C9C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966" y="4343400"/>
            <a:ext cx="658035" cy="6695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D64CE09-37AD-D598-FD6C-9E6B66ACD909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474" y="1435584"/>
            <a:ext cx="628523" cy="7119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DB2A349-C1B0-6BB9-3E87-0EEE613C8F25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516" y="4251902"/>
            <a:ext cx="921025" cy="769200"/>
          </a:xfrm>
          <a:prstGeom prst="rect">
            <a:avLst/>
          </a:prstGeom>
        </p:spPr>
      </p:pic>
      <p:pic>
        <p:nvPicPr>
          <p:cNvPr id="17" name="Picture 2" descr="C:\Users\laura.shenker\AppData\Local\Microsoft\Windows\Temporary Internet Files\Content.IE5\YFVYYXJP\Girl-Face-Cartoon-5239-large[1].png">
            <a:extLst>
              <a:ext uri="{FF2B5EF4-FFF2-40B4-BE49-F238E27FC236}">
                <a16:creationId xmlns:a16="http://schemas.microsoft.com/office/drawing/2014/main" id="{D76C2CF4-6434-E26A-5853-47F2571BF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712" y="1207167"/>
            <a:ext cx="859368" cy="689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20C7713-6123-097E-AA12-0FABCFDB22A4}"/>
              </a:ext>
            </a:extLst>
          </p:cNvPr>
          <p:cNvSpPr/>
          <p:nvPr/>
        </p:nvSpPr>
        <p:spPr>
          <a:xfrm>
            <a:off x="1101855" y="1858357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3,87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A4A6304-F361-FCB6-ABF1-CCC39BB6B8B7}"/>
              </a:ext>
            </a:extLst>
          </p:cNvPr>
          <p:cNvSpPr/>
          <p:nvPr/>
        </p:nvSpPr>
        <p:spPr>
          <a:xfrm>
            <a:off x="6178680" y="2106007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3,85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01D029E-153D-D308-D1A1-5E8583ED320C}"/>
              </a:ext>
            </a:extLst>
          </p:cNvPr>
          <p:cNvSpPr/>
          <p:nvPr/>
        </p:nvSpPr>
        <p:spPr>
          <a:xfrm>
            <a:off x="5997705" y="5001607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5,06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1A6861E-256B-EDE2-E40D-B904A34D2C95}"/>
              </a:ext>
            </a:extLst>
          </p:cNvPr>
          <p:cNvSpPr/>
          <p:nvPr/>
        </p:nvSpPr>
        <p:spPr>
          <a:xfrm>
            <a:off x="1206630" y="4915882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3,48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09BB8F9-862C-C7ED-133C-58D1D8F9C616}"/>
              </a:ext>
            </a:extLst>
          </p:cNvPr>
          <p:cNvSpPr/>
          <p:nvPr/>
        </p:nvSpPr>
        <p:spPr>
          <a:xfrm>
            <a:off x="1118306" y="3063356"/>
            <a:ext cx="19963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2,32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r>
              <a:rPr lang="ru-RU" sz="2400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ru-RU" sz="2400" dirty="0"/>
              <a:t>калды</a:t>
            </a:r>
            <a:endParaRPr lang="en-GB" sz="240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F891E9C-6032-D362-DC6F-3E24598E8BC2}"/>
              </a:ext>
            </a:extLst>
          </p:cNvPr>
          <p:cNvSpPr/>
          <p:nvPr/>
        </p:nvSpPr>
        <p:spPr>
          <a:xfrm>
            <a:off x="6642806" y="3215756"/>
            <a:ext cx="19963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2,17</a:t>
            </a:r>
            <a:r>
              <a:rPr lang="ru-RU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r>
              <a:rPr lang="en-GB" sz="2400" dirty="0"/>
              <a:t> </a:t>
            </a:r>
            <a:r>
              <a:rPr lang="ru-RU" sz="2400" dirty="0"/>
              <a:t>калды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D64B8DB-F9F1-7307-828B-E43D6620F795}"/>
              </a:ext>
            </a:extLst>
          </p:cNvPr>
          <p:cNvSpPr/>
          <p:nvPr/>
        </p:nvSpPr>
        <p:spPr>
          <a:xfrm>
            <a:off x="6471356" y="6054206"/>
            <a:ext cx="2087738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2,79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r>
              <a:rPr lang="ru-RU" sz="2400" dirty="0">
                <a:solidFill>
                  <a:srgbClr val="202122"/>
                </a:solidFill>
                <a:latin typeface="Arial" panose="020B0604020202020204" pitchFamily="34" charset="0"/>
              </a:rPr>
              <a:t> калды</a:t>
            </a:r>
            <a:endParaRPr lang="en-GB" sz="240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8CF95D7-ADA5-03D6-BF6A-24BC72DC4661}"/>
              </a:ext>
            </a:extLst>
          </p:cNvPr>
          <p:cNvSpPr/>
          <p:nvPr/>
        </p:nvSpPr>
        <p:spPr>
          <a:xfrm>
            <a:off x="1346906" y="5930381"/>
            <a:ext cx="208773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1,85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r>
              <a:rPr lang="ru-RU" sz="2400" dirty="0">
                <a:solidFill>
                  <a:srgbClr val="202122"/>
                </a:solidFill>
                <a:latin typeface="Arial" panose="020B0604020202020204" pitchFamily="34" charset="0"/>
              </a:rPr>
              <a:t> калды</a:t>
            </a:r>
            <a:endParaRPr lang="en-GB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FCB0CA-3E98-5FCD-C3B9-443DB4E93163}"/>
              </a:ext>
            </a:extLst>
          </p:cNvPr>
          <p:cNvSpPr txBox="1"/>
          <p:nvPr/>
        </p:nvSpPr>
        <p:spPr>
          <a:xfrm>
            <a:off x="769503" y="2445357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a)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B7DA78-CD6E-21C5-1A1E-626EF9A1A710}"/>
              </a:ext>
            </a:extLst>
          </p:cNvPr>
          <p:cNvSpPr txBox="1"/>
          <p:nvPr/>
        </p:nvSpPr>
        <p:spPr>
          <a:xfrm>
            <a:off x="5789902" y="2682933"/>
            <a:ext cx="4026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b)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86C66-10BB-0E15-AD87-D69999C97675}"/>
              </a:ext>
            </a:extLst>
          </p:cNvPr>
          <p:cNvSpPr txBox="1"/>
          <p:nvPr/>
        </p:nvSpPr>
        <p:spPr>
          <a:xfrm>
            <a:off x="768717" y="4521258"/>
            <a:ext cx="386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c)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446E5C-E064-6579-41CE-0E42E550B0FC}"/>
              </a:ext>
            </a:extLst>
          </p:cNvPr>
          <p:cNvSpPr txBox="1"/>
          <p:nvPr/>
        </p:nvSpPr>
        <p:spPr>
          <a:xfrm>
            <a:off x="5389852" y="4473633"/>
            <a:ext cx="4026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1714250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807544"/>
            <a:ext cx="8543925" cy="540021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70C0"/>
        </a:solidFill>
        <a:ln w="19050">
          <a:solidFill>
            <a:srgbClr val="0070C0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10724</TotalTime>
  <Words>900</Words>
  <Application>Microsoft Office PowerPoint</Application>
  <PresentationFormat>A4 Paper (210x297 mm)</PresentationFormat>
  <Paragraphs>596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Stencil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516</cp:revision>
  <cp:lastPrinted>2017-12-31T22:38:51Z</cp:lastPrinted>
  <dcterms:created xsi:type="dcterms:W3CDTF">2017-01-17T16:57:04Z</dcterms:created>
  <dcterms:modified xsi:type="dcterms:W3CDTF">2023-10-18T05:04:23Z</dcterms:modified>
</cp:coreProperties>
</file>