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31"/>
  </p:notesMasterIdLst>
  <p:handoutMasterIdLst>
    <p:handoutMasterId r:id="rId32"/>
  </p:handoutMasterIdLst>
  <p:sldIdLst>
    <p:sldId id="257" r:id="rId3"/>
    <p:sldId id="1055" r:id="rId4"/>
    <p:sldId id="1057" r:id="rId5"/>
    <p:sldId id="1056" r:id="rId6"/>
    <p:sldId id="1058" r:id="rId7"/>
    <p:sldId id="1059" r:id="rId8"/>
    <p:sldId id="1050" r:id="rId9"/>
    <p:sldId id="1051" r:id="rId10"/>
    <p:sldId id="1026" r:id="rId11"/>
    <p:sldId id="1061" r:id="rId12"/>
    <p:sldId id="1062" r:id="rId13"/>
    <p:sldId id="1063" r:id="rId14"/>
    <p:sldId id="1064" r:id="rId15"/>
    <p:sldId id="1066" r:id="rId16"/>
    <p:sldId id="1065" r:id="rId17"/>
    <p:sldId id="1067" r:id="rId18"/>
    <p:sldId id="1070" r:id="rId19"/>
    <p:sldId id="1068" r:id="rId20"/>
    <p:sldId id="1069" r:id="rId21"/>
    <p:sldId id="1071" r:id="rId22"/>
    <p:sldId id="1072" r:id="rId23"/>
    <p:sldId id="1073" r:id="rId24"/>
    <p:sldId id="1074" r:id="rId25"/>
    <p:sldId id="1075" r:id="rId26"/>
    <p:sldId id="1076" r:id="rId27"/>
    <p:sldId id="1048" r:id="rId28"/>
    <p:sldId id="1060" r:id="rId29"/>
    <p:sldId id="274" r:id="rId30"/>
  </p:sldIdLst>
  <p:sldSz cx="9906000" cy="6858000" type="A4"/>
  <p:notesSz cx="7104063" cy="10234613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libri Light" panose="020F0302020204030204" pitchFamily="34" charset="0"/>
      <p:regular r:id="rId37"/>
      <p:italic r:id="rId38"/>
    </p:embeddedFont>
    <p:embeddedFont>
      <p:font typeface="Stencil" panose="040409050D0802020404" pitchFamily="82" charset="0"/>
      <p:regular r:id="rId3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252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7.fntdata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font" Target="fonts/font2.fntdata"/><Relationship Id="rId42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handoutMaster" Target="handoutMasters/handoutMaster1.xml"/><Relationship Id="rId37" Type="http://schemas.openxmlformats.org/officeDocument/2006/relationships/font" Target="fonts/font5.fntdata"/><Relationship Id="rId40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4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3.fntdata"/><Relationship Id="rId43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18/10/2023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18/10/2023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10/18/2023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878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10/18/2023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0254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10/18/2023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23594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10/18/2023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848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10/18/2023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45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10/18/2023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972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10/18/2023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337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10/18/2023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64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10/18/2023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3304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10/18/2023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0067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10/18/2023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826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10/18/2023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5796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10/18/2023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1250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51707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10/18/2023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4777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microsoft.com/office/2007/relationships/hdphoto" Target="../media/hdphoto1.wdp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2 орундуу ондуктар – Кемитүү – – Сабак</a:t>
            </a:r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1120" y="390784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3F81F98-E0AD-C3B4-5711-2F7F4F9B7A6E}"/>
              </a:ext>
            </a:extLst>
          </p:cNvPr>
          <p:cNvGrpSpPr/>
          <p:nvPr/>
        </p:nvGrpSpPr>
        <p:grpSpPr>
          <a:xfrm>
            <a:off x="543586" y="383599"/>
            <a:ext cx="2397702" cy="2397702"/>
            <a:chOff x="414598" y="546495"/>
            <a:chExt cx="5852156" cy="5898407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EF52D27-F39A-D244-BEE8-1CE5FFD3B62A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20" name="Cube 119">
                <a:extLst>
                  <a:ext uri="{FF2B5EF4-FFF2-40B4-BE49-F238E27FC236}">
                    <a16:creationId xmlns:a16="http://schemas.microsoft.com/office/drawing/2014/main" id="{90475A5E-0146-75AA-626B-D765BF456A6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1" name="Cube 120">
                <a:extLst>
                  <a:ext uri="{FF2B5EF4-FFF2-40B4-BE49-F238E27FC236}">
                    <a16:creationId xmlns:a16="http://schemas.microsoft.com/office/drawing/2014/main" id="{C11B39BD-D440-1662-FA5D-DEA99D69516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2" name="Cube 121">
                <a:extLst>
                  <a:ext uri="{FF2B5EF4-FFF2-40B4-BE49-F238E27FC236}">
                    <a16:creationId xmlns:a16="http://schemas.microsoft.com/office/drawing/2014/main" id="{B1572F7C-578A-4BDB-47F8-537D19C40E61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3" name="Cube 122">
                <a:extLst>
                  <a:ext uri="{FF2B5EF4-FFF2-40B4-BE49-F238E27FC236}">
                    <a16:creationId xmlns:a16="http://schemas.microsoft.com/office/drawing/2014/main" id="{8B4589C2-04B1-9BD4-7CD5-95CF0ECEAA8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4" name="Cube 123">
                <a:extLst>
                  <a:ext uri="{FF2B5EF4-FFF2-40B4-BE49-F238E27FC236}">
                    <a16:creationId xmlns:a16="http://schemas.microsoft.com/office/drawing/2014/main" id="{7128ECFD-C326-03B6-32F0-C6E54DBFE518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5" name="Cube 124">
                <a:extLst>
                  <a:ext uri="{FF2B5EF4-FFF2-40B4-BE49-F238E27FC236}">
                    <a16:creationId xmlns:a16="http://schemas.microsoft.com/office/drawing/2014/main" id="{D54A0F0B-A7B3-197F-60AB-7EAB0F8C56C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6" name="Cube 125">
                <a:extLst>
                  <a:ext uri="{FF2B5EF4-FFF2-40B4-BE49-F238E27FC236}">
                    <a16:creationId xmlns:a16="http://schemas.microsoft.com/office/drawing/2014/main" id="{0624E7C6-A732-8176-39C6-61963B94CFA6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7" name="Cube 126">
                <a:extLst>
                  <a:ext uri="{FF2B5EF4-FFF2-40B4-BE49-F238E27FC236}">
                    <a16:creationId xmlns:a16="http://schemas.microsoft.com/office/drawing/2014/main" id="{9A29BE40-1442-DAEE-B5DD-88FD6D8F6E78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8" name="Cube 127">
                <a:extLst>
                  <a:ext uri="{FF2B5EF4-FFF2-40B4-BE49-F238E27FC236}">
                    <a16:creationId xmlns:a16="http://schemas.microsoft.com/office/drawing/2014/main" id="{7E9A4BDD-AF89-FB88-51AD-DAF6531D49BF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9" name="Cube 128">
                <a:extLst>
                  <a:ext uri="{FF2B5EF4-FFF2-40B4-BE49-F238E27FC236}">
                    <a16:creationId xmlns:a16="http://schemas.microsoft.com/office/drawing/2014/main" id="{42F6D745-6E75-D5BD-3E3F-A00D89396F8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FF8AC8C-D445-4328-22B1-A0720714DE94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10" name="Cube 109">
                <a:extLst>
                  <a:ext uri="{FF2B5EF4-FFF2-40B4-BE49-F238E27FC236}">
                    <a16:creationId xmlns:a16="http://schemas.microsoft.com/office/drawing/2014/main" id="{8580828C-A1CA-E458-1B0C-2D8DDDCDF0EF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1" name="Cube 110">
                <a:extLst>
                  <a:ext uri="{FF2B5EF4-FFF2-40B4-BE49-F238E27FC236}">
                    <a16:creationId xmlns:a16="http://schemas.microsoft.com/office/drawing/2014/main" id="{58A542E7-4FE7-5A65-98D1-C5CAF8ED075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2" name="Cube 111">
                <a:extLst>
                  <a:ext uri="{FF2B5EF4-FFF2-40B4-BE49-F238E27FC236}">
                    <a16:creationId xmlns:a16="http://schemas.microsoft.com/office/drawing/2014/main" id="{3EDE662D-F765-D15A-81A1-A67D669D9E1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3" name="Cube 112">
                <a:extLst>
                  <a:ext uri="{FF2B5EF4-FFF2-40B4-BE49-F238E27FC236}">
                    <a16:creationId xmlns:a16="http://schemas.microsoft.com/office/drawing/2014/main" id="{11AB2AAD-F6BC-1844-9F5D-FA20EA100E8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4" name="Cube 113">
                <a:extLst>
                  <a:ext uri="{FF2B5EF4-FFF2-40B4-BE49-F238E27FC236}">
                    <a16:creationId xmlns:a16="http://schemas.microsoft.com/office/drawing/2014/main" id="{BA0E7A14-BC8D-8A63-BE26-BA41693F7CFA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5" name="Cube 114">
                <a:extLst>
                  <a:ext uri="{FF2B5EF4-FFF2-40B4-BE49-F238E27FC236}">
                    <a16:creationId xmlns:a16="http://schemas.microsoft.com/office/drawing/2014/main" id="{0446070D-0D2F-8DCE-8086-8939CCF760A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6" name="Cube 115">
                <a:extLst>
                  <a:ext uri="{FF2B5EF4-FFF2-40B4-BE49-F238E27FC236}">
                    <a16:creationId xmlns:a16="http://schemas.microsoft.com/office/drawing/2014/main" id="{7D62F309-FF5B-7112-DE09-389E06C4F1A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7" name="Cube 116">
                <a:extLst>
                  <a:ext uri="{FF2B5EF4-FFF2-40B4-BE49-F238E27FC236}">
                    <a16:creationId xmlns:a16="http://schemas.microsoft.com/office/drawing/2014/main" id="{7ACF99C6-9F39-5FE1-CFCD-E56A03A12C25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8" name="Cube 117">
                <a:extLst>
                  <a:ext uri="{FF2B5EF4-FFF2-40B4-BE49-F238E27FC236}">
                    <a16:creationId xmlns:a16="http://schemas.microsoft.com/office/drawing/2014/main" id="{F0241333-D6FE-0C42-F6F7-E7C56171D39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9" name="Cube 118">
                <a:extLst>
                  <a:ext uri="{FF2B5EF4-FFF2-40B4-BE49-F238E27FC236}">
                    <a16:creationId xmlns:a16="http://schemas.microsoft.com/office/drawing/2014/main" id="{4050B0F7-0155-023A-459D-E3BD67D9A6E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C2A5A257-E09A-6113-280D-264B82F2DC0E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00" name="Cube 99">
                <a:extLst>
                  <a:ext uri="{FF2B5EF4-FFF2-40B4-BE49-F238E27FC236}">
                    <a16:creationId xmlns:a16="http://schemas.microsoft.com/office/drawing/2014/main" id="{E818AC96-5AE7-F468-B742-1D7FABA4BFA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1" name="Cube 100">
                <a:extLst>
                  <a:ext uri="{FF2B5EF4-FFF2-40B4-BE49-F238E27FC236}">
                    <a16:creationId xmlns:a16="http://schemas.microsoft.com/office/drawing/2014/main" id="{A7A77CA9-3CB4-1930-D8D7-1A25471E07D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2" name="Cube 101">
                <a:extLst>
                  <a:ext uri="{FF2B5EF4-FFF2-40B4-BE49-F238E27FC236}">
                    <a16:creationId xmlns:a16="http://schemas.microsoft.com/office/drawing/2014/main" id="{1C60FB66-F5C7-3B11-8408-B936C84FA8C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3" name="Cube 102">
                <a:extLst>
                  <a:ext uri="{FF2B5EF4-FFF2-40B4-BE49-F238E27FC236}">
                    <a16:creationId xmlns:a16="http://schemas.microsoft.com/office/drawing/2014/main" id="{AFD96860-E27D-9E0A-F485-7317021ACB32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4" name="Cube 103">
                <a:extLst>
                  <a:ext uri="{FF2B5EF4-FFF2-40B4-BE49-F238E27FC236}">
                    <a16:creationId xmlns:a16="http://schemas.microsoft.com/office/drawing/2014/main" id="{367EF773-45E1-D7FF-056A-88D76C4CD19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5" name="Cube 104">
                <a:extLst>
                  <a:ext uri="{FF2B5EF4-FFF2-40B4-BE49-F238E27FC236}">
                    <a16:creationId xmlns:a16="http://schemas.microsoft.com/office/drawing/2014/main" id="{8AA82940-B2D3-AE8B-618A-E34C30B379D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6" name="Cube 105">
                <a:extLst>
                  <a:ext uri="{FF2B5EF4-FFF2-40B4-BE49-F238E27FC236}">
                    <a16:creationId xmlns:a16="http://schemas.microsoft.com/office/drawing/2014/main" id="{9E315387-9828-D2B0-CDAC-5637FD02824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7" name="Cube 106">
                <a:extLst>
                  <a:ext uri="{FF2B5EF4-FFF2-40B4-BE49-F238E27FC236}">
                    <a16:creationId xmlns:a16="http://schemas.microsoft.com/office/drawing/2014/main" id="{9A1CA2A8-D86C-ED0C-9C4A-7E1225B0FDD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8" name="Cube 107">
                <a:extLst>
                  <a:ext uri="{FF2B5EF4-FFF2-40B4-BE49-F238E27FC236}">
                    <a16:creationId xmlns:a16="http://schemas.microsoft.com/office/drawing/2014/main" id="{50FD2978-2104-7136-8879-0695C2304B3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9" name="Cube 108">
                <a:extLst>
                  <a:ext uri="{FF2B5EF4-FFF2-40B4-BE49-F238E27FC236}">
                    <a16:creationId xmlns:a16="http://schemas.microsoft.com/office/drawing/2014/main" id="{D5E18AD6-1296-0DE0-3098-20FC6A1C449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9AF6598-6CE6-6A37-E71B-4FB325CAC86E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90" name="Cube 89">
                <a:extLst>
                  <a:ext uri="{FF2B5EF4-FFF2-40B4-BE49-F238E27FC236}">
                    <a16:creationId xmlns:a16="http://schemas.microsoft.com/office/drawing/2014/main" id="{4C4D3346-9A55-3865-8EA5-8F620A557CD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1" name="Cube 90">
                <a:extLst>
                  <a:ext uri="{FF2B5EF4-FFF2-40B4-BE49-F238E27FC236}">
                    <a16:creationId xmlns:a16="http://schemas.microsoft.com/office/drawing/2014/main" id="{13CF11F9-A389-2B64-C71E-12E0F69E92EB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2" name="Cube 91">
                <a:extLst>
                  <a:ext uri="{FF2B5EF4-FFF2-40B4-BE49-F238E27FC236}">
                    <a16:creationId xmlns:a16="http://schemas.microsoft.com/office/drawing/2014/main" id="{380C3706-5F61-86FC-7842-77C123456ECA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3" name="Cube 92">
                <a:extLst>
                  <a:ext uri="{FF2B5EF4-FFF2-40B4-BE49-F238E27FC236}">
                    <a16:creationId xmlns:a16="http://schemas.microsoft.com/office/drawing/2014/main" id="{2C54A134-5316-6452-CE95-60BC0790B68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4" name="Cube 93">
                <a:extLst>
                  <a:ext uri="{FF2B5EF4-FFF2-40B4-BE49-F238E27FC236}">
                    <a16:creationId xmlns:a16="http://schemas.microsoft.com/office/drawing/2014/main" id="{6904AFE9-E2EE-7915-7074-9C1F7673E46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5" name="Cube 94">
                <a:extLst>
                  <a:ext uri="{FF2B5EF4-FFF2-40B4-BE49-F238E27FC236}">
                    <a16:creationId xmlns:a16="http://schemas.microsoft.com/office/drawing/2014/main" id="{688B5012-5400-DC07-25A8-6C521CA2D89C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6" name="Cube 95">
                <a:extLst>
                  <a:ext uri="{FF2B5EF4-FFF2-40B4-BE49-F238E27FC236}">
                    <a16:creationId xmlns:a16="http://schemas.microsoft.com/office/drawing/2014/main" id="{90741A23-9662-142A-2619-F33E68109DD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7" name="Cube 96">
                <a:extLst>
                  <a:ext uri="{FF2B5EF4-FFF2-40B4-BE49-F238E27FC236}">
                    <a16:creationId xmlns:a16="http://schemas.microsoft.com/office/drawing/2014/main" id="{B69A6256-2AD1-C652-FEC8-F09723DD82D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8" name="Cube 97">
                <a:extLst>
                  <a:ext uri="{FF2B5EF4-FFF2-40B4-BE49-F238E27FC236}">
                    <a16:creationId xmlns:a16="http://schemas.microsoft.com/office/drawing/2014/main" id="{933213EA-BE34-08AD-7310-76678800E98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9" name="Cube 98">
                <a:extLst>
                  <a:ext uri="{FF2B5EF4-FFF2-40B4-BE49-F238E27FC236}">
                    <a16:creationId xmlns:a16="http://schemas.microsoft.com/office/drawing/2014/main" id="{EB6990E3-86FF-F149-9609-8DA4650A507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1FA7CFA-E724-B0E3-F1E7-6327AA6AE749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80" name="Cube 79">
                <a:extLst>
                  <a:ext uri="{FF2B5EF4-FFF2-40B4-BE49-F238E27FC236}">
                    <a16:creationId xmlns:a16="http://schemas.microsoft.com/office/drawing/2014/main" id="{7FC86115-491E-5BA4-A709-C6E38F07D80B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1" name="Cube 80">
                <a:extLst>
                  <a:ext uri="{FF2B5EF4-FFF2-40B4-BE49-F238E27FC236}">
                    <a16:creationId xmlns:a16="http://schemas.microsoft.com/office/drawing/2014/main" id="{A160A3FE-9056-0509-C67C-D679ABF6EEF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2" name="Cube 81">
                <a:extLst>
                  <a:ext uri="{FF2B5EF4-FFF2-40B4-BE49-F238E27FC236}">
                    <a16:creationId xmlns:a16="http://schemas.microsoft.com/office/drawing/2014/main" id="{EF94039B-0A72-17A5-5290-9E33AC6CE6B0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3" name="Cube 82">
                <a:extLst>
                  <a:ext uri="{FF2B5EF4-FFF2-40B4-BE49-F238E27FC236}">
                    <a16:creationId xmlns:a16="http://schemas.microsoft.com/office/drawing/2014/main" id="{85709010-B534-6D10-86C1-EB13F616383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4" name="Cube 83">
                <a:extLst>
                  <a:ext uri="{FF2B5EF4-FFF2-40B4-BE49-F238E27FC236}">
                    <a16:creationId xmlns:a16="http://schemas.microsoft.com/office/drawing/2014/main" id="{87C6F264-3A44-84A5-EB4A-5A85132D8DC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5" name="Cube 84">
                <a:extLst>
                  <a:ext uri="{FF2B5EF4-FFF2-40B4-BE49-F238E27FC236}">
                    <a16:creationId xmlns:a16="http://schemas.microsoft.com/office/drawing/2014/main" id="{74CABBAA-5981-3FAC-DC03-F5A6494C08A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6" name="Cube 85">
                <a:extLst>
                  <a:ext uri="{FF2B5EF4-FFF2-40B4-BE49-F238E27FC236}">
                    <a16:creationId xmlns:a16="http://schemas.microsoft.com/office/drawing/2014/main" id="{8C58ABA6-D2D8-BA9D-92A3-7ED6FEAA2561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7" name="Cube 86">
                <a:extLst>
                  <a:ext uri="{FF2B5EF4-FFF2-40B4-BE49-F238E27FC236}">
                    <a16:creationId xmlns:a16="http://schemas.microsoft.com/office/drawing/2014/main" id="{2FF2E52D-EFBB-FEF4-3820-99E564DB18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8" name="Cube 87">
                <a:extLst>
                  <a:ext uri="{FF2B5EF4-FFF2-40B4-BE49-F238E27FC236}">
                    <a16:creationId xmlns:a16="http://schemas.microsoft.com/office/drawing/2014/main" id="{D10ADCF5-A0E9-CF37-1A40-8448991E1C5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9" name="Cube 88">
                <a:extLst>
                  <a:ext uri="{FF2B5EF4-FFF2-40B4-BE49-F238E27FC236}">
                    <a16:creationId xmlns:a16="http://schemas.microsoft.com/office/drawing/2014/main" id="{A349A523-0EF6-3FA3-3598-7FF04DBAFCF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18FDE33-8B49-E4CF-544D-0B9123BBC108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70" name="Cube 69">
                <a:extLst>
                  <a:ext uri="{FF2B5EF4-FFF2-40B4-BE49-F238E27FC236}">
                    <a16:creationId xmlns:a16="http://schemas.microsoft.com/office/drawing/2014/main" id="{E57C5DE1-AF6D-C100-2C43-4E3FCDE3868A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1" name="Cube 70">
                <a:extLst>
                  <a:ext uri="{FF2B5EF4-FFF2-40B4-BE49-F238E27FC236}">
                    <a16:creationId xmlns:a16="http://schemas.microsoft.com/office/drawing/2014/main" id="{AC3BB8C0-F82F-C77A-56D6-B68A5561818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2" name="Cube 71">
                <a:extLst>
                  <a:ext uri="{FF2B5EF4-FFF2-40B4-BE49-F238E27FC236}">
                    <a16:creationId xmlns:a16="http://schemas.microsoft.com/office/drawing/2014/main" id="{9EF20678-F13A-6F70-6F81-6AECA897AA0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3" name="Cube 72">
                <a:extLst>
                  <a:ext uri="{FF2B5EF4-FFF2-40B4-BE49-F238E27FC236}">
                    <a16:creationId xmlns:a16="http://schemas.microsoft.com/office/drawing/2014/main" id="{7D86907D-78B4-CC9E-D820-3024C36A5A5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4" name="Cube 73">
                <a:extLst>
                  <a:ext uri="{FF2B5EF4-FFF2-40B4-BE49-F238E27FC236}">
                    <a16:creationId xmlns:a16="http://schemas.microsoft.com/office/drawing/2014/main" id="{811CC0C2-36A2-F9E4-34A8-54F98FFAC8D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5" name="Cube 74">
                <a:extLst>
                  <a:ext uri="{FF2B5EF4-FFF2-40B4-BE49-F238E27FC236}">
                    <a16:creationId xmlns:a16="http://schemas.microsoft.com/office/drawing/2014/main" id="{BBAFE56F-0A6D-F6A3-E421-EAC99A313F1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6" name="Cube 75">
                <a:extLst>
                  <a:ext uri="{FF2B5EF4-FFF2-40B4-BE49-F238E27FC236}">
                    <a16:creationId xmlns:a16="http://schemas.microsoft.com/office/drawing/2014/main" id="{69B38554-1895-E9B2-BEE8-A50752609A5C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7" name="Cube 76">
                <a:extLst>
                  <a:ext uri="{FF2B5EF4-FFF2-40B4-BE49-F238E27FC236}">
                    <a16:creationId xmlns:a16="http://schemas.microsoft.com/office/drawing/2014/main" id="{10AD94DC-1A3A-602F-FA2D-FA62CF6430A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8" name="Cube 77">
                <a:extLst>
                  <a:ext uri="{FF2B5EF4-FFF2-40B4-BE49-F238E27FC236}">
                    <a16:creationId xmlns:a16="http://schemas.microsoft.com/office/drawing/2014/main" id="{E7BA5F0C-03DD-609E-4ECE-6CC6ED6B14C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9" name="Cube 78">
                <a:extLst>
                  <a:ext uri="{FF2B5EF4-FFF2-40B4-BE49-F238E27FC236}">
                    <a16:creationId xmlns:a16="http://schemas.microsoft.com/office/drawing/2014/main" id="{85BE7D37-1BA7-EBDE-DC7F-9F37F257B151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8062829-0BFC-B054-A3F9-9E35FE94D946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60" name="Cube 59">
                <a:extLst>
                  <a:ext uri="{FF2B5EF4-FFF2-40B4-BE49-F238E27FC236}">
                    <a16:creationId xmlns:a16="http://schemas.microsoft.com/office/drawing/2014/main" id="{1FFE4EDB-6E39-1266-6F64-9866187CF801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1" name="Cube 60">
                <a:extLst>
                  <a:ext uri="{FF2B5EF4-FFF2-40B4-BE49-F238E27FC236}">
                    <a16:creationId xmlns:a16="http://schemas.microsoft.com/office/drawing/2014/main" id="{D175A350-AA5E-5427-77AE-F5E1D472DA2E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2" name="Cube 61">
                <a:extLst>
                  <a:ext uri="{FF2B5EF4-FFF2-40B4-BE49-F238E27FC236}">
                    <a16:creationId xmlns:a16="http://schemas.microsoft.com/office/drawing/2014/main" id="{5758F6F2-22EF-AC3B-A0C5-D640C274F8F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3" name="Cube 62">
                <a:extLst>
                  <a:ext uri="{FF2B5EF4-FFF2-40B4-BE49-F238E27FC236}">
                    <a16:creationId xmlns:a16="http://schemas.microsoft.com/office/drawing/2014/main" id="{2DF6720A-FC50-A351-DF28-FE583D2B5A7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4" name="Cube 63">
                <a:extLst>
                  <a:ext uri="{FF2B5EF4-FFF2-40B4-BE49-F238E27FC236}">
                    <a16:creationId xmlns:a16="http://schemas.microsoft.com/office/drawing/2014/main" id="{2EE3C6AB-9808-89FA-4B64-000D4E3E5D5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5" name="Cube 64">
                <a:extLst>
                  <a:ext uri="{FF2B5EF4-FFF2-40B4-BE49-F238E27FC236}">
                    <a16:creationId xmlns:a16="http://schemas.microsoft.com/office/drawing/2014/main" id="{741F8380-0614-B6F6-349E-69E2C1250DC3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6" name="Cube 65">
                <a:extLst>
                  <a:ext uri="{FF2B5EF4-FFF2-40B4-BE49-F238E27FC236}">
                    <a16:creationId xmlns:a16="http://schemas.microsoft.com/office/drawing/2014/main" id="{8CEA6C36-DC59-26B9-C88B-D4BFB3A6597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7" name="Cube 66">
                <a:extLst>
                  <a:ext uri="{FF2B5EF4-FFF2-40B4-BE49-F238E27FC236}">
                    <a16:creationId xmlns:a16="http://schemas.microsoft.com/office/drawing/2014/main" id="{5E2B7AE6-72BC-4244-A059-55239C25BAE7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8" name="Cube 67">
                <a:extLst>
                  <a:ext uri="{FF2B5EF4-FFF2-40B4-BE49-F238E27FC236}">
                    <a16:creationId xmlns:a16="http://schemas.microsoft.com/office/drawing/2014/main" id="{4DDA583C-CC83-5BC5-82E0-8BFF233503B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9" name="Cube 68">
                <a:extLst>
                  <a:ext uri="{FF2B5EF4-FFF2-40B4-BE49-F238E27FC236}">
                    <a16:creationId xmlns:a16="http://schemas.microsoft.com/office/drawing/2014/main" id="{883A5636-1140-10DF-AE60-905835BEDFB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CB6B2-DD10-6EC4-8921-3A205D07449E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50" name="Cube 49">
                <a:extLst>
                  <a:ext uri="{FF2B5EF4-FFF2-40B4-BE49-F238E27FC236}">
                    <a16:creationId xmlns:a16="http://schemas.microsoft.com/office/drawing/2014/main" id="{DDCD29FC-3203-9EE8-E497-9FE2746A481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1" name="Cube 50">
                <a:extLst>
                  <a:ext uri="{FF2B5EF4-FFF2-40B4-BE49-F238E27FC236}">
                    <a16:creationId xmlns:a16="http://schemas.microsoft.com/office/drawing/2014/main" id="{110FCBA0-115D-AE34-6C31-68CFF681A47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2" name="Cube 51">
                <a:extLst>
                  <a:ext uri="{FF2B5EF4-FFF2-40B4-BE49-F238E27FC236}">
                    <a16:creationId xmlns:a16="http://schemas.microsoft.com/office/drawing/2014/main" id="{A18BB897-6234-A519-2BB2-9871B9D17A5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3" name="Cube 52">
                <a:extLst>
                  <a:ext uri="{FF2B5EF4-FFF2-40B4-BE49-F238E27FC236}">
                    <a16:creationId xmlns:a16="http://schemas.microsoft.com/office/drawing/2014/main" id="{A8E8BFF1-6BDB-8940-8393-435E62A321F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4" name="Cube 53">
                <a:extLst>
                  <a:ext uri="{FF2B5EF4-FFF2-40B4-BE49-F238E27FC236}">
                    <a16:creationId xmlns:a16="http://schemas.microsoft.com/office/drawing/2014/main" id="{785E480C-D5C0-984E-0EDB-E0CEC267D23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5" name="Cube 54">
                <a:extLst>
                  <a:ext uri="{FF2B5EF4-FFF2-40B4-BE49-F238E27FC236}">
                    <a16:creationId xmlns:a16="http://schemas.microsoft.com/office/drawing/2014/main" id="{EC282A25-B369-AD26-F760-82FE0E31D7C0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C64AC073-CC01-C995-9F69-90358E447DC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7" name="Cube 56">
                <a:extLst>
                  <a:ext uri="{FF2B5EF4-FFF2-40B4-BE49-F238E27FC236}">
                    <a16:creationId xmlns:a16="http://schemas.microsoft.com/office/drawing/2014/main" id="{32B715EC-7C4A-7BBD-E3DE-68D439A7CD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8" name="Cube 57">
                <a:extLst>
                  <a:ext uri="{FF2B5EF4-FFF2-40B4-BE49-F238E27FC236}">
                    <a16:creationId xmlns:a16="http://schemas.microsoft.com/office/drawing/2014/main" id="{471DB6C3-1914-9179-CF0C-0290E89AFCE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9" name="Cube 58">
                <a:extLst>
                  <a:ext uri="{FF2B5EF4-FFF2-40B4-BE49-F238E27FC236}">
                    <a16:creationId xmlns:a16="http://schemas.microsoft.com/office/drawing/2014/main" id="{D4E552B2-DE15-9303-C30F-C1E621604A8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1B264CC-1C4D-39C8-1C9B-7F8C841ACFB9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0" name="Cube 39">
                <a:extLst>
                  <a:ext uri="{FF2B5EF4-FFF2-40B4-BE49-F238E27FC236}">
                    <a16:creationId xmlns:a16="http://schemas.microsoft.com/office/drawing/2014/main" id="{1F9B5FA5-4A42-0059-C2D0-20A891C0113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" name="Cube 40">
                <a:extLst>
                  <a:ext uri="{FF2B5EF4-FFF2-40B4-BE49-F238E27FC236}">
                    <a16:creationId xmlns:a16="http://schemas.microsoft.com/office/drawing/2014/main" id="{5E20FA54-C4BF-C66F-0EEE-EBCA42E10C4D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" name="Cube 41">
                <a:extLst>
                  <a:ext uri="{FF2B5EF4-FFF2-40B4-BE49-F238E27FC236}">
                    <a16:creationId xmlns:a16="http://schemas.microsoft.com/office/drawing/2014/main" id="{9F99D1D7-062A-184F-B17E-5EC7948FDC8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" name="Cube 42">
                <a:extLst>
                  <a:ext uri="{FF2B5EF4-FFF2-40B4-BE49-F238E27FC236}">
                    <a16:creationId xmlns:a16="http://schemas.microsoft.com/office/drawing/2014/main" id="{1656B0D0-9769-D343-080D-639AD5A882FF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4" name="Cube 43">
                <a:extLst>
                  <a:ext uri="{FF2B5EF4-FFF2-40B4-BE49-F238E27FC236}">
                    <a16:creationId xmlns:a16="http://schemas.microsoft.com/office/drawing/2014/main" id="{DA64F743-FE61-8B30-3A53-876C3E34F42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5" name="Cube 44">
                <a:extLst>
                  <a:ext uri="{FF2B5EF4-FFF2-40B4-BE49-F238E27FC236}">
                    <a16:creationId xmlns:a16="http://schemas.microsoft.com/office/drawing/2014/main" id="{CE0DC233-4477-129C-F643-30B7EB1DEF9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6" name="Cube 45">
                <a:extLst>
                  <a:ext uri="{FF2B5EF4-FFF2-40B4-BE49-F238E27FC236}">
                    <a16:creationId xmlns:a16="http://schemas.microsoft.com/office/drawing/2014/main" id="{DBB3BDBC-ACE2-9E12-1401-C1EF9EF7218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7" name="Cube 46">
                <a:extLst>
                  <a:ext uri="{FF2B5EF4-FFF2-40B4-BE49-F238E27FC236}">
                    <a16:creationId xmlns:a16="http://schemas.microsoft.com/office/drawing/2014/main" id="{5DB1A9E5-1B14-3C43-D418-467B2FD13D2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8" name="Cube 47">
                <a:extLst>
                  <a:ext uri="{FF2B5EF4-FFF2-40B4-BE49-F238E27FC236}">
                    <a16:creationId xmlns:a16="http://schemas.microsoft.com/office/drawing/2014/main" id="{EF040A31-4600-03FC-CEDA-D960CD2FC8AE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9" name="Cube 48">
                <a:extLst>
                  <a:ext uri="{FF2B5EF4-FFF2-40B4-BE49-F238E27FC236}">
                    <a16:creationId xmlns:a16="http://schemas.microsoft.com/office/drawing/2014/main" id="{C6FB9DBF-5A76-FC41-90F1-80B5D40068E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E354686-C8C4-6EBF-653E-874CF68DBC20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0" name="Cube 29">
                <a:extLst>
                  <a:ext uri="{FF2B5EF4-FFF2-40B4-BE49-F238E27FC236}">
                    <a16:creationId xmlns:a16="http://schemas.microsoft.com/office/drawing/2014/main" id="{B1822CDE-F240-C040-F777-67246C3D60D7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" name="Cube 30">
                <a:extLst>
                  <a:ext uri="{FF2B5EF4-FFF2-40B4-BE49-F238E27FC236}">
                    <a16:creationId xmlns:a16="http://schemas.microsoft.com/office/drawing/2014/main" id="{104B9787-736B-4A34-5681-A89B305BBB0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" name="Cube 31">
                <a:extLst>
                  <a:ext uri="{FF2B5EF4-FFF2-40B4-BE49-F238E27FC236}">
                    <a16:creationId xmlns:a16="http://schemas.microsoft.com/office/drawing/2014/main" id="{77240130-EF10-22FA-3D64-B920789B818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" name="Cube 32">
                <a:extLst>
                  <a:ext uri="{FF2B5EF4-FFF2-40B4-BE49-F238E27FC236}">
                    <a16:creationId xmlns:a16="http://schemas.microsoft.com/office/drawing/2014/main" id="{03F337E6-7056-815C-ECB7-786E61912FF8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" name="Cube 33">
                <a:extLst>
                  <a:ext uri="{FF2B5EF4-FFF2-40B4-BE49-F238E27FC236}">
                    <a16:creationId xmlns:a16="http://schemas.microsoft.com/office/drawing/2014/main" id="{CE37AFEA-54DE-681A-600A-3C9003CA9A6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" name="Cube 34">
                <a:extLst>
                  <a:ext uri="{FF2B5EF4-FFF2-40B4-BE49-F238E27FC236}">
                    <a16:creationId xmlns:a16="http://schemas.microsoft.com/office/drawing/2014/main" id="{DFE572B6-6AA6-89A6-BB7A-CDE155F094DB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" name="Cube 35">
                <a:extLst>
                  <a:ext uri="{FF2B5EF4-FFF2-40B4-BE49-F238E27FC236}">
                    <a16:creationId xmlns:a16="http://schemas.microsoft.com/office/drawing/2014/main" id="{6CE02682-7DDC-D8DE-20B1-2024A33F38BD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Cube 36">
                <a:extLst>
                  <a:ext uri="{FF2B5EF4-FFF2-40B4-BE49-F238E27FC236}">
                    <a16:creationId xmlns:a16="http://schemas.microsoft.com/office/drawing/2014/main" id="{77624897-DC51-0519-350F-BD862390657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" name="Cube 37">
                <a:extLst>
                  <a:ext uri="{FF2B5EF4-FFF2-40B4-BE49-F238E27FC236}">
                    <a16:creationId xmlns:a16="http://schemas.microsoft.com/office/drawing/2014/main" id="{29FF2263-BB7C-9A0C-18A6-4A95420B698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021331B5-1148-17A1-27CE-68D1B5CDFD7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EB08508-96B7-283B-3324-7CA51BED9195}"/>
              </a:ext>
            </a:extLst>
          </p:cNvPr>
          <p:cNvGrpSpPr/>
          <p:nvPr/>
        </p:nvGrpSpPr>
        <p:grpSpPr>
          <a:xfrm>
            <a:off x="1584795" y="3207760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42" name="Cube 141">
              <a:extLst>
                <a:ext uri="{FF2B5EF4-FFF2-40B4-BE49-F238E27FC236}">
                  <a16:creationId xmlns:a16="http://schemas.microsoft.com/office/drawing/2014/main" id="{A8097821-8E3D-3B35-DC99-96ED1C4CC93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3" name="Cube 142">
              <a:extLst>
                <a:ext uri="{FF2B5EF4-FFF2-40B4-BE49-F238E27FC236}">
                  <a16:creationId xmlns:a16="http://schemas.microsoft.com/office/drawing/2014/main" id="{D30232D1-8E88-0A01-BEE9-4D50004D9C47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B44A3FAD-D23B-759B-7D67-06DE089F0AE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Cube 144">
              <a:extLst>
                <a:ext uri="{FF2B5EF4-FFF2-40B4-BE49-F238E27FC236}">
                  <a16:creationId xmlns:a16="http://schemas.microsoft.com/office/drawing/2014/main" id="{D027D7E3-343D-9211-CE65-28BEB2506FC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AD0A4A08-EAD5-F848-4A65-44C5C5D1A18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7" name="Cube 146">
              <a:extLst>
                <a:ext uri="{FF2B5EF4-FFF2-40B4-BE49-F238E27FC236}">
                  <a16:creationId xmlns:a16="http://schemas.microsoft.com/office/drawing/2014/main" id="{CB9EDB77-8308-1723-44CF-28ED3F8F4B3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8" name="Cube 147">
              <a:extLst>
                <a:ext uri="{FF2B5EF4-FFF2-40B4-BE49-F238E27FC236}">
                  <a16:creationId xmlns:a16="http://schemas.microsoft.com/office/drawing/2014/main" id="{15E0B74A-513A-000B-B49B-A66FDE97A94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9" name="Cube 148">
              <a:extLst>
                <a:ext uri="{FF2B5EF4-FFF2-40B4-BE49-F238E27FC236}">
                  <a16:creationId xmlns:a16="http://schemas.microsoft.com/office/drawing/2014/main" id="{EA1030EA-5E04-B7A2-5862-08CFC8B640F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0" name="Cube 149">
              <a:extLst>
                <a:ext uri="{FF2B5EF4-FFF2-40B4-BE49-F238E27FC236}">
                  <a16:creationId xmlns:a16="http://schemas.microsoft.com/office/drawing/2014/main" id="{7663B8D2-DEFD-882B-3646-7D8F32F919DB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1" name="Cube 150">
              <a:extLst>
                <a:ext uri="{FF2B5EF4-FFF2-40B4-BE49-F238E27FC236}">
                  <a16:creationId xmlns:a16="http://schemas.microsoft.com/office/drawing/2014/main" id="{AD25BE94-89A2-BFFD-602B-80AF47216C1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52" name="TextBox 151">
            <a:extLst>
              <a:ext uri="{FF2B5EF4-FFF2-40B4-BE49-F238E27FC236}">
                <a16:creationId xmlns:a16="http://schemas.microsoft.com/office/drawing/2014/main" id="{81DA2D93-BB10-C33F-368C-2DD412583608}"/>
              </a:ext>
            </a:extLst>
          </p:cNvPr>
          <p:cNvSpPr txBox="1"/>
          <p:nvPr/>
        </p:nvSpPr>
        <p:spPr>
          <a:xfrm>
            <a:off x="3056683" y="1299039"/>
            <a:ext cx="628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1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93B7A31B-9032-7BFD-E306-F9016DCB90D4}"/>
              </a:ext>
            </a:extLst>
          </p:cNvPr>
          <p:cNvSpPr txBox="1"/>
          <p:nvPr/>
        </p:nvSpPr>
        <p:spPr>
          <a:xfrm>
            <a:off x="6589573" y="1176932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0.1 − 0.01</a:t>
            </a:r>
          </a:p>
        </p:txBody>
      </p:sp>
      <p:sp>
        <p:nvSpPr>
          <p:cNvPr id="165" name="Cube 164">
            <a:extLst>
              <a:ext uri="{FF2B5EF4-FFF2-40B4-BE49-F238E27FC236}">
                <a16:creationId xmlns:a16="http://schemas.microsoft.com/office/drawing/2014/main" id="{DE882D38-C32D-4822-58A4-12FFDB66C05E}"/>
              </a:ext>
            </a:extLst>
          </p:cNvPr>
          <p:cNvSpPr/>
          <p:nvPr/>
        </p:nvSpPr>
        <p:spPr>
          <a:xfrm>
            <a:off x="1584795" y="6031921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7B273F84-13D9-3A5C-8DB3-5D557B8FC68E}"/>
              </a:ext>
            </a:extLst>
          </p:cNvPr>
          <p:cNvSpPr txBox="1"/>
          <p:nvPr/>
        </p:nvSpPr>
        <p:spPr>
          <a:xfrm>
            <a:off x="3056683" y="4145001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00B87F2-7D06-6901-5F4E-C4ABD007DBF1}"/>
              </a:ext>
            </a:extLst>
          </p:cNvPr>
          <p:cNvSpPr txBox="1"/>
          <p:nvPr/>
        </p:nvSpPr>
        <p:spPr>
          <a:xfrm>
            <a:off x="3056683" y="5890089"/>
            <a:ext cx="1085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0.01</a:t>
            </a:r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C3FBD059-E9A0-6FCC-5ED1-E402E022D28D}"/>
              </a:ext>
            </a:extLst>
          </p:cNvPr>
          <p:cNvCxnSpPr>
            <a:cxnSpLocks/>
          </p:cNvCxnSpPr>
          <p:nvPr/>
        </p:nvCxnSpPr>
        <p:spPr>
          <a:xfrm>
            <a:off x="4943475" y="266700"/>
            <a:ext cx="0" cy="640080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58CE4CC8-C8C7-A9D1-74F4-64877DD5079F}"/>
              </a:ext>
            </a:extLst>
          </p:cNvPr>
          <p:cNvSpPr txBox="1"/>
          <p:nvPr/>
        </p:nvSpPr>
        <p:spPr>
          <a:xfrm>
            <a:off x="4953000" y="287650"/>
            <a:ext cx="5012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Төмөнкүлөрдү билдирүү </a:t>
            </a:r>
            <a:endParaRPr lang="en-US" sz="2000" dirty="0"/>
          </a:p>
          <a:p>
            <a:pPr algn="ctr"/>
            <a:r>
              <a:rPr lang="ru-RU" sz="2000" dirty="0"/>
              <a:t>үчүн блокторду жана сандарды колдонуңуз:</a:t>
            </a:r>
            <a:endParaRPr lang="en-GB" sz="2000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39297C88-EE68-78F2-1426-892862AE853A}"/>
              </a:ext>
            </a:extLst>
          </p:cNvPr>
          <p:cNvSpPr txBox="1"/>
          <p:nvPr/>
        </p:nvSpPr>
        <p:spPr>
          <a:xfrm>
            <a:off x="7045626" y="5444132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0.09</a:t>
            </a:r>
          </a:p>
        </p:txBody>
      </p:sp>
      <p:sp>
        <p:nvSpPr>
          <p:cNvPr id="3" name="Cube 2">
            <a:extLst>
              <a:ext uri="{FF2B5EF4-FFF2-40B4-BE49-F238E27FC236}">
                <a16:creationId xmlns:a16="http://schemas.microsoft.com/office/drawing/2014/main" id="{59BFCA73-7DAF-1F86-B173-E72784514E88}"/>
              </a:ext>
            </a:extLst>
          </p:cNvPr>
          <p:cNvSpPr/>
          <p:nvPr/>
        </p:nvSpPr>
        <p:spPr>
          <a:xfrm>
            <a:off x="7256381" y="4362720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D741D149-3E82-4D2D-9387-84926B0A72EF}"/>
              </a:ext>
            </a:extLst>
          </p:cNvPr>
          <p:cNvSpPr/>
          <p:nvPr/>
        </p:nvSpPr>
        <p:spPr>
          <a:xfrm>
            <a:off x="7256381" y="4130850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996B0C78-1018-C0BB-767C-F701BB3B0D30}"/>
              </a:ext>
            </a:extLst>
          </p:cNvPr>
          <p:cNvSpPr/>
          <p:nvPr/>
        </p:nvSpPr>
        <p:spPr>
          <a:xfrm>
            <a:off x="7256381" y="3898981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Cube 5">
            <a:extLst>
              <a:ext uri="{FF2B5EF4-FFF2-40B4-BE49-F238E27FC236}">
                <a16:creationId xmlns:a16="http://schemas.microsoft.com/office/drawing/2014/main" id="{F15CEDDF-B20A-7125-3764-90BE2FD297B8}"/>
              </a:ext>
            </a:extLst>
          </p:cNvPr>
          <p:cNvSpPr/>
          <p:nvPr/>
        </p:nvSpPr>
        <p:spPr>
          <a:xfrm>
            <a:off x="7256381" y="3667112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Cube 6">
            <a:extLst>
              <a:ext uri="{FF2B5EF4-FFF2-40B4-BE49-F238E27FC236}">
                <a16:creationId xmlns:a16="http://schemas.microsoft.com/office/drawing/2014/main" id="{5D004E4A-20BE-2902-0BCB-EE32C18953AF}"/>
              </a:ext>
            </a:extLst>
          </p:cNvPr>
          <p:cNvSpPr/>
          <p:nvPr/>
        </p:nvSpPr>
        <p:spPr>
          <a:xfrm>
            <a:off x="7256381" y="3435242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Cube 7">
            <a:extLst>
              <a:ext uri="{FF2B5EF4-FFF2-40B4-BE49-F238E27FC236}">
                <a16:creationId xmlns:a16="http://schemas.microsoft.com/office/drawing/2014/main" id="{E7F95168-16D0-00DE-1842-4B7CC5B7F958}"/>
              </a:ext>
            </a:extLst>
          </p:cNvPr>
          <p:cNvSpPr/>
          <p:nvPr/>
        </p:nvSpPr>
        <p:spPr>
          <a:xfrm>
            <a:off x="7256381" y="3203373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30293281-C6D2-A803-A7A0-E447F01BF856}"/>
              </a:ext>
            </a:extLst>
          </p:cNvPr>
          <p:cNvSpPr/>
          <p:nvPr/>
        </p:nvSpPr>
        <p:spPr>
          <a:xfrm>
            <a:off x="7256381" y="2971504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Cube 9">
            <a:extLst>
              <a:ext uri="{FF2B5EF4-FFF2-40B4-BE49-F238E27FC236}">
                <a16:creationId xmlns:a16="http://schemas.microsoft.com/office/drawing/2014/main" id="{EBF2FA1E-F297-A0A9-ED41-6B7A5187582C}"/>
              </a:ext>
            </a:extLst>
          </p:cNvPr>
          <p:cNvSpPr/>
          <p:nvPr/>
        </p:nvSpPr>
        <p:spPr>
          <a:xfrm>
            <a:off x="7256381" y="2739635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Cube 10">
            <a:extLst>
              <a:ext uri="{FF2B5EF4-FFF2-40B4-BE49-F238E27FC236}">
                <a16:creationId xmlns:a16="http://schemas.microsoft.com/office/drawing/2014/main" id="{D0EFCD7A-D958-E566-0F08-04D3DC97B1FB}"/>
              </a:ext>
            </a:extLst>
          </p:cNvPr>
          <p:cNvSpPr/>
          <p:nvPr/>
        </p:nvSpPr>
        <p:spPr>
          <a:xfrm>
            <a:off x="7256381" y="2507765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1651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3F81F98-E0AD-C3B4-5711-2F7F4F9B7A6E}"/>
              </a:ext>
            </a:extLst>
          </p:cNvPr>
          <p:cNvGrpSpPr/>
          <p:nvPr/>
        </p:nvGrpSpPr>
        <p:grpSpPr>
          <a:xfrm>
            <a:off x="543586" y="383599"/>
            <a:ext cx="2397702" cy="2397702"/>
            <a:chOff x="414598" y="546495"/>
            <a:chExt cx="5852156" cy="5898407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EF52D27-F39A-D244-BEE8-1CE5FFD3B62A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20" name="Cube 119">
                <a:extLst>
                  <a:ext uri="{FF2B5EF4-FFF2-40B4-BE49-F238E27FC236}">
                    <a16:creationId xmlns:a16="http://schemas.microsoft.com/office/drawing/2014/main" id="{90475A5E-0146-75AA-626B-D765BF456A6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1" name="Cube 120">
                <a:extLst>
                  <a:ext uri="{FF2B5EF4-FFF2-40B4-BE49-F238E27FC236}">
                    <a16:creationId xmlns:a16="http://schemas.microsoft.com/office/drawing/2014/main" id="{C11B39BD-D440-1662-FA5D-DEA99D69516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2" name="Cube 121">
                <a:extLst>
                  <a:ext uri="{FF2B5EF4-FFF2-40B4-BE49-F238E27FC236}">
                    <a16:creationId xmlns:a16="http://schemas.microsoft.com/office/drawing/2014/main" id="{B1572F7C-578A-4BDB-47F8-537D19C40E61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3" name="Cube 122">
                <a:extLst>
                  <a:ext uri="{FF2B5EF4-FFF2-40B4-BE49-F238E27FC236}">
                    <a16:creationId xmlns:a16="http://schemas.microsoft.com/office/drawing/2014/main" id="{8B4589C2-04B1-9BD4-7CD5-95CF0ECEAA8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4" name="Cube 123">
                <a:extLst>
                  <a:ext uri="{FF2B5EF4-FFF2-40B4-BE49-F238E27FC236}">
                    <a16:creationId xmlns:a16="http://schemas.microsoft.com/office/drawing/2014/main" id="{7128ECFD-C326-03B6-32F0-C6E54DBFE518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5" name="Cube 124">
                <a:extLst>
                  <a:ext uri="{FF2B5EF4-FFF2-40B4-BE49-F238E27FC236}">
                    <a16:creationId xmlns:a16="http://schemas.microsoft.com/office/drawing/2014/main" id="{D54A0F0B-A7B3-197F-60AB-7EAB0F8C56C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6" name="Cube 125">
                <a:extLst>
                  <a:ext uri="{FF2B5EF4-FFF2-40B4-BE49-F238E27FC236}">
                    <a16:creationId xmlns:a16="http://schemas.microsoft.com/office/drawing/2014/main" id="{0624E7C6-A732-8176-39C6-61963B94CFA6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7" name="Cube 126">
                <a:extLst>
                  <a:ext uri="{FF2B5EF4-FFF2-40B4-BE49-F238E27FC236}">
                    <a16:creationId xmlns:a16="http://schemas.microsoft.com/office/drawing/2014/main" id="{9A29BE40-1442-DAEE-B5DD-88FD6D8F6E78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8" name="Cube 127">
                <a:extLst>
                  <a:ext uri="{FF2B5EF4-FFF2-40B4-BE49-F238E27FC236}">
                    <a16:creationId xmlns:a16="http://schemas.microsoft.com/office/drawing/2014/main" id="{7E9A4BDD-AF89-FB88-51AD-DAF6531D49BF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9" name="Cube 128">
                <a:extLst>
                  <a:ext uri="{FF2B5EF4-FFF2-40B4-BE49-F238E27FC236}">
                    <a16:creationId xmlns:a16="http://schemas.microsoft.com/office/drawing/2014/main" id="{42F6D745-6E75-D5BD-3E3F-A00D89396F8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FF8AC8C-D445-4328-22B1-A0720714DE94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10" name="Cube 109">
                <a:extLst>
                  <a:ext uri="{FF2B5EF4-FFF2-40B4-BE49-F238E27FC236}">
                    <a16:creationId xmlns:a16="http://schemas.microsoft.com/office/drawing/2014/main" id="{8580828C-A1CA-E458-1B0C-2D8DDDCDF0EF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1" name="Cube 110">
                <a:extLst>
                  <a:ext uri="{FF2B5EF4-FFF2-40B4-BE49-F238E27FC236}">
                    <a16:creationId xmlns:a16="http://schemas.microsoft.com/office/drawing/2014/main" id="{58A542E7-4FE7-5A65-98D1-C5CAF8ED075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2" name="Cube 111">
                <a:extLst>
                  <a:ext uri="{FF2B5EF4-FFF2-40B4-BE49-F238E27FC236}">
                    <a16:creationId xmlns:a16="http://schemas.microsoft.com/office/drawing/2014/main" id="{3EDE662D-F765-D15A-81A1-A67D669D9E1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3" name="Cube 112">
                <a:extLst>
                  <a:ext uri="{FF2B5EF4-FFF2-40B4-BE49-F238E27FC236}">
                    <a16:creationId xmlns:a16="http://schemas.microsoft.com/office/drawing/2014/main" id="{11AB2AAD-F6BC-1844-9F5D-FA20EA100E8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4" name="Cube 113">
                <a:extLst>
                  <a:ext uri="{FF2B5EF4-FFF2-40B4-BE49-F238E27FC236}">
                    <a16:creationId xmlns:a16="http://schemas.microsoft.com/office/drawing/2014/main" id="{BA0E7A14-BC8D-8A63-BE26-BA41693F7CFA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5" name="Cube 114">
                <a:extLst>
                  <a:ext uri="{FF2B5EF4-FFF2-40B4-BE49-F238E27FC236}">
                    <a16:creationId xmlns:a16="http://schemas.microsoft.com/office/drawing/2014/main" id="{0446070D-0D2F-8DCE-8086-8939CCF760A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6" name="Cube 115">
                <a:extLst>
                  <a:ext uri="{FF2B5EF4-FFF2-40B4-BE49-F238E27FC236}">
                    <a16:creationId xmlns:a16="http://schemas.microsoft.com/office/drawing/2014/main" id="{7D62F309-FF5B-7112-DE09-389E06C4F1A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7" name="Cube 116">
                <a:extLst>
                  <a:ext uri="{FF2B5EF4-FFF2-40B4-BE49-F238E27FC236}">
                    <a16:creationId xmlns:a16="http://schemas.microsoft.com/office/drawing/2014/main" id="{7ACF99C6-9F39-5FE1-CFCD-E56A03A12C25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8" name="Cube 117">
                <a:extLst>
                  <a:ext uri="{FF2B5EF4-FFF2-40B4-BE49-F238E27FC236}">
                    <a16:creationId xmlns:a16="http://schemas.microsoft.com/office/drawing/2014/main" id="{F0241333-D6FE-0C42-F6F7-E7C56171D39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9" name="Cube 118">
                <a:extLst>
                  <a:ext uri="{FF2B5EF4-FFF2-40B4-BE49-F238E27FC236}">
                    <a16:creationId xmlns:a16="http://schemas.microsoft.com/office/drawing/2014/main" id="{4050B0F7-0155-023A-459D-E3BD67D9A6E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C2A5A257-E09A-6113-280D-264B82F2DC0E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00" name="Cube 99">
                <a:extLst>
                  <a:ext uri="{FF2B5EF4-FFF2-40B4-BE49-F238E27FC236}">
                    <a16:creationId xmlns:a16="http://schemas.microsoft.com/office/drawing/2014/main" id="{E818AC96-5AE7-F468-B742-1D7FABA4BFA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1" name="Cube 100">
                <a:extLst>
                  <a:ext uri="{FF2B5EF4-FFF2-40B4-BE49-F238E27FC236}">
                    <a16:creationId xmlns:a16="http://schemas.microsoft.com/office/drawing/2014/main" id="{A7A77CA9-3CB4-1930-D8D7-1A25471E07D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2" name="Cube 101">
                <a:extLst>
                  <a:ext uri="{FF2B5EF4-FFF2-40B4-BE49-F238E27FC236}">
                    <a16:creationId xmlns:a16="http://schemas.microsoft.com/office/drawing/2014/main" id="{1C60FB66-F5C7-3B11-8408-B936C84FA8C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3" name="Cube 102">
                <a:extLst>
                  <a:ext uri="{FF2B5EF4-FFF2-40B4-BE49-F238E27FC236}">
                    <a16:creationId xmlns:a16="http://schemas.microsoft.com/office/drawing/2014/main" id="{AFD96860-E27D-9E0A-F485-7317021ACB32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4" name="Cube 103">
                <a:extLst>
                  <a:ext uri="{FF2B5EF4-FFF2-40B4-BE49-F238E27FC236}">
                    <a16:creationId xmlns:a16="http://schemas.microsoft.com/office/drawing/2014/main" id="{367EF773-45E1-D7FF-056A-88D76C4CD19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5" name="Cube 104">
                <a:extLst>
                  <a:ext uri="{FF2B5EF4-FFF2-40B4-BE49-F238E27FC236}">
                    <a16:creationId xmlns:a16="http://schemas.microsoft.com/office/drawing/2014/main" id="{8AA82940-B2D3-AE8B-618A-E34C30B379D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6" name="Cube 105">
                <a:extLst>
                  <a:ext uri="{FF2B5EF4-FFF2-40B4-BE49-F238E27FC236}">
                    <a16:creationId xmlns:a16="http://schemas.microsoft.com/office/drawing/2014/main" id="{9E315387-9828-D2B0-CDAC-5637FD02824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7" name="Cube 106">
                <a:extLst>
                  <a:ext uri="{FF2B5EF4-FFF2-40B4-BE49-F238E27FC236}">
                    <a16:creationId xmlns:a16="http://schemas.microsoft.com/office/drawing/2014/main" id="{9A1CA2A8-D86C-ED0C-9C4A-7E1225B0FDD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8" name="Cube 107">
                <a:extLst>
                  <a:ext uri="{FF2B5EF4-FFF2-40B4-BE49-F238E27FC236}">
                    <a16:creationId xmlns:a16="http://schemas.microsoft.com/office/drawing/2014/main" id="{50FD2978-2104-7136-8879-0695C2304B3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9" name="Cube 108">
                <a:extLst>
                  <a:ext uri="{FF2B5EF4-FFF2-40B4-BE49-F238E27FC236}">
                    <a16:creationId xmlns:a16="http://schemas.microsoft.com/office/drawing/2014/main" id="{D5E18AD6-1296-0DE0-3098-20FC6A1C449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9AF6598-6CE6-6A37-E71B-4FB325CAC86E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90" name="Cube 89">
                <a:extLst>
                  <a:ext uri="{FF2B5EF4-FFF2-40B4-BE49-F238E27FC236}">
                    <a16:creationId xmlns:a16="http://schemas.microsoft.com/office/drawing/2014/main" id="{4C4D3346-9A55-3865-8EA5-8F620A557CD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1" name="Cube 90">
                <a:extLst>
                  <a:ext uri="{FF2B5EF4-FFF2-40B4-BE49-F238E27FC236}">
                    <a16:creationId xmlns:a16="http://schemas.microsoft.com/office/drawing/2014/main" id="{13CF11F9-A389-2B64-C71E-12E0F69E92EB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2" name="Cube 91">
                <a:extLst>
                  <a:ext uri="{FF2B5EF4-FFF2-40B4-BE49-F238E27FC236}">
                    <a16:creationId xmlns:a16="http://schemas.microsoft.com/office/drawing/2014/main" id="{380C3706-5F61-86FC-7842-77C123456ECA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3" name="Cube 92">
                <a:extLst>
                  <a:ext uri="{FF2B5EF4-FFF2-40B4-BE49-F238E27FC236}">
                    <a16:creationId xmlns:a16="http://schemas.microsoft.com/office/drawing/2014/main" id="{2C54A134-5316-6452-CE95-60BC0790B68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4" name="Cube 93">
                <a:extLst>
                  <a:ext uri="{FF2B5EF4-FFF2-40B4-BE49-F238E27FC236}">
                    <a16:creationId xmlns:a16="http://schemas.microsoft.com/office/drawing/2014/main" id="{6904AFE9-E2EE-7915-7074-9C1F7673E46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5" name="Cube 94">
                <a:extLst>
                  <a:ext uri="{FF2B5EF4-FFF2-40B4-BE49-F238E27FC236}">
                    <a16:creationId xmlns:a16="http://schemas.microsoft.com/office/drawing/2014/main" id="{688B5012-5400-DC07-25A8-6C521CA2D89C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6" name="Cube 95">
                <a:extLst>
                  <a:ext uri="{FF2B5EF4-FFF2-40B4-BE49-F238E27FC236}">
                    <a16:creationId xmlns:a16="http://schemas.microsoft.com/office/drawing/2014/main" id="{90741A23-9662-142A-2619-F33E68109DD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7" name="Cube 96">
                <a:extLst>
                  <a:ext uri="{FF2B5EF4-FFF2-40B4-BE49-F238E27FC236}">
                    <a16:creationId xmlns:a16="http://schemas.microsoft.com/office/drawing/2014/main" id="{B69A6256-2AD1-C652-FEC8-F09723DD82D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8" name="Cube 97">
                <a:extLst>
                  <a:ext uri="{FF2B5EF4-FFF2-40B4-BE49-F238E27FC236}">
                    <a16:creationId xmlns:a16="http://schemas.microsoft.com/office/drawing/2014/main" id="{933213EA-BE34-08AD-7310-76678800E98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9" name="Cube 98">
                <a:extLst>
                  <a:ext uri="{FF2B5EF4-FFF2-40B4-BE49-F238E27FC236}">
                    <a16:creationId xmlns:a16="http://schemas.microsoft.com/office/drawing/2014/main" id="{EB6990E3-86FF-F149-9609-8DA4650A507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1FA7CFA-E724-B0E3-F1E7-6327AA6AE749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80" name="Cube 79">
                <a:extLst>
                  <a:ext uri="{FF2B5EF4-FFF2-40B4-BE49-F238E27FC236}">
                    <a16:creationId xmlns:a16="http://schemas.microsoft.com/office/drawing/2014/main" id="{7FC86115-491E-5BA4-A709-C6E38F07D80B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1" name="Cube 80">
                <a:extLst>
                  <a:ext uri="{FF2B5EF4-FFF2-40B4-BE49-F238E27FC236}">
                    <a16:creationId xmlns:a16="http://schemas.microsoft.com/office/drawing/2014/main" id="{A160A3FE-9056-0509-C67C-D679ABF6EEF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2" name="Cube 81">
                <a:extLst>
                  <a:ext uri="{FF2B5EF4-FFF2-40B4-BE49-F238E27FC236}">
                    <a16:creationId xmlns:a16="http://schemas.microsoft.com/office/drawing/2014/main" id="{EF94039B-0A72-17A5-5290-9E33AC6CE6B0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3" name="Cube 82">
                <a:extLst>
                  <a:ext uri="{FF2B5EF4-FFF2-40B4-BE49-F238E27FC236}">
                    <a16:creationId xmlns:a16="http://schemas.microsoft.com/office/drawing/2014/main" id="{85709010-B534-6D10-86C1-EB13F616383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4" name="Cube 83">
                <a:extLst>
                  <a:ext uri="{FF2B5EF4-FFF2-40B4-BE49-F238E27FC236}">
                    <a16:creationId xmlns:a16="http://schemas.microsoft.com/office/drawing/2014/main" id="{87C6F264-3A44-84A5-EB4A-5A85132D8DC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5" name="Cube 84">
                <a:extLst>
                  <a:ext uri="{FF2B5EF4-FFF2-40B4-BE49-F238E27FC236}">
                    <a16:creationId xmlns:a16="http://schemas.microsoft.com/office/drawing/2014/main" id="{74CABBAA-5981-3FAC-DC03-F5A6494C08A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6" name="Cube 85">
                <a:extLst>
                  <a:ext uri="{FF2B5EF4-FFF2-40B4-BE49-F238E27FC236}">
                    <a16:creationId xmlns:a16="http://schemas.microsoft.com/office/drawing/2014/main" id="{8C58ABA6-D2D8-BA9D-92A3-7ED6FEAA2561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7" name="Cube 86">
                <a:extLst>
                  <a:ext uri="{FF2B5EF4-FFF2-40B4-BE49-F238E27FC236}">
                    <a16:creationId xmlns:a16="http://schemas.microsoft.com/office/drawing/2014/main" id="{2FF2E52D-EFBB-FEF4-3820-99E564DB18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8" name="Cube 87">
                <a:extLst>
                  <a:ext uri="{FF2B5EF4-FFF2-40B4-BE49-F238E27FC236}">
                    <a16:creationId xmlns:a16="http://schemas.microsoft.com/office/drawing/2014/main" id="{D10ADCF5-A0E9-CF37-1A40-8448991E1C5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9" name="Cube 88">
                <a:extLst>
                  <a:ext uri="{FF2B5EF4-FFF2-40B4-BE49-F238E27FC236}">
                    <a16:creationId xmlns:a16="http://schemas.microsoft.com/office/drawing/2014/main" id="{A349A523-0EF6-3FA3-3598-7FF04DBAFCF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18FDE33-8B49-E4CF-544D-0B9123BBC108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70" name="Cube 69">
                <a:extLst>
                  <a:ext uri="{FF2B5EF4-FFF2-40B4-BE49-F238E27FC236}">
                    <a16:creationId xmlns:a16="http://schemas.microsoft.com/office/drawing/2014/main" id="{E57C5DE1-AF6D-C100-2C43-4E3FCDE3868A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1" name="Cube 70">
                <a:extLst>
                  <a:ext uri="{FF2B5EF4-FFF2-40B4-BE49-F238E27FC236}">
                    <a16:creationId xmlns:a16="http://schemas.microsoft.com/office/drawing/2014/main" id="{AC3BB8C0-F82F-C77A-56D6-B68A5561818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2" name="Cube 71">
                <a:extLst>
                  <a:ext uri="{FF2B5EF4-FFF2-40B4-BE49-F238E27FC236}">
                    <a16:creationId xmlns:a16="http://schemas.microsoft.com/office/drawing/2014/main" id="{9EF20678-F13A-6F70-6F81-6AECA897AA0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3" name="Cube 72">
                <a:extLst>
                  <a:ext uri="{FF2B5EF4-FFF2-40B4-BE49-F238E27FC236}">
                    <a16:creationId xmlns:a16="http://schemas.microsoft.com/office/drawing/2014/main" id="{7D86907D-78B4-CC9E-D820-3024C36A5A5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4" name="Cube 73">
                <a:extLst>
                  <a:ext uri="{FF2B5EF4-FFF2-40B4-BE49-F238E27FC236}">
                    <a16:creationId xmlns:a16="http://schemas.microsoft.com/office/drawing/2014/main" id="{811CC0C2-36A2-F9E4-34A8-54F98FFAC8D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5" name="Cube 74">
                <a:extLst>
                  <a:ext uri="{FF2B5EF4-FFF2-40B4-BE49-F238E27FC236}">
                    <a16:creationId xmlns:a16="http://schemas.microsoft.com/office/drawing/2014/main" id="{BBAFE56F-0A6D-F6A3-E421-EAC99A313F1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6" name="Cube 75">
                <a:extLst>
                  <a:ext uri="{FF2B5EF4-FFF2-40B4-BE49-F238E27FC236}">
                    <a16:creationId xmlns:a16="http://schemas.microsoft.com/office/drawing/2014/main" id="{69B38554-1895-E9B2-BEE8-A50752609A5C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7" name="Cube 76">
                <a:extLst>
                  <a:ext uri="{FF2B5EF4-FFF2-40B4-BE49-F238E27FC236}">
                    <a16:creationId xmlns:a16="http://schemas.microsoft.com/office/drawing/2014/main" id="{10AD94DC-1A3A-602F-FA2D-FA62CF6430A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8" name="Cube 77">
                <a:extLst>
                  <a:ext uri="{FF2B5EF4-FFF2-40B4-BE49-F238E27FC236}">
                    <a16:creationId xmlns:a16="http://schemas.microsoft.com/office/drawing/2014/main" id="{E7BA5F0C-03DD-609E-4ECE-6CC6ED6B14C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9" name="Cube 78">
                <a:extLst>
                  <a:ext uri="{FF2B5EF4-FFF2-40B4-BE49-F238E27FC236}">
                    <a16:creationId xmlns:a16="http://schemas.microsoft.com/office/drawing/2014/main" id="{85BE7D37-1BA7-EBDE-DC7F-9F37F257B151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8062829-0BFC-B054-A3F9-9E35FE94D946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60" name="Cube 59">
                <a:extLst>
                  <a:ext uri="{FF2B5EF4-FFF2-40B4-BE49-F238E27FC236}">
                    <a16:creationId xmlns:a16="http://schemas.microsoft.com/office/drawing/2014/main" id="{1FFE4EDB-6E39-1266-6F64-9866187CF801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1" name="Cube 60">
                <a:extLst>
                  <a:ext uri="{FF2B5EF4-FFF2-40B4-BE49-F238E27FC236}">
                    <a16:creationId xmlns:a16="http://schemas.microsoft.com/office/drawing/2014/main" id="{D175A350-AA5E-5427-77AE-F5E1D472DA2E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2" name="Cube 61">
                <a:extLst>
                  <a:ext uri="{FF2B5EF4-FFF2-40B4-BE49-F238E27FC236}">
                    <a16:creationId xmlns:a16="http://schemas.microsoft.com/office/drawing/2014/main" id="{5758F6F2-22EF-AC3B-A0C5-D640C274F8F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3" name="Cube 62">
                <a:extLst>
                  <a:ext uri="{FF2B5EF4-FFF2-40B4-BE49-F238E27FC236}">
                    <a16:creationId xmlns:a16="http://schemas.microsoft.com/office/drawing/2014/main" id="{2DF6720A-FC50-A351-DF28-FE583D2B5A7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4" name="Cube 63">
                <a:extLst>
                  <a:ext uri="{FF2B5EF4-FFF2-40B4-BE49-F238E27FC236}">
                    <a16:creationId xmlns:a16="http://schemas.microsoft.com/office/drawing/2014/main" id="{2EE3C6AB-9808-89FA-4B64-000D4E3E5D5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5" name="Cube 64">
                <a:extLst>
                  <a:ext uri="{FF2B5EF4-FFF2-40B4-BE49-F238E27FC236}">
                    <a16:creationId xmlns:a16="http://schemas.microsoft.com/office/drawing/2014/main" id="{741F8380-0614-B6F6-349E-69E2C1250DC3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6" name="Cube 65">
                <a:extLst>
                  <a:ext uri="{FF2B5EF4-FFF2-40B4-BE49-F238E27FC236}">
                    <a16:creationId xmlns:a16="http://schemas.microsoft.com/office/drawing/2014/main" id="{8CEA6C36-DC59-26B9-C88B-D4BFB3A6597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7" name="Cube 66">
                <a:extLst>
                  <a:ext uri="{FF2B5EF4-FFF2-40B4-BE49-F238E27FC236}">
                    <a16:creationId xmlns:a16="http://schemas.microsoft.com/office/drawing/2014/main" id="{5E2B7AE6-72BC-4244-A059-55239C25BAE7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8" name="Cube 67">
                <a:extLst>
                  <a:ext uri="{FF2B5EF4-FFF2-40B4-BE49-F238E27FC236}">
                    <a16:creationId xmlns:a16="http://schemas.microsoft.com/office/drawing/2014/main" id="{4DDA583C-CC83-5BC5-82E0-8BFF233503B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9" name="Cube 68">
                <a:extLst>
                  <a:ext uri="{FF2B5EF4-FFF2-40B4-BE49-F238E27FC236}">
                    <a16:creationId xmlns:a16="http://schemas.microsoft.com/office/drawing/2014/main" id="{883A5636-1140-10DF-AE60-905835BEDFB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CB6B2-DD10-6EC4-8921-3A205D07449E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50" name="Cube 49">
                <a:extLst>
                  <a:ext uri="{FF2B5EF4-FFF2-40B4-BE49-F238E27FC236}">
                    <a16:creationId xmlns:a16="http://schemas.microsoft.com/office/drawing/2014/main" id="{DDCD29FC-3203-9EE8-E497-9FE2746A481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1" name="Cube 50">
                <a:extLst>
                  <a:ext uri="{FF2B5EF4-FFF2-40B4-BE49-F238E27FC236}">
                    <a16:creationId xmlns:a16="http://schemas.microsoft.com/office/drawing/2014/main" id="{110FCBA0-115D-AE34-6C31-68CFF681A47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2" name="Cube 51">
                <a:extLst>
                  <a:ext uri="{FF2B5EF4-FFF2-40B4-BE49-F238E27FC236}">
                    <a16:creationId xmlns:a16="http://schemas.microsoft.com/office/drawing/2014/main" id="{A18BB897-6234-A519-2BB2-9871B9D17A5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3" name="Cube 52">
                <a:extLst>
                  <a:ext uri="{FF2B5EF4-FFF2-40B4-BE49-F238E27FC236}">
                    <a16:creationId xmlns:a16="http://schemas.microsoft.com/office/drawing/2014/main" id="{A8E8BFF1-6BDB-8940-8393-435E62A321F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4" name="Cube 53">
                <a:extLst>
                  <a:ext uri="{FF2B5EF4-FFF2-40B4-BE49-F238E27FC236}">
                    <a16:creationId xmlns:a16="http://schemas.microsoft.com/office/drawing/2014/main" id="{785E480C-D5C0-984E-0EDB-E0CEC267D23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5" name="Cube 54">
                <a:extLst>
                  <a:ext uri="{FF2B5EF4-FFF2-40B4-BE49-F238E27FC236}">
                    <a16:creationId xmlns:a16="http://schemas.microsoft.com/office/drawing/2014/main" id="{EC282A25-B369-AD26-F760-82FE0E31D7C0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C64AC073-CC01-C995-9F69-90358E447DC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7" name="Cube 56">
                <a:extLst>
                  <a:ext uri="{FF2B5EF4-FFF2-40B4-BE49-F238E27FC236}">
                    <a16:creationId xmlns:a16="http://schemas.microsoft.com/office/drawing/2014/main" id="{32B715EC-7C4A-7BBD-E3DE-68D439A7CD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8" name="Cube 57">
                <a:extLst>
                  <a:ext uri="{FF2B5EF4-FFF2-40B4-BE49-F238E27FC236}">
                    <a16:creationId xmlns:a16="http://schemas.microsoft.com/office/drawing/2014/main" id="{471DB6C3-1914-9179-CF0C-0290E89AFCE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9" name="Cube 58">
                <a:extLst>
                  <a:ext uri="{FF2B5EF4-FFF2-40B4-BE49-F238E27FC236}">
                    <a16:creationId xmlns:a16="http://schemas.microsoft.com/office/drawing/2014/main" id="{D4E552B2-DE15-9303-C30F-C1E621604A8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1B264CC-1C4D-39C8-1C9B-7F8C841ACFB9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0" name="Cube 39">
                <a:extLst>
                  <a:ext uri="{FF2B5EF4-FFF2-40B4-BE49-F238E27FC236}">
                    <a16:creationId xmlns:a16="http://schemas.microsoft.com/office/drawing/2014/main" id="{1F9B5FA5-4A42-0059-C2D0-20A891C0113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" name="Cube 40">
                <a:extLst>
                  <a:ext uri="{FF2B5EF4-FFF2-40B4-BE49-F238E27FC236}">
                    <a16:creationId xmlns:a16="http://schemas.microsoft.com/office/drawing/2014/main" id="{5E20FA54-C4BF-C66F-0EEE-EBCA42E10C4D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" name="Cube 41">
                <a:extLst>
                  <a:ext uri="{FF2B5EF4-FFF2-40B4-BE49-F238E27FC236}">
                    <a16:creationId xmlns:a16="http://schemas.microsoft.com/office/drawing/2014/main" id="{9F99D1D7-062A-184F-B17E-5EC7948FDC8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" name="Cube 42">
                <a:extLst>
                  <a:ext uri="{FF2B5EF4-FFF2-40B4-BE49-F238E27FC236}">
                    <a16:creationId xmlns:a16="http://schemas.microsoft.com/office/drawing/2014/main" id="{1656B0D0-9769-D343-080D-639AD5A882FF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4" name="Cube 43">
                <a:extLst>
                  <a:ext uri="{FF2B5EF4-FFF2-40B4-BE49-F238E27FC236}">
                    <a16:creationId xmlns:a16="http://schemas.microsoft.com/office/drawing/2014/main" id="{DA64F743-FE61-8B30-3A53-876C3E34F42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5" name="Cube 44">
                <a:extLst>
                  <a:ext uri="{FF2B5EF4-FFF2-40B4-BE49-F238E27FC236}">
                    <a16:creationId xmlns:a16="http://schemas.microsoft.com/office/drawing/2014/main" id="{CE0DC233-4477-129C-F643-30B7EB1DEF9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6" name="Cube 45">
                <a:extLst>
                  <a:ext uri="{FF2B5EF4-FFF2-40B4-BE49-F238E27FC236}">
                    <a16:creationId xmlns:a16="http://schemas.microsoft.com/office/drawing/2014/main" id="{DBB3BDBC-ACE2-9E12-1401-C1EF9EF7218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7" name="Cube 46">
                <a:extLst>
                  <a:ext uri="{FF2B5EF4-FFF2-40B4-BE49-F238E27FC236}">
                    <a16:creationId xmlns:a16="http://schemas.microsoft.com/office/drawing/2014/main" id="{5DB1A9E5-1B14-3C43-D418-467B2FD13D2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8" name="Cube 47">
                <a:extLst>
                  <a:ext uri="{FF2B5EF4-FFF2-40B4-BE49-F238E27FC236}">
                    <a16:creationId xmlns:a16="http://schemas.microsoft.com/office/drawing/2014/main" id="{EF040A31-4600-03FC-CEDA-D960CD2FC8AE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9" name="Cube 48">
                <a:extLst>
                  <a:ext uri="{FF2B5EF4-FFF2-40B4-BE49-F238E27FC236}">
                    <a16:creationId xmlns:a16="http://schemas.microsoft.com/office/drawing/2014/main" id="{C6FB9DBF-5A76-FC41-90F1-80B5D40068E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E354686-C8C4-6EBF-653E-874CF68DBC20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0" name="Cube 29">
                <a:extLst>
                  <a:ext uri="{FF2B5EF4-FFF2-40B4-BE49-F238E27FC236}">
                    <a16:creationId xmlns:a16="http://schemas.microsoft.com/office/drawing/2014/main" id="{B1822CDE-F240-C040-F777-67246C3D60D7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" name="Cube 30">
                <a:extLst>
                  <a:ext uri="{FF2B5EF4-FFF2-40B4-BE49-F238E27FC236}">
                    <a16:creationId xmlns:a16="http://schemas.microsoft.com/office/drawing/2014/main" id="{104B9787-736B-4A34-5681-A89B305BBB0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" name="Cube 31">
                <a:extLst>
                  <a:ext uri="{FF2B5EF4-FFF2-40B4-BE49-F238E27FC236}">
                    <a16:creationId xmlns:a16="http://schemas.microsoft.com/office/drawing/2014/main" id="{77240130-EF10-22FA-3D64-B920789B818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" name="Cube 32">
                <a:extLst>
                  <a:ext uri="{FF2B5EF4-FFF2-40B4-BE49-F238E27FC236}">
                    <a16:creationId xmlns:a16="http://schemas.microsoft.com/office/drawing/2014/main" id="{03F337E6-7056-815C-ECB7-786E61912FF8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" name="Cube 33">
                <a:extLst>
                  <a:ext uri="{FF2B5EF4-FFF2-40B4-BE49-F238E27FC236}">
                    <a16:creationId xmlns:a16="http://schemas.microsoft.com/office/drawing/2014/main" id="{CE37AFEA-54DE-681A-600A-3C9003CA9A6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" name="Cube 34">
                <a:extLst>
                  <a:ext uri="{FF2B5EF4-FFF2-40B4-BE49-F238E27FC236}">
                    <a16:creationId xmlns:a16="http://schemas.microsoft.com/office/drawing/2014/main" id="{DFE572B6-6AA6-89A6-BB7A-CDE155F094DB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" name="Cube 35">
                <a:extLst>
                  <a:ext uri="{FF2B5EF4-FFF2-40B4-BE49-F238E27FC236}">
                    <a16:creationId xmlns:a16="http://schemas.microsoft.com/office/drawing/2014/main" id="{6CE02682-7DDC-D8DE-20B1-2024A33F38BD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Cube 36">
                <a:extLst>
                  <a:ext uri="{FF2B5EF4-FFF2-40B4-BE49-F238E27FC236}">
                    <a16:creationId xmlns:a16="http://schemas.microsoft.com/office/drawing/2014/main" id="{77624897-DC51-0519-350F-BD862390657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" name="Cube 37">
                <a:extLst>
                  <a:ext uri="{FF2B5EF4-FFF2-40B4-BE49-F238E27FC236}">
                    <a16:creationId xmlns:a16="http://schemas.microsoft.com/office/drawing/2014/main" id="{29FF2263-BB7C-9A0C-18A6-4A95420B698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021331B5-1148-17A1-27CE-68D1B5CDFD7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EB08508-96B7-283B-3324-7CA51BED9195}"/>
              </a:ext>
            </a:extLst>
          </p:cNvPr>
          <p:cNvGrpSpPr/>
          <p:nvPr/>
        </p:nvGrpSpPr>
        <p:grpSpPr>
          <a:xfrm>
            <a:off x="1584795" y="3207760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42" name="Cube 141">
              <a:extLst>
                <a:ext uri="{FF2B5EF4-FFF2-40B4-BE49-F238E27FC236}">
                  <a16:creationId xmlns:a16="http://schemas.microsoft.com/office/drawing/2014/main" id="{A8097821-8E3D-3B35-DC99-96ED1C4CC93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3" name="Cube 142">
              <a:extLst>
                <a:ext uri="{FF2B5EF4-FFF2-40B4-BE49-F238E27FC236}">
                  <a16:creationId xmlns:a16="http://schemas.microsoft.com/office/drawing/2014/main" id="{D30232D1-8E88-0A01-BEE9-4D50004D9C47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B44A3FAD-D23B-759B-7D67-06DE089F0AE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Cube 144">
              <a:extLst>
                <a:ext uri="{FF2B5EF4-FFF2-40B4-BE49-F238E27FC236}">
                  <a16:creationId xmlns:a16="http://schemas.microsoft.com/office/drawing/2014/main" id="{D027D7E3-343D-9211-CE65-28BEB2506FC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AD0A4A08-EAD5-F848-4A65-44C5C5D1A18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7" name="Cube 146">
              <a:extLst>
                <a:ext uri="{FF2B5EF4-FFF2-40B4-BE49-F238E27FC236}">
                  <a16:creationId xmlns:a16="http://schemas.microsoft.com/office/drawing/2014/main" id="{CB9EDB77-8308-1723-44CF-28ED3F8F4B3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8" name="Cube 147">
              <a:extLst>
                <a:ext uri="{FF2B5EF4-FFF2-40B4-BE49-F238E27FC236}">
                  <a16:creationId xmlns:a16="http://schemas.microsoft.com/office/drawing/2014/main" id="{15E0B74A-513A-000B-B49B-A66FDE97A94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9" name="Cube 148">
              <a:extLst>
                <a:ext uri="{FF2B5EF4-FFF2-40B4-BE49-F238E27FC236}">
                  <a16:creationId xmlns:a16="http://schemas.microsoft.com/office/drawing/2014/main" id="{EA1030EA-5E04-B7A2-5862-08CFC8B640F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0" name="Cube 149">
              <a:extLst>
                <a:ext uri="{FF2B5EF4-FFF2-40B4-BE49-F238E27FC236}">
                  <a16:creationId xmlns:a16="http://schemas.microsoft.com/office/drawing/2014/main" id="{7663B8D2-DEFD-882B-3646-7D8F32F919DB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1" name="Cube 150">
              <a:extLst>
                <a:ext uri="{FF2B5EF4-FFF2-40B4-BE49-F238E27FC236}">
                  <a16:creationId xmlns:a16="http://schemas.microsoft.com/office/drawing/2014/main" id="{AD25BE94-89A2-BFFD-602B-80AF47216C1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52" name="TextBox 151">
            <a:extLst>
              <a:ext uri="{FF2B5EF4-FFF2-40B4-BE49-F238E27FC236}">
                <a16:creationId xmlns:a16="http://schemas.microsoft.com/office/drawing/2014/main" id="{81DA2D93-BB10-C33F-368C-2DD412583608}"/>
              </a:ext>
            </a:extLst>
          </p:cNvPr>
          <p:cNvSpPr txBox="1"/>
          <p:nvPr/>
        </p:nvSpPr>
        <p:spPr>
          <a:xfrm>
            <a:off x="3056683" y="1299039"/>
            <a:ext cx="628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1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93B7A31B-9032-7BFD-E306-F9016DCB90D4}"/>
              </a:ext>
            </a:extLst>
          </p:cNvPr>
          <p:cNvSpPr txBox="1"/>
          <p:nvPr/>
        </p:nvSpPr>
        <p:spPr>
          <a:xfrm>
            <a:off x="6485379" y="1176932"/>
            <a:ext cx="20345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0.24 − 0.11</a:t>
            </a:r>
          </a:p>
        </p:txBody>
      </p:sp>
      <p:sp>
        <p:nvSpPr>
          <p:cNvPr id="165" name="Cube 164">
            <a:extLst>
              <a:ext uri="{FF2B5EF4-FFF2-40B4-BE49-F238E27FC236}">
                <a16:creationId xmlns:a16="http://schemas.microsoft.com/office/drawing/2014/main" id="{DE882D38-C32D-4822-58A4-12FFDB66C05E}"/>
              </a:ext>
            </a:extLst>
          </p:cNvPr>
          <p:cNvSpPr/>
          <p:nvPr/>
        </p:nvSpPr>
        <p:spPr>
          <a:xfrm>
            <a:off x="1584795" y="6031921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7B273F84-13D9-3A5C-8DB3-5D557B8FC68E}"/>
              </a:ext>
            </a:extLst>
          </p:cNvPr>
          <p:cNvSpPr txBox="1"/>
          <p:nvPr/>
        </p:nvSpPr>
        <p:spPr>
          <a:xfrm>
            <a:off x="3056683" y="4145001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00B87F2-7D06-6901-5F4E-C4ABD007DBF1}"/>
              </a:ext>
            </a:extLst>
          </p:cNvPr>
          <p:cNvSpPr txBox="1"/>
          <p:nvPr/>
        </p:nvSpPr>
        <p:spPr>
          <a:xfrm>
            <a:off x="3056683" y="5890089"/>
            <a:ext cx="1085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0.01</a:t>
            </a:r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C3FBD059-E9A0-6FCC-5ED1-E402E022D28D}"/>
              </a:ext>
            </a:extLst>
          </p:cNvPr>
          <p:cNvCxnSpPr>
            <a:cxnSpLocks/>
          </p:cNvCxnSpPr>
          <p:nvPr/>
        </p:nvCxnSpPr>
        <p:spPr>
          <a:xfrm>
            <a:off x="4943475" y="266700"/>
            <a:ext cx="0" cy="640080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58CE4CC8-C8C7-A9D1-74F4-64877DD5079F}"/>
              </a:ext>
            </a:extLst>
          </p:cNvPr>
          <p:cNvSpPr txBox="1"/>
          <p:nvPr/>
        </p:nvSpPr>
        <p:spPr>
          <a:xfrm>
            <a:off x="4962526" y="340535"/>
            <a:ext cx="50127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Төмөнкүлөрдү билдирүү </a:t>
            </a:r>
            <a:endParaRPr lang="en-US" sz="2000" dirty="0"/>
          </a:p>
          <a:p>
            <a:pPr algn="ctr"/>
            <a:r>
              <a:rPr lang="ru-RU" sz="2000" dirty="0"/>
              <a:t>үчүн блокторду жана сандарды колдонуңуз:</a:t>
            </a:r>
            <a:endParaRPr lang="en-GB" sz="2000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39297C88-EE68-78F2-1426-892862AE853A}"/>
              </a:ext>
            </a:extLst>
          </p:cNvPr>
          <p:cNvSpPr txBox="1"/>
          <p:nvPr/>
        </p:nvSpPr>
        <p:spPr>
          <a:xfrm>
            <a:off x="7045626" y="5444132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0.13</a:t>
            </a:r>
          </a:p>
        </p:txBody>
      </p:sp>
      <p:sp>
        <p:nvSpPr>
          <p:cNvPr id="157" name="Cube 156">
            <a:extLst>
              <a:ext uri="{FF2B5EF4-FFF2-40B4-BE49-F238E27FC236}">
                <a16:creationId xmlns:a16="http://schemas.microsoft.com/office/drawing/2014/main" id="{5AF2145D-3394-9B67-3213-A6CE87BF978A}"/>
              </a:ext>
            </a:extLst>
          </p:cNvPr>
          <p:cNvSpPr/>
          <p:nvPr/>
        </p:nvSpPr>
        <p:spPr>
          <a:xfrm>
            <a:off x="6913481" y="4351073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8" name="Cube 157">
            <a:extLst>
              <a:ext uri="{FF2B5EF4-FFF2-40B4-BE49-F238E27FC236}">
                <a16:creationId xmlns:a16="http://schemas.microsoft.com/office/drawing/2014/main" id="{0D6B4806-0550-369D-7D6C-866059BBD829}"/>
              </a:ext>
            </a:extLst>
          </p:cNvPr>
          <p:cNvSpPr/>
          <p:nvPr/>
        </p:nvSpPr>
        <p:spPr>
          <a:xfrm>
            <a:off x="6913481" y="4119203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9" name="Cube 158">
            <a:extLst>
              <a:ext uri="{FF2B5EF4-FFF2-40B4-BE49-F238E27FC236}">
                <a16:creationId xmlns:a16="http://schemas.microsoft.com/office/drawing/2014/main" id="{ABE9092C-FFA3-4ECA-F141-94D475EDC10D}"/>
              </a:ext>
            </a:extLst>
          </p:cNvPr>
          <p:cNvSpPr/>
          <p:nvPr/>
        </p:nvSpPr>
        <p:spPr>
          <a:xfrm>
            <a:off x="6913481" y="3887334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0" name="Cube 159">
            <a:extLst>
              <a:ext uri="{FF2B5EF4-FFF2-40B4-BE49-F238E27FC236}">
                <a16:creationId xmlns:a16="http://schemas.microsoft.com/office/drawing/2014/main" id="{0298E0F7-3DB4-D1A1-7E13-350A2B30D0FF}"/>
              </a:ext>
            </a:extLst>
          </p:cNvPr>
          <p:cNvSpPr/>
          <p:nvPr/>
        </p:nvSpPr>
        <p:spPr>
          <a:xfrm>
            <a:off x="6913481" y="3655465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1" name="Cube 160">
            <a:extLst>
              <a:ext uri="{FF2B5EF4-FFF2-40B4-BE49-F238E27FC236}">
                <a16:creationId xmlns:a16="http://schemas.microsoft.com/office/drawing/2014/main" id="{30FBFC9F-C318-8880-8525-E845BAAE67D6}"/>
              </a:ext>
            </a:extLst>
          </p:cNvPr>
          <p:cNvSpPr/>
          <p:nvPr/>
        </p:nvSpPr>
        <p:spPr>
          <a:xfrm>
            <a:off x="6913481" y="3423595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2" name="Cube 161">
            <a:extLst>
              <a:ext uri="{FF2B5EF4-FFF2-40B4-BE49-F238E27FC236}">
                <a16:creationId xmlns:a16="http://schemas.microsoft.com/office/drawing/2014/main" id="{97444AE4-85C8-DD5A-02BD-07565AB5C5CB}"/>
              </a:ext>
            </a:extLst>
          </p:cNvPr>
          <p:cNvSpPr/>
          <p:nvPr/>
        </p:nvSpPr>
        <p:spPr>
          <a:xfrm>
            <a:off x="6913481" y="3191726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3" name="Cube 162">
            <a:extLst>
              <a:ext uri="{FF2B5EF4-FFF2-40B4-BE49-F238E27FC236}">
                <a16:creationId xmlns:a16="http://schemas.microsoft.com/office/drawing/2014/main" id="{AC0B0CD4-4FC4-7A11-4079-34906D264C2E}"/>
              </a:ext>
            </a:extLst>
          </p:cNvPr>
          <p:cNvSpPr/>
          <p:nvPr/>
        </p:nvSpPr>
        <p:spPr>
          <a:xfrm>
            <a:off x="6913481" y="2959857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8" name="Cube 167">
            <a:extLst>
              <a:ext uri="{FF2B5EF4-FFF2-40B4-BE49-F238E27FC236}">
                <a16:creationId xmlns:a16="http://schemas.microsoft.com/office/drawing/2014/main" id="{07F84976-FA43-FB3A-41AD-CAC4A193AFFC}"/>
              </a:ext>
            </a:extLst>
          </p:cNvPr>
          <p:cNvSpPr/>
          <p:nvPr/>
        </p:nvSpPr>
        <p:spPr>
          <a:xfrm>
            <a:off x="6913481" y="2727988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0" name="Cube 169">
            <a:extLst>
              <a:ext uri="{FF2B5EF4-FFF2-40B4-BE49-F238E27FC236}">
                <a16:creationId xmlns:a16="http://schemas.microsoft.com/office/drawing/2014/main" id="{29D9EE8E-9427-365D-6CF0-B5474364F256}"/>
              </a:ext>
            </a:extLst>
          </p:cNvPr>
          <p:cNvSpPr/>
          <p:nvPr/>
        </p:nvSpPr>
        <p:spPr>
          <a:xfrm>
            <a:off x="6913481" y="2496118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1" name="Cube 170">
            <a:extLst>
              <a:ext uri="{FF2B5EF4-FFF2-40B4-BE49-F238E27FC236}">
                <a16:creationId xmlns:a16="http://schemas.microsoft.com/office/drawing/2014/main" id="{8F992D8C-DFDB-C89B-21EC-B4360832FC78}"/>
              </a:ext>
            </a:extLst>
          </p:cNvPr>
          <p:cNvSpPr/>
          <p:nvPr/>
        </p:nvSpPr>
        <p:spPr>
          <a:xfrm>
            <a:off x="6913481" y="2264249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4" name="Cube 173">
            <a:extLst>
              <a:ext uri="{FF2B5EF4-FFF2-40B4-BE49-F238E27FC236}">
                <a16:creationId xmlns:a16="http://schemas.microsoft.com/office/drawing/2014/main" id="{450AC530-9250-BB1E-4940-37CB0C45219E}"/>
              </a:ext>
            </a:extLst>
          </p:cNvPr>
          <p:cNvSpPr/>
          <p:nvPr/>
        </p:nvSpPr>
        <p:spPr>
          <a:xfrm>
            <a:off x="7542131" y="4351073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5" name="Cube 174">
            <a:extLst>
              <a:ext uri="{FF2B5EF4-FFF2-40B4-BE49-F238E27FC236}">
                <a16:creationId xmlns:a16="http://schemas.microsoft.com/office/drawing/2014/main" id="{50917C3F-FFB4-02E8-E89F-E24333AED749}"/>
              </a:ext>
            </a:extLst>
          </p:cNvPr>
          <p:cNvSpPr/>
          <p:nvPr/>
        </p:nvSpPr>
        <p:spPr>
          <a:xfrm>
            <a:off x="7542131" y="4119203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Cube 175">
            <a:extLst>
              <a:ext uri="{FF2B5EF4-FFF2-40B4-BE49-F238E27FC236}">
                <a16:creationId xmlns:a16="http://schemas.microsoft.com/office/drawing/2014/main" id="{04B7FC35-E602-8DF5-5994-17AC5420705B}"/>
              </a:ext>
            </a:extLst>
          </p:cNvPr>
          <p:cNvSpPr/>
          <p:nvPr/>
        </p:nvSpPr>
        <p:spPr>
          <a:xfrm>
            <a:off x="7542131" y="3887334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2367113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/>
      <p:bldP spid="157" grpId="0" animBg="1"/>
      <p:bldP spid="158" grpId="0" animBg="1"/>
      <p:bldP spid="159" grpId="0" animBg="1"/>
      <p:bldP spid="160" grpId="0" animBg="1"/>
      <p:bldP spid="161" grpId="0" animBg="1"/>
      <p:bldP spid="162" grpId="0" animBg="1"/>
      <p:bldP spid="163" grpId="0" animBg="1"/>
      <p:bldP spid="168" grpId="0" animBg="1"/>
      <p:bldP spid="170" grpId="0" animBg="1"/>
      <p:bldP spid="171" grpId="0" animBg="1"/>
      <p:bldP spid="174" grpId="0" animBg="1"/>
      <p:bldP spid="175" grpId="0" animBg="1"/>
      <p:bldP spid="17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3F81F98-E0AD-C3B4-5711-2F7F4F9B7A6E}"/>
              </a:ext>
            </a:extLst>
          </p:cNvPr>
          <p:cNvGrpSpPr/>
          <p:nvPr/>
        </p:nvGrpSpPr>
        <p:grpSpPr>
          <a:xfrm>
            <a:off x="543586" y="383599"/>
            <a:ext cx="2397702" cy="2397702"/>
            <a:chOff x="414598" y="546495"/>
            <a:chExt cx="5852156" cy="5898407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EF52D27-F39A-D244-BEE8-1CE5FFD3B62A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20" name="Cube 119">
                <a:extLst>
                  <a:ext uri="{FF2B5EF4-FFF2-40B4-BE49-F238E27FC236}">
                    <a16:creationId xmlns:a16="http://schemas.microsoft.com/office/drawing/2014/main" id="{90475A5E-0146-75AA-626B-D765BF456A6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1" name="Cube 120">
                <a:extLst>
                  <a:ext uri="{FF2B5EF4-FFF2-40B4-BE49-F238E27FC236}">
                    <a16:creationId xmlns:a16="http://schemas.microsoft.com/office/drawing/2014/main" id="{C11B39BD-D440-1662-FA5D-DEA99D69516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2" name="Cube 121">
                <a:extLst>
                  <a:ext uri="{FF2B5EF4-FFF2-40B4-BE49-F238E27FC236}">
                    <a16:creationId xmlns:a16="http://schemas.microsoft.com/office/drawing/2014/main" id="{B1572F7C-578A-4BDB-47F8-537D19C40E61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3" name="Cube 122">
                <a:extLst>
                  <a:ext uri="{FF2B5EF4-FFF2-40B4-BE49-F238E27FC236}">
                    <a16:creationId xmlns:a16="http://schemas.microsoft.com/office/drawing/2014/main" id="{8B4589C2-04B1-9BD4-7CD5-95CF0ECEAA8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4" name="Cube 123">
                <a:extLst>
                  <a:ext uri="{FF2B5EF4-FFF2-40B4-BE49-F238E27FC236}">
                    <a16:creationId xmlns:a16="http://schemas.microsoft.com/office/drawing/2014/main" id="{7128ECFD-C326-03B6-32F0-C6E54DBFE518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5" name="Cube 124">
                <a:extLst>
                  <a:ext uri="{FF2B5EF4-FFF2-40B4-BE49-F238E27FC236}">
                    <a16:creationId xmlns:a16="http://schemas.microsoft.com/office/drawing/2014/main" id="{D54A0F0B-A7B3-197F-60AB-7EAB0F8C56C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6" name="Cube 125">
                <a:extLst>
                  <a:ext uri="{FF2B5EF4-FFF2-40B4-BE49-F238E27FC236}">
                    <a16:creationId xmlns:a16="http://schemas.microsoft.com/office/drawing/2014/main" id="{0624E7C6-A732-8176-39C6-61963B94CFA6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7" name="Cube 126">
                <a:extLst>
                  <a:ext uri="{FF2B5EF4-FFF2-40B4-BE49-F238E27FC236}">
                    <a16:creationId xmlns:a16="http://schemas.microsoft.com/office/drawing/2014/main" id="{9A29BE40-1442-DAEE-B5DD-88FD6D8F6E78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8" name="Cube 127">
                <a:extLst>
                  <a:ext uri="{FF2B5EF4-FFF2-40B4-BE49-F238E27FC236}">
                    <a16:creationId xmlns:a16="http://schemas.microsoft.com/office/drawing/2014/main" id="{7E9A4BDD-AF89-FB88-51AD-DAF6531D49BF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9" name="Cube 128">
                <a:extLst>
                  <a:ext uri="{FF2B5EF4-FFF2-40B4-BE49-F238E27FC236}">
                    <a16:creationId xmlns:a16="http://schemas.microsoft.com/office/drawing/2014/main" id="{42F6D745-6E75-D5BD-3E3F-A00D89396F8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FF8AC8C-D445-4328-22B1-A0720714DE94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10" name="Cube 109">
                <a:extLst>
                  <a:ext uri="{FF2B5EF4-FFF2-40B4-BE49-F238E27FC236}">
                    <a16:creationId xmlns:a16="http://schemas.microsoft.com/office/drawing/2014/main" id="{8580828C-A1CA-E458-1B0C-2D8DDDCDF0EF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1" name="Cube 110">
                <a:extLst>
                  <a:ext uri="{FF2B5EF4-FFF2-40B4-BE49-F238E27FC236}">
                    <a16:creationId xmlns:a16="http://schemas.microsoft.com/office/drawing/2014/main" id="{58A542E7-4FE7-5A65-98D1-C5CAF8ED075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2" name="Cube 111">
                <a:extLst>
                  <a:ext uri="{FF2B5EF4-FFF2-40B4-BE49-F238E27FC236}">
                    <a16:creationId xmlns:a16="http://schemas.microsoft.com/office/drawing/2014/main" id="{3EDE662D-F765-D15A-81A1-A67D669D9E1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3" name="Cube 112">
                <a:extLst>
                  <a:ext uri="{FF2B5EF4-FFF2-40B4-BE49-F238E27FC236}">
                    <a16:creationId xmlns:a16="http://schemas.microsoft.com/office/drawing/2014/main" id="{11AB2AAD-F6BC-1844-9F5D-FA20EA100E8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4" name="Cube 113">
                <a:extLst>
                  <a:ext uri="{FF2B5EF4-FFF2-40B4-BE49-F238E27FC236}">
                    <a16:creationId xmlns:a16="http://schemas.microsoft.com/office/drawing/2014/main" id="{BA0E7A14-BC8D-8A63-BE26-BA41693F7CFA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5" name="Cube 114">
                <a:extLst>
                  <a:ext uri="{FF2B5EF4-FFF2-40B4-BE49-F238E27FC236}">
                    <a16:creationId xmlns:a16="http://schemas.microsoft.com/office/drawing/2014/main" id="{0446070D-0D2F-8DCE-8086-8939CCF760A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6" name="Cube 115">
                <a:extLst>
                  <a:ext uri="{FF2B5EF4-FFF2-40B4-BE49-F238E27FC236}">
                    <a16:creationId xmlns:a16="http://schemas.microsoft.com/office/drawing/2014/main" id="{7D62F309-FF5B-7112-DE09-389E06C4F1A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7" name="Cube 116">
                <a:extLst>
                  <a:ext uri="{FF2B5EF4-FFF2-40B4-BE49-F238E27FC236}">
                    <a16:creationId xmlns:a16="http://schemas.microsoft.com/office/drawing/2014/main" id="{7ACF99C6-9F39-5FE1-CFCD-E56A03A12C25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8" name="Cube 117">
                <a:extLst>
                  <a:ext uri="{FF2B5EF4-FFF2-40B4-BE49-F238E27FC236}">
                    <a16:creationId xmlns:a16="http://schemas.microsoft.com/office/drawing/2014/main" id="{F0241333-D6FE-0C42-F6F7-E7C56171D39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9" name="Cube 118">
                <a:extLst>
                  <a:ext uri="{FF2B5EF4-FFF2-40B4-BE49-F238E27FC236}">
                    <a16:creationId xmlns:a16="http://schemas.microsoft.com/office/drawing/2014/main" id="{4050B0F7-0155-023A-459D-E3BD67D9A6E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C2A5A257-E09A-6113-280D-264B82F2DC0E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00" name="Cube 99">
                <a:extLst>
                  <a:ext uri="{FF2B5EF4-FFF2-40B4-BE49-F238E27FC236}">
                    <a16:creationId xmlns:a16="http://schemas.microsoft.com/office/drawing/2014/main" id="{E818AC96-5AE7-F468-B742-1D7FABA4BFA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1" name="Cube 100">
                <a:extLst>
                  <a:ext uri="{FF2B5EF4-FFF2-40B4-BE49-F238E27FC236}">
                    <a16:creationId xmlns:a16="http://schemas.microsoft.com/office/drawing/2014/main" id="{A7A77CA9-3CB4-1930-D8D7-1A25471E07D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2" name="Cube 101">
                <a:extLst>
                  <a:ext uri="{FF2B5EF4-FFF2-40B4-BE49-F238E27FC236}">
                    <a16:creationId xmlns:a16="http://schemas.microsoft.com/office/drawing/2014/main" id="{1C60FB66-F5C7-3B11-8408-B936C84FA8C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3" name="Cube 102">
                <a:extLst>
                  <a:ext uri="{FF2B5EF4-FFF2-40B4-BE49-F238E27FC236}">
                    <a16:creationId xmlns:a16="http://schemas.microsoft.com/office/drawing/2014/main" id="{AFD96860-E27D-9E0A-F485-7317021ACB32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4" name="Cube 103">
                <a:extLst>
                  <a:ext uri="{FF2B5EF4-FFF2-40B4-BE49-F238E27FC236}">
                    <a16:creationId xmlns:a16="http://schemas.microsoft.com/office/drawing/2014/main" id="{367EF773-45E1-D7FF-056A-88D76C4CD19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5" name="Cube 104">
                <a:extLst>
                  <a:ext uri="{FF2B5EF4-FFF2-40B4-BE49-F238E27FC236}">
                    <a16:creationId xmlns:a16="http://schemas.microsoft.com/office/drawing/2014/main" id="{8AA82940-B2D3-AE8B-618A-E34C30B379D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6" name="Cube 105">
                <a:extLst>
                  <a:ext uri="{FF2B5EF4-FFF2-40B4-BE49-F238E27FC236}">
                    <a16:creationId xmlns:a16="http://schemas.microsoft.com/office/drawing/2014/main" id="{9E315387-9828-D2B0-CDAC-5637FD02824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7" name="Cube 106">
                <a:extLst>
                  <a:ext uri="{FF2B5EF4-FFF2-40B4-BE49-F238E27FC236}">
                    <a16:creationId xmlns:a16="http://schemas.microsoft.com/office/drawing/2014/main" id="{9A1CA2A8-D86C-ED0C-9C4A-7E1225B0FDD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8" name="Cube 107">
                <a:extLst>
                  <a:ext uri="{FF2B5EF4-FFF2-40B4-BE49-F238E27FC236}">
                    <a16:creationId xmlns:a16="http://schemas.microsoft.com/office/drawing/2014/main" id="{50FD2978-2104-7136-8879-0695C2304B3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9" name="Cube 108">
                <a:extLst>
                  <a:ext uri="{FF2B5EF4-FFF2-40B4-BE49-F238E27FC236}">
                    <a16:creationId xmlns:a16="http://schemas.microsoft.com/office/drawing/2014/main" id="{D5E18AD6-1296-0DE0-3098-20FC6A1C449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9AF6598-6CE6-6A37-E71B-4FB325CAC86E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90" name="Cube 89">
                <a:extLst>
                  <a:ext uri="{FF2B5EF4-FFF2-40B4-BE49-F238E27FC236}">
                    <a16:creationId xmlns:a16="http://schemas.microsoft.com/office/drawing/2014/main" id="{4C4D3346-9A55-3865-8EA5-8F620A557CD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1" name="Cube 90">
                <a:extLst>
                  <a:ext uri="{FF2B5EF4-FFF2-40B4-BE49-F238E27FC236}">
                    <a16:creationId xmlns:a16="http://schemas.microsoft.com/office/drawing/2014/main" id="{13CF11F9-A389-2B64-C71E-12E0F69E92EB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2" name="Cube 91">
                <a:extLst>
                  <a:ext uri="{FF2B5EF4-FFF2-40B4-BE49-F238E27FC236}">
                    <a16:creationId xmlns:a16="http://schemas.microsoft.com/office/drawing/2014/main" id="{380C3706-5F61-86FC-7842-77C123456ECA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3" name="Cube 92">
                <a:extLst>
                  <a:ext uri="{FF2B5EF4-FFF2-40B4-BE49-F238E27FC236}">
                    <a16:creationId xmlns:a16="http://schemas.microsoft.com/office/drawing/2014/main" id="{2C54A134-5316-6452-CE95-60BC0790B68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4" name="Cube 93">
                <a:extLst>
                  <a:ext uri="{FF2B5EF4-FFF2-40B4-BE49-F238E27FC236}">
                    <a16:creationId xmlns:a16="http://schemas.microsoft.com/office/drawing/2014/main" id="{6904AFE9-E2EE-7915-7074-9C1F7673E46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5" name="Cube 94">
                <a:extLst>
                  <a:ext uri="{FF2B5EF4-FFF2-40B4-BE49-F238E27FC236}">
                    <a16:creationId xmlns:a16="http://schemas.microsoft.com/office/drawing/2014/main" id="{688B5012-5400-DC07-25A8-6C521CA2D89C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6" name="Cube 95">
                <a:extLst>
                  <a:ext uri="{FF2B5EF4-FFF2-40B4-BE49-F238E27FC236}">
                    <a16:creationId xmlns:a16="http://schemas.microsoft.com/office/drawing/2014/main" id="{90741A23-9662-142A-2619-F33E68109DD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7" name="Cube 96">
                <a:extLst>
                  <a:ext uri="{FF2B5EF4-FFF2-40B4-BE49-F238E27FC236}">
                    <a16:creationId xmlns:a16="http://schemas.microsoft.com/office/drawing/2014/main" id="{B69A6256-2AD1-C652-FEC8-F09723DD82D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8" name="Cube 97">
                <a:extLst>
                  <a:ext uri="{FF2B5EF4-FFF2-40B4-BE49-F238E27FC236}">
                    <a16:creationId xmlns:a16="http://schemas.microsoft.com/office/drawing/2014/main" id="{933213EA-BE34-08AD-7310-76678800E98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9" name="Cube 98">
                <a:extLst>
                  <a:ext uri="{FF2B5EF4-FFF2-40B4-BE49-F238E27FC236}">
                    <a16:creationId xmlns:a16="http://schemas.microsoft.com/office/drawing/2014/main" id="{EB6990E3-86FF-F149-9609-8DA4650A507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1FA7CFA-E724-B0E3-F1E7-6327AA6AE749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80" name="Cube 79">
                <a:extLst>
                  <a:ext uri="{FF2B5EF4-FFF2-40B4-BE49-F238E27FC236}">
                    <a16:creationId xmlns:a16="http://schemas.microsoft.com/office/drawing/2014/main" id="{7FC86115-491E-5BA4-A709-C6E38F07D80B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1" name="Cube 80">
                <a:extLst>
                  <a:ext uri="{FF2B5EF4-FFF2-40B4-BE49-F238E27FC236}">
                    <a16:creationId xmlns:a16="http://schemas.microsoft.com/office/drawing/2014/main" id="{A160A3FE-9056-0509-C67C-D679ABF6EEF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2" name="Cube 81">
                <a:extLst>
                  <a:ext uri="{FF2B5EF4-FFF2-40B4-BE49-F238E27FC236}">
                    <a16:creationId xmlns:a16="http://schemas.microsoft.com/office/drawing/2014/main" id="{EF94039B-0A72-17A5-5290-9E33AC6CE6B0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3" name="Cube 82">
                <a:extLst>
                  <a:ext uri="{FF2B5EF4-FFF2-40B4-BE49-F238E27FC236}">
                    <a16:creationId xmlns:a16="http://schemas.microsoft.com/office/drawing/2014/main" id="{85709010-B534-6D10-86C1-EB13F616383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4" name="Cube 83">
                <a:extLst>
                  <a:ext uri="{FF2B5EF4-FFF2-40B4-BE49-F238E27FC236}">
                    <a16:creationId xmlns:a16="http://schemas.microsoft.com/office/drawing/2014/main" id="{87C6F264-3A44-84A5-EB4A-5A85132D8DC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5" name="Cube 84">
                <a:extLst>
                  <a:ext uri="{FF2B5EF4-FFF2-40B4-BE49-F238E27FC236}">
                    <a16:creationId xmlns:a16="http://schemas.microsoft.com/office/drawing/2014/main" id="{74CABBAA-5981-3FAC-DC03-F5A6494C08A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6" name="Cube 85">
                <a:extLst>
                  <a:ext uri="{FF2B5EF4-FFF2-40B4-BE49-F238E27FC236}">
                    <a16:creationId xmlns:a16="http://schemas.microsoft.com/office/drawing/2014/main" id="{8C58ABA6-D2D8-BA9D-92A3-7ED6FEAA2561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7" name="Cube 86">
                <a:extLst>
                  <a:ext uri="{FF2B5EF4-FFF2-40B4-BE49-F238E27FC236}">
                    <a16:creationId xmlns:a16="http://schemas.microsoft.com/office/drawing/2014/main" id="{2FF2E52D-EFBB-FEF4-3820-99E564DB18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8" name="Cube 87">
                <a:extLst>
                  <a:ext uri="{FF2B5EF4-FFF2-40B4-BE49-F238E27FC236}">
                    <a16:creationId xmlns:a16="http://schemas.microsoft.com/office/drawing/2014/main" id="{D10ADCF5-A0E9-CF37-1A40-8448991E1C5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9" name="Cube 88">
                <a:extLst>
                  <a:ext uri="{FF2B5EF4-FFF2-40B4-BE49-F238E27FC236}">
                    <a16:creationId xmlns:a16="http://schemas.microsoft.com/office/drawing/2014/main" id="{A349A523-0EF6-3FA3-3598-7FF04DBAFCF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18FDE33-8B49-E4CF-544D-0B9123BBC108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70" name="Cube 69">
                <a:extLst>
                  <a:ext uri="{FF2B5EF4-FFF2-40B4-BE49-F238E27FC236}">
                    <a16:creationId xmlns:a16="http://schemas.microsoft.com/office/drawing/2014/main" id="{E57C5DE1-AF6D-C100-2C43-4E3FCDE3868A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1" name="Cube 70">
                <a:extLst>
                  <a:ext uri="{FF2B5EF4-FFF2-40B4-BE49-F238E27FC236}">
                    <a16:creationId xmlns:a16="http://schemas.microsoft.com/office/drawing/2014/main" id="{AC3BB8C0-F82F-C77A-56D6-B68A5561818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2" name="Cube 71">
                <a:extLst>
                  <a:ext uri="{FF2B5EF4-FFF2-40B4-BE49-F238E27FC236}">
                    <a16:creationId xmlns:a16="http://schemas.microsoft.com/office/drawing/2014/main" id="{9EF20678-F13A-6F70-6F81-6AECA897AA0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3" name="Cube 72">
                <a:extLst>
                  <a:ext uri="{FF2B5EF4-FFF2-40B4-BE49-F238E27FC236}">
                    <a16:creationId xmlns:a16="http://schemas.microsoft.com/office/drawing/2014/main" id="{7D86907D-78B4-CC9E-D820-3024C36A5A5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4" name="Cube 73">
                <a:extLst>
                  <a:ext uri="{FF2B5EF4-FFF2-40B4-BE49-F238E27FC236}">
                    <a16:creationId xmlns:a16="http://schemas.microsoft.com/office/drawing/2014/main" id="{811CC0C2-36A2-F9E4-34A8-54F98FFAC8D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5" name="Cube 74">
                <a:extLst>
                  <a:ext uri="{FF2B5EF4-FFF2-40B4-BE49-F238E27FC236}">
                    <a16:creationId xmlns:a16="http://schemas.microsoft.com/office/drawing/2014/main" id="{BBAFE56F-0A6D-F6A3-E421-EAC99A313F1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6" name="Cube 75">
                <a:extLst>
                  <a:ext uri="{FF2B5EF4-FFF2-40B4-BE49-F238E27FC236}">
                    <a16:creationId xmlns:a16="http://schemas.microsoft.com/office/drawing/2014/main" id="{69B38554-1895-E9B2-BEE8-A50752609A5C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7" name="Cube 76">
                <a:extLst>
                  <a:ext uri="{FF2B5EF4-FFF2-40B4-BE49-F238E27FC236}">
                    <a16:creationId xmlns:a16="http://schemas.microsoft.com/office/drawing/2014/main" id="{10AD94DC-1A3A-602F-FA2D-FA62CF6430A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8" name="Cube 77">
                <a:extLst>
                  <a:ext uri="{FF2B5EF4-FFF2-40B4-BE49-F238E27FC236}">
                    <a16:creationId xmlns:a16="http://schemas.microsoft.com/office/drawing/2014/main" id="{E7BA5F0C-03DD-609E-4ECE-6CC6ED6B14C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9" name="Cube 78">
                <a:extLst>
                  <a:ext uri="{FF2B5EF4-FFF2-40B4-BE49-F238E27FC236}">
                    <a16:creationId xmlns:a16="http://schemas.microsoft.com/office/drawing/2014/main" id="{85BE7D37-1BA7-EBDE-DC7F-9F37F257B151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8062829-0BFC-B054-A3F9-9E35FE94D946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60" name="Cube 59">
                <a:extLst>
                  <a:ext uri="{FF2B5EF4-FFF2-40B4-BE49-F238E27FC236}">
                    <a16:creationId xmlns:a16="http://schemas.microsoft.com/office/drawing/2014/main" id="{1FFE4EDB-6E39-1266-6F64-9866187CF801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1" name="Cube 60">
                <a:extLst>
                  <a:ext uri="{FF2B5EF4-FFF2-40B4-BE49-F238E27FC236}">
                    <a16:creationId xmlns:a16="http://schemas.microsoft.com/office/drawing/2014/main" id="{D175A350-AA5E-5427-77AE-F5E1D472DA2E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2" name="Cube 61">
                <a:extLst>
                  <a:ext uri="{FF2B5EF4-FFF2-40B4-BE49-F238E27FC236}">
                    <a16:creationId xmlns:a16="http://schemas.microsoft.com/office/drawing/2014/main" id="{5758F6F2-22EF-AC3B-A0C5-D640C274F8F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3" name="Cube 62">
                <a:extLst>
                  <a:ext uri="{FF2B5EF4-FFF2-40B4-BE49-F238E27FC236}">
                    <a16:creationId xmlns:a16="http://schemas.microsoft.com/office/drawing/2014/main" id="{2DF6720A-FC50-A351-DF28-FE583D2B5A7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4" name="Cube 63">
                <a:extLst>
                  <a:ext uri="{FF2B5EF4-FFF2-40B4-BE49-F238E27FC236}">
                    <a16:creationId xmlns:a16="http://schemas.microsoft.com/office/drawing/2014/main" id="{2EE3C6AB-9808-89FA-4B64-000D4E3E5D5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5" name="Cube 64">
                <a:extLst>
                  <a:ext uri="{FF2B5EF4-FFF2-40B4-BE49-F238E27FC236}">
                    <a16:creationId xmlns:a16="http://schemas.microsoft.com/office/drawing/2014/main" id="{741F8380-0614-B6F6-349E-69E2C1250DC3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6" name="Cube 65">
                <a:extLst>
                  <a:ext uri="{FF2B5EF4-FFF2-40B4-BE49-F238E27FC236}">
                    <a16:creationId xmlns:a16="http://schemas.microsoft.com/office/drawing/2014/main" id="{8CEA6C36-DC59-26B9-C88B-D4BFB3A6597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7" name="Cube 66">
                <a:extLst>
                  <a:ext uri="{FF2B5EF4-FFF2-40B4-BE49-F238E27FC236}">
                    <a16:creationId xmlns:a16="http://schemas.microsoft.com/office/drawing/2014/main" id="{5E2B7AE6-72BC-4244-A059-55239C25BAE7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8" name="Cube 67">
                <a:extLst>
                  <a:ext uri="{FF2B5EF4-FFF2-40B4-BE49-F238E27FC236}">
                    <a16:creationId xmlns:a16="http://schemas.microsoft.com/office/drawing/2014/main" id="{4DDA583C-CC83-5BC5-82E0-8BFF233503B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9" name="Cube 68">
                <a:extLst>
                  <a:ext uri="{FF2B5EF4-FFF2-40B4-BE49-F238E27FC236}">
                    <a16:creationId xmlns:a16="http://schemas.microsoft.com/office/drawing/2014/main" id="{883A5636-1140-10DF-AE60-905835BEDFB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CB6B2-DD10-6EC4-8921-3A205D07449E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50" name="Cube 49">
                <a:extLst>
                  <a:ext uri="{FF2B5EF4-FFF2-40B4-BE49-F238E27FC236}">
                    <a16:creationId xmlns:a16="http://schemas.microsoft.com/office/drawing/2014/main" id="{DDCD29FC-3203-9EE8-E497-9FE2746A481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1" name="Cube 50">
                <a:extLst>
                  <a:ext uri="{FF2B5EF4-FFF2-40B4-BE49-F238E27FC236}">
                    <a16:creationId xmlns:a16="http://schemas.microsoft.com/office/drawing/2014/main" id="{110FCBA0-115D-AE34-6C31-68CFF681A47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2" name="Cube 51">
                <a:extLst>
                  <a:ext uri="{FF2B5EF4-FFF2-40B4-BE49-F238E27FC236}">
                    <a16:creationId xmlns:a16="http://schemas.microsoft.com/office/drawing/2014/main" id="{A18BB897-6234-A519-2BB2-9871B9D17A5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3" name="Cube 52">
                <a:extLst>
                  <a:ext uri="{FF2B5EF4-FFF2-40B4-BE49-F238E27FC236}">
                    <a16:creationId xmlns:a16="http://schemas.microsoft.com/office/drawing/2014/main" id="{A8E8BFF1-6BDB-8940-8393-435E62A321F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4" name="Cube 53">
                <a:extLst>
                  <a:ext uri="{FF2B5EF4-FFF2-40B4-BE49-F238E27FC236}">
                    <a16:creationId xmlns:a16="http://schemas.microsoft.com/office/drawing/2014/main" id="{785E480C-D5C0-984E-0EDB-E0CEC267D23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5" name="Cube 54">
                <a:extLst>
                  <a:ext uri="{FF2B5EF4-FFF2-40B4-BE49-F238E27FC236}">
                    <a16:creationId xmlns:a16="http://schemas.microsoft.com/office/drawing/2014/main" id="{EC282A25-B369-AD26-F760-82FE0E31D7C0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C64AC073-CC01-C995-9F69-90358E447DC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7" name="Cube 56">
                <a:extLst>
                  <a:ext uri="{FF2B5EF4-FFF2-40B4-BE49-F238E27FC236}">
                    <a16:creationId xmlns:a16="http://schemas.microsoft.com/office/drawing/2014/main" id="{32B715EC-7C4A-7BBD-E3DE-68D439A7CD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8" name="Cube 57">
                <a:extLst>
                  <a:ext uri="{FF2B5EF4-FFF2-40B4-BE49-F238E27FC236}">
                    <a16:creationId xmlns:a16="http://schemas.microsoft.com/office/drawing/2014/main" id="{471DB6C3-1914-9179-CF0C-0290E89AFCE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9" name="Cube 58">
                <a:extLst>
                  <a:ext uri="{FF2B5EF4-FFF2-40B4-BE49-F238E27FC236}">
                    <a16:creationId xmlns:a16="http://schemas.microsoft.com/office/drawing/2014/main" id="{D4E552B2-DE15-9303-C30F-C1E621604A8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1B264CC-1C4D-39C8-1C9B-7F8C841ACFB9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0" name="Cube 39">
                <a:extLst>
                  <a:ext uri="{FF2B5EF4-FFF2-40B4-BE49-F238E27FC236}">
                    <a16:creationId xmlns:a16="http://schemas.microsoft.com/office/drawing/2014/main" id="{1F9B5FA5-4A42-0059-C2D0-20A891C0113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" name="Cube 40">
                <a:extLst>
                  <a:ext uri="{FF2B5EF4-FFF2-40B4-BE49-F238E27FC236}">
                    <a16:creationId xmlns:a16="http://schemas.microsoft.com/office/drawing/2014/main" id="{5E20FA54-C4BF-C66F-0EEE-EBCA42E10C4D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" name="Cube 41">
                <a:extLst>
                  <a:ext uri="{FF2B5EF4-FFF2-40B4-BE49-F238E27FC236}">
                    <a16:creationId xmlns:a16="http://schemas.microsoft.com/office/drawing/2014/main" id="{9F99D1D7-062A-184F-B17E-5EC7948FDC8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" name="Cube 42">
                <a:extLst>
                  <a:ext uri="{FF2B5EF4-FFF2-40B4-BE49-F238E27FC236}">
                    <a16:creationId xmlns:a16="http://schemas.microsoft.com/office/drawing/2014/main" id="{1656B0D0-9769-D343-080D-639AD5A882FF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4" name="Cube 43">
                <a:extLst>
                  <a:ext uri="{FF2B5EF4-FFF2-40B4-BE49-F238E27FC236}">
                    <a16:creationId xmlns:a16="http://schemas.microsoft.com/office/drawing/2014/main" id="{DA64F743-FE61-8B30-3A53-876C3E34F42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5" name="Cube 44">
                <a:extLst>
                  <a:ext uri="{FF2B5EF4-FFF2-40B4-BE49-F238E27FC236}">
                    <a16:creationId xmlns:a16="http://schemas.microsoft.com/office/drawing/2014/main" id="{CE0DC233-4477-129C-F643-30B7EB1DEF9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6" name="Cube 45">
                <a:extLst>
                  <a:ext uri="{FF2B5EF4-FFF2-40B4-BE49-F238E27FC236}">
                    <a16:creationId xmlns:a16="http://schemas.microsoft.com/office/drawing/2014/main" id="{DBB3BDBC-ACE2-9E12-1401-C1EF9EF7218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7" name="Cube 46">
                <a:extLst>
                  <a:ext uri="{FF2B5EF4-FFF2-40B4-BE49-F238E27FC236}">
                    <a16:creationId xmlns:a16="http://schemas.microsoft.com/office/drawing/2014/main" id="{5DB1A9E5-1B14-3C43-D418-467B2FD13D2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8" name="Cube 47">
                <a:extLst>
                  <a:ext uri="{FF2B5EF4-FFF2-40B4-BE49-F238E27FC236}">
                    <a16:creationId xmlns:a16="http://schemas.microsoft.com/office/drawing/2014/main" id="{EF040A31-4600-03FC-CEDA-D960CD2FC8AE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9" name="Cube 48">
                <a:extLst>
                  <a:ext uri="{FF2B5EF4-FFF2-40B4-BE49-F238E27FC236}">
                    <a16:creationId xmlns:a16="http://schemas.microsoft.com/office/drawing/2014/main" id="{C6FB9DBF-5A76-FC41-90F1-80B5D40068E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E354686-C8C4-6EBF-653E-874CF68DBC20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0" name="Cube 29">
                <a:extLst>
                  <a:ext uri="{FF2B5EF4-FFF2-40B4-BE49-F238E27FC236}">
                    <a16:creationId xmlns:a16="http://schemas.microsoft.com/office/drawing/2014/main" id="{B1822CDE-F240-C040-F777-67246C3D60D7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" name="Cube 30">
                <a:extLst>
                  <a:ext uri="{FF2B5EF4-FFF2-40B4-BE49-F238E27FC236}">
                    <a16:creationId xmlns:a16="http://schemas.microsoft.com/office/drawing/2014/main" id="{104B9787-736B-4A34-5681-A89B305BBB0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" name="Cube 31">
                <a:extLst>
                  <a:ext uri="{FF2B5EF4-FFF2-40B4-BE49-F238E27FC236}">
                    <a16:creationId xmlns:a16="http://schemas.microsoft.com/office/drawing/2014/main" id="{77240130-EF10-22FA-3D64-B920789B818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" name="Cube 32">
                <a:extLst>
                  <a:ext uri="{FF2B5EF4-FFF2-40B4-BE49-F238E27FC236}">
                    <a16:creationId xmlns:a16="http://schemas.microsoft.com/office/drawing/2014/main" id="{03F337E6-7056-815C-ECB7-786E61912FF8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" name="Cube 33">
                <a:extLst>
                  <a:ext uri="{FF2B5EF4-FFF2-40B4-BE49-F238E27FC236}">
                    <a16:creationId xmlns:a16="http://schemas.microsoft.com/office/drawing/2014/main" id="{CE37AFEA-54DE-681A-600A-3C9003CA9A6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" name="Cube 34">
                <a:extLst>
                  <a:ext uri="{FF2B5EF4-FFF2-40B4-BE49-F238E27FC236}">
                    <a16:creationId xmlns:a16="http://schemas.microsoft.com/office/drawing/2014/main" id="{DFE572B6-6AA6-89A6-BB7A-CDE155F094DB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" name="Cube 35">
                <a:extLst>
                  <a:ext uri="{FF2B5EF4-FFF2-40B4-BE49-F238E27FC236}">
                    <a16:creationId xmlns:a16="http://schemas.microsoft.com/office/drawing/2014/main" id="{6CE02682-7DDC-D8DE-20B1-2024A33F38BD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Cube 36">
                <a:extLst>
                  <a:ext uri="{FF2B5EF4-FFF2-40B4-BE49-F238E27FC236}">
                    <a16:creationId xmlns:a16="http://schemas.microsoft.com/office/drawing/2014/main" id="{77624897-DC51-0519-350F-BD862390657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" name="Cube 37">
                <a:extLst>
                  <a:ext uri="{FF2B5EF4-FFF2-40B4-BE49-F238E27FC236}">
                    <a16:creationId xmlns:a16="http://schemas.microsoft.com/office/drawing/2014/main" id="{29FF2263-BB7C-9A0C-18A6-4A95420B698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021331B5-1148-17A1-27CE-68D1B5CDFD7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EB08508-96B7-283B-3324-7CA51BED9195}"/>
              </a:ext>
            </a:extLst>
          </p:cNvPr>
          <p:cNvGrpSpPr/>
          <p:nvPr/>
        </p:nvGrpSpPr>
        <p:grpSpPr>
          <a:xfrm>
            <a:off x="1584795" y="3207760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42" name="Cube 141">
              <a:extLst>
                <a:ext uri="{FF2B5EF4-FFF2-40B4-BE49-F238E27FC236}">
                  <a16:creationId xmlns:a16="http://schemas.microsoft.com/office/drawing/2014/main" id="{A8097821-8E3D-3B35-DC99-96ED1C4CC93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3" name="Cube 142">
              <a:extLst>
                <a:ext uri="{FF2B5EF4-FFF2-40B4-BE49-F238E27FC236}">
                  <a16:creationId xmlns:a16="http://schemas.microsoft.com/office/drawing/2014/main" id="{D30232D1-8E88-0A01-BEE9-4D50004D9C47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B44A3FAD-D23B-759B-7D67-06DE089F0AE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Cube 144">
              <a:extLst>
                <a:ext uri="{FF2B5EF4-FFF2-40B4-BE49-F238E27FC236}">
                  <a16:creationId xmlns:a16="http://schemas.microsoft.com/office/drawing/2014/main" id="{D027D7E3-343D-9211-CE65-28BEB2506FC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AD0A4A08-EAD5-F848-4A65-44C5C5D1A18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7" name="Cube 146">
              <a:extLst>
                <a:ext uri="{FF2B5EF4-FFF2-40B4-BE49-F238E27FC236}">
                  <a16:creationId xmlns:a16="http://schemas.microsoft.com/office/drawing/2014/main" id="{CB9EDB77-8308-1723-44CF-28ED3F8F4B3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8" name="Cube 147">
              <a:extLst>
                <a:ext uri="{FF2B5EF4-FFF2-40B4-BE49-F238E27FC236}">
                  <a16:creationId xmlns:a16="http://schemas.microsoft.com/office/drawing/2014/main" id="{15E0B74A-513A-000B-B49B-A66FDE97A94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9" name="Cube 148">
              <a:extLst>
                <a:ext uri="{FF2B5EF4-FFF2-40B4-BE49-F238E27FC236}">
                  <a16:creationId xmlns:a16="http://schemas.microsoft.com/office/drawing/2014/main" id="{EA1030EA-5E04-B7A2-5862-08CFC8B640F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0" name="Cube 149">
              <a:extLst>
                <a:ext uri="{FF2B5EF4-FFF2-40B4-BE49-F238E27FC236}">
                  <a16:creationId xmlns:a16="http://schemas.microsoft.com/office/drawing/2014/main" id="{7663B8D2-DEFD-882B-3646-7D8F32F919DB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1" name="Cube 150">
              <a:extLst>
                <a:ext uri="{FF2B5EF4-FFF2-40B4-BE49-F238E27FC236}">
                  <a16:creationId xmlns:a16="http://schemas.microsoft.com/office/drawing/2014/main" id="{AD25BE94-89A2-BFFD-602B-80AF47216C1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52" name="TextBox 151">
            <a:extLst>
              <a:ext uri="{FF2B5EF4-FFF2-40B4-BE49-F238E27FC236}">
                <a16:creationId xmlns:a16="http://schemas.microsoft.com/office/drawing/2014/main" id="{81DA2D93-BB10-C33F-368C-2DD412583608}"/>
              </a:ext>
            </a:extLst>
          </p:cNvPr>
          <p:cNvSpPr txBox="1"/>
          <p:nvPr/>
        </p:nvSpPr>
        <p:spPr>
          <a:xfrm>
            <a:off x="3056683" y="1299039"/>
            <a:ext cx="628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1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93B7A31B-9032-7BFD-E306-F9016DCB90D4}"/>
              </a:ext>
            </a:extLst>
          </p:cNvPr>
          <p:cNvSpPr txBox="1"/>
          <p:nvPr/>
        </p:nvSpPr>
        <p:spPr>
          <a:xfrm>
            <a:off x="6589573" y="1176932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0.3 − 0.16</a:t>
            </a:r>
          </a:p>
        </p:txBody>
      </p:sp>
      <p:sp>
        <p:nvSpPr>
          <p:cNvPr id="165" name="Cube 164">
            <a:extLst>
              <a:ext uri="{FF2B5EF4-FFF2-40B4-BE49-F238E27FC236}">
                <a16:creationId xmlns:a16="http://schemas.microsoft.com/office/drawing/2014/main" id="{DE882D38-C32D-4822-58A4-12FFDB66C05E}"/>
              </a:ext>
            </a:extLst>
          </p:cNvPr>
          <p:cNvSpPr/>
          <p:nvPr/>
        </p:nvSpPr>
        <p:spPr>
          <a:xfrm>
            <a:off x="1584795" y="6031921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7B273F84-13D9-3A5C-8DB3-5D557B8FC68E}"/>
              </a:ext>
            </a:extLst>
          </p:cNvPr>
          <p:cNvSpPr txBox="1"/>
          <p:nvPr/>
        </p:nvSpPr>
        <p:spPr>
          <a:xfrm>
            <a:off x="3056683" y="4145001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00B87F2-7D06-6901-5F4E-C4ABD007DBF1}"/>
              </a:ext>
            </a:extLst>
          </p:cNvPr>
          <p:cNvSpPr txBox="1"/>
          <p:nvPr/>
        </p:nvSpPr>
        <p:spPr>
          <a:xfrm>
            <a:off x="3056683" y="5890089"/>
            <a:ext cx="1085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0.01</a:t>
            </a:r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C3FBD059-E9A0-6FCC-5ED1-E402E022D28D}"/>
              </a:ext>
            </a:extLst>
          </p:cNvPr>
          <p:cNvCxnSpPr>
            <a:cxnSpLocks/>
          </p:cNvCxnSpPr>
          <p:nvPr/>
        </p:nvCxnSpPr>
        <p:spPr>
          <a:xfrm>
            <a:off x="4943475" y="266700"/>
            <a:ext cx="0" cy="640080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58CE4CC8-C8C7-A9D1-74F4-64877DD5079F}"/>
              </a:ext>
            </a:extLst>
          </p:cNvPr>
          <p:cNvSpPr txBox="1"/>
          <p:nvPr/>
        </p:nvSpPr>
        <p:spPr>
          <a:xfrm>
            <a:off x="4977699" y="315964"/>
            <a:ext cx="50127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Төмөнкүлөрдү билдирүү </a:t>
            </a:r>
            <a:endParaRPr lang="en-US" sz="2000" dirty="0"/>
          </a:p>
          <a:p>
            <a:pPr algn="ctr"/>
            <a:r>
              <a:rPr lang="ru-RU" sz="2000" dirty="0"/>
              <a:t>үчүн блокторду жана сандарды колдонуңуз:</a:t>
            </a:r>
            <a:endParaRPr lang="en-GB" sz="2000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39297C88-EE68-78F2-1426-892862AE853A}"/>
              </a:ext>
            </a:extLst>
          </p:cNvPr>
          <p:cNvSpPr txBox="1"/>
          <p:nvPr/>
        </p:nvSpPr>
        <p:spPr>
          <a:xfrm>
            <a:off x="7045626" y="5444132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0.14</a:t>
            </a:r>
          </a:p>
        </p:txBody>
      </p:sp>
      <p:sp>
        <p:nvSpPr>
          <p:cNvPr id="157" name="Cube 156">
            <a:extLst>
              <a:ext uri="{FF2B5EF4-FFF2-40B4-BE49-F238E27FC236}">
                <a16:creationId xmlns:a16="http://schemas.microsoft.com/office/drawing/2014/main" id="{5AF2145D-3394-9B67-3213-A6CE87BF978A}"/>
              </a:ext>
            </a:extLst>
          </p:cNvPr>
          <p:cNvSpPr/>
          <p:nvPr/>
        </p:nvSpPr>
        <p:spPr>
          <a:xfrm>
            <a:off x="6913481" y="4351073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8" name="Cube 157">
            <a:extLst>
              <a:ext uri="{FF2B5EF4-FFF2-40B4-BE49-F238E27FC236}">
                <a16:creationId xmlns:a16="http://schemas.microsoft.com/office/drawing/2014/main" id="{0D6B4806-0550-369D-7D6C-866059BBD829}"/>
              </a:ext>
            </a:extLst>
          </p:cNvPr>
          <p:cNvSpPr/>
          <p:nvPr/>
        </p:nvSpPr>
        <p:spPr>
          <a:xfrm>
            <a:off x="6913481" y="4119203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9" name="Cube 158">
            <a:extLst>
              <a:ext uri="{FF2B5EF4-FFF2-40B4-BE49-F238E27FC236}">
                <a16:creationId xmlns:a16="http://schemas.microsoft.com/office/drawing/2014/main" id="{ABE9092C-FFA3-4ECA-F141-94D475EDC10D}"/>
              </a:ext>
            </a:extLst>
          </p:cNvPr>
          <p:cNvSpPr/>
          <p:nvPr/>
        </p:nvSpPr>
        <p:spPr>
          <a:xfrm>
            <a:off x="6913481" y="3887334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0" name="Cube 159">
            <a:extLst>
              <a:ext uri="{FF2B5EF4-FFF2-40B4-BE49-F238E27FC236}">
                <a16:creationId xmlns:a16="http://schemas.microsoft.com/office/drawing/2014/main" id="{0298E0F7-3DB4-D1A1-7E13-350A2B30D0FF}"/>
              </a:ext>
            </a:extLst>
          </p:cNvPr>
          <p:cNvSpPr/>
          <p:nvPr/>
        </p:nvSpPr>
        <p:spPr>
          <a:xfrm>
            <a:off x="6913481" y="3655465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1" name="Cube 160">
            <a:extLst>
              <a:ext uri="{FF2B5EF4-FFF2-40B4-BE49-F238E27FC236}">
                <a16:creationId xmlns:a16="http://schemas.microsoft.com/office/drawing/2014/main" id="{30FBFC9F-C318-8880-8525-E845BAAE67D6}"/>
              </a:ext>
            </a:extLst>
          </p:cNvPr>
          <p:cNvSpPr/>
          <p:nvPr/>
        </p:nvSpPr>
        <p:spPr>
          <a:xfrm>
            <a:off x="6913481" y="3423595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2" name="Cube 161">
            <a:extLst>
              <a:ext uri="{FF2B5EF4-FFF2-40B4-BE49-F238E27FC236}">
                <a16:creationId xmlns:a16="http://schemas.microsoft.com/office/drawing/2014/main" id="{97444AE4-85C8-DD5A-02BD-07565AB5C5CB}"/>
              </a:ext>
            </a:extLst>
          </p:cNvPr>
          <p:cNvSpPr/>
          <p:nvPr/>
        </p:nvSpPr>
        <p:spPr>
          <a:xfrm>
            <a:off x="6913481" y="3191726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3" name="Cube 162">
            <a:extLst>
              <a:ext uri="{FF2B5EF4-FFF2-40B4-BE49-F238E27FC236}">
                <a16:creationId xmlns:a16="http://schemas.microsoft.com/office/drawing/2014/main" id="{AC0B0CD4-4FC4-7A11-4079-34906D264C2E}"/>
              </a:ext>
            </a:extLst>
          </p:cNvPr>
          <p:cNvSpPr/>
          <p:nvPr/>
        </p:nvSpPr>
        <p:spPr>
          <a:xfrm>
            <a:off x="6913481" y="2959857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8" name="Cube 167">
            <a:extLst>
              <a:ext uri="{FF2B5EF4-FFF2-40B4-BE49-F238E27FC236}">
                <a16:creationId xmlns:a16="http://schemas.microsoft.com/office/drawing/2014/main" id="{07F84976-FA43-FB3A-41AD-CAC4A193AFFC}"/>
              </a:ext>
            </a:extLst>
          </p:cNvPr>
          <p:cNvSpPr/>
          <p:nvPr/>
        </p:nvSpPr>
        <p:spPr>
          <a:xfrm>
            <a:off x="6913481" y="2727988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0" name="Cube 169">
            <a:extLst>
              <a:ext uri="{FF2B5EF4-FFF2-40B4-BE49-F238E27FC236}">
                <a16:creationId xmlns:a16="http://schemas.microsoft.com/office/drawing/2014/main" id="{29D9EE8E-9427-365D-6CF0-B5474364F256}"/>
              </a:ext>
            </a:extLst>
          </p:cNvPr>
          <p:cNvSpPr/>
          <p:nvPr/>
        </p:nvSpPr>
        <p:spPr>
          <a:xfrm>
            <a:off x="6913481" y="2496118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1" name="Cube 170">
            <a:extLst>
              <a:ext uri="{FF2B5EF4-FFF2-40B4-BE49-F238E27FC236}">
                <a16:creationId xmlns:a16="http://schemas.microsoft.com/office/drawing/2014/main" id="{8F992D8C-DFDB-C89B-21EC-B4360832FC78}"/>
              </a:ext>
            </a:extLst>
          </p:cNvPr>
          <p:cNvSpPr/>
          <p:nvPr/>
        </p:nvSpPr>
        <p:spPr>
          <a:xfrm>
            <a:off x="6913481" y="2264249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4" name="Cube 173">
            <a:extLst>
              <a:ext uri="{FF2B5EF4-FFF2-40B4-BE49-F238E27FC236}">
                <a16:creationId xmlns:a16="http://schemas.microsoft.com/office/drawing/2014/main" id="{450AC530-9250-BB1E-4940-37CB0C45219E}"/>
              </a:ext>
            </a:extLst>
          </p:cNvPr>
          <p:cNvSpPr/>
          <p:nvPr/>
        </p:nvSpPr>
        <p:spPr>
          <a:xfrm>
            <a:off x="7542131" y="4351073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5" name="Cube 174">
            <a:extLst>
              <a:ext uri="{FF2B5EF4-FFF2-40B4-BE49-F238E27FC236}">
                <a16:creationId xmlns:a16="http://schemas.microsoft.com/office/drawing/2014/main" id="{50917C3F-FFB4-02E8-E89F-E24333AED749}"/>
              </a:ext>
            </a:extLst>
          </p:cNvPr>
          <p:cNvSpPr/>
          <p:nvPr/>
        </p:nvSpPr>
        <p:spPr>
          <a:xfrm>
            <a:off x="7542131" y="4119203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Cube 175">
            <a:extLst>
              <a:ext uri="{FF2B5EF4-FFF2-40B4-BE49-F238E27FC236}">
                <a16:creationId xmlns:a16="http://schemas.microsoft.com/office/drawing/2014/main" id="{04B7FC35-E602-8DF5-5994-17AC5420705B}"/>
              </a:ext>
            </a:extLst>
          </p:cNvPr>
          <p:cNvSpPr/>
          <p:nvPr/>
        </p:nvSpPr>
        <p:spPr>
          <a:xfrm>
            <a:off x="7542131" y="3887334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Cube 176">
            <a:extLst>
              <a:ext uri="{FF2B5EF4-FFF2-40B4-BE49-F238E27FC236}">
                <a16:creationId xmlns:a16="http://schemas.microsoft.com/office/drawing/2014/main" id="{197E2834-86C5-F19F-F4E5-E32AE45EBB24}"/>
              </a:ext>
            </a:extLst>
          </p:cNvPr>
          <p:cNvSpPr/>
          <p:nvPr/>
        </p:nvSpPr>
        <p:spPr>
          <a:xfrm>
            <a:off x="7542131" y="3655465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2424262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/>
      <p:bldP spid="157" grpId="0" animBg="1"/>
      <p:bldP spid="158" grpId="0" animBg="1"/>
      <p:bldP spid="159" grpId="0" animBg="1"/>
      <p:bldP spid="160" grpId="0" animBg="1"/>
      <p:bldP spid="161" grpId="0" animBg="1"/>
      <p:bldP spid="162" grpId="0" animBg="1"/>
      <p:bldP spid="163" grpId="0" animBg="1"/>
      <p:bldP spid="168" grpId="0" animBg="1"/>
      <p:bldP spid="170" grpId="0" animBg="1"/>
      <p:bldP spid="171" grpId="0" animBg="1"/>
      <p:bldP spid="174" grpId="0" animBg="1"/>
      <p:bldP spid="175" grpId="0" animBg="1"/>
      <p:bldP spid="176" grpId="0" animBg="1"/>
      <p:bldP spid="17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3F81F98-E0AD-C3B4-5711-2F7F4F9B7A6E}"/>
              </a:ext>
            </a:extLst>
          </p:cNvPr>
          <p:cNvGrpSpPr/>
          <p:nvPr/>
        </p:nvGrpSpPr>
        <p:grpSpPr>
          <a:xfrm>
            <a:off x="543586" y="383599"/>
            <a:ext cx="2397702" cy="2397702"/>
            <a:chOff x="414598" y="546495"/>
            <a:chExt cx="5852156" cy="5898407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EF52D27-F39A-D244-BEE8-1CE5FFD3B62A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20" name="Cube 119">
                <a:extLst>
                  <a:ext uri="{FF2B5EF4-FFF2-40B4-BE49-F238E27FC236}">
                    <a16:creationId xmlns:a16="http://schemas.microsoft.com/office/drawing/2014/main" id="{90475A5E-0146-75AA-626B-D765BF456A6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1" name="Cube 120">
                <a:extLst>
                  <a:ext uri="{FF2B5EF4-FFF2-40B4-BE49-F238E27FC236}">
                    <a16:creationId xmlns:a16="http://schemas.microsoft.com/office/drawing/2014/main" id="{C11B39BD-D440-1662-FA5D-DEA99D69516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2" name="Cube 121">
                <a:extLst>
                  <a:ext uri="{FF2B5EF4-FFF2-40B4-BE49-F238E27FC236}">
                    <a16:creationId xmlns:a16="http://schemas.microsoft.com/office/drawing/2014/main" id="{B1572F7C-578A-4BDB-47F8-537D19C40E61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3" name="Cube 122">
                <a:extLst>
                  <a:ext uri="{FF2B5EF4-FFF2-40B4-BE49-F238E27FC236}">
                    <a16:creationId xmlns:a16="http://schemas.microsoft.com/office/drawing/2014/main" id="{8B4589C2-04B1-9BD4-7CD5-95CF0ECEAA8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4" name="Cube 123">
                <a:extLst>
                  <a:ext uri="{FF2B5EF4-FFF2-40B4-BE49-F238E27FC236}">
                    <a16:creationId xmlns:a16="http://schemas.microsoft.com/office/drawing/2014/main" id="{7128ECFD-C326-03B6-32F0-C6E54DBFE518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5" name="Cube 124">
                <a:extLst>
                  <a:ext uri="{FF2B5EF4-FFF2-40B4-BE49-F238E27FC236}">
                    <a16:creationId xmlns:a16="http://schemas.microsoft.com/office/drawing/2014/main" id="{D54A0F0B-A7B3-197F-60AB-7EAB0F8C56C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6" name="Cube 125">
                <a:extLst>
                  <a:ext uri="{FF2B5EF4-FFF2-40B4-BE49-F238E27FC236}">
                    <a16:creationId xmlns:a16="http://schemas.microsoft.com/office/drawing/2014/main" id="{0624E7C6-A732-8176-39C6-61963B94CFA6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7" name="Cube 126">
                <a:extLst>
                  <a:ext uri="{FF2B5EF4-FFF2-40B4-BE49-F238E27FC236}">
                    <a16:creationId xmlns:a16="http://schemas.microsoft.com/office/drawing/2014/main" id="{9A29BE40-1442-DAEE-B5DD-88FD6D8F6E78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8" name="Cube 127">
                <a:extLst>
                  <a:ext uri="{FF2B5EF4-FFF2-40B4-BE49-F238E27FC236}">
                    <a16:creationId xmlns:a16="http://schemas.microsoft.com/office/drawing/2014/main" id="{7E9A4BDD-AF89-FB88-51AD-DAF6531D49BF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9" name="Cube 128">
                <a:extLst>
                  <a:ext uri="{FF2B5EF4-FFF2-40B4-BE49-F238E27FC236}">
                    <a16:creationId xmlns:a16="http://schemas.microsoft.com/office/drawing/2014/main" id="{42F6D745-6E75-D5BD-3E3F-A00D89396F8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FF8AC8C-D445-4328-22B1-A0720714DE94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10" name="Cube 109">
                <a:extLst>
                  <a:ext uri="{FF2B5EF4-FFF2-40B4-BE49-F238E27FC236}">
                    <a16:creationId xmlns:a16="http://schemas.microsoft.com/office/drawing/2014/main" id="{8580828C-A1CA-E458-1B0C-2D8DDDCDF0EF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1" name="Cube 110">
                <a:extLst>
                  <a:ext uri="{FF2B5EF4-FFF2-40B4-BE49-F238E27FC236}">
                    <a16:creationId xmlns:a16="http://schemas.microsoft.com/office/drawing/2014/main" id="{58A542E7-4FE7-5A65-98D1-C5CAF8ED075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2" name="Cube 111">
                <a:extLst>
                  <a:ext uri="{FF2B5EF4-FFF2-40B4-BE49-F238E27FC236}">
                    <a16:creationId xmlns:a16="http://schemas.microsoft.com/office/drawing/2014/main" id="{3EDE662D-F765-D15A-81A1-A67D669D9E1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3" name="Cube 112">
                <a:extLst>
                  <a:ext uri="{FF2B5EF4-FFF2-40B4-BE49-F238E27FC236}">
                    <a16:creationId xmlns:a16="http://schemas.microsoft.com/office/drawing/2014/main" id="{11AB2AAD-F6BC-1844-9F5D-FA20EA100E8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4" name="Cube 113">
                <a:extLst>
                  <a:ext uri="{FF2B5EF4-FFF2-40B4-BE49-F238E27FC236}">
                    <a16:creationId xmlns:a16="http://schemas.microsoft.com/office/drawing/2014/main" id="{BA0E7A14-BC8D-8A63-BE26-BA41693F7CFA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5" name="Cube 114">
                <a:extLst>
                  <a:ext uri="{FF2B5EF4-FFF2-40B4-BE49-F238E27FC236}">
                    <a16:creationId xmlns:a16="http://schemas.microsoft.com/office/drawing/2014/main" id="{0446070D-0D2F-8DCE-8086-8939CCF760A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6" name="Cube 115">
                <a:extLst>
                  <a:ext uri="{FF2B5EF4-FFF2-40B4-BE49-F238E27FC236}">
                    <a16:creationId xmlns:a16="http://schemas.microsoft.com/office/drawing/2014/main" id="{7D62F309-FF5B-7112-DE09-389E06C4F1A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7" name="Cube 116">
                <a:extLst>
                  <a:ext uri="{FF2B5EF4-FFF2-40B4-BE49-F238E27FC236}">
                    <a16:creationId xmlns:a16="http://schemas.microsoft.com/office/drawing/2014/main" id="{7ACF99C6-9F39-5FE1-CFCD-E56A03A12C25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8" name="Cube 117">
                <a:extLst>
                  <a:ext uri="{FF2B5EF4-FFF2-40B4-BE49-F238E27FC236}">
                    <a16:creationId xmlns:a16="http://schemas.microsoft.com/office/drawing/2014/main" id="{F0241333-D6FE-0C42-F6F7-E7C56171D39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9" name="Cube 118">
                <a:extLst>
                  <a:ext uri="{FF2B5EF4-FFF2-40B4-BE49-F238E27FC236}">
                    <a16:creationId xmlns:a16="http://schemas.microsoft.com/office/drawing/2014/main" id="{4050B0F7-0155-023A-459D-E3BD67D9A6E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C2A5A257-E09A-6113-280D-264B82F2DC0E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00" name="Cube 99">
                <a:extLst>
                  <a:ext uri="{FF2B5EF4-FFF2-40B4-BE49-F238E27FC236}">
                    <a16:creationId xmlns:a16="http://schemas.microsoft.com/office/drawing/2014/main" id="{E818AC96-5AE7-F468-B742-1D7FABA4BFA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1" name="Cube 100">
                <a:extLst>
                  <a:ext uri="{FF2B5EF4-FFF2-40B4-BE49-F238E27FC236}">
                    <a16:creationId xmlns:a16="http://schemas.microsoft.com/office/drawing/2014/main" id="{A7A77CA9-3CB4-1930-D8D7-1A25471E07D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2" name="Cube 101">
                <a:extLst>
                  <a:ext uri="{FF2B5EF4-FFF2-40B4-BE49-F238E27FC236}">
                    <a16:creationId xmlns:a16="http://schemas.microsoft.com/office/drawing/2014/main" id="{1C60FB66-F5C7-3B11-8408-B936C84FA8C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3" name="Cube 102">
                <a:extLst>
                  <a:ext uri="{FF2B5EF4-FFF2-40B4-BE49-F238E27FC236}">
                    <a16:creationId xmlns:a16="http://schemas.microsoft.com/office/drawing/2014/main" id="{AFD96860-E27D-9E0A-F485-7317021ACB32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4" name="Cube 103">
                <a:extLst>
                  <a:ext uri="{FF2B5EF4-FFF2-40B4-BE49-F238E27FC236}">
                    <a16:creationId xmlns:a16="http://schemas.microsoft.com/office/drawing/2014/main" id="{367EF773-45E1-D7FF-056A-88D76C4CD19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5" name="Cube 104">
                <a:extLst>
                  <a:ext uri="{FF2B5EF4-FFF2-40B4-BE49-F238E27FC236}">
                    <a16:creationId xmlns:a16="http://schemas.microsoft.com/office/drawing/2014/main" id="{8AA82940-B2D3-AE8B-618A-E34C30B379D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6" name="Cube 105">
                <a:extLst>
                  <a:ext uri="{FF2B5EF4-FFF2-40B4-BE49-F238E27FC236}">
                    <a16:creationId xmlns:a16="http://schemas.microsoft.com/office/drawing/2014/main" id="{9E315387-9828-D2B0-CDAC-5637FD02824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7" name="Cube 106">
                <a:extLst>
                  <a:ext uri="{FF2B5EF4-FFF2-40B4-BE49-F238E27FC236}">
                    <a16:creationId xmlns:a16="http://schemas.microsoft.com/office/drawing/2014/main" id="{9A1CA2A8-D86C-ED0C-9C4A-7E1225B0FDD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8" name="Cube 107">
                <a:extLst>
                  <a:ext uri="{FF2B5EF4-FFF2-40B4-BE49-F238E27FC236}">
                    <a16:creationId xmlns:a16="http://schemas.microsoft.com/office/drawing/2014/main" id="{50FD2978-2104-7136-8879-0695C2304B3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9" name="Cube 108">
                <a:extLst>
                  <a:ext uri="{FF2B5EF4-FFF2-40B4-BE49-F238E27FC236}">
                    <a16:creationId xmlns:a16="http://schemas.microsoft.com/office/drawing/2014/main" id="{D5E18AD6-1296-0DE0-3098-20FC6A1C449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9AF6598-6CE6-6A37-E71B-4FB325CAC86E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90" name="Cube 89">
                <a:extLst>
                  <a:ext uri="{FF2B5EF4-FFF2-40B4-BE49-F238E27FC236}">
                    <a16:creationId xmlns:a16="http://schemas.microsoft.com/office/drawing/2014/main" id="{4C4D3346-9A55-3865-8EA5-8F620A557CD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1" name="Cube 90">
                <a:extLst>
                  <a:ext uri="{FF2B5EF4-FFF2-40B4-BE49-F238E27FC236}">
                    <a16:creationId xmlns:a16="http://schemas.microsoft.com/office/drawing/2014/main" id="{13CF11F9-A389-2B64-C71E-12E0F69E92EB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2" name="Cube 91">
                <a:extLst>
                  <a:ext uri="{FF2B5EF4-FFF2-40B4-BE49-F238E27FC236}">
                    <a16:creationId xmlns:a16="http://schemas.microsoft.com/office/drawing/2014/main" id="{380C3706-5F61-86FC-7842-77C123456ECA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3" name="Cube 92">
                <a:extLst>
                  <a:ext uri="{FF2B5EF4-FFF2-40B4-BE49-F238E27FC236}">
                    <a16:creationId xmlns:a16="http://schemas.microsoft.com/office/drawing/2014/main" id="{2C54A134-5316-6452-CE95-60BC0790B68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4" name="Cube 93">
                <a:extLst>
                  <a:ext uri="{FF2B5EF4-FFF2-40B4-BE49-F238E27FC236}">
                    <a16:creationId xmlns:a16="http://schemas.microsoft.com/office/drawing/2014/main" id="{6904AFE9-E2EE-7915-7074-9C1F7673E46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5" name="Cube 94">
                <a:extLst>
                  <a:ext uri="{FF2B5EF4-FFF2-40B4-BE49-F238E27FC236}">
                    <a16:creationId xmlns:a16="http://schemas.microsoft.com/office/drawing/2014/main" id="{688B5012-5400-DC07-25A8-6C521CA2D89C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6" name="Cube 95">
                <a:extLst>
                  <a:ext uri="{FF2B5EF4-FFF2-40B4-BE49-F238E27FC236}">
                    <a16:creationId xmlns:a16="http://schemas.microsoft.com/office/drawing/2014/main" id="{90741A23-9662-142A-2619-F33E68109DD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7" name="Cube 96">
                <a:extLst>
                  <a:ext uri="{FF2B5EF4-FFF2-40B4-BE49-F238E27FC236}">
                    <a16:creationId xmlns:a16="http://schemas.microsoft.com/office/drawing/2014/main" id="{B69A6256-2AD1-C652-FEC8-F09723DD82D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8" name="Cube 97">
                <a:extLst>
                  <a:ext uri="{FF2B5EF4-FFF2-40B4-BE49-F238E27FC236}">
                    <a16:creationId xmlns:a16="http://schemas.microsoft.com/office/drawing/2014/main" id="{933213EA-BE34-08AD-7310-76678800E98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9" name="Cube 98">
                <a:extLst>
                  <a:ext uri="{FF2B5EF4-FFF2-40B4-BE49-F238E27FC236}">
                    <a16:creationId xmlns:a16="http://schemas.microsoft.com/office/drawing/2014/main" id="{EB6990E3-86FF-F149-9609-8DA4650A507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1FA7CFA-E724-B0E3-F1E7-6327AA6AE749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80" name="Cube 79">
                <a:extLst>
                  <a:ext uri="{FF2B5EF4-FFF2-40B4-BE49-F238E27FC236}">
                    <a16:creationId xmlns:a16="http://schemas.microsoft.com/office/drawing/2014/main" id="{7FC86115-491E-5BA4-A709-C6E38F07D80B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1" name="Cube 80">
                <a:extLst>
                  <a:ext uri="{FF2B5EF4-FFF2-40B4-BE49-F238E27FC236}">
                    <a16:creationId xmlns:a16="http://schemas.microsoft.com/office/drawing/2014/main" id="{A160A3FE-9056-0509-C67C-D679ABF6EEF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2" name="Cube 81">
                <a:extLst>
                  <a:ext uri="{FF2B5EF4-FFF2-40B4-BE49-F238E27FC236}">
                    <a16:creationId xmlns:a16="http://schemas.microsoft.com/office/drawing/2014/main" id="{EF94039B-0A72-17A5-5290-9E33AC6CE6B0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3" name="Cube 82">
                <a:extLst>
                  <a:ext uri="{FF2B5EF4-FFF2-40B4-BE49-F238E27FC236}">
                    <a16:creationId xmlns:a16="http://schemas.microsoft.com/office/drawing/2014/main" id="{85709010-B534-6D10-86C1-EB13F616383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4" name="Cube 83">
                <a:extLst>
                  <a:ext uri="{FF2B5EF4-FFF2-40B4-BE49-F238E27FC236}">
                    <a16:creationId xmlns:a16="http://schemas.microsoft.com/office/drawing/2014/main" id="{87C6F264-3A44-84A5-EB4A-5A85132D8DC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5" name="Cube 84">
                <a:extLst>
                  <a:ext uri="{FF2B5EF4-FFF2-40B4-BE49-F238E27FC236}">
                    <a16:creationId xmlns:a16="http://schemas.microsoft.com/office/drawing/2014/main" id="{74CABBAA-5981-3FAC-DC03-F5A6494C08A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6" name="Cube 85">
                <a:extLst>
                  <a:ext uri="{FF2B5EF4-FFF2-40B4-BE49-F238E27FC236}">
                    <a16:creationId xmlns:a16="http://schemas.microsoft.com/office/drawing/2014/main" id="{8C58ABA6-D2D8-BA9D-92A3-7ED6FEAA2561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7" name="Cube 86">
                <a:extLst>
                  <a:ext uri="{FF2B5EF4-FFF2-40B4-BE49-F238E27FC236}">
                    <a16:creationId xmlns:a16="http://schemas.microsoft.com/office/drawing/2014/main" id="{2FF2E52D-EFBB-FEF4-3820-99E564DB18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8" name="Cube 87">
                <a:extLst>
                  <a:ext uri="{FF2B5EF4-FFF2-40B4-BE49-F238E27FC236}">
                    <a16:creationId xmlns:a16="http://schemas.microsoft.com/office/drawing/2014/main" id="{D10ADCF5-A0E9-CF37-1A40-8448991E1C5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9" name="Cube 88">
                <a:extLst>
                  <a:ext uri="{FF2B5EF4-FFF2-40B4-BE49-F238E27FC236}">
                    <a16:creationId xmlns:a16="http://schemas.microsoft.com/office/drawing/2014/main" id="{A349A523-0EF6-3FA3-3598-7FF04DBAFCF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18FDE33-8B49-E4CF-544D-0B9123BBC108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70" name="Cube 69">
                <a:extLst>
                  <a:ext uri="{FF2B5EF4-FFF2-40B4-BE49-F238E27FC236}">
                    <a16:creationId xmlns:a16="http://schemas.microsoft.com/office/drawing/2014/main" id="{E57C5DE1-AF6D-C100-2C43-4E3FCDE3868A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1" name="Cube 70">
                <a:extLst>
                  <a:ext uri="{FF2B5EF4-FFF2-40B4-BE49-F238E27FC236}">
                    <a16:creationId xmlns:a16="http://schemas.microsoft.com/office/drawing/2014/main" id="{AC3BB8C0-F82F-C77A-56D6-B68A5561818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2" name="Cube 71">
                <a:extLst>
                  <a:ext uri="{FF2B5EF4-FFF2-40B4-BE49-F238E27FC236}">
                    <a16:creationId xmlns:a16="http://schemas.microsoft.com/office/drawing/2014/main" id="{9EF20678-F13A-6F70-6F81-6AECA897AA0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3" name="Cube 72">
                <a:extLst>
                  <a:ext uri="{FF2B5EF4-FFF2-40B4-BE49-F238E27FC236}">
                    <a16:creationId xmlns:a16="http://schemas.microsoft.com/office/drawing/2014/main" id="{7D86907D-78B4-CC9E-D820-3024C36A5A5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4" name="Cube 73">
                <a:extLst>
                  <a:ext uri="{FF2B5EF4-FFF2-40B4-BE49-F238E27FC236}">
                    <a16:creationId xmlns:a16="http://schemas.microsoft.com/office/drawing/2014/main" id="{811CC0C2-36A2-F9E4-34A8-54F98FFAC8D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5" name="Cube 74">
                <a:extLst>
                  <a:ext uri="{FF2B5EF4-FFF2-40B4-BE49-F238E27FC236}">
                    <a16:creationId xmlns:a16="http://schemas.microsoft.com/office/drawing/2014/main" id="{BBAFE56F-0A6D-F6A3-E421-EAC99A313F1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6" name="Cube 75">
                <a:extLst>
                  <a:ext uri="{FF2B5EF4-FFF2-40B4-BE49-F238E27FC236}">
                    <a16:creationId xmlns:a16="http://schemas.microsoft.com/office/drawing/2014/main" id="{69B38554-1895-E9B2-BEE8-A50752609A5C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7" name="Cube 76">
                <a:extLst>
                  <a:ext uri="{FF2B5EF4-FFF2-40B4-BE49-F238E27FC236}">
                    <a16:creationId xmlns:a16="http://schemas.microsoft.com/office/drawing/2014/main" id="{10AD94DC-1A3A-602F-FA2D-FA62CF6430A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8" name="Cube 77">
                <a:extLst>
                  <a:ext uri="{FF2B5EF4-FFF2-40B4-BE49-F238E27FC236}">
                    <a16:creationId xmlns:a16="http://schemas.microsoft.com/office/drawing/2014/main" id="{E7BA5F0C-03DD-609E-4ECE-6CC6ED6B14C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9" name="Cube 78">
                <a:extLst>
                  <a:ext uri="{FF2B5EF4-FFF2-40B4-BE49-F238E27FC236}">
                    <a16:creationId xmlns:a16="http://schemas.microsoft.com/office/drawing/2014/main" id="{85BE7D37-1BA7-EBDE-DC7F-9F37F257B151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8062829-0BFC-B054-A3F9-9E35FE94D946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60" name="Cube 59">
                <a:extLst>
                  <a:ext uri="{FF2B5EF4-FFF2-40B4-BE49-F238E27FC236}">
                    <a16:creationId xmlns:a16="http://schemas.microsoft.com/office/drawing/2014/main" id="{1FFE4EDB-6E39-1266-6F64-9866187CF801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1" name="Cube 60">
                <a:extLst>
                  <a:ext uri="{FF2B5EF4-FFF2-40B4-BE49-F238E27FC236}">
                    <a16:creationId xmlns:a16="http://schemas.microsoft.com/office/drawing/2014/main" id="{D175A350-AA5E-5427-77AE-F5E1D472DA2E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2" name="Cube 61">
                <a:extLst>
                  <a:ext uri="{FF2B5EF4-FFF2-40B4-BE49-F238E27FC236}">
                    <a16:creationId xmlns:a16="http://schemas.microsoft.com/office/drawing/2014/main" id="{5758F6F2-22EF-AC3B-A0C5-D640C274F8F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3" name="Cube 62">
                <a:extLst>
                  <a:ext uri="{FF2B5EF4-FFF2-40B4-BE49-F238E27FC236}">
                    <a16:creationId xmlns:a16="http://schemas.microsoft.com/office/drawing/2014/main" id="{2DF6720A-FC50-A351-DF28-FE583D2B5A7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4" name="Cube 63">
                <a:extLst>
                  <a:ext uri="{FF2B5EF4-FFF2-40B4-BE49-F238E27FC236}">
                    <a16:creationId xmlns:a16="http://schemas.microsoft.com/office/drawing/2014/main" id="{2EE3C6AB-9808-89FA-4B64-000D4E3E5D5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5" name="Cube 64">
                <a:extLst>
                  <a:ext uri="{FF2B5EF4-FFF2-40B4-BE49-F238E27FC236}">
                    <a16:creationId xmlns:a16="http://schemas.microsoft.com/office/drawing/2014/main" id="{741F8380-0614-B6F6-349E-69E2C1250DC3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6" name="Cube 65">
                <a:extLst>
                  <a:ext uri="{FF2B5EF4-FFF2-40B4-BE49-F238E27FC236}">
                    <a16:creationId xmlns:a16="http://schemas.microsoft.com/office/drawing/2014/main" id="{8CEA6C36-DC59-26B9-C88B-D4BFB3A6597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7" name="Cube 66">
                <a:extLst>
                  <a:ext uri="{FF2B5EF4-FFF2-40B4-BE49-F238E27FC236}">
                    <a16:creationId xmlns:a16="http://schemas.microsoft.com/office/drawing/2014/main" id="{5E2B7AE6-72BC-4244-A059-55239C25BAE7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8" name="Cube 67">
                <a:extLst>
                  <a:ext uri="{FF2B5EF4-FFF2-40B4-BE49-F238E27FC236}">
                    <a16:creationId xmlns:a16="http://schemas.microsoft.com/office/drawing/2014/main" id="{4DDA583C-CC83-5BC5-82E0-8BFF233503B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9" name="Cube 68">
                <a:extLst>
                  <a:ext uri="{FF2B5EF4-FFF2-40B4-BE49-F238E27FC236}">
                    <a16:creationId xmlns:a16="http://schemas.microsoft.com/office/drawing/2014/main" id="{883A5636-1140-10DF-AE60-905835BEDFB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CB6B2-DD10-6EC4-8921-3A205D07449E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50" name="Cube 49">
                <a:extLst>
                  <a:ext uri="{FF2B5EF4-FFF2-40B4-BE49-F238E27FC236}">
                    <a16:creationId xmlns:a16="http://schemas.microsoft.com/office/drawing/2014/main" id="{DDCD29FC-3203-9EE8-E497-9FE2746A481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1" name="Cube 50">
                <a:extLst>
                  <a:ext uri="{FF2B5EF4-FFF2-40B4-BE49-F238E27FC236}">
                    <a16:creationId xmlns:a16="http://schemas.microsoft.com/office/drawing/2014/main" id="{110FCBA0-115D-AE34-6C31-68CFF681A47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2" name="Cube 51">
                <a:extLst>
                  <a:ext uri="{FF2B5EF4-FFF2-40B4-BE49-F238E27FC236}">
                    <a16:creationId xmlns:a16="http://schemas.microsoft.com/office/drawing/2014/main" id="{A18BB897-6234-A519-2BB2-9871B9D17A5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3" name="Cube 52">
                <a:extLst>
                  <a:ext uri="{FF2B5EF4-FFF2-40B4-BE49-F238E27FC236}">
                    <a16:creationId xmlns:a16="http://schemas.microsoft.com/office/drawing/2014/main" id="{A8E8BFF1-6BDB-8940-8393-435E62A321F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4" name="Cube 53">
                <a:extLst>
                  <a:ext uri="{FF2B5EF4-FFF2-40B4-BE49-F238E27FC236}">
                    <a16:creationId xmlns:a16="http://schemas.microsoft.com/office/drawing/2014/main" id="{785E480C-D5C0-984E-0EDB-E0CEC267D23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5" name="Cube 54">
                <a:extLst>
                  <a:ext uri="{FF2B5EF4-FFF2-40B4-BE49-F238E27FC236}">
                    <a16:creationId xmlns:a16="http://schemas.microsoft.com/office/drawing/2014/main" id="{EC282A25-B369-AD26-F760-82FE0E31D7C0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C64AC073-CC01-C995-9F69-90358E447DC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7" name="Cube 56">
                <a:extLst>
                  <a:ext uri="{FF2B5EF4-FFF2-40B4-BE49-F238E27FC236}">
                    <a16:creationId xmlns:a16="http://schemas.microsoft.com/office/drawing/2014/main" id="{32B715EC-7C4A-7BBD-E3DE-68D439A7CD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8" name="Cube 57">
                <a:extLst>
                  <a:ext uri="{FF2B5EF4-FFF2-40B4-BE49-F238E27FC236}">
                    <a16:creationId xmlns:a16="http://schemas.microsoft.com/office/drawing/2014/main" id="{471DB6C3-1914-9179-CF0C-0290E89AFCE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9" name="Cube 58">
                <a:extLst>
                  <a:ext uri="{FF2B5EF4-FFF2-40B4-BE49-F238E27FC236}">
                    <a16:creationId xmlns:a16="http://schemas.microsoft.com/office/drawing/2014/main" id="{D4E552B2-DE15-9303-C30F-C1E621604A8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1B264CC-1C4D-39C8-1C9B-7F8C841ACFB9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0" name="Cube 39">
                <a:extLst>
                  <a:ext uri="{FF2B5EF4-FFF2-40B4-BE49-F238E27FC236}">
                    <a16:creationId xmlns:a16="http://schemas.microsoft.com/office/drawing/2014/main" id="{1F9B5FA5-4A42-0059-C2D0-20A891C0113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" name="Cube 40">
                <a:extLst>
                  <a:ext uri="{FF2B5EF4-FFF2-40B4-BE49-F238E27FC236}">
                    <a16:creationId xmlns:a16="http://schemas.microsoft.com/office/drawing/2014/main" id="{5E20FA54-C4BF-C66F-0EEE-EBCA42E10C4D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" name="Cube 41">
                <a:extLst>
                  <a:ext uri="{FF2B5EF4-FFF2-40B4-BE49-F238E27FC236}">
                    <a16:creationId xmlns:a16="http://schemas.microsoft.com/office/drawing/2014/main" id="{9F99D1D7-062A-184F-B17E-5EC7948FDC8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" name="Cube 42">
                <a:extLst>
                  <a:ext uri="{FF2B5EF4-FFF2-40B4-BE49-F238E27FC236}">
                    <a16:creationId xmlns:a16="http://schemas.microsoft.com/office/drawing/2014/main" id="{1656B0D0-9769-D343-080D-639AD5A882FF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4" name="Cube 43">
                <a:extLst>
                  <a:ext uri="{FF2B5EF4-FFF2-40B4-BE49-F238E27FC236}">
                    <a16:creationId xmlns:a16="http://schemas.microsoft.com/office/drawing/2014/main" id="{DA64F743-FE61-8B30-3A53-876C3E34F42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5" name="Cube 44">
                <a:extLst>
                  <a:ext uri="{FF2B5EF4-FFF2-40B4-BE49-F238E27FC236}">
                    <a16:creationId xmlns:a16="http://schemas.microsoft.com/office/drawing/2014/main" id="{CE0DC233-4477-129C-F643-30B7EB1DEF9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6" name="Cube 45">
                <a:extLst>
                  <a:ext uri="{FF2B5EF4-FFF2-40B4-BE49-F238E27FC236}">
                    <a16:creationId xmlns:a16="http://schemas.microsoft.com/office/drawing/2014/main" id="{DBB3BDBC-ACE2-9E12-1401-C1EF9EF7218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7" name="Cube 46">
                <a:extLst>
                  <a:ext uri="{FF2B5EF4-FFF2-40B4-BE49-F238E27FC236}">
                    <a16:creationId xmlns:a16="http://schemas.microsoft.com/office/drawing/2014/main" id="{5DB1A9E5-1B14-3C43-D418-467B2FD13D2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8" name="Cube 47">
                <a:extLst>
                  <a:ext uri="{FF2B5EF4-FFF2-40B4-BE49-F238E27FC236}">
                    <a16:creationId xmlns:a16="http://schemas.microsoft.com/office/drawing/2014/main" id="{EF040A31-4600-03FC-CEDA-D960CD2FC8AE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9" name="Cube 48">
                <a:extLst>
                  <a:ext uri="{FF2B5EF4-FFF2-40B4-BE49-F238E27FC236}">
                    <a16:creationId xmlns:a16="http://schemas.microsoft.com/office/drawing/2014/main" id="{C6FB9DBF-5A76-FC41-90F1-80B5D40068E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E354686-C8C4-6EBF-653E-874CF68DBC20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0" name="Cube 29">
                <a:extLst>
                  <a:ext uri="{FF2B5EF4-FFF2-40B4-BE49-F238E27FC236}">
                    <a16:creationId xmlns:a16="http://schemas.microsoft.com/office/drawing/2014/main" id="{B1822CDE-F240-C040-F777-67246C3D60D7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" name="Cube 30">
                <a:extLst>
                  <a:ext uri="{FF2B5EF4-FFF2-40B4-BE49-F238E27FC236}">
                    <a16:creationId xmlns:a16="http://schemas.microsoft.com/office/drawing/2014/main" id="{104B9787-736B-4A34-5681-A89B305BBB0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" name="Cube 31">
                <a:extLst>
                  <a:ext uri="{FF2B5EF4-FFF2-40B4-BE49-F238E27FC236}">
                    <a16:creationId xmlns:a16="http://schemas.microsoft.com/office/drawing/2014/main" id="{77240130-EF10-22FA-3D64-B920789B818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" name="Cube 32">
                <a:extLst>
                  <a:ext uri="{FF2B5EF4-FFF2-40B4-BE49-F238E27FC236}">
                    <a16:creationId xmlns:a16="http://schemas.microsoft.com/office/drawing/2014/main" id="{03F337E6-7056-815C-ECB7-786E61912FF8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" name="Cube 33">
                <a:extLst>
                  <a:ext uri="{FF2B5EF4-FFF2-40B4-BE49-F238E27FC236}">
                    <a16:creationId xmlns:a16="http://schemas.microsoft.com/office/drawing/2014/main" id="{CE37AFEA-54DE-681A-600A-3C9003CA9A6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" name="Cube 34">
                <a:extLst>
                  <a:ext uri="{FF2B5EF4-FFF2-40B4-BE49-F238E27FC236}">
                    <a16:creationId xmlns:a16="http://schemas.microsoft.com/office/drawing/2014/main" id="{DFE572B6-6AA6-89A6-BB7A-CDE155F094DB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" name="Cube 35">
                <a:extLst>
                  <a:ext uri="{FF2B5EF4-FFF2-40B4-BE49-F238E27FC236}">
                    <a16:creationId xmlns:a16="http://schemas.microsoft.com/office/drawing/2014/main" id="{6CE02682-7DDC-D8DE-20B1-2024A33F38BD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Cube 36">
                <a:extLst>
                  <a:ext uri="{FF2B5EF4-FFF2-40B4-BE49-F238E27FC236}">
                    <a16:creationId xmlns:a16="http://schemas.microsoft.com/office/drawing/2014/main" id="{77624897-DC51-0519-350F-BD862390657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" name="Cube 37">
                <a:extLst>
                  <a:ext uri="{FF2B5EF4-FFF2-40B4-BE49-F238E27FC236}">
                    <a16:creationId xmlns:a16="http://schemas.microsoft.com/office/drawing/2014/main" id="{29FF2263-BB7C-9A0C-18A6-4A95420B698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021331B5-1148-17A1-27CE-68D1B5CDFD7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EB08508-96B7-283B-3324-7CA51BED9195}"/>
              </a:ext>
            </a:extLst>
          </p:cNvPr>
          <p:cNvGrpSpPr/>
          <p:nvPr/>
        </p:nvGrpSpPr>
        <p:grpSpPr>
          <a:xfrm>
            <a:off x="1584795" y="3207760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42" name="Cube 141">
              <a:extLst>
                <a:ext uri="{FF2B5EF4-FFF2-40B4-BE49-F238E27FC236}">
                  <a16:creationId xmlns:a16="http://schemas.microsoft.com/office/drawing/2014/main" id="{A8097821-8E3D-3B35-DC99-96ED1C4CC93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3" name="Cube 142">
              <a:extLst>
                <a:ext uri="{FF2B5EF4-FFF2-40B4-BE49-F238E27FC236}">
                  <a16:creationId xmlns:a16="http://schemas.microsoft.com/office/drawing/2014/main" id="{D30232D1-8E88-0A01-BEE9-4D50004D9C47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B44A3FAD-D23B-759B-7D67-06DE089F0AE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Cube 144">
              <a:extLst>
                <a:ext uri="{FF2B5EF4-FFF2-40B4-BE49-F238E27FC236}">
                  <a16:creationId xmlns:a16="http://schemas.microsoft.com/office/drawing/2014/main" id="{D027D7E3-343D-9211-CE65-28BEB2506FC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AD0A4A08-EAD5-F848-4A65-44C5C5D1A18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7" name="Cube 146">
              <a:extLst>
                <a:ext uri="{FF2B5EF4-FFF2-40B4-BE49-F238E27FC236}">
                  <a16:creationId xmlns:a16="http://schemas.microsoft.com/office/drawing/2014/main" id="{CB9EDB77-8308-1723-44CF-28ED3F8F4B3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8" name="Cube 147">
              <a:extLst>
                <a:ext uri="{FF2B5EF4-FFF2-40B4-BE49-F238E27FC236}">
                  <a16:creationId xmlns:a16="http://schemas.microsoft.com/office/drawing/2014/main" id="{15E0B74A-513A-000B-B49B-A66FDE97A94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9" name="Cube 148">
              <a:extLst>
                <a:ext uri="{FF2B5EF4-FFF2-40B4-BE49-F238E27FC236}">
                  <a16:creationId xmlns:a16="http://schemas.microsoft.com/office/drawing/2014/main" id="{EA1030EA-5E04-B7A2-5862-08CFC8B640F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0" name="Cube 149">
              <a:extLst>
                <a:ext uri="{FF2B5EF4-FFF2-40B4-BE49-F238E27FC236}">
                  <a16:creationId xmlns:a16="http://schemas.microsoft.com/office/drawing/2014/main" id="{7663B8D2-DEFD-882B-3646-7D8F32F919DB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1" name="Cube 150">
              <a:extLst>
                <a:ext uri="{FF2B5EF4-FFF2-40B4-BE49-F238E27FC236}">
                  <a16:creationId xmlns:a16="http://schemas.microsoft.com/office/drawing/2014/main" id="{AD25BE94-89A2-BFFD-602B-80AF47216C1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52" name="TextBox 151">
            <a:extLst>
              <a:ext uri="{FF2B5EF4-FFF2-40B4-BE49-F238E27FC236}">
                <a16:creationId xmlns:a16="http://schemas.microsoft.com/office/drawing/2014/main" id="{81DA2D93-BB10-C33F-368C-2DD412583608}"/>
              </a:ext>
            </a:extLst>
          </p:cNvPr>
          <p:cNvSpPr txBox="1"/>
          <p:nvPr/>
        </p:nvSpPr>
        <p:spPr>
          <a:xfrm>
            <a:off x="3056683" y="1299039"/>
            <a:ext cx="628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1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93B7A31B-9032-7BFD-E306-F9016DCB90D4}"/>
              </a:ext>
            </a:extLst>
          </p:cNvPr>
          <p:cNvSpPr txBox="1"/>
          <p:nvPr/>
        </p:nvSpPr>
        <p:spPr>
          <a:xfrm>
            <a:off x="6485379" y="1176932"/>
            <a:ext cx="20345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0.33 − 0.08</a:t>
            </a:r>
          </a:p>
        </p:txBody>
      </p:sp>
      <p:sp>
        <p:nvSpPr>
          <p:cNvPr id="165" name="Cube 164">
            <a:extLst>
              <a:ext uri="{FF2B5EF4-FFF2-40B4-BE49-F238E27FC236}">
                <a16:creationId xmlns:a16="http://schemas.microsoft.com/office/drawing/2014/main" id="{DE882D38-C32D-4822-58A4-12FFDB66C05E}"/>
              </a:ext>
            </a:extLst>
          </p:cNvPr>
          <p:cNvSpPr/>
          <p:nvPr/>
        </p:nvSpPr>
        <p:spPr>
          <a:xfrm>
            <a:off x="1584795" y="6031921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7B273F84-13D9-3A5C-8DB3-5D557B8FC68E}"/>
              </a:ext>
            </a:extLst>
          </p:cNvPr>
          <p:cNvSpPr txBox="1"/>
          <p:nvPr/>
        </p:nvSpPr>
        <p:spPr>
          <a:xfrm>
            <a:off x="3056683" y="4145001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00B87F2-7D06-6901-5F4E-C4ABD007DBF1}"/>
              </a:ext>
            </a:extLst>
          </p:cNvPr>
          <p:cNvSpPr txBox="1"/>
          <p:nvPr/>
        </p:nvSpPr>
        <p:spPr>
          <a:xfrm>
            <a:off x="3056683" y="5890089"/>
            <a:ext cx="1085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0.01</a:t>
            </a:r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C3FBD059-E9A0-6FCC-5ED1-E402E022D28D}"/>
              </a:ext>
            </a:extLst>
          </p:cNvPr>
          <p:cNvCxnSpPr>
            <a:cxnSpLocks/>
          </p:cNvCxnSpPr>
          <p:nvPr/>
        </p:nvCxnSpPr>
        <p:spPr>
          <a:xfrm>
            <a:off x="4943475" y="266700"/>
            <a:ext cx="0" cy="640080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58CE4CC8-C8C7-A9D1-74F4-64877DD5079F}"/>
              </a:ext>
            </a:extLst>
          </p:cNvPr>
          <p:cNvSpPr txBox="1"/>
          <p:nvPr/>
        </p:nvSpPr>
        <p:spPr>
          <a:xfrm>
            <a:off x="4964781" y="261525"/>
            <a:ext cx="50127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Төмөнкүлөрдү билдирүү </a:t>
            </a:r>
            <a:endParaRPr lang="en-US" sz="2000" dirty="0"/>
          </a:p>
          <a:p>
            <a:pPr algn="ctr"/>
            <a:r>
              <a:rPr lang="ru-RU" sz="2000" dirty="0"/>
              <a:t>үчүн блокторду жана сандарды колдонуңуз:</a:t>
            </a:r>
            <a:endParaRPr lang="en-GB" sz="2000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39297C88-EE68-78F2-1426-892862AE853A}"/>
              </a:ext>
            </a:extLst>
          </p:cNvPr>
          <p:cNvSpPr txBox="1"/>
          <p:nvPr/>
        </p:nvSpPr>
        <p:spPr>
          <a:xfrm>
            <a:off x="7045626" y="5444132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0.25</a:t>
            </a:r>
          </a:p>
        </p:txBody>
      </p:sp>
      <p:sp>
        <p:nvSpPr>
          <p:cNvPr id="157" name="Cube 156">
            <a:extLst>
              <a:ext uri="{FF2B5EF4-FFF2-40B4-BE49-F238E27FC236}">
                <a16:creationId xmlns:a16="http://schemas.microsoft.com/office/drawing/2014/main" id="{5AF2145D-3394-9B67-3213-A6CE87BF978A}"/>
              </a:ext>
            </a:extLst>
          </p:cNvPr>
          <p:cNvSpPr/>
          <p:nvPr/>
        </p:nvSpPr>
        <p:spPr>
          <a:xfrm>
            <a:off x="7313531" y="4351073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8" name="Cube 157">
            <a:extLst>
              <a:ext uri="{FF2B5EF4-FFF2-40B4-BE49-F238E27FC236}">
                <a16:creationId xmlns:a16="http://schemas.microsoft.com/office/drawing/2014/main" id="{0D6B4806-0550-369D-7D6C-866059BBD829}"/>
              </a:ext>
            </a:extLst>
          </p:cNvPr>
          <p:cNvSpPr/>
          <p:nvPr/>
        </p:nvSpPr>
        <p:spPr>
          <a:xfrm>
            <a:off x="7313531" y="4119203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9" name="Cube 158">
            <a:extLst>
              <a:ext uri="{FF2B5EF4-FFF2-40B4-BE49-F238E27FC236}">
                <a16:creationId xmlns:a16="http://schemas.microsoft.com/office/drawing/2014/main" id="{ABE9092C-FFA3-4ECA-F141-94D475EDC10D}"/>
              </a:ext>
            </a:extLst>
          </p:cNvPr>
          <p:cNvSpPr/>
          <p:nvPr/>
        </p:nvSpPr>
        <p:spPr>
          <a:xfrm>
            <a:off x="7313531" y="3887334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0" name="Cube 159">
            <a:extLst>
              <a:ext uri="{FF2B5EF4-FFF2-40B4-BE49-F238E27FC236}">
                <a16:creationId xmlns:a16="http://schemas.microsoft.com/office/drawing/2014/main" id="{0298E0F7-3DB4-D1A1-7E13-350A2B30D0FF}"/>
              </a:ext>
            </a:extLst>
          </p:cNvPr>
          <p:cNvSpPr/>
          <p:nvPr/>
        </p:nvSpPr>
        <p:spPr>
          <a:xfrm>
            <a:off x="7313531" y="3655465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1" name="Cube 160">
            <a:extLst>
              <a:ext uri="{FF2B5EF4-FFF2-40B4-BE49-F238E27FC236}">
                <a16:creationId xmlns:a16="http://schemas.microsoft.com/office/drawing/2014/main" id="{30FBFC9F-C318-8880-8525-E845BAAE67D6}"/>
              </a:ext>
            </a:extLst>
          </p:cNvPr>
          <p:cNvSpPr/>
          <p:nvPr/>
        </p:nvSpPr>
        <p:spPr>
          <a:xfrm>
            <a:off x="7313531" y="3423595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2" name="Cube 161">
            <a:extLst>
              <a:ext uri="{FF2B5EF4-FFF2-40B4-BE49-F238E27FC236}">
                <a16:creationId xmlns:a16="http://schemas.microsoft.com/office/drawing/2014/main" id="{97444AE4-85C8-DD5A-02BD-07565AB5C5CB}"/>
              </a:ext>
            </a:extLst>
          </p:cNvPr>
          <p:cNvSpPr/>
          <p:nvPr/>
        </p:nvSpPr>
        <p:spPr>
          <a:xfrm>
            <a:off x="7313531" y="3191726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3" name="Cube 162">
            <a:extLst>
              <a:ext uri="{FF2B5EF4-FFF2-40B4-BE49-F238E27FC236}">
                <a16:creationId xmlns:a16="http://schemas.microsoft.com/office/drawing/2014/main" id="{AC0B0CD4-4FC4-7A11-4079-34906D264C2E}"/>
              </a:ext>
            </a:extLst>
          </p:cNvPr>
          <p:cNvSpPr/>
          <p:nvPr/>
        </p:nvSpPr>
        <p:spPr>
          <a:xfrm>
            <a:off x="7313531" y="2959857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8" name="Cube 167">
            <a:extLst>
              <a:ext uri="{FF2B5EF4-FFF2-40B4-BE49-F238E27FC236}">
                <a16:creationId xmlns:a16="http://schemas.microsoft.com/office/drawing/2014/main" id="{07F84976-FA43-FB3A-41AD-CAC4A193AFFC}"/>
              </a:ext>
            </a:extLst>
          </p:cNvPr>
          <p:cNvSpPr/>
          <p:nvPr/>
        </p:nvSpPr>
        <p:spPr>
          <a:xfrm>
            <a:off x="7313531" y="2727988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0" name="Cube 169">
            <a:extLst>
              <a:ext uri="{FF2B5EF4-FFF2-40B4-BE49-F238E27FC236}">
                <a16:creationId xmlns:a16="http://schemas.microsoft.com/office/drawing/2014/main" id="{29D9EE8E-9427-365D-6CF0-B5474364F256}"/>
              </a:ext>
            </a:extLst>
          </p:cNvPr>
          <p:cNvSpPr/>
          <p:nvPr/>
        </p:nvSpPr>
        <p:spPr>
          <a:xfrm>
            <a:off x="7313531" y="2496118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1" name="Cube 170">
            <a:extLst>
              <a:ext uri="{FF2B5EF4-FFF2-40B4-BE49-F238E27FC236}">
                <a16:creationId xmlns:a16="http://schemas.microsoft.com/office/drawing/2014/main" id="{8F992D8C-DFDB-C89B-21EC-B4360832FC78}"/>
              </a:ext>
            </a:extLst>
          </p:cNvPr>
          <p:cNvSpPr/>
          <p:nvPr/>
        </p:nvSpPr>
        <p:spPr>
          <a:xfrm>
            <a:off x="7313531" y="2264249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Cube 1">
            <a:extLst>
              <a:ext uri="{FF2B5EF4-FFF2-40B4-BE49-F238E27FC236}">
                <a16:creationId xmlns:a16="http://schemas.microsoft.com/office/drawing/2014/main" id="{E6FBD2D1-5BFC-8979-51FF-D51FD19F4A94}"/>
              </a:ext>
            </a:extLst>
          </p:cNvPr>
          <p:cNvSpPr/>
          <p:nvPr/>
        </p:nvSpPr>
        <p:spPr>
          <a:xfrm>
            <a:off x="6780131" y="4351073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Cube 2">
            <a:extLst>
              <a:ext uri="{FF2B5EF4-FFF2-40B4-BE49-F238E27FC236}">
                <a16:creationId xmlns:a16="http://schemas.microsoft.com/office/drawing/2014/main" id="{5F394E9C-D8E2-8E64-F8D5-A5772DF1A368}"/>
              </a:ext>
            </a:extLst>
          </p:cNvPr>
          <p:cNvSpPr/>
          <p:nvPr/>
        </p:nvSpPr>
        <p:spPr>
          <a:xfrm>
            <a:off x="6780131" y="4119203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ACE6A62E-0A70-1C59-4FB7-FEC00A03F343}"/>
              </a:ext>
            </a:extLst>
          </p:cNvPr>
          <p:cNvSpPr/>
          <p:nvPr/>
        </p:nvSpPr>
        <p:spPr>
          <a:xfrm>
            <a:off x="6780131" y="3887334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EEE2F77F-79F2-AE96-2DDA-5978FA18B76C}"/>
              </a:ext>
            </a:extLst>
          </p:cNvPr>
          <p:cNvSpPr/>
          <p:nvPr/>
        </p:nvSpPr>
        <p:spPr>
          <a:xfrm>
            <a:off x="6780131" y="3655465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Cube 5">
            <a:extLst>
              <a:ext uri="{FF2B5EF4-FFF2-40B4-BE49-F238E27FC236}">
                <a16:creationId xmlns:a16="http://schemas.microsoft.com/office/drawing/2014/main" id="{7FCAB7EB-E9CA-604A-E2AB-DFC803C8444F}"/>
              </a:ext>
            </a:extLst>
          </p:cNvPr>
          <p:cNvSpPr/>
          <p:nvPr/>
        </p:nvSpPr>
        <p:spPr>
          <a:xfrm>
            <a:off x="6780131" y="3423595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Cube 6">
            <a:extLst>
              <a:ext uri="{FF2B5EF4-FFF2-40B4-BE49-F238E27FC236}">
                <a16:creationId xmlns:a16="http://schemas.microsoft.com/office/drawing/2014/main" id="{02A33ADD-4169-15A3-C86A-086A013C82CB}"/>
              </a:ext>
            </a:extLst>
          </p:cNvPr>
          <p:cNvSpPr/>
          <p:nvPr/>
        </p:nvSpPr>
        <p:spPr>
          <a:xfrm>
            <a:off x="6780131" y="3191726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Cube 7">
            <a:extLst>
              <a:ext uri="{FF2B5EF4-FFF2-40B4-BE49-F238E27FC236}">
                <a16:creationId xmlns:a16="http://schemas.microsoft.com/office/drawing/2014/main" id="{1037E95D-6A8E-CBDE-EBB2-D09795634776}"/>
              </a:ext>
            </a:extLst>
          </p:cNvPr>
          <p:cNvSpPr/>
          <p:nvPr/>
        </p:nvSpPr>
        <p:spPr>
          <a:xfrm>
            <a:off x="6780131" y="2959857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4897F770-A593-E3D3-69EF-A044D5E698FB}"/>
              </a:ext>
            </a:extLst>
          </p:cNvPr>
          <p:cNvSpPr/>
          <p:nvPr/>
        </p:nvSpPr>
        <p:spPr>
          <a:xfrm>
            <a:off x="6780131" y="2727988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Cube 9">
            <a:extLst>
              <a:ext uri="{FF2B5EF4-FFF2-40B4-BE49-F238E27FC236}">
                <a16:creationId xmlns:a16="http://schemas.microsoft.com/office/drawing/2014/main" id="{570F497F-716B-99E3-EEDA-78F9CD1C2A78}"/>
              </a:ext>
            </a:extLst>
          </p:cNvPr>
          <p:cNvSpPr/>
          <p:nvPr/>
        </p:nvSpPr>
        <p:spPr>
          <a:xfrm>
            <a:off x="6780131" y="2496118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Cube 10">
            <a:extLst>
              <a:ext uri="{FF2B5EF4-FFF2-40B4-BE49-F238E27FC236}">
                <a16:creationId xmlns:a16="http://schemas.microsoft.com/office/drawing/2014/main" id="{D3749BB1-CD5A-4437-5004-B1F0B53C17D9}"/>
              </a:ext>
            </a:extLst>
          </p:cNvPr>
          <p:cNvSpPr/>
          <p:nvPr/>
        </p:nvSpPr>
        <p:spPr>
          <a:xfrm>
            <a:off x="6780131" y="2264249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Cube 11">
            <a:extLst>
              <a:ext uri="{FF2B5EF4-FFF2-40B4-BE49-F238E27FC236}">
                <a16:creationId xmlns:a16="http://schemas.microsoft.com/office/drawing/2014/main" id="{47F8CC21-8168-5B7C-CE52-084152AF922E}"/>
              </a:ext>
            </a:extLst>
          </p:cNvPr>
          <p:cNvSpPr/>
          <p:nvPr/>
        </p:nvSpPr>
        <p:spPr>
          <a:xfrm>
            <a:off x="7885031" y="4351073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" name="Cube 12">
            <a:extLst>
              <a:ext uri="{FF2B5EF4-FFF2-40B4-BE49-F238E27FC236}">
                <a16:creationId xmlns:a16="http://schemas.microsoft.com/office/drawing/2014/main" id="{89487E52-2599-5211-4C1D-DB2E845F535F}"/>
              </a:ext>
            </a:extLst>
          </p:cNvPr>
          <p:cNvSpPr/>
          <p:nvPr/>
        </p:nvSpPr>
        <p:spPr>
          <a:xfrm>
            <a:off x="7885031" y="4119203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Cube 13">
            <a:extLst>
              <a:ext uri="{FF2B5EF4-FFF2-40B4-BE49-F238E27FC236}">
                <a16:creationId xmlns:a16="http://schemas.microsoft.com/office/drawing/2014/main" id="{EBB94589-C06D-62F0-2F6E-0236112EB69C}"/>
              </a:ext>
            </a:extLst>
          </p:cNvPr>
          <p:cNvSpPr/>
          <p:nvPr/>
        </p:nvSpPr>
        <p:spPr>
          <a:xfrm>
            <a:off x="7885031" y="3887334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Cube 14">
            <a:extLst>
              <a:ext uri="{FF2B5EF4-FFF2-40B4-BE49-F238E27FC236}">
                <a16:creationId xmlns:a16="http://schemas.microsoft.com/office/drawing/2014/main" id="{F9B04FFC-B627-09E9-1A07-5C409CA63E0A}"/>
              </a:ext>
            </a:extLst>
          </p:cNvPr>
          <p:cNvSpPr/>
          <p:nvPr/>
        </p:nvSpPr>
        <p:spPr>
          <a:xfrm>
            <a:off x="7885031" y="3655465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Cube 15">
            <a:extLst>
              <a:ext uri="{FF2B5EF4-FFF2-40B4-BE49-F238E27FC236}">
                <a16:creationId xmlns:a16="http://schemas.microsoft.com/office/drawing/2014/main" id="{47D82E06-F95E-F882-204E-C8AC16A88563}"/>
              </a:ext>
            </a:extLst>
          </p:cNvPr>
          <p:cNvSpPr/>
          <p:nvPr/>
        </p:nvSpPr>
        <p:spPr>
          <a:xfrm>
            <a:off x="7885031" y="3423595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06715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/>
      <p:bldP spid="157" grpId="0" animBg="1"/>
      <p:bldP spid="158" grpId="0" animBg="1"/>
      <p:bldP spid="159" grpId="0" animBg="1"/>
      <p:bldP spid="160" grpId="0" animBg="1"/>
      <p:bldP spid="161" grpId="0" animBg="1"/>
      <p:bldP spid="162" grpId="0" animBg="1"/>
      <p:bldP spid="163" grpId="0" animBg="1"/>
      <p:bldP spid="168" grpId="0" animBg="1"/>
      <p:bldP spid="170" grpId="0" animBg="1"/>
      <p:bldP spid="171" grpId="0" animBg="1"/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3F81F98-E0AD-C3B4-5711-2F7F4F9B7A6E}"/>
              </a:ext>
            </a:extLst>
          </p:cNvPr>
          <p:cNvGrpSpPr/>
          <p:nvPr/>
        </p:nvGrpSpPr>
        <p:grpSpPr>
          <a:xfrm>
            <a:off x="543586" y="383599"/>
            <a:ext cx="2397702" cy="2397702"/>
            <a:chOff x="414598" y="546495"/>
            <a:chExt cx="5852156" cy="5898407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EF52D27-F39A-D244-BEE8-1CE5FFD3B62A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20" name="Cube 119">
                <a:extLst>
                  <a:ext uri="{FF2B5EF4-FFF2-40B4-BE49-F238E27FC236}">
                    <a16:creationId xmlns:a16="http://schemas.microsoft.com/office/drawing/2014/main" id="{90475A5E-0146-75AA-626B-D765BF456A6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1" name="Cube 120">
                <a:extLst>
                  <a:ext uri="{FF2B5EF4-FFF2-40B4-BE49-F238E27FC236}">
                    <a16:creationId xmlns:a16="http://schemas.microsoft.com/office/drawing/2014/main" id="{C11B39BD-D440-1662-FA5D-DEA99D69516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2" name="Cube 121">
                <a:extLst>
                  <a:ext uri="{FF2B5EF4-FFF2-40B4-BE49-F238E27FC236}">
                    <a16:creationId xmlns:a16="http://schemas.microsoft.com/office/drawing/2014/main" id="{B1572F7C-578A-4BDB-47F8-537D19C40E61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3" name="Cube 122">
                <a:extLst>
                  <a:ext uri="{FF2B5EF4-FFF2-40B4-BE49-F238E27FC236}">
                    <a16:creationId xmlns:a16="http://schemas.microsoft.com/office/drawing/2014/main" id="{8B4589C2-04B1-9BD4-7CD5-95CF0ECEAA8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4" name="Cube 123">
                <a:extLst>
                  <a:ext uri="{FF2B5EF4-FFF2-40B4-BE49-F238E27FC236}">
                    <a16:creationId xmlns:a16="http://schemas.microsoft.com/office/drawing/2014/main" id="{7128ECFD-C326-03B6-32F0-C6E54DBFE518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5" name="Cube 124">
                <a:extLst>
                  <a:ext uri="{FF2B5EF4-FFF2-40B4-BE49-F238E27FC236}">
                    <a16:creationId xmlns:a16="http://schemas.microsoft.com/office/drawing/2014/main" id="{D54A0F0B-A7B3-197F-60AB-7EAB0F8C56C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6" name="Cube 125">
                <a:extLst>
                  <a:ext uri="{FF2B5EF4-FFF2-40B4-BE49-F238E27FC236}">
                    <a16:creationId xmlns:a16="http://schemas.microsoft.com/office/drawing/2014/main" id="{0624E7C6-A732-8176-39C6-61963B94CFA6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7" name="Cube 126">
                <a:extLst>
                  <a:ext uri="{FF2B5EF4-FFF2-40B4-BE49-F238E27FC236}">
                    <a16:creationId xmlns:a16="http://schemas.microsoft.com/office/drawing/2014/main" id="{9A29BE40-1442-DAEE-B5DD-88FD6D8F6E78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8" name="Cube 127">
                <a:extLst>
                  <a:ext uri="{FF2B5EF4-FFF2-40B4-BE49-F238E27FC236}">
                    <a16:creationId xmlns:a16="http://schemas.microsoft.com/office/drawing/2014/main" id="{7E9A4BDD-AF89-FB88-51AD-DAF6531D49BF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9" name="Cube 128">
                <a:extLst>
                  <a:ext uri="{FF2B5EF4-FFF2-40B4-BE49-F238E27FC236}">
                    <a16:creationId xmlns:a16="http://schemas.microsoft.com/office/drawing/2014/main" id="{42F6D745-6E75-D5BD-3E3F-A00D89396F8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FF8AC8C-D445-4328-22B1-A0720714DE94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10" name="Cube 109">
                <a:extLst>
                  <a:ext uri="{FF2B5EF4-FFF2-40B4-BE49-F238E27FC236}">
                    <a16:creationId xmlns:a16="http://schemas.microsoft.com/office/drawing/2014/main" id="{8580828C-A1CA-E458-1B0C-2D8DDDCDF0EF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1" name="Cube 110">
                <a:extLst>
                  <a:ext uri="{FF2B5EF4-FFF2-40B4-BE49-F238E27FC236}">
                    <a16:creationId xmlns:a16="http://schemas.microsoft.com/office/drawing/2014/main" id="{58A542E7-4FE7-5A65-98D1-C5CAF8ED075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2" name="Cube 111">
                <a:extLst>
                  <a:ext uri="{FF2B5EF4-FFF2-40B4-BE49-F238E27FC236}">
                    <a16:creationId xmlns:a16="http://schemas.microsoft.com/office/drawing/2014/main" id="{3EDE662D-F765-D15A-81A1-A67D669D9E1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3" name="Cube 112">
                <a:extLst>
                  <a:ext uri="{FF2B5EF4-FFF2-40B4-BE49-F238E27FC236}">
                    <a16:creationId xmlns:a16="http://schemas.microsoft.com/office/drawing/2014/main" id="{11AB2AAD-F6BC-1844-9F5D-FA20EA100E8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4" name="Cube 113">
                <a:extLst>
                  <a:ext uri="{FF2B5EF4-FFF2-40B4-BE49-F238E27FC236}">
                    <a16:creationId xmlns:a16="http://schemas.microsoft.com/office/drawing/2014/main" id="{BA0E7A14-BC8D-8A63-BE26-BA41693F7CFA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5" name="Cube 114">
                <a:extLst>
                  <a:ext uri="{FF2B5EF4-FFF2-40B4-BE49-F238E27FC236}">
                    <a16:creationId xmlns:a16="http://schemas.microsoft.com/office/drawing/2014/main" id="{0446070D-0D2F-8DCE-8086-8939CCF760A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6" name="Cube 115">
                <a:extLst>
                  <a:ext uri="{FF2B5EF4-FFF2-40B4-BE49-F238E27FC236}">
                    <a16:creationId xmlns:a16="http://schemas.microsoft.com/office/drawing/2014/main" id="{7D62F309-FF5B-7112-DE09-389E06C4F1A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7" name="Cube 116">
                <a:extLst>
                  <a:ext uri="{FF2B5EF4-FFF2-40B4-BE49-F238E27FC236}">
                    <a16:creationId xmlns:a16="http://schemas.microsoft.com/office/drawing/2014/main" id="{7ACF99C6-9F39-5FE1-CFCD-E56A03A12C25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8" name="Cube 117">
                <a:extLst>
                  <a:ext uri="{FF2B5EF4-FFF2-40B4-BE49-F238E27FC236}">
                    <a16:creationId xmlns:a16="http://schemas.microsoft.com/office/drawing/2014/main" id="{F0241333-D6FE-0C42-F6F7-E7C56171D39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19" name="Cube 118">
                <a:extLst>
                  <a:ext uri="{FF2B5EF4-FFF2-40B4-BE49-F238E27FC236}">
                    <a16:creationId xmlns:a16="http://schemas.microsoft.com/office/drawing/2014/main" id="{4050B0F7-0155-023A-459D-E3BD67D9A6E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C2A5A257-E09A-6113-280D-264B82F2DC0E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00" name="Cube 99">
                <a:extLst>
                  <a:ext uri="{FF2B5EF4-FFF2-40B4-BE49-F238E27FC236}">
                    <a16:creationId xmlns:a16="http://schemas.microsoft.com/office/drawing/2014/main" id="{E818AC96-5AE7-F468-B742-1D7FABA4BFA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1" name="Cube 100">
                <a:extLst>
                  <a:ext uri="{FF2B5EF4-FFF2-40B4-BE49-F238E27FC236}">
                    <a16:creationId xmlns:a16="http://schemas.microsoft.com/office/drawing/2014/main" id="{A7A77CA9-3CB4-1930-D8D7-1A25471E07D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2" name="Cube 101">
                <a:extLst>
                  <a:ext uri="{FF2B5EF4-FFF2-40B4-BE49-F238E27FC236}">
                    <a16:creationId xmlns:a16="http://schemas.microsoft.com/office/drawing/2014/main" id="{1C60FB66-F5C7-3B11-8408-B936C84FA8C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3" name="Cube 102">
                <a:extLst>
                  <a:ext uri="{FF2B5EF4-FFF2-40B4-BE49-F238E27FC236}">
                    <a16:creationId xmlns:a16="http://schemas.microsoft.com/office/drawing/2014/main" id="{AFD96860-E27D-9E0A-F485-7317021ACB32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4" name="Cube 103">
                <a:extLst>
                  <a:ext uri="{FF2B5EF4-FFF2-40B4-BE49-F238E27FC236}">
                    <a16:creationId xmlns:a16="http://schemas.microsoft.com/office/drawing/2014/main" id="{367EF773-45E1-D7FF-056A-88D76C4CD19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5" name="Cube 104">
                <a:extLst>
                  <a:ext uri="{FF2B5EF4-FFF2-40B4-BE49-F238E27FC236}">
                    <a16:creationId xmlns:a16="http://schemas.microsoft.com/office/drawing/2014/main" id="{8AA82940-B2D3-AE8B-618A-E34C30B379D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6" name="Cube 105">
                <a:extLst>
                  <a:ext uri="{FF2B5EF4-FFF2-40B4-BE49-F238E27FC236}">
                    <a16:creationId xmlns:a16="http://schemas.microsoft.com/office/drawing/2014/main" id="{9E315387-9828-D2B0-CDAC-5637FD02824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7" name="Cube 106">
                <a:extLst>
                  <a:ext uri="{FF2B5EF4-FFF2-40B4-BE49-F238E27FC236}">
                    <a16:creationId xmlns:a16="http://schemas.microsoft.com/office/drawing/2014/main" id="{9A1CA2A8-D86C-ED0C-9C4A-7E1225B0FDD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8" name="Cube 107">
                <a:extLst>
                  <a:ext uri="{FF2B5EF4-FFF2-40B4-BE49-F238E27FC236}">
                    <a16:creationId xmlns:a16="http://schemas.microsoft.com/office/drawing/2014/main" id="{50FD2978-2104-7136-8879-0695C2304B3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09" name="Cube 108">
                <a:extLst>
                  <a:ext uri="{FF2B5EF4-FFF2-40B4-BE49-F238E27FC236}">
                    <a16:creationId xmlns:a16="http://schemas.microsoft.com/office/drawing/2014/main" id="{D5E18AD6-1296-0DE0-3098-20FC6A1C449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9AF6598-6CE6-6A37-E71B-4FB325CAC86E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90" name="Cube 89">
                <a:extLst>
                  <a:ext uri="{FF2B5EF4-FFF2-40B4-BE49-F238E27FC236}">
                    <a16:creationId xmlns:a16="http://schemas.microsoft.com/office/drawing/2014/main" id="{4C4D3346-9A55-3865-8EA5-8F620A557CD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1" name="Cube 90">
                <a:extLst>
                  <a:ext uri="{FF2B5EF4-FFF2-40B4-BE49-F238E27FC236}">
                    <a16:creationId xmlns:a16="http://schemas.microsoft.com/office/drawing/2014/main" id="{13CF11F9-A389-2B64-C71E-12E0F69E92EB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2" name="Cube 91">
                <a:extLst>
                  <a:ext uri="{FF2B5EF4-FFF2-40B4-BE49-F238E27FC236}">
                    <a16:creationId xmlns:a16="http://schemas.microsoft.com/office/drawing/2014/main" id="{380C3706-5F61-86FC-7842-77C123456ECA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3" name="Cube 92">
                <a:extLst>
                  <a:ext uri="{FF2B5EF4-FFF2-40B4-BE49-F238E27FC236}">
                    <a16:creationId xmlns:a16="http://schemas.microsoft.com/office/drawing/2014/main" id="{2C54A134-5316-6452-CE95-60BC0790B68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4" name="Cube 93">
                <a:extLst>
                  <a:ext uri="{FF2B5EF4-FFF2-40B4-BE49-F238E27FC236}">
                    <a16:creationId xmlns:a16="http://schemas.microsoft.com/office/drawing/2014/main" id="{6904AFE9-E2EE-7915-7074-9C1F7673E46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5" name="Cube 94">
                <a:extLst>
                  <a:ext uri="{FF2B5EF4-FFF2-40B4-BE49-F238E27FC236}">
                    <a16:creationId xmlns:a16="http://schemas.microsoft.com/office/drawing/2014/main" id="{688B5012-5400-DC07-25A8-6C521CA2D89C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6" name="Cube 95">
                <a:extLst>
                  <a:ext uri="{FF2B5EF4-FFF2-40B4-BE49-F238E27FC236}">
                    <a16:creationId xmlns:a16="http://schemas.microsoft.com/office/drawing/2014/main" id="{90741A23-9662-142A-2619-F33E68109DD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7" name="Cube 96">
                <a:extLst>
                  <a:ext uri="{FF2B5EF4-FFF2-40B4-BE49-F238E27FC236}">
                    <a16:creationId xmlns:a16="http://schemas.microsoft.com/office/drawing/2014/main" id="{B69A6256-2AD1-C652-FEC8-F09723DD82D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8" name="Cube 97">
                <a:extLst>
                  <a:ext uri="{FF2B5EF4-FFF2-40B4-BE49-F238E27FC236}">
                    <a16:creationId xmlns:a16="http://schemas.microsoft.com/office/drawing/2014/main" id="{933213EA-BE34-08AD-7310-76678800E98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99" name="Cube 98">
                <a:extLst>
                  <a:ext uri="{FF2B5EF4-FFF2-40B4-BE49-F238E27FC236}">
                    <a16:creationId xmlns:a16="http://schemas.microsoft.com/office/drawing/2014/main" id="{EB6990E3-86FF-F149-9609-8DA4650A507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1FA7CFA-E724-B0E3-F1E7-6327AA6AE749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80" name="Cube 79">
                <a:extLst>
                  <a:ext uri="{FF2B5EF4-FFF2-40B4-BE49-F238E27FC236}">
                    <a16:creationId xmlns:a16="http://schemas.microsoft.com/office/drawing/2014/main" id="{7FC86115-491E-5BA4-A709-C6E38F07D80B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1" name="Cube 80">
                <a:extLst>
                  <a:ext uri="{FF2B5EF4-FFF2-40B4-BE49-F238E27FC236}">
                    <a16:creationId xmlns:a16="http://schemas.microsoft.com/office/drawing/2014/main" id="{A160A3FE-9056-0509-C67C-D679ABF6EEF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2" name="Cube 81">
                <a:extLst>
                  <a:ext uri="{FF2B5EF4-FFF2-40B4-BE49-F238E27FC236}">
                    <a16:creationId xmlns:a16="http://schemas.microsoft.com/office/drawing/2014/main" id="{EF94039B-0A72-17A5-5290-9E33AC6CE6B0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3" name="Cube 82">
                <a:extLst>
                  <a:ext uri="{FF2B5EF4-FFF2-40B4-BE49-F238E27FC236}">
                    <a16:creationId xmlns:a16="http://schemas.microsoft.com/office/drawing/2014/main" id="{85709010-B534-6D10-86C1-EB13F616383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4" name="Cube 83">
                <a:extLst>
                  <a:ext uri="{FF2B5EF4-FFF2-40B4-BE49-F238E27FC236}">
                    <a16:creationId xmlns:a16="http://schemas.microsoft.com/office/drawing/2014/main" id="{87C6F264-3A44-84A5-EB4A-5A85132D8DC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5" name="Cube 84">
                <a:extLst>
                  <a:ext uri="{FF2B5EF4-FFF2-40B4-BE49-F238E27FC236}">
                    <a16:creationId xmlns:a16="http://schemas.microsoft.com/office/drawing/2014/main" id="{74CABBAA-5981-3FAC-DC03-F5A6494C08A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6" name="Cube 85">
                <a:extLst>
                  <a:ext uri="{FF2B5EF4-FFF2-40B4-BE49-F238E27FC236}">
                    <a16:creationId xmlns:a16="http://schemas.microsoft.com/office/drawing/2014/main" id="{8C58ABA6-D2D8-BA9D-92A3-7ED6FEAA2561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7" name="Cube 86">
                <a:extLst>
                  <a:ext uri="{FF2B5EF4-FFF2-40B4-BE49-F238E27FC236}">
                    <a16:creationId xmlns:a16="http://schemas.microsoft.com/office/drawing/2014/main" id="{2FF2E52D-EFBB-FEF4-3820-99E564DB18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8" name="Cube 87">
                <a:extLst>
                  <a:ext uri="{FF2B5EF4-FFF2-40B4-BE49-F238E27FC236}">
                    <a16:creationId xmlns:a16="http://schemas.microsoft.com/office/drawing/2014/main" id="{D10ADCF5-A0E9-CF37-1A40-8448991E1C5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89" name="Cube 88">
                <a:extLst>
                  <a:ext uri="{FF2B5EF4-FFF2-40B4-BE49-F238E27FC236}">
                    <a16:creationId xmlns:a16="http://schemas.microsoft.com/office/drawing/2014/main" id="{A349A523-0EF6-3FA3-3598-7FF04DBAFCF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18FDE33-8B49-E4CF-544D-0B9123BBC108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70" name="Cube 69">
                <a:extLst>
                  <a:ext uri="{FF2B5EF4-FFF2-40B4-BE49-F238E27FC236}">
                    <a16:creationId xmlns:a16="http://schemas.microsoft.com/office/drawing/2014/main" id="{E57C5DE1-AF6D-C100-2C43-4E3FCDE3868A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1" name="Cube 70">
                <a:extLst>
                  <a:ext uri="{FF2B5EF4-FFF2-40B4-BE49-F238E27FC236}">
                    <a16:creationId xmlns:a16="http://schemas.microsoft.com/office/drawing/2014/main" id="{AC3BB8C0-F82F-C77A-56D6-B68A5561818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2" name="Cube 71">
                <a:extLst>
                  <a:ext uri="{FF2B5EF4-FFF2-40B4-BE49-F238E27FC236}">
                    <a16:creationId xmlns:a16="http://schemas.microsoft.com/office/drawing/2014/main" id="{9EF20678-F13A-6F70-6F81-6AECA897AA0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3" name="Cube 72">
                <a:extLst>
                  <a:ext uri="{FF2B5EF4-FFF2-40B4-BE49-F238E27FC236}">
                    <a16:creationId xmlns:a16="http://schemas.microsoft.com/office/drawing/2014/main" id="{7D86907D-78B4-CC9E-D820-3024C36A5A5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4" name="Cube 73">
                <a:extLst>
                  <a:ext uri="{FF2B5EF4-FFF2-40B4-BE49-F238E27FC236}">
                    <a16:creationId xmlns:a16="http://schemas.microsoft.com/office/drawing/2014/main" id="{811CC0C2-36A2-F9E4-34A8-54F98FFAC8D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5" name="Cube 74">
                <a:extLst>
                  <a:ext uri="{FF2B5EF4-FFF2-40B4-BE49-F238E27FC236}">
                    <a16:creationId xmlns:a16="http://schemas.microsoft.com/office/drawing/2014/main" id="{BBAFE56F-0A6D-F6A3-E421-EAC99A313F1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6" name="Cube 75">
                <a:extLst>
                  <a:ext uri="{FF2B5EF4-FFF2-40B4-BE49-F238E27FC236}">
                    <a16:creationId xmlns:a16="http://schemas.microsoft.com/office/drawing/2014/main" id="{69B38554-1895-E9B2-BEE8-A50752609A5C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7" name="Cube 76">
                <a:extLst>
                  <a:ext uri="{FF2B5EF4-FFF2-40B4-BE49-F238E27FC236}">
                    <a16:creationId xmlns:a16="http://schemas.microsoft.com/office/drawing/2014/main" id="{10AD94DC-1A3A-602F-FA2D-FA62CF6430A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8" name="Cube 77">
                <a:extLst>
                  <a:ext uri="{FF2B5EF4-FFF2-40B4-BE49-F238E27FC236}">
                    <a16:creationId xmlns:a16="http://schemas.microsoft.com/office/drawing/2014/main" id="{E7BA5F0C-03DD-609E-4ECE-6CC6ED6B14C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79" name="Cube 78">
                <a:extLst>
                  <a:ext uri="{FF2B5EF4-FFF2-40B4-BE49-F238E27FC236}">
                    <a16:creationId xmlns:a16="http://schemas.microsoft.com/office/drawing/2014/main" id="{85BE7D37-1BA7-EBDE-DC7F-9F37F257B151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8062829-0BFC-B054-A3F9-9E35FE94D946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60" name="Cube 59">
                <a:extLst>
                  <a:ext uri="{FF2B5EF4-FFF2-40B4-BE49-F238E27FC236}">
                    <a16:creationId xmlns:a16="http://schemas.microsoft.com/office/drawing/2014/main" id="{1FFE4EDB-6E39-1266-6F64-9866187CF801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1" name="Cube 60">
                <a:extLst>
                  <a:ext uri="{FF2B5EF4-FFF2-40B4-BE49-F238E27FC236}">
                    <a16:creationId xmlns:a16="http://schemas.microsoft.com/office/drawing/2014/main" id="{D175A350-AA5E-5427-77AE-F5E1D472DA2E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2" name="Cube 61">
                <a:extLst>
                  <a:ext uri="{FF2B5EF4-FFF2-40B4-BE49-F238E27FC236}">
                    <a16:creationId xmlns:a16="http://schemas.microsoft.com/office/drawing/2014/main" id="{5758F6F2-22EF-AC3B-A0C5-D640C274F8F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3" name="Cube 62">
                <a:extLst>
                  <a:ext uri="{FF2B5EF4-FFF2-40B4-BE49-F238E27FC236}">
                    <a16:creationId xmlns:a16="http://schemas.microsoft.com/office/drawing/2014/main" id="{2DF6720A-FC50-A351-DF28-FE583D2B5A7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4" name="Cube 63">
                <a:extLst>
                  <a:ext uri="{FF2B5EF4-FFF2-40B4-BE49-F238E27FC236}">
                    <a16:creationId xmlns:a16="http://schemas.microsoft.com/office/drawing/2014/main" id="{2EE3C6AB-9808-89FA-4B64-000D4E3E5D5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5" name="Cube 64">
                <a:extLst>
                  <a:ext uri="{FF2B5EF4-FFF2-40B4-BE49-F238E27FC236}">
                    <a16:creationId xmlns:a16="http://schemas.microsoft.com/office/drawing/2014/main" id="{741F8380-0614-B6F6-349E-69E2C1250DC3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6" name="Cube 65">
                <a:extLst>
                  <a:ext uri="{FF2B5EF4-FFF2-40B4-BE49-F238E27FC236}">
                    <a16:creationId xmlns:a16="http://schemas.microsoft.com/office/drawing/2014/main" id="{8CEA6C36-DC59-26B9-C88B-D4BFB3A6597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7" name="Cube 66">
                <a:extLst>
                  <a:ext uri="{FF2B5EF4-FFF2-40B4-BE49-F238E27FC236}">
                    <a16:creationId xmlns:a16="http://schemas.microsoft.com/office/drawing/2014/main" id="{5E2B7AE6-72BC-4244-A059-55239C25BAE7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8" name="Cube 67">
                <a:extLst>
                  <a:ext uri="{FF2B5EF4-FFF2-40B4-BE49-F238E27FC236}">
                    <a16:creationId xmlns:a16="http://schemas.microsoft.com/office/drawing/2014/main" id="{4DDA583C-CC83-5BC5-82E0-8BFF233503B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9" name="Cube 68">
                <a:extLst>
                  <a:ext uri="{FF2B5EF4-FFF2-40B4-BE49-F238E27FC236}">
                    <a16:creationId xmlns:a16="http://schemas.microsoft.com/office/drawing/2014/main" id="{883A5636-1140-10DF-AE60-905835BEDFB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CB6B2-DD10-6EC4-8921-3A205D07449E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50" name="Cube 49">
                <a:extLst>
                  <a:ext uri="{FF2B5EF4-FFF2-40B4-BE49-F238E27FC236}">
                    <a16:creationId xmlns:a16="http://schemas.microsoft.com/office/drawing/2014/main" id="{DDCD29FC-3203-9EE8-E497-9FE2746A481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1" name="Cube 50">
                <a:extLst>
                  <a:ext uri="{FF2B5EF4-FFF2-40B4-BE49-F238E27FC236}">
                    <a16:creationId xmlns:a16="http://schemas.microsoft.com/office/drawing/2014/main" id="{110FCBA0-115D-AE34-6C31-68CFF681A47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2" name="Cube 51">
                <a:extLst>
                  <a:ext uri="{FF2B5EF4-FFF2-40B4-BE49-F238E27FC236}">
                    <a16:creationId xmlns:a16="http://schemas.microsoft.com/office/drawing/2014/main" id="{A18BB897-6234-A519-2BB2-9871B9D17A5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3" name="Cube 52">
                <a:extLst>
                  <a:ext uri="{FF2B5EF4-FFF2-40B4-BE49-F238E27FC236}">
                    <a16:creationId xmlns:a16="http://schemas.microsoft.com/office/drawing/2014/main" id="{A8E8BFF1-6BDB-8940-8393-435E62A321F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4" name="Cube 53">
                <a:extLst>
                  <a:ext uri="{FF2B5EF4-FFF2-40B4-BE49-F238E27FC236}">
                    <a16:creationId xmlns:a16="http://schemas.microsoft.com/office/drawing/2014/main" id="{785E480C-D5C0-984E-0EDB-E0CEC267D23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5" name="Cube 54">
                <a:extLst>
                  <a:ext uri="{FF2B5EF4-FFF2-40B4-BE49-F238E27FC236}">
                    <a16:creationId xmlns:a16="http://schemas.microsoft.com/office/drawing/2014/main" id="{EC282A25-B369-AD26-F760-82FE0E31D7C0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C64AC073-CC01-C995-9F69-90358E447DC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7" name="Cube 56">
                <a:extLst>
                  <a:ext uri="{FF2B5EF4-FFF2-40B4-BE49-F238E27FC236}">
                    <a16:creationId xmlns:a16="http://schemas.microsoft.com/office/drawing/2014/main" id="{32B715EC-7C4A-7BBD-E3DE-68D439A7CD3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8" name="Cube 57">
                <a:extLst>
                  <a:ext uri="{FF2B5EF4-FFF2-40B4-BE49-F238E27FC236}">
                    <a16:creationId xmlns:a16="http://schemas.microsoft.com/office/drawing/2014/main" id="{471DB6C3-1914-9179-CF0C-0290E89AFCE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9" name="Cube 58">
                <a:extLst>
                  <a:ext uri="{FF2B5EF4-FFF2-40B4-BE49-F238E27FC236}">
                    <a16:creationId xmlns:a16="http://schemas.microsoft.com/office/drawing/2014/main" id="{D4E552B2-DE15-9303-C30F-C1E621604A8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1B264CC-1C4D-39C8-1C9B-7F8C841ACFB9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0" name="Cube 39">
                <a:extLst>
                  <a:ext uri="{FF2B5EF4-FFF2-40B4-BE49-F238E27FC236}">
                    <a16:creationId xmlns:a16="http://schemas.microsoft.com/office/drawing/2014/main" id="{1F9B5FA5-4A42-0059-C2D0-20A891C0113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" name="Cube 40">
                <a:extLst>
                  <a:ext uri="{FF2B5EF4-FFF2-40B4-BE49-F238E27FC236}">
                    <a16:creationId xmlns:a16="http://schemas.microsoft.com/office/drawing/2014/main" id="{5E20FA54-C4BF-C66F-0EEE-EBCA42E10C4D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" name="Cube 41">
                <a:extLst>
                  <a:ext uri="{FF2B5EF4-FFF2-40B4-BE49-F238E27FC236}">
                    <a16:creationId xmlns:a16="http://schemas.microsoft.com/office/drawing/2014/main" id="{9F99D1D7-062A-184F-B17E-5EC7948FDC8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" name="Cube 42">
                <a:extLst>
                  <a:ext uri="{FF2B5EF4-FFF2-40B4-BE49-F238E27FC236}">
                    <a16:creationId xmlns:a16="http://schemas.microsoft.com/office/drawing/2014/main" id="{1656B0D0-9769-D343-080D-639AD5A882FF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4" name="Cube 43">
                <a:extLst>
                  <a:ext uri="{FF2B5EF4-FFF2-40B4-BE49-F238E27FC236}">
                    <a16:creationId xmlns:a16="http://schemas.microsoft.com/office/drawing/2014/main" id="{DA64F743-FE61-8B30-3A53-876C3E34F42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5" name="Cube 44">
                <a:extLst>
                  <a:ext uri="{FF2B5EF4-FFF2-40B4-BE49-F238E27FC236}">
                    <a16:creationId xmlns:a16="http://schemas.microsoft.com/office/drawing/2014/main" id="{CE0DC233-4477-129C-F643-30B7EB1DEF9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6" name="Cube 45">
                <a:extLst>
                  <a:ext uri="{FF2B5EF4-FFF2-40B4-BE49-F238E27FC236}">
                    <a16:creationId xmlns:a16="http://schemas.microsoft.com/office/drawing/2014/main" id="{DBB3BDBC-ACE2-9E12-1401-C1EF9EF7218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7" name="Cube 46">
                <a:extLst>
                  <a:ext uri="{FF2B5EF4-FFF2-40B4-BE49-F238E27FC236}">
                    <a16:creationId xmlns:a16="http://schemas.microsoft.com/office/drawing/2014/main" id="{5DB1A9E5-1B14-3C43-D418-467B2FD13D2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8" name="Cube 47">
                <a:extLst>
                  <a:ext uri="{FF2B5EF4-FFF2-40B4-BE49-F238E27FC236}">
                    <a16:creationId xmlns:a16="http://schemas.microsoft.com/office/drawing/2014/main" id="{EF040A31-4600-03FC-CEDA-D960CD2FC8AE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9" name="Cube 48">
                <a:extLst>
                  <a:ext uri="{FF2B5EF4-FFF2-40B4-BE49-F238E27FC236}">
                    <a16:creationId xmlns:a16="http://schemas.microsoft.com/office/drawing/2014/main" id="{C6FB9DBF-5A76-FC41-90F1-80B5D40068E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E354686-C8C4-6EBF-653E-874CF68DBC20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0" name="Cube 29">
                <a:extLst>
                  <a:ext uri="{FF2B5EF4-FFF2-40B4-BE49-F238E27FC236}">
                    <a16:creationId xmlns:a16="http://schemas.microsoft.com/office/drawing/2014/main" id="{B1822CDE-F240-C040-F777-67246C3D60D7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" name="Cube 30">
                <a:extLst>
                  <a:ext uri="{FF2B5EF4-FFF2-40B4-BE49-F238E27FC236}">
                    <a16:creationId xmlns:a16="http://schemas.microsoft.com/office/drawing/2014/main" id="{104B9787-736B-4A34-5681-A89B305BBB0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" name="Cube 31">
                <a:extLst>
                  <a:ext uri="{FF2B5EF4-FFF2-40B4-BE49-F238E27FC236}">
                    <a16:creationId xmlns:a16="http://schemas.microsoft.com/office/drawing/2014/main" id="{77240130-EF10-22FA-3D64-B920789B818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" name="Cube 32">
                <a:extLst>
                  <a:ext uri="{FF2B5EF4-FFF2-40B4-BE49-F238E27FC236}">
                    <a16:creationId xmlns:a16="http://schemas.microsoft.com/office/drawing/2014/main" id="{03F337E6-7056-815C-ECB7-786E61912FF8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" name="Cube 33">
                <a:extLst>
                  <a:ext uri="{FF2B5EF4-FFF2-40B4-BE49-F238E27FC236}">
                    <a16:creationId xmlns:a16="http://schemas.microsoft.com/office/drawing/2014/main" id="{CE37AFEA-54DE-681A-600A-3C9003CA9A6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" name="Cube 34">
                <a:extLst>
                  <a:ext uri="{FF2B5EF4-FFF2-40B4-BE49-F238E27FC236}">
                    <a16:creationId xmlns:a16="http://schemas.microsoft.com/office/drawing/2014/main" id="{DFE572B6-6AA6-89A6-BB7A-CDE155F094DB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" name="Cube 35">
                <a:extLst>
                  <a:ext uri="{FF2B5EF4-FFF2-40B4-BE49-F238E27FC236}">
                    <a16:creationId xmlns:a16="http://schemas.microsoft.com/office/drawing/2014/main" id="{6CE02682-7DDC-D8DE-20B1-2024A33F38BD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Cube 36">
                <a:extLst>
                  <a:ext uri="{FF2B5EF4-FFF2-40B4-BE49-F238E27FC236}">
                    <a16:creationId xmlns:a16="http://schemas.microsoft.com/office/drawing/2014/main" id="{77624897-DC51-0519-350F-BD862390657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" name="Cube 37">
                <a:extLst>
                  <a:ext uri="{FF2B5EF4-FFF2-40B4-BE49-F238E27FC236}">
                    <a16:creationId xmlns:a16="http://schemas.microsoft.com/office/drawing/2014/main" id="{29FF2263-BB7C-9A0C-18A6-4A95420B698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021331B5-1148-17A1-27CE-68D1B5CDFD7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EB08508-96B7-283B-3324-7CA51BED9195}"/>
              </a:ext>
            </a:extLst>
          </p:cNvPr>
          <p:cNvGrpSpPr/>
          <p:nvPr/>
        </p:nvGrpSpPr>
        <p:grpSpPr>
          <a:xfrm>
            <a:off x="1584795" y="3207760"/>
            <a:ext cx="315285" cy="2397703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42" name="Cube 141">
              <a:extLst>
                <a:ext uri="{FF2B5EF4-FFF2-40B4-BE49-F238E27FC236}">
                  <a16:creationId xmlns:a16="http://schemas.microsoft.com/office/drawing/2014/main" id="{A8097821-8E3D-3B35-DC99-96ED1C4CC93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3" name="Cube 142">
              <a:extLst>
                <a:ext uri="{FF2B5EF4-FFF2-40B4-BE49-F238E27FC236}">
                  <a16:creationId xmlns:a16="http://schemas.microsoft.com/office/drawing/2014/main" id="{D30232D1-8E88-0A01-BEE9-4D50004D9C47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B44A3FAD-D23B-759B-7D67-06DE089F0AE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Cube 144">
              <a:extLst>
                <a:ext uri="{FF2B5EF4-FFF2-40B4-BE49-F238E27FC236}">
                  <a16:creationId xmlns:a16="http://schemas.microsoft.com/office/drawing/2014/main" id="{D027D7E3-343D-9211-CE65-28BEB2506FC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AD0A4A08-EAD5-F848-4A65-44C5C5D1A18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7" name="Cube 146">
              <a:extLst>
                <a:ext uri="{FF2B5EF4-FFF2-40B4-BE49-F238E27FC236}">
                  <a16:creationId xmlns:a16="http://schemas.microsoft.com/office/drawing/2014/main" id="{CB9EDB77-8308-1723-44CF-28ED3F8F4B3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8" name="Cube 147">
              <a:extLst>
                <a:ext uri="{FF2B5EF4-FFF2-40B4-BE49-F238E27FC236}">
                  <a16:creationId xmlns:a16="http://schemas.microsoft.com/office/drawing/2014/main" id="{15E0B74A-513A-000B-B49B-A66FDE97A94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9" name="Cube 148">
              <a:extLst>
                <a:ext uri="{FF2B5EF4-FFF2-40B4-BE49-F238E27FC236}">
                  <a16:creationId xmlns:a16="http://schemas.microsoft.com/office/drawing/2014/main" id="{EA1030EA-5E04-B7A2-5862-08CFC8B640F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0" name="Cube 149">
              <a:extLst>
                <a:ext uri="{FF2B5EF4-FFF2-40B4-BE49-F238E27FC236}">
                  <a16:creationId xmlns:a16="http://schemas.microsoft.com/office/drawing/2014/main" id="{7663B8D2-DEFD-882B-3646-7D8F32F919DB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1" name="Cube 150">
              <a:extLst>
                <a:ext uri="{FF2B5EF4-FFF2-40B4-BE49-F238E27FC236}">
                  <a16:creationId xmlns:a16="http://schemas.microsoft.com/office/drawing/2014/main" id="{AD25BE94-89A2-BFFD-602B-80AF47216C1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52" name="TextBox 151">
            <a:extLst>
              <a:ext uri="{FF2B5EF4-FFF2-40B4-BE49-F238E27FC236}">
                <a16:creationId xmlns:a16="http://schemas.microsoft.com/office/drawing/2014/main" id="{81DA2D93-BB10-C33F-368C-2DD412583608}"/>
              </a:ext>
            </a:extLst>
          </p:cNvPr>
          <p:cNvSpPr txBox="1"/>
          <p:nvPr/>
        </p:nvSpPr>
        <p:spPr>
          <a:xfrm>
            <a:off x="3056683" y="1299039"/>
            <a:ext cx="628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1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93B7A31B-9032-7BFD-E306-F9016DCB90D4}"/>
              </a:ext>
            </a:extLst>
          </p:cNvPr>
          <p:cNvSpPr txBox="1"/>
          <p:nvPr/>
        </p:nvSpPr>
        <p:spPr>
          <a:xfrm>
            <a:off x="6485379" y="1176932"/>
            <a:ext cx="20345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0.45 − 0.27</a:t>
            </a:r>
          </a:p>
        </p:txBody>
      </p:sp>
      <p:sp>
        <p:nvSpPr>
          <p:cNvPr id="165" name="Cube 164">
            <a:extLst>
              <a:ext uri="{FF2B5EF4-FFF2-40B4-BE49-F238E27FC236}">
                <a16:creationId xmlns:a16="http://schemas.microsoft.com/office/drawing/2014/main" id="{DE882D38-C32D-4822-58A4-12FFDB66C05E}"/>
              </a:ext>
            </a:extLst>
          </p:cNvPr>
          <p:cNvSpPr/>
          <p:nvPr/>
        </p:nvSpPr>
        <p:spPr>
          <a:xfrm>
            <a:off x="1584795" y="6031921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7B273F84-13D9-3A5C-8DB3-5D557B8FC68E}"/>
              </a:ext>
            </a:extLst>
          </p:cNvPr>
          <p:cNvSpPr txBox="1"/>
          <p:nvPr/>
        </p:nvSpPr>
        <p:spPr>
          <a:xfrm>
            <a:off x="3056683" y="4145001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00B87F2-7D06-6901-5F4E-C4ABD007DBF1}"/>
              </a:ext>
            </a:extLst>
          </p:cNvPr>
          <p:cNvSpPr txBox="1"/>
          <p:nvPr/>
        </p:nvSpPr>
        <p:spPr>
          <a:xfrm>
            <a:off x="3056683" y="5890089"/>
            <a:ext cx="1085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= 0.01</a:t>
            </a:r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C3FBD059-E9A0-6FCC-5ED1-E402E022D28D}"/>
              </a:ext>
            </a:extLst>
          </p:cNvPr>
          <p:cNvCxnSpPr>
            <a:cxnSpLocks/>
          </p:cNvCxnSpPr>
          <p:nvPr/>
        </p:nvCxnSpPr>
        <p:spPr>
          <a:xfrm>
            <a:off x="4943475" y="266700"/>
            <a:ext cx="0" cy="640080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58CE4CC8-C8C7-A9D1-74F4-64877DD5079F}"/>
              </a:ext>
            </a:extLst>
          </p:cNvPr>
          <p:cNvSpPr txBox="1"/>
          <p:nvPr/>
        </p:nvSpPr>
        <p:spPr>
          <a:xfrm>
            <a:off x="5058298" y="394752"/>
            <a:ext cx="50127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Төмөнкүлөрдү билдирүү </a:t>
            </a:r>
            <a:endParaRPr lang="en-US" sz="2000" dirty="0"/>
          </a:p>
          <a:p>
            <a:pPr algn="ctr"/>
            <a:r>
              <a:rPr lang="ru-RU" sz="2000" dirty="0"/>
              <a:t>үчүн блокторду жана сандарды колдонуңуз:</a:t>
            </a:r>
            <a:endParaRPr lang="en-GB" sz="2000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39297C88-EE68-78F2-1426-892862AE853A}"/>
              </a:ext>
            </a:extLst>
          </p:cNvPr>
          <p:cNvSpPr txBox="1"/>
          <p:nvPr/>
        </p:nvSpPr>
        <p:spPr>
          <a:xfrm>
            <a:off x="7045626" y="5444132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0.18</a:t>
            </a:r>
          </a:p>
        </p:txBody>
      </p:sp>
      <p:sp>
        <p:nvSpPr>
          <p:cNvPr id="157" name="Cube 156">
            <a:extLst>
              <a:ext uri="{FF2B5EF4-FFF2-40B4-BE49-F238E27FC236}">
                <a16:creationId xmlns:a16="http://schemas.microsoft.com/office/drawing/2014/main" id="{5AF2145D-3394-9B67-3213-A6CE87BF978A}"/>
              </a:ext>
            </a:extLst>
          </p:cNvPr>
          <p:cNvSpPr/>
          <p:nvPr/>
        </p:nvSpPr>
        <p:spPr>
          <a:xfrm>
            <a:off x="7561181" y="4351073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8" name="Cube 157">
            <a:extLst>
              <a:ext uri="{FF2B5EF4-FFF2-40B4-BE49-F238E27FC236}">
                <a16:creationId xmlns:a16="http://schemas.microsoft.com/office/drawing/2014/main" id="{0D6B4806-0550-369D-7D6C-866059BBD829}"/>
              </a:ext>
            </a:extLst>
          </p:cNvPr>
          <p:cNvSpPr/>
          <p:nvPr/>
        </p:nvSpPr>
        <p:spPr>
          <a:xfrm>
            <a:off x="7561181" y="4119203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9" name="Cube 158">
            <a:extLst>
              <a:ext uri="{FF2B5EF4-FFF2-40B4-BE49-F238E27FC236}">
                <a16:creationId xmlns:a16="http://schemas.microsoft.com/office/drawing/2014/main" id="{ABE9092C-FFA3-4ECA-F141-94D475EDC10D}"/>
              </a:ext>
            </a:extLst>
          </p:cNvPr>
          <p:cNvSpPr/>
          <p:nvPr/>
        </p:nvSpPr>
        <p:spPr>
          <a:xfrm>
            <a:off x="7561181" y="3887334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0" name="Cube 159">
            <a:extLst>
              <a:ext uri="{FF2B5EF4-FFF2-40B4-BE49-F238E27FC236}">
                <a16:creationId xmlns:a16="http://schemas.microsoft.com/office/drawing/2014/main" id="{0298E0F7-3DB4-D1A1-7E13-350A2B30D0FF}"/>
              </a:ext>
            </a:extLst>
          </p:cNvPr>
          <p:cNvSpPr/>
          <p:nvPr/>
        </p:nvSpPr>
        <p:spPr>
          <a:xfrm>
            <a:off x="7561181" y="3655465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1" name="Cube 160">
            <a:extLst>
              <a:ext uri="{FF2B5EF4-FFF2-40B4-BE49-F238E27FC236}">
                <a16:creationId xmlns:a16="http://schemas.microsoft.com/office/drawing/2014/main" id="{30FBFC9F-C318-8880-8525-E845BAAE67D6}"/>
              </a:ext>
            </a:extLst>
          </p:cNvPr>
          <p:cNvSpPr/>
          <p:nvPr/>
        </p:nvSpPr>
        <p:spPr>
          <a:xfrm>
            <a:off x="7561181" y="3423595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2" name="Cube 161">
            <a:extLst>
              <a:ext uri="{FF2B5EF4-FFF2-40B4-BE49-F238E27FC236}">
                <a16:creationId xmlns:a16="http://schemas.microsoft.com/office/drawing/2014/main" id="{97444AE4-85C8-DD5A-02BD-07565AB5C5CB}"/>
              </a:ext>
            </a:extLst>
          </p:cNvPr>
          <p:cNvSpPr/>
          <p:nvPr/>
        </p:nvSpPr>
        <p:spPr>
          <a:xfrm>
            <a:off x="7561181" y="3191726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3" name="Cube 162">
            <a:extLst>
              <a:ext uri="{FF2B5EF4-FFF2-40B4-BE49-F238E27FC236}">
                <a16:creationId xmlns:a16="http://schemas.microsoft.com/office/drawing/2014/main" id="{AC0B0CD4-4FC4-7A11-4079-34906D264C2E}"/>
              </a:ext>
            </a:extLst>
          </p:cNvPr>
          <p:cNvSpPr/>
          <p:nvPr/>
        </p:nvSpPr>
        <p:spPr>
          <a:xfrm>
            <a:off x="7561181" y="2959857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8" name="Cube 167">
            <a:extLst>
              <a:ext uri="{FF2B5EF4-FFF2-40B4-BE49-F238E27FC236}">
                <a16:creationId xmlns:a16="http://schemas.microsoft.com/office/drawing/2014/main" id="{07F84976-FA43-FB3A-41AD-CAC4A193AFFC}"/>
              </a:ext>
            </a:extLst>
          </p:cNvPr>
          <p:cNvSpPr/>
          <p:nvPr/>
        </p:nvSpPr>
        <p:spPr>
          <a:xfrm>
            <a:off x="7561181" y="2727988"/>
            <a:ext cx="315285" cy="310879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Cube 1">
            <a:extLst>
              <a:ext uri="{FF2B5EF4-FFF2-40B4-BE49-F238E27FC236}">
                <a16:creationId xmlns:a16="http://schemas.microsoft.com/office/drawing/2014/main" id="{E6FBD2D1-5BFC-8979-51FF-D51FD19F4A94}"/>
              </a:ext>
            </a:extLst>
          </p:cNvPr>
          <p:cNvSpPr/>
          <p:nvPr/>
        </p:nvSpPr>
        <p:spPr>
          <a:xfrm>
            <a:off x="7027781" y="4351073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Cube 2">
            <a:extLst>
              <a:ext uri="{FF2B5EF4-FFF2-40B4-BE49-F238E27FC236}">
                <a16:creationId xmlns:a16="http://schemas.microsoft.com/office/drawing/2014/main" id="{5F394E9C-D8E2-8E64-F8D5-A5772DF1A368}"/>
              </a:ext>
            </a:extLst>
          </p:cNvPr>
          <p:cNvSpPr/>
          <p:nvPr/>
        </p:nvSpPr>
        <p:spPr>
          <a:xfrm>
            <a:off x="7027781" y="4119203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ACE6A62E-0A70-1C59-4FB7-FEC00A03F343}"/>
              </a:ext>
            </a:extLst>
          </p:cNvPr>
          <p:cNvSpPr/>
          <p:nvPr/>
        </p:nvSpPr>
        <p:spPr>
          <a:xfrm>
            <a:off x="7027781" y="3887334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EEE2F77F-79F2-AE96-2DDA-5978FA18B76C}"/>
              </a:ext>
            </a:extLst>
          </p:cNvPr>
          <p:cNvSpPr/>
          <p:nvPr/>
        </p:nvSpPr>
        <p:spPr>
          <a:xfrm>
            <a:off x="7027781" y="3655465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Cube 5">
            <a:extLst>
              <a:ext uri="{FF2B5EF4-FFF2-40B4-BE49-F238E27FC236}">
                <a16:creationId xmlns:a16="http://schemas.microsoft.com/office/drawing/2014/main" id="{7FCAB7EB-E9CA-604A-E2AB-DFC803C8444F}"/>
              </a:ext>
            </a:extLst>
          </p:cNvPr>
          <p:cNvSpPr/>
          <p:nvPr/>
        </p:nvSpPr>
        <p:spPr>
          <a:xfrm>
            <a:off x="7027781" y="3423595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Cube 6">
            <a:extLst>
              <a:ext uri="{FF2B5EF4-FFF2-40B4-BE49-F238E27FC236}">
                <a16:creationId xmlns:a16="http://schemas.microsoft.com/office/drawing/2014/main" id="{02A33ADD-4169-15A3-C86A-086A013C82CB}"/>
              </a:ext>
            </a:extLst>
          </p:cNvPr>
          <p:cNvSpPr/>
          <p:nvPr/>
        </p:nvSpPr>
        <p:spPr>
          <a:xfrm>
            <a:off x="7027781" y="3191726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Cube 7">
            <a:extLst>
              <a:ext uri="{FF2B5EF4-FFF2-40B4-BE49-F238E27FC236}">
                <a16:creationId xmlns:a16="http://schemas.microsoft.com/office/drawing/2014/main" id="{1037E95D-6A8E-CBDE-EBB2-D09795634776}"/>
              </a:ext>
            </a:extLst>
          </p:cNvPr>
          <p:cNvSpPr/>
          <p:nvPr/>
        </p:nvSpPr>
        <p:spPr>
          <a:xfrm>
            <a:off x="7027781" y="2959857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4897F770-A593-E3D3-69EF-A044D5E698FB}"/>
              </a:ext>
            </a:extLst>
          </p:cNvPr>
          <p:cNvSpPr/>
          <p:nvPr/>
        </p:nvSpPr>
        <p:spPr>
          <a:xfrm>
            <a:off x="7027781" y="2727988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Cube 9">
            <a:extLst>
              <a:ext uri="{FF2B5EF4-FFF2-40B4-BE49-F238E27FC236}">
                <a16:creationId xmlns:a16="http://schemas.microsoft.com/office/drawing/2014/main" id="{570F497F-716B-99E3-EEDA-78F9CD1C2A78}"/>
              </a:ext>
            </a:extLst>
          </p:cNvPr>
          <p:cNvSpPr/>
          <p:nvPr/>
        </p:nvSpPr>
        <p:spPr>
          <a:xfrm>
            <a:off x="7027781" y="2496118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Cube 10">
            <a:extLst>
              <a:ext uri="{FF2B5EF4-FFF2-40B4-BE49-F238E27FC236}">
                <a16:creationId xmlns:a16="http://schemas.microsoft.com/office/drawing/2014/main" id="{D3749BB1-CD5A-4437-5004-B1F0B53C17D9}"/>
              </a:ext>
            </a:extLst>
          </p:cNvPr>
          <p:cNvSpPr/>
          <p:nvPr/>
        </p:nvSpPr>
        <p:spPr>
          <a:xfrm>
            <a:off x="7027781" y="2264249"/>
            <a:ext cx="315285" cy="310879"/>
          </a:xfrm>
          <a:prstGeom prst="cube">
            <a:avLst/>
          </a:prstGeom>
          <a:solidFill>
            <a:srgbClr val="00C85A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55614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" grpId="0"/>
      <p:bldP spid="157" grpId="0" animBg="1"/>
      <p:bldP spid="158" grpId="0" animBg="1"/>
      <p:bldP spid="159" grpId="0" animBg="1"/>
      <p:bldP spid="160" grpId="0" animBg="1"/>
      <p:bldP spid="161" grpId="0" animBg="1"/>
      <p:bldP spid="162" grpId="0" animBg="1"/>
      <p:bldP spid="163" grpId="0" animBg="1"/>
      <p:bldP spid="168" grpId="0" animBg="1"/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6CBD296-564D-729E-E723-BD8BE5FE2687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83AD1C-433A-E8E8-102E-6530E743037E}"/>
              </a:ext>
            </a:extLst>
          </p:cNvPr>
          <p:cNvSpPr txBox="1"/>
          <p:nvPr/>
        </p:nvSpPr>
        <p:spPr>
          <a:xfrm>
            <a:off x="3169331" y="208859"/>
            <a:ext cx="3584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Баасында кандай айырма бар?</a:t>
            </a:r>
            <a:endParaRPr lang="en-GB" sz="20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6237E0A-AE3C-E4B6-FFF7-8FF267378F90}"/>
              </a:ext>
            </a:extLst>
          </p:cNvPr>
          <p:cNvSpPr/>
          <p:nvPr/>
        </p:nvSpPr>
        <p:spPr>
          <a:xfrm>
            <a:off x="3296762" y="1745442"/>
            <a:ext cx="1056033" cy="44911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86</a:t>
            </a:r>
            <a:r>
              <a:rPr lang="ru-RU" sz="2400" dirty="0"/>
              <a:t> т</a:t>
            </a:r>
            <a:endParaRPr lang="en-GB" sz="24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54FD55E-DF32-0934-198C-7CA2BF90A5E7}"/>
              </a:ext>
            </a:extLst>
          </p:cNvPr>
          <p:cNvSpPr/>
          <p:nvPr/>
        </p:nvSpPr>
        <p:spPr>
          <a:xfrm>
            <a:off x="5566136" y="1745442"/>
            <a:ext cx="1056033" cy="44911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51</a:t>
            </a:r>
            <a:r>
              <a:rPr lang="ru-RU" sz="2400" dirty="0"/>
              <a:t> т</a:t>
            </a:r>
            <a:endParaRPr lang="en-GB" sz="24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9EDA05-E3E2-9D95-97B6-F231B8F11F68}"/>
              </a:ext>
            </a:extLst>
          </p:cNvPr>
          <p:cNvSpPr/>
          <p:nvPr/>
        </p:nvSpPr>
        <p:spPr>
          <a:xfrm>
            <a:off x="3296762" y="2302395"/>
            <a:ext cx="1056033" cy="44911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0.86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85B1F46-0C9D-AE46-FAC2-F1D07C905FBD}"/>
              </a:ext>
            </a:extLst>
          </p:cNvPr>
          <p:cNvSpPr/>
          <p:nvPr/>
        </p:nvSpPr>
        <p:spPr>
          <a:xfrm>
            <a:off x="5566136" y="2302395"/>
            <a:ext cx="1056033" cy="44911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0.51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graphicFrame>
        <p:nvGraphicFramePr>
          <p:cNvPr id="29" name="Table 6">
            <a:extLst>
              <a:ext uri="{FF2B5EF4-FFF2-40B4-BE49-F238E27FC236}">
                <a16:creationId xmlns:a16="http://schemas.microsoft.com/office/drawing/2014/main" id="{53A6939E-8BF7-7953-AD61-BCA468D47AAB}"/>
              </a:ext>
            </a:extLst>
          </p:cNvPr>
          <p:cNvGraphicFramePr>
            <a:graphicFrameLocks noGrp="1"/>
          </p:cNvGraphicFramePr>
          <p:nvPr/>
        </p:nvGraphicFramePr>
        <p:xfrm>
          <a:off x="6369015" y="4056610"/>
          <a:ext cx="2504355" cy="2003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0087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7AC7DE4-6138-BF03-E001-699C9D64947E}"/>
              </a:ext>
            </a:extLst>
          </p:cNvPr>
          <p:cNvCxnSpPr>
            <a:cxnSpLocks/>
          </p:cNvCxnSpPr>
          <p:nvPr/>
        </p:nvCxnSpPr>
        <p:spPr>
          <a:xfrm>
            <a:off x="6760210" y="5057775"/>
            <a:ext cx="187420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3C9B715-6A09-3908-110B-0A49C9A61329}"/>
              </a:ext>
            </a:extLst>
          </p:cNvPr>
          <p:cNvSpPr txBox="1"/>
          <p:nvPr/>
        </p:nvSpPr>
        <p:spPr>
          <a:xfrm>
            <a:off x="7894965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2D9541-D759-DD35-3913-436C90775C4A}"/>
              </a:ext>
            </a:extLst>
          </p:cNvPr>
          <p:cNvSpPr txBox="1"/>
          <p:nvPr/>
        </p:nvSpPr>
        <p:spPr>
          <a:xfrm>
            <a:off x="7390373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B43130B-FCD0-09DF-147E-88334D4DEA55}"/>
              </a:ext>
            </a:extLst>
          </p:cNvPr>
          <p:cNvSpPr/>
          <p:nvPr/>
        </p:nvSpPr>
        <p:spPr>
          <a:xfrm>
            <a:off x="7327020" y="4278075"/>
            <a:ext cx="77098" cy="7709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6E8515-205A-518B-7EE2-30BCDD48BAB0}"/>
              </a:ext>
            </a:extLst>
          </p:cNvPr>
          <p:cNvSpPr txBox="1"/>
          <p:nvPr/>
        </p:nvSpPr>
        <p:spPr>
          <a:xfrm>
            <a:off x="6387220" y="4466554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−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723F41-C48E-DD56-7FCC-77B39241F9BB}"/>
              </a:ext>
            </a:extLst>
          </p:cNvPr>
          <p:cNvSpPr txBox="1"/>
          <p:nvPr/>
        </p:nvSpPr>
        <p:spPr>
          <a:xfrm>
            <a:off x="7894965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10B695-1CE3-C1C3-3DB2-1F4C8D365A4A}"/>
              </a:ext>
            </a:extLst>
          </p:cNvPr>
          <p:cNvSpPr txBox="1"/>
          <p:nvPr/>
        </p:nvSpPr>
        <p:spPr>
          <a:xfrm>
            <a:off x="7390373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7F7D4F7-622D-3117-1AD2-A95EF4805DAB}"/>
              </a:ext>
            </a:extLst>
          </p:cNvPr>
          <p:cNvSpPr/>
          <p:nvPr/>
        </p:nvSpPr>
        <p:spPr>
          <a:xfrm>
            <a:off x="7327020" y="4779156"/>
            <a:ext cx="77098" cy="7709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4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282EF5-2382-40E7-D21D-5DFF64B5DBC8}"/>
              </a:ext>
            </a:extLst>
          </p:cNvPr>
          <p:cNvSpPr txBox="1"/>
          <p:nvPr/>
        </p:nvSpPr>
        <p:spPr>
          <a:xfrm>
            <a:off x="7894965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13F4E9-83CD-DD21-C004-2874FBA861E8}"/>
              </a:ext>
            </a:extLst>
          </p:cNvPr>
          <p:cNvSpPr txBox="1"/>
          <p:nvPr/>
        </p:nvSpPr>
        <p:spPr>
          <a:xfrm>
            <a:off x="7390373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A1A583D6-B375-C502-6ECC-A78A926C8C83}"/>
              </a:ext>
            </a:extLst>
          </p:cNvPr>
          <p:cNvSpPr/>
          <p:nvPr/>
        </p:nvSpPr>
        <p:spPr>
          <a:xfrm>
            <a:off x="7327020" y="5276318"/>
            <a:ext cx="77098" cy="7709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4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74D3DFF-9E56-FD42-FA05-4D0F6CB74649}"/>
              </a:ext>
            </a:extLst>
          </p:cNvPr>
          <p:cNvSpPr txBox="1"/>
          <p:nvPr/>
        </p:nvSpPr>
        <p:spPr>
          <a:xfrm>
            <a:off x="3246370" y="3257552"/>
            <a:ext cx="34299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Эмнеси менен айырмаланат?</a:t>
            </a:r>
            <a:endParaRPr lang="en-GB" sz="20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31CDF91C-C702-04DF-75FD-8C95D1D1AF17}"/>
              </a:ext>
            </a:extLst>
          </p:cNvPr>
          <p:cNvGraphicFramePr>
            <a:graphicFrameLocks noGrp="1"/>
          </p:cNvGraphicFramePr>
          <p:nvPr/>
        </p:nvGraphicFramePr>
        <p:xfrm>
          <a:off x="1195035" y="4056610"/>
          <a:ext cx="2504355" cy="2003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0087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6112657-D40A-9911-376E-C5A06A09C4CF}"/>
              </a:ext>
            </a:extLst>
          </p:cNvPr>
          <p:cNvCxnSpPr>
            <a:cxnSpLocks/>
          </p:cNvCxnSpPr>
          <p:nvPr/>
        </p:nvCxnSpPr>
        <p:spPr>
          <a:xfrm>
            <a:off x="2072005" y="5057775"/>
            <a:ext cx="1263650" cy="317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584E53A4-BFF7-D9D4-ED22-C3047C1DA6D0}"/>
              </a:ext>
            </a:extLst>
          </p:cNvPr>
          <p:cNvSpPr txBox="1"/>
          <p:nvPr/>
        </p:nvSpPr>
        <p:spPr>
          <a:xfrm>
            <a:off x="2720985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B5E1E6-DC5B-42BA-8D64-08D05285F42B}"/>
              </a:ext>
            </a:extLst>
          </p:cNvPr>
          <p:cNvSpPr txBox="1"/>
          <p:nvPr/>
        </p:nvSpPr>
        <p:spPr>
          <a:xfrm>
            <a:off x="2216393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2239097-F761-EEEC-DC07-AADE89624223}"/>
              </a:ext>
            </a:extLst>
          </p:cNvPr>
          <p:cNvSpPr txBox="1"/>
          <p:nvPr/>
        </p:nvSpPr>
        <p:spPr>
          <a:xfrm>
            <a:off x="1700920" y="4466554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−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164C70-B8B1-913E-1C2C-F345C6587995}"/>
              </a:ext>
            </a:extLst>
          </p:cNvPr>
          <p:cNvSpPr txBox="1"/>
          <p:nvPr/>
        </p:nvSpPr>
        <p:spPr>
          <a:xfrm>
            <a:off x="2720985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A2C6B8-130B-5F42-D10C-95ACA20AB83E}"/>
              </a:ext>
            </a:extLst>
          </p:cNvPr>
          <p:cNvSpPr txBox="1"/>
          <p:nvPr/>
        </p:nvSpPr>
        <p:spPr>
          <a:xfrm>
            <a:off x="2216393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2CD2F6-9578-3D70-3524-E7AC3986DA81}"/>
              </a:ext>
            </a:extLst>
          </p:cNvPr>
          <p:cNvSpPr txBox="1"/>
          <p:nvPr/>
        </p:nvSpPr>
        <p:spPr>
          <a:xfrm>
            <a:off x="2720985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23E47F-B626-FBD1-4CD2-F7BC9C4A0F71}"/>
              </a:ext>
            </a:extLst>
          </p:cNvPr>
          <p:cNvSpPr txBox="1"/>
          <p:nvPr/>
        </p:nvSpPr>
        <p:spPr>
          <a:xfrm>
            <a:off x="2216393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28F2A3-35D4-846C-8432-FBEA262168EF}"/>
              </a:ext>
            </a:extLst>
          </p:cNvPr>
          <p:cNvSpPr txBox="1"/>
          <p:nvPr/>
        </p:nvSpPr>
        <p:spPr>
          <a:xfrm>
            <a:off x="6899835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D60102F-3599-7564-5853-5BCEC285B3ED}"/>
              </a:ext>
            </a:extLst>
          </p:cNvPr>
          <p:cNvSpPr txBox="1"/>
          <p:nvPr/>
        </p:nvSpPr>
        <p:spPr>
          <a:xfrm>
            <a:off x="6899835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F07DE2-8BD5-104F-750C-AD5A2A6F3A92}"/>
              </a:ext>
            </a:extLst>
          </p:cNvPr>
          <p:cNvSpPr txBox="1"/>
          <p:nvPr/>
        </p:nvSpPr>
        <p:spPr>
          <a:xfrm>
            <a:off x="6899835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CB7682EF-5466-46EE-63C2-9F41156B2A4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490"/>
          <a:stretch/>
        </p:blipFill>
        <p:spPr>
          <a:xfrm>
            <a:off x="5684199" y="933450"/>
            <a:ext cx="764149" cy="584652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D5B93E80-9A46-6E36-A952-12D9A42B10A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490"/>
          <a:stretch/>
        </p:blipFill>
        <p:spPr>
          <a:xfrm>
            <a:off x="3264772" y="794927"/>
            <a:ext cx="1126254" cy="861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4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 animBg="1"/>
      <p:bldP spid="34" grpId="0"/>
      <p:bldP spid="36" grpId="0"/>
      <p:bldP spid="37" grpId="0"/>
      <p:bldP spid="38" grpId="0" animBg="1"/>
      <p:bldP spid="39" grpId="0"/>
      <p:bldP spid="40" grpId="0"/>
      <p:bldP spid="41" grpId="0" animBg="1"/>
      <p:bldP spid="42" grpId="0"/>
      <p:bldP spid="45" grpId="0"/>
      <p:bldP spid="46" grpId="0"/>
      <p:bldP spid="48" grpId="0"/>
      <p:bldP spid="49" grpId="0"/>
      <p:bldP spid="50" grpId="0"/>
      <p:bldP spid="52" grpId="0"/>
      <p:bldP spid="53" grpId="0"/>
      <p:bldP spid="56" grpId="0"/>
      <p:bldP spid="57" grpId="0"/>
      <p:bldP spid="5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6CBD296-564D-729E-E723-BD8BE5FE2687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6237E0A-AE3C-E4B6-FFF7-8FF267378F90}"/>
              </a:ext>
            </a:extLst>
          </p:cNvPr>
          <p:cNvSpPr/>
          <p:nvPr/>
        </p:nvSpPr>
        <p:spPr>
          <a:xfrm>
            <a:off x="3296762" y="1745442"/>
            <a:ext cx="1056033" cy="44911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72</a:t>
            </a:r>
            <a:r>
              <a:rPr lang="ru-RU" sz="2400" dirty="0"/>
              <a:t> т</a:t>
            </a:r>
            <a:endParaRPr lang="en-GB" sz="24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54FD55E-DF32-0934-198C-7CA2BF90A5E7}"/>
              </a:ext>
            </a:extLst>
          </p:cNvPr>
          <p:cNvSpPr/>
          <p:nvPr/>
        </p:nvSpPr>
        <p:spPr>
          <a:xfrm>
            <a:off x="5566136" y="1745442"/>
            <a:ext cx="1056033" cy="44911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44</a:t>
            </a:r>
            <a:r>
              <a:rPr lang="ru-RU" sz="2400" dirty="0"/>
              <a:t> т</a:t>
            </a:r>
            <a:endParaRPr lang="en-GB" sz="24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9EDA05-E3E2-9D95-97B6-F231B8F11F68}"/>
              </a:ext>
            </a:extLst>
          </p:cNvPr>
          <p:cNvSpPr/>
          <p:nvPr/>
        </p:nvSpPr>
        <p:spPr>
          <a:xfrm>
            <a:off x="3296762" y="2302395"/>
            <a:ext cx="1056033" cy="44911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0.72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85B1F46-0C9D-AE46-FAC2-F1D07C905FBD}"/>
              </a:ext>
            </a:extLst>
          </p:cNvPr>
          <p:cNvSpPr/>
          <p:nvPr/>
        </p:nvSpPr>
        <p:spPr>
          <a:xfrm>
            <a:off x="5566136" y="2302395"/>
            <a:ext cx="1056033" cy="44911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0.44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graphicFrame>
        <p:nvGraphicFramePr>
          <p:cNvPr id="29" name="Table 6">
            <a:extLst>
              <a:ext uri="{FF2B5EF4-FFF2-40B4-BE49-F238E27FC236}">
                <a16:creationId xmlns:a16="http://schemas.microsoft.com/office/drawing/2014/main" id="{53A6939E-8BF7-7953-AD61-BCA468D47AAB}"/>
              </a:ext>
            </a:extLst>
          </p:cNvPr>
          <p:cNvGraphicFramePr>
            <a:graphicFrameLocks noGrp="1"/>
          </p:cNvGraphicFramePr>
          <p:nvPr/>
        </p:nvGraphicFramePr>
        <p:xfrm>
          <a:off x="6369015" y="4056610"/>
          <a:ext cx="2504355" cy="2003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0087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7AC7DE4-6138-BF03-E001-699C9D64947E}"/>
              </a:ext>
            </a:extLst>
          </p:cNvPr>
          <p:cNvCxnSpPr>
            <a:cxnSpLocks/>
          </p:cNvCxnSpPr>
          <p:nvPr/>
        </p:nvCxnSpPr>
        <p:spPr>
          <a:xfrm>
            <a:off x="6760210" y="5057775"/>
            <a:ext cx="187420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3C9B715-6A09-3908-110B-0A49C9A61329}"/>
              </a:ext>
            </a:extLst>
          </p:cNvPr>
          <p:cNvSpPr txBox="1"/>
          <p:nvPr/>
        </p:nvSpPr>
        <p:spPr>
          <a:xfrm>
            <a:off x="7894965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2D9541-D759-DD35-3913-436C90775C4A}"/>
              </a:ext>
            </a:extLst>
          </p:cNvPr>
          <p:cNvSpPr txBox="1"/>
          <p:nvPr/>
        </p:nvSpPr>
        <p:spPr>
          <a:xfrm>
            <a:off x="7390373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B43130B-FCD0-09DF-147E-88334D4DEA55}"/>
              </a:ext>
            </a:extLst>
          </p:cNvPr>
          <p:cNvSpPr/>
          <p:nvPr/>
        </p:nvSpPr>
        <p:spPr>
          <a:xfrm>
            <a:off x="7327020" y="4278075"/>
            <a:ext cx="77098" cy="7709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36E8515-205A-518B-7EE2-30BCDD48BAB0}"/>
              </a:ext>
            </a:extLst>
          </p:cNvPr>
          <p:cNvSpPr txBox="1"/>
          <p:nvPr/>
        </p:nvSpPr>
        <p:spPr>
          <a:xfrm>
            <a:off x="6387220" y="4466554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−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723F41-C48E-DD56-7FCC-77B39241F9BB}"/>
              </a:ext>
            </a:extLst>
          </p:cNvPr>
          <p:cNvSpPr txBox="1"/>
          <p:nvPr/>
        </p:nvSpPr>
        <p:spPr>
          <a:xfrm>
            <a:off x="7894965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10B695-1CE3-C1C3-3DB2-1F4C8D365A4A}"/>
              </a:ext>
            </a:extLst>
          </p:cNvPr>
          <p:cNvSpPr txBox="1"/>
          <p:nvPr/>
        </p:nvSpPr>
        <p:spPr>
          <a:xfrm>
            <a:off x="7390373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7F7D4F7-622D-3117-1AD2-A95EF4805DAB}"/>
              </a:ext>
            </a:extLst>
          </p:cNvPr>
          <p:cNvSpPr/>
          <p:nvPr/>
        </p:nvSpPr>
        <p:spPr>
          <a:xfrm>
            <a:off x="7327020" y="4779156"/>
            <a:ext cx="77098" cy="7709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4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282EF5-2382-40E7-D21D-5DFF64B5DBC8}"/>
              </a:ext>
            </a:extLst>
          </p:cNvPr>
          <p:cNvSpPr txBox="1"/>
          <p:nvPr/>
        </p:nvSpPr>
        <p:spPr>
          <a:xfrm>
            <a:off x="7894965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13F4E9-83CD-DD21-C004-2874FBA861E8}"/>
              </a:ext>
            </a:extLst>
          </p:cNvPr>
          <p:cNvSpPr txBox="1"/>
          <p:nvPr/>
        </p:nvSpPr>
        <p:spPr>
          <a:xfrm>
            <a:off x="7390373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A1A583D6-B375-C502-6ECC-A78A926C8C83}"/>
              </a:ext>
            </a:extLst>
          </p:cNvPr>
          <p:cNvSpPr/>
          <p:nvPr/>
        </p:nvSpPr>
        <p:spPr>
          <a:xfrm>
            <a:off x="7327020" y="5276318"/>
            <a:ext cx="77098" cy="77098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4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74D3DFF-9E56-FD42-FA05-4D0F6CB74649}"/>
              </a:ext>
            </a:extLst>
          </p:cNvPr>
          <p:cNvSpPr txBox="1"/>
          <p:nvPr/>
        </p:nvSpPr>
        <p:spPr>
          <a:xfrm>
            <a:off x="3246371" y="3257552"/>
            <a:ext cx="34299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Эмнеси менен айырмаланат?</a:t>
            </a:r>
            <a:endParaRPr lang="en-GB" sz="2000" dirty="0"/>
          </a:p>
        </p:txBody>
      </p:sp>
      <p:graphicFrame>
        <p:nvGraphicFramePr>
          <p:cNvPr id="43" name="Table 6">
            <a:extLst>
              <a:ext uri="{FF2B5EF4-FFF2-40B4-BE49-F238E27FC236}">
                <a16:creationId xmlns:a16="http://schemas.microsoft.com/office/drawing/2014/main" id="{31CDF91C-C702-04DF-75FD-8C95D1D1AF17}"/>
              </a:ext>
            </a:extLst>
          </p:cNvPr>
          <p:cNvGraphicFramePr>
            <a:graphicFrameLocks noGrp="1"/>
          </p:cNvGraphicFramePr>
          <p:nvPr/>
        </p:nvGraphicFramePr>
        <p:xfrm>
          <a:off x="1195035" y="4056610"/>
          <a:ext cx="2504355" cy="200372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0087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0087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00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6112657-D40A-9911-376E-C5A06A09C4CF}"/>
              </a:ext>
            </a:extLst>
          </p:cNvPr>
          <p:cNvCxnSpPr>
            <a:cxnSpLocks/>
          </p:cNvCxnSpPr>
          <p:nvPr/>
        </p:nvCxnSpPr>
        <p:spPr>
          <a:xfrm>
            <a:off x="2072005" y="5057775"/>
            <a:ext cx="1263650" cy="317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584E53A4-BFF7-D9D4-ED22-C3047C1DA6D0}"/>
              </a:ext>
            </a:extLst>
          </p:cNvPr>
          <p:cNvSpPr txBox="1"/>
          <p:nvPr/>
        </p:nvSpPr>
        <p:spPr>
          <a:xfrm>
            <a:off x="2720985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B5E1E6-DC5B-42BA-8D64-08D05285F42B}"/>
              </a:ext>
            </a:extLst>
          </p:cNvPr>
          <p:cNvSpPr txBox="1"/>
          <p:nvPr/>
        </p:nvSpPr>
        <p:spPr>
          <a:xfrm>
            <a:off x="2216393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2239097-F761-EEEC-DC07-AADE89624223}"/>
              </a:ext>
            </a:extLst>
          </p:cNvPr>
          <p:cNvSpPr txBox="1"/>
          <p:nvPr/>
        </p:nvSpPr>
        <p:spPr>
          <a:xfrm>
            <a:off x="1700920" y="4466554"/>
            <a:ext cx="413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−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164C70-B8B1-913E-1C2C-F345C6587995}"/>
              </a:ext>
            </a:extLst>
          </p:cNvPr>
          <p:cNvSpPr txBox="1"/>
          <p:nvPr/>
        </p:nvSpPr>
        <p:spPr>
          <a:xfrm>
            <a:off x="2720985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A2C6B8-130B-5F42-D10C-95ACA20AB83E}"/>
              </a:ext>
            </a:extLst>
          </p:cNvPr>
          <p:cNvSpPr txBox="1"/>
          <p:nvPr/>
        </p:nvSpPr>
        <p:spPr>
          <a:xfrm>
            <a:off x="2216393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2CD2F6-9578-3D70-3524-E7AC3986DA81}"/>
              </a:ext>
            </a:extLst>
          </p:cNvPr>
          <p:cNvSpPr txBox="1"/>
          <p:nvPr/>
        </p:nvSpPr>
        <p:spPr>
          <a:xfrm>
            <a:off x="2720985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B23E47F-B626-FBD1-4CD2-F7BC9C4A0F71}"/>
              </a:ext>
            </a:extLst>
          </p:cNvPr>
          <p:cNvSpPr txBox="1"/>
          <p:nvPr/>
        </p:nvSpPr>
        <p:spPr>
          <a:xfrm>
            <a:off x="2216393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28F2A3-35D4-846C-8432-FBEA262168EF}"/>
              </a:ext>
            </a:extLst>
          </p:cNvPr>
          <p:cNvSpPr txBox="1"/>
          <p:nvPr/>
        </p:nvSpPr>
        <p:spPr>
          <a:xfrm>
            <a:off x="6899835" y="39825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D60102F-3599-7564-5853-5BCEC285B3ED}"/>
              </a:ext>
            </a:extLst>
          </p:cNvPr>
          <p:cNvSpPr txBox="1"/>
          <p:nvPr/>
        </p:nvSpPr>
        <p:spPr>
          <a:xfrm>
            <a:off x="6899835" y="448362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F07DE2-8BD5-104F-750C-AD5A2A6F3A92}"/>
              </a:ext>
            </a:extLst>
          </p:cNvPr>
          <p:cNvSpPr txBox="1"/>
          <p:nvPr/>
        </p:nvSpPr>
        <p:spPr>
          <a:xfrm>
            <a:off x="6899835" y="498078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BED40E-A8EB-14EA-0F5F-11C0F590DC94}"/>
              </a:ext>
            </a:extLst>
          </p:cNvPr>
          <p:cNvSpPr txBox="1"/>
          <p:nvPr/>
        </p:nvSpPr>
        <p:spPr>
          <a:xfrm>
            <a:off x="2271954" y="3675685"/>
            <a:ext cx="3145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B925E4-2EC6-F1D6-F4A2-2FFF43DD6570}"/>
              </a:ext>
            </a:extLst>
          </p:cNvPr>
          <p:cNvSpPr txBox="1"/>
          <p:nvPr/>
        </p:nvSpPr>
        <p:spPr>
          <a:xfrm>
            <a:off x="3169331" y="208859"/>
            <a:ext cx="3584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Баасында кандай айырма бар?</a:t>
            </a:r>
            <a:endParaRPr lang="en-GB" sz="20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9F767D7-2E08-89A6-6D0F-5A1F6280FF4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8865" y="773089"/>
            <a:ext cx="764149" cy="7641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3F1454A-ED46-9B76-9657-787D1F1015F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504" y="777530"/>
            <a:ext cx="764149" cy="764149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55555C-EA2C-4E41-EBFF-416068D39EDE}"/>
              </a:ext>
            </a:extLst>
          </p:cNvPr>
          <p:cNvCxnSpPr>
            <a:cxnSpLocks/>
          </p:cNvCxnSpPr>
          <p:nvPr/>
        </p:nvCxnSpPr>
        <p:spPr>
          <a:xfrm flipH="1">
            <a:off x="2282825" y="4168775"/>
            <a:ext cx="352425" cy="155575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521F903-59B4-8CEE-C5DF-7841D2275966}"/>
              </a:ext>
            </a:extLst>
          </p:cNvPr>
          <p:cNvSpPr txBox="1"/>
          <p:nvPr/>
        </p:nvSpPr>
        <p:spPr>
          <a:xfrm>
            <a:off x="7453554" y="3675685"/>
            <a:ext cx="3145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A78BF83-F26C-23AB-DA8F-D21CE889C78C}"/>
              </a:ext>
            </a:extLst>
          </p:cNvPr>
          <p:cNvCxnSpPr>
            <a:cxnSpLocks/>
          </p:cNvCxnSpPr>
          <p:nvPr/>
        </p:nvCxnSpPr>
        <p:spPr>
          <a:xfrm flipH="1">
            <a:off x="7464425" y="4168775"/>
            <a:ext cx="352425" cy="155575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EBCD166-2C8A-356A-1905-803ABF76EA98}"/>
              </a:ext>
            </a:extLst>
          </p:cNvPr>
          <p:cNvSpPr txBox="1"/>
          <p:nvPr/>
        </p:nvSpPr>
        <p:spPr>
          <a:xfrm>
            <a:off x="2621204" y="3707435"/>
            <a:ext cx="3145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C0E84A-179E-D9BE-BD37-8E043E556713}"/>
              </a:ext>
            </a:extLst>
          </p:cNvPr>
          <p:cNvSpPr txBox="1"/>
          <p:nvPr/>
        </p:nvSpPr>
        <p:spPr>
          <a:xfrm>
            <a:off x="7802804" y="3707435"/>
            <a:ext cx="3145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248995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 animBg="1"/>
      <p:bldP spid="34" grpId="0"/>
      <p:bldP spid="36" grpId="0"/>
      <p:bldP spid="37" grpId="0"/>
      <p:bldP spid="38" grpId="0" animBg="1"/>
      <p:bldP spid="39" grpId="0"/>
      <p:bldP spid="40" grpId="0"/>
      <p:bldP spid="41" grpId="0" animBg="1"/>
      <p:bldP spid="42" grpId="0"/>
      <p:bldP spid="45" grpId="0"/>
      <p:bldP spid="46" grpId="0"/>
      <p:bldP spid="48" grpId="0"/>
      <p:bldP spid="49" grpId="0"/>
      <p:bldP spid="50" grpId="0"/>
      <p:bldP spid="52" grpId="0"/>
      <p:bldP spid="53" grpId="0"/>
      <p:bldP spid="56" grpId="0"/>
      <p:bldP spid="57" grpId="0"/>
      <p:bldP spid="58" grpId="0"/>
      <p:bldP spid="13" grpId="0"/>
      <p:bldP spid="22" grpId="0"/>
      <p:bldP spid="3" grpId="0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53235" y="1085485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1.2  −  0.3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814915"/>
              </p:ext>
            </p:extLst>
          </p:nvPr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28700" y="4324350"/>
            <a:ext cx="2038350" cy="762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89172A-FC28-B602-B7E8-BAA7AF4B668B}"/>
              </a:ext>
            </a:extLst>
          </p:cNvPr>
          <p:cNvCxnSpPr>
            <a:cxnSpLocks/>
          </p:cNvCxnSpPr>
          <p:nvPr/>
        </p:nvCxnSpPr>
        <p:spPr>
          <a:xfrm flipH="1">
            <a:off x="1279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DD2CC14-446E-67E8-CD85-DE70739D380A}"/>
              </a:ext>
            </a:extLst>
          </p:cNvPr>
          <p:cNvSpPr txBox="1"/>
          <p:nvPr/>
        </p:nvSpPr>
        <p:spPr>
          <a:xfrm>
            <a:off x="12385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704090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 animBg="1"/>
      <p:bldP spid="39" grpId="0"/>
      <p:bldP spid="41" grpId="0"/>
      <p:bldP spid="43" grpId="0"/>
      <p:bldP spid="44" grpId="0"/>
      <p:bldP spid="45" grpId="0" animBg="1"/>
      <p:bldP spid="47" grpId="0"/>
      <p:bldP spid="48" grpId="0"/>
      <p:bldP spid="49" grpId="0" animBg="1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53235" y="1085485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−  0.6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 flipV="1">
            <a:off x="988219" y="4352925"/>
            <a:ext cx="2100262" cy="4286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89172A-FC28-B602-B7E8-BAA7AF4B668B}"/>
              </a:ext>
            </a:extLst>
          </p:cNvPr>
          <p:cNvCxnSpPr>
            <a:cxnSpLocks/>
          </p:cNvCxnSpPr>
          <p:nvPr/>
        </p:nvCxnSpPr>
        <p:spPr>
          <a:xfrm flipH="1">
            <a:off x="1279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DD2CC14-446E-67E8-CD85-DE70739D380A}"/>
              </a:ext>
            </a:extLst>
          </p:cNvPr>
          <p:cNvSpPr txBox="1"/>
          <p:nvPr/>
        </p:nvSpPr>
        <p:spPr>
          <a:xfrm>
            <a:off x="12385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38737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 animBg="1"/>
      <p:bldP spid="39" grpId="0"/>
      <p:bldP spid="41" grpId="0"/>
      <p:bldP spid="43" grpId="0"/>
      <p:bldP spid="44" grpId="0"/>
      <p:bldP spid="45" grpId="0" animBg="1"/>
      <p:bldP spid="47" grpId="0"/>
      <p:bldP spid="48" grpId="0"/>
      <p:bldP spid="49" grpId="0" animBg="1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53235" y="1085485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−  0.6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805887"/>
              </p:ext>
            </p:extLst>
          </p:nvPr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 flipV="1">
            <a:off x="988219" y="4352925"/>
            <a:ext cx="2100262" cy="4286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884293" y="21424"/>
            <a:ext cx="2021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89172A-FC28-B602-B7E8-BAA7AF4B668B}"/>
              </a:ext>
            </a:extLst>
          </p:cNvPr>
          <p:cNvCxnSpPr>
            <a:cxnSpLocks/>
          </p:cNvCxnSpPr>
          <p:nvPr/>
        </p:nvCxnSpPr>
        <p:spPr>
          <a:xfrm flipH="1">
            <a:off x="1279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DD2CC14-446E-67E8-CD85-DE70739D380A}"/>
              </a:ext>
            </a:extLst>
          </p:cNvPr>
          <p:cNvSpPr txBox="1"/>
          <p:nvPr/>
        </p:nvSpPr>
        <p:spPr>
          <a:xfrm>
            <a:off x="12385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1A407B-6EB8-FECD-9B7B-5708099AA145}"/>
              </a:ext>
            </a:extLst>
          </p:cNvPr>
          <p:cNvSpPr txBox="1"/>
          <p:nvPr/>
        </p:nvSpPr>
        <p:spPr>
          <a:xfrm>
            <a:off x="6596710" y="1085485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2.2  −  0.7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F87238-E564-DC58-3F73-F8631659F299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2" name="Table 6">
            <a:extLst>
              <a:ext uri="{FF2B5EF4-FFF2-40B4-BE49-F238E27FC236}">
                <a16:creationId xmlns:a16="http://schemas.microsoft.com/office/drawing/2014/main" id="{786DE1BB-9CFF-FB55-688E-2465D0A580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805887"/>
              </p:ext>
            </p:extLst>
          </p:nvPr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B210E96-1923-E9CB-7FBE-DA3513A1D116}"/>
              </a:ext>
            </a:extLst>
          </p:cNvPr>
          <p:cNvCxnSpPr>
            <a:cxnSpLocks/>
          </p:cNvCxnSpPr>
          <p:nvPr/>
        </p:nvCxnSpPr>
        <p:spPr>
          <a:xfrm flipV="1">
            <a:off x="5931694" y="4314825"/>
            <a:ext cx="2021681" cy="8096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8D7936-5E4A-C87D-F05D-B09D87EF844F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2CE562-ED16-57AD-3512-5B0EC9725ED7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633B28F-0522-6564-3EF0-0A71AAD8D206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194E22-383C-3C9D-35C6-2523D295CFF7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6AE057-ED81-B7E2-145F-BDDA05B62C73}"/>
              </a:ext>
            </a:extLst>
          </p:cNvPr>
          <p:cNvSpPr txBox="1"/>
          <p:nvPr/>
        </p:nvSpPr>
        <p:spPr>
          <a:xfrm>
            <a:off x="702660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885BB5-FEE6-4FAF-0723-C98CDC0CBED1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4C348C-6C40-3F00-8762-75A3AD1F164F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12342CD-3E6A-D81E-5878-CDE40F5B1E69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4C57458-07B2-3391-80EA-0CE92083AF60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271B24-8874-979D-6511-612013BFEDA4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473B984-99F4-14F9-71EA-6AA99E287EA9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1E3C6B2-A406-0656-714A-1039F1B2DDA8}"/>
              </a:ext>
            </a:extLst>
          </p:cNvPr>
          <p:cNvCxnSpPr>
            <a:cxnSpLocks/>
          </p:cNvCxnSpPr>
          <p:nvPr/>
        </p:nvCxnSpPr>
        <p:spPr>
          <a:xfrm flipH="1">
            <a:off x="622300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3A837DF-A215-0208-2AF8-E126A2CD63EA}"/>
              </a:ext>
            </a:extLst>
          </p:cNvPr>
          <p:cNvSpPr txBox="1"/>
          <p:nvPr/>
        </p:nvSpPr>
        <p:spPr>
          <a:xfrm>
            <a:off x="61820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514580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7" grpId="0" animBg="1"/>
      <p:bldP spid="18" grpId="0"/>
      <p:bldP spid="19" grpId="0"/>
      <p:bldP spid="20" grpId="0"/>
      <p:bldP spid="22" grpId="0"/>
      <p:bldP spid="23" grpId="0" animBg="1"/>
      <p:bldP spid="24" grpId="0"/>
      <p:bldP spid="26" grpId="0"/>
      <p:bldP spid="30" grpId="0" animBg="1"/>
      <p:bldP spid="3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653235" y="1085485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−  0.6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 flipV="1">
            <a:off x="988219" y="4352925"/>
            <a:ext cx="2100262" cy="4286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884293" y="52803"/>
            <a:ext cx="2021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89172A-FC28-B602-B7E8-BAA7AF4B668B}"/>
              </a:ext>
            </a:extLst>
          </p:cNvPr>
          <p:cNvCxnSpPr>
            <a:cxnSpLocks/>
          </p:cNvCxnSpPr>
          <p:nvPr/>
        </p:nvCxnSpPr>
        <p:spPr>
          <a:xfrm flipH="1">
            <a:off x="1279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DD2CC14-446E-67E8-CD85-DE70739D380A}"/>
              </a:ext>
            </a:extLst>
          </p:cNvPr>
          <p:cNvSpPr txBox="1"/>
          <p:nvPr/>
        </p:nvSpPr>
        <p:spPr>
          <a:xfrm>
            <a:off x="12385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1A407B-6EB8-FECD-9B7B-5708099AA145}"/>
              </a:ext>
            </a:extLst>
          </p:cNvPr>
          <p:cNvSpPr txBox="1"/>
          <p:nvPr/>
        </p:nvSpPr>
        <p:spPr>
          <a:xfrm>
            <a:off x="6596710" y="1085485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3.3  −  0.9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F87238-E564-DC58-3F73-F8631659F299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2" name="Table 6">
            <a:extLst>
              <a:ext uri="{FF2B5EF4-FFF2-40B4-BE49-F238E27FC236}">
                <a16:creationId xmlns:a16="http://schemas.microsoft.com/office/drawing/2014/main" id="{786DE1BB-9CFF-FB55-688E-2465D0A5803B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B210E96-1923-E9CB-7FBE-DA3513A1D116}"/>
              </a:ext>
            </a:extLst>
          </p:cNvPr>
          <p:cNvCxnSpPr>
            <a:cxnSpLocks/>
          </p:cNvCxnSpPr>
          <p:nvPr/>
        </p:nvCxnSpPr>
        <p:spPr>
          <a:xfrm>
            <a:off x="5934075" y="4333875"/>
            <a:ext cx="2076450" cy="10477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8D7936-5E4A-C87D-F05D-B09D87EF844F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2CE562-ED16-57AD-3512-5B0EC9725ED7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633B28F-0522-6564-3EF0-0A71AAD8D206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194E22-383C-3C9D-35C6-2523D295CFF7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6AE057-ED81-B7E2-145F-BDDA05B62C73}"/>
              </a:ext>
            </a:extLst>
          </p:cNvPr>
          <p:cNvSpPr txBox="1"/>
          <p:nvPr/>
        </p:nvSpPr>
        <p:spPr>
          <a:xfrm>
            <a:off x="702660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885BB5-FEE6-4FAF-0723-C98CDC0CBED1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4C348C-6C40-3F00-8762-75A3AD1F164F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12342CD-3E6A-D81E-5878-CDE40F5B1E69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4C57458-07B2-3391-80EA-0CE92083AF60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271B24-8874-979D-6511-612013BFEDA4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473B984-99F4-14F9-71EA-6AA99E287EA9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1E3C6B2-A406-0656-714A-1039F1B2DDA8}"/>
              </a:ext>
            </a:extLst>
          </p:cNvPr>
          <p:cNvCxnSpPr>
            <a:cxnSpLocks/>
          </p:cNvCxnSpPr>
          <p:nvPr/>
        </p:nvCxnSpPr>
        <p:spPr>
          <a:xfrm flipH="1">
            <a:off x="622300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3A837DF-A215-0208-2AF8-E126A2CD63EA}"/>
              </a:ext>
            </a:extLst>
          </p:cNvPr>
          <p:cNvSpPr txBox="1"/>
          <p:nvPr/>
        </p:nvSpPr>
        <p:spPr>
          <a:xfrm>
            <a:off x="61820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650349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7" grpId="0" animBg="1"/>
      <p:bldP spid="18" grpId="0"/>
      <p:bldP spid="19" grpId="0"/>
      <p:bldP spid="20" grpId="0"/>
      <p:bldP spid="22" grpId="0"/>
      <p:bldP spid="23" grpId="0" animBg="1"/>
      <p:bldP spid="24" grpId="0"/>
      <p:bldP spid="26" grpId="0"/>
      <p:bldP spid="30" grpId="0" animBg="1"/>
      <p:bldP spid="3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0.24  −  0.17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104900" y="4343400"/>
            <a:ext cx="2819400" cy="2857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253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 animBg="1"/>
      <p:bldP spid="39" grpId="0"/>
      <p:bldP spid="41" grpId="0"/>
      <p:bldP spid="43" grpId="0"/>
      <p:bldP spid="44" grpId="0"/>
      <p:bldP spid="45" grpId="0" animBg="1"/>
      <p:bldP spid="47" grpId="0"/>
      <p:bldP spid="48" grpId="0"/>
      <p:bldP spid="49" grpId="0" animBg="1"/>
      <p:bldP spid="7" grpId="0"/>
      <p:bldP spid="10" grpId="0"/>
      <p:bldP spid="11" grpId="0"/>
      <p:bldP spid="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0.42  −  0.25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013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 animBg="1"/>
      <p:bldP spid="39" grpId="0"/>
      <p:bldP spid="41" grpId="0"/>
      <p:bldP spid="43" grpId="0"/>
      <p:bldP spid="44" grpId="0"/>
      <p:bldP spid="45" grpId="0" animBg="1"/>
      <p:bldP spid="47" grpId="0"/>
      <p:bldP spid="48" grpId="0"/>
      <p:bldP spid="49" grpId="0" animBg="1"/>
      <p:bldP spid="7" grpId="0"/>
      <p:bldP spid="10" grpId="0"/>
      <p:bldP spid="11" grpId="0"/>
      <p:bldP spid="1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0.42  −  0.25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5996061"/>
              </p:ext>
            </p:extLst>
          </p:nvPr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912429" y="50567"/>
            <a:ext cx="2021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B71E3D7-2F31-9A73-7CB1-77897554DEBD}"/>
              </a:ext>
            </a:extLst>
          </p:cNvPr>
          <p:cNvSpPr txBox="1"/>
          <p:nvPr/>
        </p:nvSpPr>
        <p:spPr>
          <a:xfrm>
            <a:off x="6388320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0.54  −  0.16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5BF80D-2835-CE53-2D82-76175967FADA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8" name="Table 6">
            <a:extLst>
              <a:ext uri="{FF2B5EF4-FFF2-40B4-BE49-F238E27FC236}">
                <a16:creationId xmlns:a16="http://schemas.microsoft.com/office/drawing/2014/main" id="{4427939B-0322-E9AE-ADA9-DF6DE8ECD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5996061"/>
              </p:ext>
            </p:extLst>
          </p:nvPr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8A4D1CD-BCF2-5B9E-82F5-BCC9F4A70EDE}"/>
              </a:ext>
            </a:extLst>
          </p:cNvPr>
          <p:cNvCxnSpPr>
            <a:cxnSpLocks/>
          </p:cNvCxnSpPr>
          <p:nvPr/>
        </p:nvCxnSpPr>
        <p:spPr>
          <a:xfrm flipV="1">
            <a:off x="5981700" y="4319330"/>
            <a:ext cx="2846416" cy="81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3C348A6-A680-E7A0-DE97-285B46FE37DD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E46A1E-1C68-FC69-1996-BB249194D2A8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6FAF20F-2D46-3D92-CB86-B45D90B9B579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0957A8-48EF-622F-4FB7-D39E13BE43EC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95A08D-C6CE-ED30-F632-9E61BAF7C98B}"/>
              </a:ext>
            </a:extLst>
          </p:cNvPr>
          <p:cNvSpPr txBox="1"/>
          <p:nvPr/>
        </p:nvSpPr>
        <p:spPr>
          <a:xfrm>
            <a:off x="702660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8EAD38-6907-2658-48BD-B8164757CA41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7A5177-97CF-4158-0732-0C02D11B79BC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788E002-4175-E691-6F22-B32FE3D28E34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CAF805-0609-636E-EC55-BF8CF4E4E42D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43A195-7A38-B2D9-9074-C607C867BA78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9A7A2C5-7586-484F-F10A-B667006D2458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6B0F01-55E2-5AF2-48ED-2EDB6500E167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584B2C-E8D7-1F9F-1EED-6A4DC4AEFDC9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4E8DD0-AB2B-0212-C876-DF4209E8A2D4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1D3908-EA73-FF14-B21F-E9240776DF72}"/>
              </a:ext>
            </a:extLst>
          </p:cNvPr>
          <p:cNvSpPr txBox="1"/>
          <p:nvPr/>
        </p:nvSpPr>
        <p:spPr>
          <a:xfrm>
            <a:off x="79124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9A0C301-BB1C-A094-6280-190728EE4415}"/>
              </a:ext>
            </a:extLst>
          </p:cNvPr>
          <p:cNvCxnSpPr>
            <a:cxnSpLocks/>
          </p:cNvCxnSpPr>
          <p:nvPr/>
        </p:nvCxnSpPr>
        <p:spPr>
          <a:xfrm flipH="1">
            <a:off x="71088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3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3" grpId="0" animBg="1"/>
      <p:bldP spid="24" grpId="0"/>
      <p:bldP spid="26" grpId="0"/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/>
      <p:bldP spid="4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0.42  −  0.25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884293" y="-1899"/>
            <a:ext cx="2021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B71E3D7-2F31-9A73-7CB1-77897554DEBD}"/>
              </a:ext>
            </a:extLst>
          </p:cNvPr>
          <p:cNvSpPr txBox="1"/>
          <p:nvPr/>
        </p:nvSpPr>
        <p:spPr>
          <a:xfrm>
            <a:off x="6388320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0.73  −  0.27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5BF80D-2835-CE53-2D82-76175967FADA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8" name="Table 6">
            <a:extLst>
              <a:ext uri="{FF2B5EF4-FFF2-40B4-BE49-F238E27FC236}">
                <a16:creationId xmlns:a16="http://schemas.microsoft.com/office/drawing/2014/main" id="{4427939B-0322-E9AE-ADA9-DF6DE8ECD18E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8A4D1CD-BCF2-5B9E-82F5-BCC9F4A70EDE}"/>
              </a:ext>
            </a:extLst>
          </p:cNvPr>
          <p:cNvCxnSpPr>
            <a:cxnSpLocks/>
          </p:cNvCxnSpPr>
          <p:nvPr/>
        </p:nvCxnSpPr>
        <p:spPr>
          <a:xfrm>
            <a:off x="5995140" y="4330760"/>
            <a:ext cx="2758162" cy="12486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3C348A6-A680-E7A0-DE97-285B46FE37DD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E46A1E-1C68-FC69-1996-BB249194D2A8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6FAF20F-2D46-3D92-CB86-B45D90B9B579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0957A8-48EF-622F-4FB7-D39E13BE43EC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95A08D-C6CE-ED30-F632-9E61BAF7C98B}"/>
              </a:ext>
            </a:extLst>
          </p:cNvPr>
          <p:cNvSpPr txBox="1"/>
          <p:nvPr/>
        </p:nvSpPr>
        <p:spPr>
          <a:xfrm>
            <a:off x="702660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8EAD38-6907-2658-48BD-B8164757CA41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7A5177-97CF-4158-0732-0C02D11B79BC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788E002-4175-E691-6F22-B32FE3D28E34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CAF805-0609-636E-EC55-BF8CF4E4E42D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43A195-7A38-B2D9-9074-C607C867BA78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9A7A2C5-7586-484F-F10A-B667006D2458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6B0F01-55E2-5AF2-48ED-2EDB6500E167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584B2C-E8D7-1F9F-1EED-6A4DC4AEFDC9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4E8DD0-AB2B-0212-C876-DF4209E8A2D4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1D3908-EA73-FF14-B21F-E9240776DF72}"/>
              </a:ext>
            </a:extLst>
          </p:cNvPr>
          <p:cNvSpPr txBox="1"/>
          <p:nvPr/>
        </p:nvSpPr>
        <p:spPr>
          <a:xfrm>
            <a:off x="79124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9A0C301-BB1C-A094-6280-190728EE4415}"/>
              </a:ext>
            </a:extLst>
          </p:cNvPr>
          <p:cNvCxnSpPr>
            <a:cxnSpLocks/>
          </p:cNvCxnSpPr>
          <p:nvPr/>
        </p:nvCxnSpPr>
        <p:spPr>
          <a:xfrm flipH="1">
            <a:off x="71088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702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3" grpId="0" animBg="1"/>
      <p:bldP spid="24" grpId="0"/>
      <p:bldP spid="26" grpId="0"/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/>
      <p:bldP spid="4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0.42  −  0.25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932517" y="37147"/>
            <a:ext cx="2021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B71E3D7-2F31-9A73-7CB1-77897554DEBD}"/>
              </a:ext>
            </a:extLst>
          </p:cNvPr>
          <p:cNvSpPr txBox="1"/>
          <p:nvPr/>
        </p:nvSpPr>
        <p:spPr>
          <a:xfrm>
            <a:off x="6492515" y="1085485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1.27  −  0.4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5BF80D-2835-CE53-2D82-76175967FADA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8" name="Table 6">
            <a:extLst>
              <a:ext uri="{FF2B5EF4-FFF2-40B4-BE49-F238E27FC236}">
                <a16:creationId xmlns:a16="http://schemas.microsoft.com/office/drawing/2014/main" id="{4427939B-0322-E9AE-ADA9-DF6DE8ECD18E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8A4D1CD-BCF2-5B9E-82F5-BCC9F4A70EDE}"/>
              </a:ext>
            </a:extLst>
          </p:cNvPr>
          <p:cNvCxnSpPr>
            <a:cxnSpLocks/>
          </p:cNvCxnSpPr>
          <p:nvPr/>
        </p:nvCxnSpPr>
        <p:spPr>
          <a:xfrm flipV="1">
            <a:off x="5981700" y="4319330"/>
            <a:ext cx="2854729" cy="81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3C348A6-A680-E7A0-DE97-285B46FE37DD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E46A1E-1C68-FC69-1996-BB249194D2A8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6FAF20F-2D46-3D92-CB86-B45D90B9B579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0957A8-48EF-622F-4FB7-D39E13BE43EC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95A08D-C6CE-ED30-F632-9E61BAF7C98B}"/>
              </a:ext>
            </a:extLst>
          </p:cNvPr>
          <p:cNvSpPr txBox="1"/>
          <p:nvPr/>
        </p:nvSpPr>
        <p:spPr>
          <a:xfrm>
            <a:off x="61693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8EAD38-6907-2658-48BD-B8164757CA41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7A5177-97CF-4158-0732-0C02D11B79BC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788E002-4175-E691-6F22-B32FE3D28E34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CAF805-0609-636E-EC55-BF8CF4E4E42D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43A195-7A38-B2D9-9074-C607C867BA78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9A7A2C5-7586-484F-F10A-B667006D2458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6B0F01-55E2-5AF2-48ED-2EDB6500E167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584B2C-E8D7-1F9F-1EED-6A4DC4AEFDC9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4E8DD0-AB2B-0212-C876-DF4209E8A2D4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1D3908-EA73-FF14-B21F-E9240776DF72}"/>
              </a:ext>
            </a:extLst>
          </p:cNvPr>
          <p:cNvSpPr txBox="1"/>
          <p:nvPr/>
        </p:nvSpPr>
        <p:spPr>
          <a:xfrm>
            <a:off x="70551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9A0C301-BB1C-A094-6280-190728EE4415}"/>
              </a:ext>
            </a:extLst>
          </p:cNvPr>
          <p:cNvCxnSpPr>
            <a:cxnSpLocks/>
          </p:cNvCxnSpPr>
          <p:nvPr/>
        </p:nvCxnSpPr>
        <p:spPr>
          <a:xfrm flipH="1">
            <a:off x="625157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646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3" grpId="0" animBg="1"/>
      <p:bldP spid="24" grpId="0"/>
      <p:bldP spid="26" grpId="0"/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/>
      <p:bldP spid="4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0.42  −  0.25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0831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912429" y="21424"/>
            <a:ext cx="2021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B71E3D7-2F31-9A73-7CB1-77897554DEBD}"/>
              </a:ext>
            </a:extLst>
          </p:cNvPr>
          <p:cNvSpPr txBox="1"/>
          <p:nvPr/>
        </p:nvSpPr>
        <p:spPr>
          <a:xfrm>
            <a:off x="6388322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4.55  −  2.19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5BF80D-2835-CE53-2D82-76175967FADA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8" name="Table 6">
            <a:extLst>
              <a:ext uri="{FF2B5EF4-FFF2-40B4-BE49-F238E27FC236}">
                <a16:creationId xmlns:a16="http://schemas.microsoft.com/office/drawing/2014/main" id="{4427939B-0322-E9AE-ADA9-DF6DE8ECD18E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8A4D1CD-BCF2-5B9E-82F5-BCC9F4A70EDE}"/>
              </a:ext>
            </a:extLst>
          </p:cNvPr>
          <p:cNvCxnSpPr>
            <a:cxnSpLocks/>
          </p:cNvCxnSpPr>
          <p:nvPr/>
        </p:nvCxnSpPr>
        <p:spPr>
          <a:xfrm>
            <a:off x="6027835" y="4339073"/>
            <a:ext cx="2767030" cy="5663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3C348A6-A680-E7A0-DE97-285B46FE37DD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E46A1E-1C68-FC69-1996-BB249194D2A8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6FAF20F-2D46-3D92-CB86-B45D90B9B579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0957A8-48EF-622F-4FB7-D39E13BE43EC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95A08D-C6CE-ED30-F632-9E61BAF7C98B}"/>
              </a:ext>
            </a:extLst>
          </p:cNvPr>
          <p:cNvSpPr txBox="1"/>
          <p:nvPr/>
        </p:nvSpPr>
        <p:spPr>
          <a:xfrm>
            <a:off x="702660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8EAD38-6907-2658-48BD-B8164757CA41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7A5177-97CF-4158-0732-0C02D11B79BC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788E002-4175-E691-6F22-B32FE3D28E34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CAF805-0609-636E-EC55-BF8CF4E4E42D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43A195-7A38-B2D9-9074-C607C867BA78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9A7A2C5-7586-484F-F10A-B667006D2458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6B0F01-55E2-5AF2-48ED-2EDB6500E167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584B2C-E8D7-1F9F-1EED-6A4DC4AEFDC9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4E8DD0-AB2B-0212-C876-DF4209E8A2D4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1D3908-EA73-FF14-B21F-E9240776DF72}"/>
              </a:ext>
            </a:extLst>
          </p:cNvPr>
          <p:cNvSpPr txBox="1"/>
          <p:nvPr/>
        </p:nvSpPr>
        <p:spPr>
          <a:xfrm>
            <a:off x="79124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9A0C301-BB1C-A094-6280-190728EE4415}"/>
              </a:ext>
            </a:extLst>
          </p:cNvPr>
          <p:cNvCxnSpPr>
            <a:cxnSpLocks/>
          </p:cNvCxnSpPr>
          <p:nvPr/>
        </p:nvCxnSpPr>
        <p:spPr>
          <a:xfrm flipH="1">
            <a:off x="71088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871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3" grpId="0" animBg="1"/>
      <p:bldP spid="24" grpId="0"/>
      <p:bldP spid="26" grpId="0"/>
      <p:bldP spid="30" grpId="0"/>
      <p:bldP spid="31" grpId="0"/>
      <p:bldP spid="32" grpId="0" animBg="1"/>
      <p:bldP spid="33" grpId="0"/>
      <p:bldP spid="34" grpId="0"/>
      <p:bldP spid="35" grpId="0" animBg="1"/>
      <p:bldP spid="36" grpId="0"/>
      <p:bldP spid="37" grpId="0"/>
      <p:bldP spid="38" grpId="0"/>
      <p:bldP spid="4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1.43  −  0.55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47750" y="4305300"/>
            <a:ext cx="2800350" cy="952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7BD0AF-B5C3-579B-4CF1-818B60D43A51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5E4009-F822-304F-568A-1A7949C7F3C8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7928E78-54A8-8140-BAD5-1FAF4D8C33CE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4413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 animBg="1"/>
      <p:bldP spid="39" grpId="0"/>
      <p:bldP spid="41" grpId="0"/>
      <p:bldP spid="43" grpId="0"/>
      <p:bldP spid="44" grpId="0"/>
      <p:bldP spid="45" grpId="0" animBg="1"/>
      <p:bldP spid="47" grpId="0"/>
      <p:bldP spid="48" grpId="0"/>
      <p:bldP spid="49" grpId="0" animBg="1"/>
      <p:bldP spid="7" grpId="0"/>
      <p:bldP spid="10" grpId="0"/>
      <p:bldP spid="11" grpId="0"/>
      <p:bldP spid="13" grpId="0"/>
      <p:bldP spid="3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F5AC12B-B557-46E4-93A7-834BB4A62396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2.34  −  0.47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6" name="Table 6">
            <a:extLst>
              <a:ext uri="{FF2B5EF4-FFF2-40B4-BE49-F238E27FC236}">
                <a16:creationId xmlns:a16="http://schemas.microsoft.com/office/drawing/2014/main" id="{A5E2143D-4029-0744-B42C-CFA93E4ED271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5A5B3E4-7824-E4F9-B438-9E659AB9F997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CFA3058-4400-DCF8-270C-BDD22B62BE77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E40340-138A-C3AB-C257-BA969038B3B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089FD58-85AA-6AA1-E111-B12969629B8B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C6ABCF-EF9C-FA25-FC81-7DCAAEA99198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E7F6D4-E8FB-3D97-9B2E-C81A1933B614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026588-749E-A50C-4412-045DEF9A9368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440A480-97D0-DB4B-2052-C02EF2A88520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AD76230-28B4-E004-6DDE-E9BA44074464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17E802-2900-64C5-E92C-4CAFD4A2A2D0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BA73C5-8B4A-0FC6-2D26-FEF30FD0C33C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88A021B-C050-28E2-29A8-1C489B5A6816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910D8-DF4B-2E4D-7510-978D0B10D405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54D085-3448-E629-8FE7-8F27BF81C3A0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6FFCD8-5D4B-929A-A8BF-B8C88EA12662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BE52DD-F4F6-E85C-5F89-A8F30215405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7B9056-A3A9-EF42-340C-3F48A69E7EDC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7BD0AF-B5C3-579B-4CF1-818B60D43A51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5E4009-F822-304F-568A-1A7949C7F3C8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7928E78-54A8-8140-BAD5-1FAF4D8C33CE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561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 animBg="1"/>
      <p:bldP spid="39" grpId="0"/>
      <p:bldP spid="41" grpId="0"/>
      <p:bldP spid="43" grpId="0"/>
      <p:bldP spid="44" grpId="0"/>
      <p:bldP spid="45" grpId="0" animBg="1"/>
      <p:bldP spid="47" grpId="0"/>
      <p:bldP spid="48" grpId="0"/>
      <p:bldP spid="49" grpId="0" animBg="1"/>
      <p:bldP spid="7" grpId="0"/>
      <p:bldP spid="10" grpId="0"/>
      <p:bldP spid="11" grpId="0"/>
      <p:bldP spid="13" grpId="0"/>
      <p:bldP spid="3" grpId="0"/>
      <p:bldP spid="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884293" y="41509"/>
            <a:ext cx="2021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93E6E8-91DB-A79F-C863-017572450095}"/>
              </a:ext>
            </a:extLst>
          </p:cNvPr>
          <p:cNvSpPr txBox="1"/>
          <p:nvPr/>
        </p:nvSpPr>
        <p:spPr>
          <a:xfrm>
            <a:off x="6388320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2.21  −  0.68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93E40A-0F58-4173-7F72-3F2545564CC0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9" name="Table 6">
            <a:extLst>
              <a:ext uri="{FF2B5EF4-FFF2-40B4-BE49-F238E27FC236}">
                <a16:creationId xmlns:a16="http://schemas.microsoft.com/office/drawing/2014/main" id="{9D23A4C6-A1BA-1EE7-C695-40BF322AF2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143486"/>
              </p:ext>
            </p:extLst>
          </p:nvPr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F1EEC84-A2B5-2C68-6D2C-0631EE6F79EC}"/>
              </a:ext>
            </a:extLst>
          </p:cNvPr>
          <p:cNvCxnSpPr>
            <a:cxnSpLocks/>
          </p:cNvCxnSpPr>
          <p:nvPr/>
        </p:nvCxnSpPr>
        <p:spPr>
          <a:xfrm flipV="1">
            <a:off x="5981700" y="4319330"/>
            <a:ext cx="2821478" cy="81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816EEF4-0457-344D-481D-68E9096E9DD0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6A5AB3-9A24-503C-E4C0-ECA87F77BA63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029250A-BC30-DE67-193A-D79534E4951A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DAD5E6-7423-83E5-4D7F-F1EF2332D65D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34DF7A-301A-8B51-45CD-5438F7D98EC4}"/>
              </a:ext>
            </a:extLst>
          </p:cNvPr>
          <p:cNvSpPr txBox="1"/>
          <p:nvPr/>
        </p:nvSpPr>
        <p:spPr>
          <a:xfrm>
            <a:off x="72266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4F1320-6F40-8B3E-14EA-BBC49F76D2BC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B40AC1-E8A2-AA2C-81E3-0E7A561FE04D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C8B49A1-CCC3-98B3-48A4-30D3CE39E1CE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C653E5-08AC-4998-801A-642A4816C374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0D9464-0CDB-A20D-35CE-4832679333C6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973E81A-34D7-3C69-FB5B-D2D3603BF303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A4F56C-69EE-3ACC-B20D-2B7258EEB378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79EE11-8A63-DCDD-E3A7-0874679B7474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8A05A9-0135-1C2F-1925-B921E812FA16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7655C2-6441-521E-7F61-FF9A1B6B1115}"/>
              </a:ext>
            </a:extLst>
          </p:cNvPr>
          <p:cNvSpPr txBox="1"/>
          <p:nvPr/>
        </p:nvSpPr>
        <p:spPr>
          <a:xfrm>
            <a:off x="79124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F0B7AEF-48B5-F9C6-86E7-47A58B192100}"/>
              </a:ext>
            </a:extLst>
          </p:cNvPr>
          <p:cNvCxnSpPr>
            <a:cxnSpLocks/>
          </p:cNvCxnSpPr>
          <p:nvPr/>
        </p:nvCxnSpPr>
        <p:spPr>
          <a:xfrm flipH="1">
            <a:off x="71088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B4E535C-E38E-79AE-4898-2B6E422CA976}"/>
              </a:ext>
            </a:extLst>
          </p:cNvPr>
          <p:cNvSpPr txBox="1"/>
          <p:nvPr/>
        </p:nvSpPr>
        <p:spPr>
          <a:xfrm>
            <a:off x="69313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4A7B26-E0EB-2FEE-7797-6B9560076668}"/>
              </a:ext>
            </a:extLst>
          </p:cNvPr>
          <p:cNvSpPr txBox="1"/>
          <p:nvPr/>
        </p:nvSpPr>
        <p:spPr>
          <a:xfrm>
            <a:off x="61312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F0B7356-F6BE-97A2-A056-E2938986371A}"/>
              </a:ext>
            </a:extLst>
          </p:cNvPr>
          <p:cNvCxnSpPr>
            <a:cxnSpLocks/>
          </p:cNvCxnSpPr>
          <p:nvPr/>
        </p:nvCxnSpPr>
        <p:spPr>
          <a:xfrm flipH="1">
            <a:off x="6232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7C996CD-A321-0ADD-1149-D043619779B3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2.34  −  0.47</a:t>
            </a:r>
          </a:p>
        </p:txBody>
      </p:sp>
      <p:graphicFrame>
        <p:nvGraphicFramePr>
          <p:cNvPr id="54" name="Table 6">
            <a:extLst>
              <a:ext uri="{FF2B5EF4-FFF2-40B4-BE49-F238E27FC236}">
                <a16:creationId xmlns:a16="http://schemas.microsoft.com/office/drawing/2014/main" id="{E7838742-8A54-3566-783A-F7FF7835832C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9C8D6EB-C824-6B63-99DB-B44044858C78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69CE36DB-F07F-F2AE-DB09-1DEC7C319689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100A626-1731-23DF-AF99-F05BE019E6EF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49AE75-0B05-BDCA-A459-BB96637FE521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61F1E9-8A84-F1BA-31FC-3DC40D2C1886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60A563-2E6D-4100-FDD4-2DBFEBE70A43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5D6BF7-9F23-16B8-FF33-93A6132EB15D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2577710-058F-83F0-3A7E-EAF54C79C96C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0F6799C-A61E-8510-E3BF-B0340407239D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F27E39-2C05-9604-E054-FE9238A45B18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B8FF56-DE5B-B441-4A27-9F0601284B8E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D42F7F3-30F9-8463-7CD4-1D01F8D5791B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93DF41-2107-D63F-75E4-B094DE080AA0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5A011A-39B5-CFC6-BADF-143AC57CAF6E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4BAF9B-DA45-340C-E3ED-813C1544B149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61873D-FC61-E38D-30FA-FBF70334C91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202B94E-47AD-E0A9-F7E6-947CD1BBB12F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85FFCB7A-C61D-9297-9014-EF3965BD2907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BF16ED9-67F1-6DEF-AD1A-8C3CF1B53831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0B68520-B5B0-173D-24EA-13AAF94ECC99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6636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 animBg="1"/>
      <p:bldP spid="26" grpId="0"/>
      <p:bldP spid="30" grpId="0"/>
      <p:bldP spid="31" grpId="0"/>
      <p:bldP spid="32" grpId="0"/>
      <p:bldP spid="33" grpId="0" animBg="1"/>
      <p:bldP spid="34" grpId="0"/>
      <p:bldP spid="35" grpId="0"/>
      <p:bldP spid="36" grpId="0" animBg="1"/>
      <p:bldP spid="37" grpId="0"/>
      <p:bldP spid="38" grpId="0"/>
      <p:bldP spid="40" grpId="0"/>
      <p:bldP spid="42" grpId="0"/>
      <p:bldP spid="50" grpId="0"/>
      <p:bldP spid="5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912429" y="-30715"/>
            <a:ext cx="2021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93E6E8-91DB-A79F-C863-017572450095}"/>
              </a:ext>
            </a:extLst>
          </p:cNvPr>
          <p:cNvSpPr txBox="1"/>
          <p:nvPr/>
        </p:nvSpPr>
        <p:spPr>
          <a:xfrm>
            <a:off x="6388321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3.53  −  0.94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93E40A-0F58-4173-7F72-3F2545564CC0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9" name="Table 6">
            <a:extLst>
              <a:ext uri="{FF2B5EF4-FFF2-40B4-BE49-F238E27FC236}">
                <a16:creationId xmlns:a16="http://schemas.microsoft.com/office/drawing/2014/main" id="{9D23A4C6-A1BA-1EE7-C695-40BF322AF299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F1EEC84-A2B5-2C68-6D2C-0631EE6F79EC}"/>
              </a:ext>
            </a:extLst>
          </p:cNvPr>
          <p:cNvCxnSpPr>
            <a:cxnSpLocks/>
          </p:cNvCxnSpPr>
          <p:nvPr/>
        </p:nvCxnSpPr>
        <p:spPr>
          <a:xfrm>
            <a:off x="6035040" y="4319330"/>
            <a:ext cx="2756535" cy="81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816EEF4-0457-344D-481D-68E9096E9DD0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6A5AB3-9A24-503C-E4C0-ECA87F77BA63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029250A-BC30-DE67-193A-D79534E4951A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DAD5E6-7423-83E5-4D7F-F1EF2332D65D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34DF7A-301A-8B51-45CD-5438F7D98EC4}"/>
              </a:ext>
            </a:extLst>
          </p:cNvPr>
          <p:cNvSpPr txBox="1"/>
          <p:nvPr/>
        </p:nvSpPr>
        <p:spPr>
          <a:xfrm>
            <a:off x="72266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4F1320-6F40-8B3E-14EA-BBC49F76D2BC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B40AC1-E8A2-AA2C-81E3-0E7A561FE04D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C8B49A1-CCC3-98B3-48A4-30D3CE39E1CE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C653E5-08AC-4998-801A-642A4816C374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0D9464-0CDB-A20D-35CE-4832679333C6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973E81A-34D7-3C69-FB5B-D2D3603BF303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A4F56C-69EE-3ACC-B20D-2B7258EEB378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79EE11-8A63-DCDD-E3A7-0874679B7474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8A05A9-0135-1C2F-1925-B921E812FA16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7655C2-6441-521E-7F61-FF9A1B6B1115}"/>
              </a:ext>
            </a:extLst>
          </p:cNvPr>
          <p:cNvSpPr txBox="1"/>
          <p:nvPr/>
        </p:nvSpPr>
        <p:spPr>
          <a:xfrm>
            <a:off x="79124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F0B7AEF-48B5-F9C6-86E7-47A58B192100}"/>
              </a:ext>
            </a:extLst>
          </p:cNvPr>
          <p:cNvCxnSpPr>
            <a:cxnSpLocks/>
          </p:cNvCxnSpPr>
          <p:nvPr/>
        </p:nvCxnSpPr>
        <p:spPr>
          <a:xfrm flipH="1">
            <a:off x="71088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B4E535C-E38E-79AE-4898-2B6E422CA976}"/>
              </a:ext>
            </a:extLst>
          </p:cNvPr>
          <p:cNvSpPr txBox="1"/>
          <p:nvPr/>
        </p:nvSpPr>
        <p:spPr>
          <a:xfrm>
            <a:off x="69313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4A7B26-E0EB-2FEE-7797-6B9560076668}"/>
              </a:ext>
            </a:extLst>
          </p:cNvPr>
          <p:cNvSpPr txBox="1"/>
          <p:nvPr/>
        </p:nvSpPr>
        <p:spPr>
          <a:xfrm>
            <a:off x="61312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F0B7356-F6BE-97A2-A056-E2938986371A}"/>
              </a:ext>
            </a:extLst>
          </p:cNvPr>
          <p:cNvCxnSpPr>
            <a:cxnSpLocks/>
          </p:cNvCxnSpPr>
          <p:nvPr/>
        </p:nvCxnSpPr>
        <p:spPr>
          <a:xfrm flipH="1">
            <a:off x="6232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7C996CD-A321-0ADD-1149-D043619779B3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2.34  −  0.47</a:t>
            </a:r>
          </a:p>
        </p:txBody>
      </p:sp>
      <p:graphicFrame>
        <p:nvGraphicFramePr>
          <p:cNvPr id="54" name="Table 6">
            <a:extLst>
              <a:ext uri="{FF2B5EF4-FFF2-40B4-BE49-F238E27FC236}">
                <a16:creationId xmlns:a16="http://schemas.microsoft.com/office/drawing/2014/main" id="{E7838742-8A54-3566-783A-F7FF7835832C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9C8D6EB-C824-6B63-99DB-B44044858C78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69CE36DB-F07F-F2AE-DB09-1DEC7C319689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100A626-1731-23DF-AF99-F05BE019E6EF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49AE75-0B05-BDCA-A459-BB96637FE521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61F1E9-8A84-F1BA-31FC-3DC40D2C1886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60A563-2E6D-4100-FDD4-2DBFEBE70A43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5D6BF7-9F23-16B8-FF33-93A6132EB15D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2577710-058F-83F0-3A7E-EAF54C79C96C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0F6799C-A61E-8510-E3BF-B0340407239D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F27E39-2C05-9604-E054-FE9238A45B18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B8FF56-DE5B-B441-4A27-9F0601284B8E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D42F7F3-30F9-8463-7CD4-1D01F8D5791B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93DF41-2107-D63F-75E4-B094DE080AA0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5A011A-39B5-CFC6-BADF-143AC57CAF6E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4BAF9B-DA45-340C-E3ED-813C1544B149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61873D-FC61-E38D-30FA-FBF70334C91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202B94E-47AD-E0A9-F7E6-947CD1BBB12F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85FFCB7A-C61D-9297-9014-EF3965BD2907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BF16ED9-67F1-6DEF-AD1A-8C3CF1B53831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0B68520-B5B0-173D-24EA-13AAF94ECC99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1779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 animBg="1"/>
      <p:bldP spid="26" grpId="0"/>
      <p:bldP spid="30" grpId="0"/>
      <p:bldP spid="31" grpId="0"/>
      <p:bldP spid="32" grpId="0"/>
      <p:bldP spid="33" grpId="0" animBg="1"/>
      <p:bldP spid="34" grpId="0"/>
      <p:bldP spid="35" grpId="0"/>
      <p:bldP spid="36" grpId="0" animBg="1"/>
      <p:bldP spid="37" grpId="0"/>
      <p:bldP spid="38" grpId="0"/>
      <p:bldP spid="40" grpId="0"/>
      <p:bldP spid="42" grpId="0"/>
      <p:bldP spid="50" grpId="0"/>
      <p:bldP spid="5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932517" y="40938"/>
            <a:ext cx="2021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93E6E8-91DB-A79F-C863-017572450095}"/>
              </a:ext>
            </a:extLst>
          </p:cNvPr>
          <p:cNvSpPr txBox="1"/>
          <p:nvPr/>
        </p:nvSpPr>
        <p:spPr>
          <a:xfrm>
            <a:off x="6388323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4.24  −  1.56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93E40A-0F58-4173-7F72-3F2545564CC0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9" name="Table 6">
            <a:extLst>
              <a:ext uri="{FF2B5EF4-FFF2-40B4-BE49-F238E27FC236}">
                <a16:creationId xmlns:a16="http://schemas.microsoft.com/office/drawing/2014/main" id="{9D23A4C6-A1BA-1EE7-C695-40BF322AF299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F1EEC84-A2B5-2C68-6D2C-0631EE6F79EC}"/>
              </a:ext>
            </a:extLst>
          </p:cNvPr>
          <p:cNvCxnSpPr>
            <a:cxnSpLocks/>
          </p:cNvCxnSpPr>
          <p:nvPr/>
        </p:nvCxnSpPr>
        <p:spPr>
          <a:xfrm>
            <a:off x="5945120" y="4358209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816EEF4-0457-344D-481D-68E9096E9DD0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6A5AB3-9A24-503C-E4C0-ECA87F77BA63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029250A-BC30-DE67-193A-D79534E4951A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DAD5E6-7423-83E5-4D7F-F1EF2332D65D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34DF7A-301A-8B51-45CD-5438F7D98EC4}"/>
              </a:ext>
            </a:extLst>
          </p:cNvPr>
          <p:cNvSpPr txBox="1"/>
          <p:nvPr/>
        </p:nvSpPr>
        <p:spPr>
          <a:xfrm>
            <a:off x="72266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4F1320-6F40-8B3E-14EA-BBC49F76D2BC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B40AC1-E8A2-AA2C-81E3-0E7A561FE04D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C8B49A1-CCC3-98B3-48A4-30D3CE39E1CE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C653E5-08AC-4998-801A-642A4816C374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0D9464-0CDB-A20D-35CE-4832679333C6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973E81A-34D7-3C69-FB5B-D2D3603BF303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A4F56C-69EE-3ACC-B20D-2B7258EEB378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79EE11-8A63-DCDD-E3A7-0874679B7474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8A05A9-0135-1C2F-1925-B921E812FA16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7655C2-6441-521E-7F61-FF9A1B6B1115}"/>
              </a:ext>
            </a:extLst>
          </p:cNvPr>
          <p:cNvSpPr txBox="1"/>
          <p:nvPr/>
        </p:nvSpPr>
        <p:spPr>
          <a:xfrm>
            <a:off x="79124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F0B7AEF-48B5-F9C6-86E7-47A58B192100}"/>
              </a:ext>
            </a:extLst>
          </p:cNvPr>
          <p:cNvCxnSpPr>
            <a:cxnSpLocks/>
          </p:cNvCxnSpPr>
          <p:nvPr/>
        </p:nvCxnSpPr>
        <p:spPr>
          <a:xfrm flipH="1">
            <a:off x="71088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B4E535C-E38E-79AE-4898-2B6E422CA976}"/>
              </a:ext>
            </a:extLst>
          </p:cNvPr>
          <p:cNvSpPr txBox="1"/>
          <p:nvPr/>
        </p:nvSpPr>
        <p:spPr>
          <a:xfrm>
            <a:off x="69313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4A7B26-E0EB-2FEE-7797-6B9560076668}"/>
              </a:ext>
            </a:extLst>
          </p:cNvPr>
          <p:cNvSpPr txBox="1"/>
          <p:nvPr/>
        </p:nvSpPr>
        <p:spPr>
          <a:xfrm>
            <a:off x="61312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F0B7356-F6BE-97A2-A056-E2938986371A}"/>
              </a:ext>
            </a:extLst>
          </p:cNvPr>
          <p:cNvCxnSpPr>
            <a:cxnSpLocks/>
          </p:cNvCxnSpPr>
          <p:nvPr/>
        </p:nvCxnSpPr>
        <p:spPr>
          <a:xfrm flipH="1">
            <a:off x="6232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7C996CD-A321-0ADD-1149-D043619779B3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2.34  −  0.47</a:t>
            </a:r>
          </a:p>
        </p:txBody>
      </p:sp>
      <p:graphicFrame>
        <p:nvGraphicFramePr>
          <p:cNvPr id="54" name="Table 6">
            <a:extLst>
              <a:ext uri="{FF2B5EF4-FFF2-40B4-BE49-F238E27FC236}">
                <a16:creationId xmlns:a16="http://schemas.microsoft.com/office/drawing/2014/main" id="{E7838742-8A54-3566-783A-F7FF7835832C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9C8D6EB-C824-6B63-99DB-B44044858C78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69CE36DB-F07F-F2AE-DB09-1DEC7C319689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100A626-1731-23DF-AF99-F05BE019E6EF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49AE75-0B05-BDCA-A459-BB96637FE521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61F1E9-8A84-F1BA-31FC-3DC40D2C1886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60A563-2E6D-4100-FDD4-2DBFEBE70A43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5D6BF7-9F23-16B8-FF33-93A6132EB15D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2577710-058F-83F0-3A7E-EAF54C79C96C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0F6799C-A61E-8510-E3BF-B0340407239D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F27E39-2C05-9604-E054-FE9238A45B18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B8FF56-DE5B-B441-4A27-9F0601284B8E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D42F7F3-30F9-8463-7CD4-1D01F8D5791B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93DF41-2107-D63F-75E4-B094DE080AA0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5A011A-39B5-CFC6-BADF-143AC57CAF6E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4BAF9B-DA45-340C-E3ED-813C1544B149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61873D-FC61-E38D-30FA-FBF70334C91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202B94E-47AD-E0A9-F7E6-947CD1BBB12F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85FFCB7A-C61D-9297-9014-EF3965BD2907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BF16ED9-67F1-6DEF-AD1A-8C3CF1B53831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0B68520-B5B0-173D-24EA-13AAF94ECC99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7754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 animBg="1"/>
      <p:bldP spid="26" grpId="0"/>
      <p:bldP spid="30" grpId="0"/>
      <p:bldP spid="31" grpId="0"/>
      <p:bldP spid="32" grpId="0"/>
      <p:bldP spid="33" grpId="0" animBg="1"/>
      <p:bldP spid="34" grpId="0"/>
      <p:bldP spid="35" grpId="0"/>
      <p:bldP spid="36" grpId="0" animBg="1"/>
      <p:bldP spid="37" grpId="0"/>
      <p:bldP spid="38" grpId="0"/>
      <p:bldP spid="40" grpId="0"/>
      <p:bldP spid="42" grpId="0"/>
      <p:bldP spid="50" grpId="0"/>
      <p:bldP spid="5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932517" y="37147"/>
            <a:ext cx="2021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93E6E8-91DB-A79F-C863-017572450095}"/>
              </a:ext>
            </a:extLst>
          </p:cNvPr>
          <p:cNvSpPr txBox="1"/>
          <p:nvPr/>
        </p:nvSpPr>
        <p:spPr>
          <a:xfrm>
            <a:off x="6388321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3.31  −  2.83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93E40A-0F58-4173-7F72-3F2545564CC0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9" name="Table 6">
            <a:extLst>
              <a:ext uri="{FF2B5EF4-FFF2-40B4-BE49-F238E27FC236}">
                <a16:creationId xmlns:a16="http://schemas.microsoft.com/office/drawing/2014/main" id="{9D23A4C6-A1BA-1EE7-C695-40BF322AF299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F1EEC84-A2B5-2C68-6D2C-0631EE6F79EC}"/>
              </a:ext>
            </a:extLst>
          </p:cNvPr>
          <p:cNvCxnSpPr>
            <a:cxnSpLocks/>
          </p:cNvCxnSpPr>
          <p:nvPr/>
        </p:nvCxnSpPr>
        <p:spPr>
          <a:xfrm flipV="1">
            <a:off x="5981700" y="4319330"/>
            <a:ext cx="2804853" cy="812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816EEF4-0457-344D-481D-68E9096E9DD0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6A5AB3-9A24-503C-E4C0-ECA87F77BA63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029250A-BC30-DE67-193A-D79534E4951A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DAD5E6-7423-83E5-4D7F-F1EF2332D65D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34DF7A-301A-8B51-45CD-5438F7D98EC4}"/>
              </a:ext>
            </a:extLst>
          </p:cNvPr>
          <p:cNvSpPr txBox="1"/>
          <p:nvPr/>
        </p:nvSpPr>
        <p:spPr>
          <a:xfrm>
            <a:off x="72266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4F1320-6F40-8B3E-14EA-BBC49F76D2BC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B40AC1-E8A2-AA2C-81E3-0E7A561FE04D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C8B49A1-CCC3-98B3-48A4-30D3CE39E1CE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C653E5-08AC-4998-801A-642A4816C374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0D9464-0CDB-A20D-35CE-4832679333C6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973E81A-34D7-3C69-FB5B-D2D3603BF303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A4F56C-69EE-3ACC-B20D-2B7258EEB378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79EE11-8A63-DCDD-E3A7-0874679B7474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8A05A9-0135-1C2F-1925-B921E812FA16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7655C2-6441-521E-7F61-FF9A1B6B1115}"/>
              </a:ext>
            </a:extLst>
          </p:cNvPr>
          <p:cNvSpPr txBox="1"/>
          <p:nvPr/>
        </p:nvSpPr>
        <p:spPr>
          <a:xfrm>
            <a:off x="791242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F0B7AEF-48B5-F9C6-86E7-47A58B192100}"/>
              </a:ext>
            </a:extLst>
          </p:cNvPr>
          <p:cNvCxnSpPr>
            <a:cxnSpLocks/>
          </p:cNvCxnSpPr>
          <p:nvPr/>
        </p:nvCxnSpPr>
        <p:spPr>
          <a:xfrm flipH="1">
            <a:off x="71088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B4E535C-E38E-79AE-4898-2B6E422CA976}"/>
              </a:ext>
            </a:extLst>
          </p:cNvPr>
          <p:cNvSpPr txBox="1"/>
          <p:nvPr/>
        </p:nvSpPr>
        <p:spPr>
          <a:xfrm>
            <a:off x="69313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4A7B26-E0EB-2FEE-7797-6B9560076668}"/>
              </a:ext>
            </a:extLst>
          </p:cNvPr>
          <p:cNvSpPr txBox="1"/>
          <p:nvPr/>
        </p:nvSpPr>
        <p:spPr>
          <a:xfrm>
            <a:off x="61312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F0B7356-F6BE-97A2-A056-E2938986371A}"/>
              </a:ext>
            </a:extLst>
          </p:cNvPr>
          <p:cNvCxnSpPr>
            <a:cxnSpLocks/>
          </p:cNvCxnSpPr>
          <p:nvPr/>
        </p:nvCxnSpPr>
        <p:spPr>
          <a:xfrm flipH="1">
            <a:off x="6232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7C996CD-A321-0ADD-1149-D043619779B3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2.34  −  0.47</a:t>
            </a:r>
          </a:p>
        </p:txBody>
      </p:sp>
      <p:graphicFrame>
        <p:nvGraphicFramePr>
          <p:cNvPr id="54" name="Table 6">
            <a:extLst>
              <a:ext uri="{FF2B5EF4-FFF2-40B4-BE49-F238E27FC236}">
                <a16:creationId xmlns:a16="http://schemas.microsoft.com/office/drawing/2014/main" id="{E7838742-8A54-3566-783A-F7FF7835832C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9C8D6EB-C824-6B63-99DB-B44044858C78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69CE36DB-F07F-F2AE-DB09-1DEC7C319689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100A626-1731-23DF-AF99-F05BE019E6EF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49AE75-0B05-BDCA-A459-BB96637FE521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61F1E9-8A84-F1BA-31FC-3DC40D2C1886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60A563-2E6D-4100-FDD4-2DBFEBE70A43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5D6BF7-9F23-16B8-FF33-93A6132EB15D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2577710-058F-83F0-3A7E-EAF54C79C96C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0F6799C-A61E-8510-E3BF-B0340407239D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F27E39-2C05-9604-E054-FE9238A45B18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B8FF56-DE5B-B441-4A27-9F0601284B8E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D42F7F3-30F9-8463-7CD4-1D01F8D5791B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93DF41-2107-D63F-75E4-B094DE080AA0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5A011A-39B5-CFC6-BADF-143AC57CAF6E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4BAF9B-DA45-340C-E3ED-813C1544B149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61873D-FC61-E38D-30FA-FBF70334C91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202B94E-47AD-E0A9-F7E6-947CD1BBB12F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85FFCB7A-C61D-9297-9014-EF3965BD2907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BF16ED9-67F1-6DEF-AD1A-8C3CF1B53831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0B68520-B5B0-173D-24EA-13AAF94ECC99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571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 animBg="1"/>
      <p:bldP spid="26" grpId="0"/>
      <p:bldP spid="30" grpId="0"/>
      <p:bldP spid="31" grpId="0"/>
      <p:bldP spid="32" grpId="0"/>
      <p:bldP spid="33" grpId="0" animBg="1"/>
      <p:bldP spid="34" grpId="0"/>
      <p:bldP spid="35" grpId="0"/>
      <p:bldP spid="36" grpId="0" animBg="1"/>
      <p:bldP spid="37" grpId="0"/>
      <p:bldP spid="38" grpId="0"/>
      <p:bldP spid="40" grpId="0"/>
      <p:bldP spid="42" grpId="0"/>
      <p:bldP spid="50" grpId="0"/>
      <p:bldP spid="5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E3BF562-F06F-4C52-AEDC-7C7D04F4CC2C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9D3E9-922C-45DF-6833-B767145B3E10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49698-45A0-962B-585B-1E672D2260F3}"/>
              </a:ext>
            </a:extLst>
          </p:cNvPr>
          <p:cNvSpPr txBox="1"/>
          <p:nvPr/>
        </p:nvSpPr>
        <p:spPr>
          <a:xfrm>
            <a:off x="7884293" y="50567"/>
            <a:ext cx="2021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93E6E8-91DB-A79F-C863-017572450095}"/>
              </a:ext>
            </a:extLst>
          </p:cNvPr>
          <p:cNvSpPr txBox="1"/>
          <p:nvPr/>
        </p:nvSpPr>
        <p:spPr>
          <a:xfrm>
            <a:off x="6648809" y="1085485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 −  2.84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93E40A-0F58-4173-7F72-3F2545564CC0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graphicFrame>
        <p:nvGraphicFramePr>
          <p:cNvPr id="19" name="Table 6">
            <a:extLst>
              <a:ext uri="{FF2B5EF4-FFF2-40B4-BE49-F238E27FC236}">
                <a16:creationId xmlns:a16="http://schemas.microsoft.com/office/drawing/2014/main" id="{9D23A4C6-A1BA-1EE7-C695-40BF322AF299}"/>
              </a:ext>
            </a:extLst>
          </p:cNvPr>
          <p:cNvGraphicFramePr>
            <a:graphicFrameLocks noGrp="1"/>
          </p:cNvGraphicFramePr>
          <p:nvPr/>
        </p:nvGraphicFramePr>
        <p:xfrm>
          <a:off x="5302446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F1EEC84-A2B5-2C68-6D2C-0631EE6F79EC}"/>
              </a:ext>
            </a:extLst>
          </p:cNvPr>
          <p:cNvCxnSpPr>
            <a:cxnSpLocks/>
          </p:cNvCxnSpPr>
          <p:nvPr/>
        </p:nvCxnSpPr>
        <p:spPr>
          <a:xfrm>
            <a:off x="5945120" y="4363404"/>
            <a:ext cx="2858058" cy="3230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816EEF4-0457-344D-481D-68E9096E9DD0}"/>
              </a:ext>
            </a:extLst>
          </p:cNvPr>
          <p:cNvSpPr txBox="1"/>
          <p:nvPr/>
        </p:nvSpPr>
        <p:spPr>
          <a:xfrm>
            <a:off x="72045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6A5AB3-9A24-503C-E4C0-ECA87F77BA63}"/>
              </a:ext>
            </a:extLst>
          </p:cNvPr>
          <p:cNvSpPr txBox="1"/>
          <p:nvPr/>
        </p:nvSpPr>
        <p:spPr>
          <a:xfrm>
            <a:off x="6346040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029250A-BC30-DE67-193A-D79534E4951A}"/>
              </a:ext>
            </a:extLst>
          </p:cNvPr>
          <p:cNvSpPr/>
          <p:nvPr/>
        </p:nvSpPr>
        <p:spPr>
          <a:xfrm>
            <a:off x="6941938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DAD5E6-7423-83E5-4D7F-F1EF2332D65D}"/>
              </a:ext>
            </a:extLst>
          </p:cNvPr>
          <p:cNvSpPr txBox="1"/>
          <p:nvPr/>
        </p:nvSpPr>
        <p:spPr>
          <a:xfrm>
            <a:off x="5464978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4F1320-6F40-8B3E-14EA-BBC49F76D2BC}"/>
              </a:ext>
            </a:extLst>
          </p:cNvPr>
          <p:cNvSpPr txBox="1"/>
          <p:nvPr/>
        </p:nvSpPr>
        <p:spPr>
          <a:xfrm>
            <a:off x="72045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B40AC1-E8A2-AA2C-81E3-0E7A561FE04D}"/>
              </a:ext>
            </a:extLst>
          </p:cNvPr>
          <p:cNvSpPr txBox="1"/>
          <p:nvPr/>
        </p:nvSpPr>
        <p:spPr>
          <a:xfrm>
            <a:off x="6346040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C8B49A1-CCC3-98B3-48A4-30D3CE39E1CE}"/>
              </a:ext>
            </a:extLst>
          </p:cNvPr>
          <p:cNvSpPr/>
          <p:nvPr/>
        </p:nvSpPr>
        <p:spPr>
          <a:xfrm>
            <a:off x="6941938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C653E5-08AC-4998-801A-642A4816C374}"/>
              </a:ext>
            </a:extLst>
          </p:cNvPr>
          <p:cNvSpPr txBox="1"/>
          <p:nvPr/>
        </p:nvSpPr>
        <p:spPr>
          <a:xfrm>
            <a:off x="72045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0D9464-0CDB-A20D-35CE-4832679333C6}"/>
              </a:ext>
            </a:extLst>
          </p:cNvPr>
          <p:cNvSpPr txBox="1"/>
          <p:nvPr/>
        </p:nvSpPr>
        <p:spPr>
          <a:xfrm>
            <a:off x="6346040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973E81A-34D7-3C69-FB5B-D2D3603BF303}"/>
              </a:ext>
            </a:extLst>
          </p:cNvPr>
          <p:cNvSpPr/>
          <p:nvPr/>
        </p:nvSpPr>
        <p:spPr>
          <a:xfrm>
            <a:off x="6939557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A4F56C-69EE-3ACC-B20D-2B7258EEB378}"/>
              </a:ext>
            </a:extLst>
          </p:cNvPr>
          <p:cNvSpPr txBox="1"/>
          <p:nvPr/>
        </p:nvSpPr>
        <p:spPr>
          <a:xfrm>
            <a:off x="8042702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79EE11-8A63-DCDD-E3A7-0874679B7474}"/>
              </a:ext>
            </a:extLst>
          </p:cNvPr>
          <p:cNvSpPr txBox="1"/>
          <p:nvPr/>
        </p:nvSpPr>
        <p:spPr>
          <a:xfrm>
            <a:off x="8042702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8A05A9-0135-1C2F-1925-B921E812FA16}"/>
              </a:ext>
            </a:extLst>
          </p:cNvPr>
          <p:cNvSpPr txBox="1"/>
          <p:nvPr/>
        </p:nvSpPr>
        <p:spPr>
          <a:xfrm>
            <a:off x="8042702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7655C2-6441-521E-7F61-FF9A1B6B1115}"/>
              </a:ext>
            </a:extLst>
          </p:cNvPr>
          <p:cNvSpPr txBox="1"/>
          <p:nvPr/>
        </p:nvSpPr>
        <p:spPr>
          <a:xfrm>
            <a:off x="794100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B4E535C-E38E-79AE-4898-2B6E422CA976}"/>
              </a:ext>
            </a:extLst>
          </p:cNvPr>
          <p:cNvSpPr txBox="1"/>
          <p:nvPr/>
        </p:nvSpPr>
        <p:spPr>
          <a:xfrm>
            <a:off x="69313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4A7B26-E0EB-2FEE-7797-6B9560076668}"/>
              </a:ext>
            </a:extLst>
          </p:cNvPr>
          <p:cNvSpPr txBox="1"/>
          <p:nvPr/>
        </p:nvSpPr>
        <p:spPr>
          <a:xfrm>
            <a:off x="61312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F0B7356-F6BE-97A2-A056-E2938986371A}"/>
              </a:ext>
            </a:extLst>
          </p:cNvPr>
          <p:cNvCxnSpPr>
            <a:cxnSpLocks/>
          </p:cNvCxnSpPr>
          <p:nvPr/>
        </p:nvCxnSpPr>
        <p:spPr>
          <a:xfrm flipH="1">
            <a:off x="6232525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7C996CD-A321-0ADD-1149-D043619779B3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2.34  −  0.47</a:t>
            </a:r>
          </a:p>
        </p:txBody>
      </p:sp>
      <p:graphicFrame>
        <p:nvGraphicFramePr>
          <p:cNvPr id="54" name="Table 6">
            <a:extLst>
              <a:ext uri="{FF2B5EF4-FFF2-40B4-BE49-F238E27FC236}">
                <a16:creationId xmlns:a16="http://schemas.microsoft.com/office/drawing/2014/main" id="{E7838742-8A54-3566-783A-F7FF7835832C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9C8D6EB-C824-6B63-99DB-B44044858C78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69CE36DB-F07F-F2AE-DB09-1DEC7C319689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100A626-1731-23DF-AF99-F05BE019E6EF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49AE75-0B05-BDCA-A459-BB96637FE521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A61F1E9-8A84-F1BA-31FC-3DC40D2C1886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60A563-2E6D-4100-FDD4-2DBFEBE70A43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95D6BF7-9F23-16B8-FF33-93A6132EB15D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2577710-058F-83F0-3A7E-EAF54C79C96C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0F6799C-A61E-8510-E3BF-B0340407239D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F27E39-2C05-9604-E054-FE9238A45B18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B8FF56-DE5B-B441-4A27-9F0601284B8E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7D42F7F3-30F9-8463-7CD4-1D01F8D5791B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93DF41-2107-D63F-75E4-B094DE080AA0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55A011A-39B5-CFC6-BADF-143AC57CAF6E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E4BAF9B-DA45-340C-E3ED-813C1544B149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61873D-FC61-E38D-30FA-FBF70334C91D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202B94E-47AD-E0A9-F7E6-947CD1BBB12F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85FFCB7A-C61D-9297-9014-EF3965BD2907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BF16ED9-67F1-6DEF-AD1A-8C3CF1B53831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0B68520-B5B0-173D-24EA-13AAF94ECC99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F0B7AEF-48B5-F9C6-86E7-47A58B192100}"/>
              </a:ext>
            </a:extLst>
          </p:cNvPr>
          <p:cNvCxnSpPr>
            <a:cxnSpLocks/>
          </p:cNvCxnSpPr>
          <p:nvPr/>
        </p:nvCxnSpPr>
        <p:spPr>
          <a:xfrm flipH="1" flipV="1">
            <a:off x="7038975" y="2228850"/>
            <a:ext cx="552450" cy="1000125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047390-AA92-C88F-A555-BF2AAE5F24A5}"/>
              </a:ext>
            </a:extLst>
          </p:cNvPr>
          <p:cNvSpPr txBox="1"/>
          <p:nvPr/>
        </p:nvSpPr>
        <p:spPr>
          <a:xfrm>
            <a:off x="72742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852531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 animBg="1"/>
      <p:bldP spid="26" grpId="0"/>
      <p:bldP spid="31" grpId="0"/>
      <p:bldP spid="32" grpId="0"/>
      <p:bldP spid="33" grpId="0" animBg="1"/>
      <p:bldP spid="34" grpId="0"/>
      <p:bldP spid="35" grpId="0"/>
      <p:bldP spid="36" grpId="0" animBg="1"/>
      <p:bldP spid="37" grpId="0"/>
      <p:bldP spid="38" grpId="0"/>
      <p:bldP spid="40" grpId="0"/>
      <p:bldP spid="42" grpId="0"/>
      <p:bldP spid="50" grpId="0"/>
      <p:bldP spid="51" grpId="0"/>
      <p:bldP spid="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7884293" y="30543"/>
            <a:ext cx="2021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EE8FEB-8370-697E-963F-EE3211D57816}"/>
              </a:ext>
            </a:extLst>
          </p:cNvPr>
          <p:cNvSpPr txBox="1"/>
          <p:nvPr/>
        </p:nvSpPr>
        <p:spPr>
          <a:xfrm>
            <a:off x="5182777" y="1085485"/>
            <a:ext cx="31277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a)    </a:t>
            </a:r>
            <a:r>
              <a:rPr lang="en-GB" sz="3200" dirty="0"/>
              <a:t>0.26  −  0.12 =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9E6F22-3470-E821-D41C-D13FB592E9A6}"/>
              </a:ext>
            </a:extLst>
          </p:cNvPr>
          <p:cNvSpPr txBox="1"/>
          <p:nvPr/>
        </p:nvSpPr>
        <p:spPr>
          <a:xfrm>
            <a:off x="8560465" y="10854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339CA06-2080-D06F-3D74-E2C503560078}"/>
              </a:ext>
            </a:extLst>
          </p:cNvPr>
          <p:cNvSpPr txBox="1"/>
          <p:nvPr/>
        </p:nvSpPr>
        <p:spPr>
          <a:xfrm>
            <a:off x="5182777" y="1930035"/>
            <a:ext cx="29338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b)    </a:t>
            </a:r>
            <a:r>
              <a:rPr lang="en-GB" sz="3200" dirty="0"/>
              <a:t>0.52  −  0.3 =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D385FF-6434-3CAD-F9E3-82112396D362}"/>
              </a:ext>
            </a:extLst>
          </p:cNvPr>
          <p:cNvSpPr txBox="1"/>
          <p:nvPr/>
        </p:nvSpPr>
        <p:spPr>
          <a:xfrm>
            <a:off x="8560465" y="193003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DB411BF-F98D-56A6-D29D-B4F399C23C0B}"/>
              </a:ext>
            </a:extLst>
          </p:cNvPr>
          <p:cNvSpPr txBox="1"/>
          <p:nvPr/>
        </p:nvSpPr>
        <p:spPr>
          <a:xfrm>
            <a:off x="5182777" y="2774585"/>
            <a:ext cx="31101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c)    </a:t>
            </a:r>
            <a:r>
              <a:rPr lang="en-GB" sz="3200" dirty="0"/>
              <a:t>0.32  −  0.18 = 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9402B4-9BE5-DADA-3A2C-E6160D1DB76B}"/>
              </a:ext>
            </a:extLst>
          </p:cNvPr>
          <p:cNvSpPr txBox="1"/>
          <p:nvPr/>
        </p:nvSpPr>
        <p:spPr>
          <a:xfrm>
            <a:off x="8560465" y="27745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81B64FE-6708-6A18-B3C9-5B9AE0413E50}"/>
              </a:ext>
            </a:extLst>
          </p:cNvPr>
          <p:cNvSpPr txBox="1"/>
          <p:nvPr/>
        </p:nvSpPr>
        <p:spPr>
          <a:xfrm>
            <a:off x="5182777" y="3619135"/>
            <a:ext cx="31422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d)    </a:t>
            </a:r>
            <a:r>
              <a:rPr lang="en-GB" sz="3200" dirty="0"/>
              <a:t>1.54  −  0.26 =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B105299-B8F8-780C-29A1-887DC2A9259C}"/>
              </a:ext>
            </a:extLst>
          </p:cNvPr>
          <p:cNvSpPr txBox="1"/>
          <p:nvPr/>
        </p:nvSpPr>
        <p:spPr>
          <a:xfrm>
            <a:off x="8560465" y="361913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1.28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DAA763F-89A0-7CFE-D620-14D2A2F54304}"/>
              </a:ext>
            </a:extLst>
          </p:cNvPr>
          <p:cNvSpPr txBox="1"/>
          <p:nvPr/>
        </p:nvSpPr>
        <p:spPr>
          <a:xfrm>
            <a:off x="5182777" y="4463685"/>
            <a:ext cx="2925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e)    </a:t>
            </a:r>
            <a:r>
              <a:rPr lang="en-GB" sz="3200" dirty="0"/>
              <a:t>3.5  −  1.02 =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88B74F0-2263-E5E1-06B7-2BFC1F2BEE4C}"/>
              </a:ext>
            </a:extLst>
          </p:cNvPr>
          <p:cNvSpPr txBox="1"/>
          <p:nvPr/>
        </p:nvSpPr>
        <p:spPr>
          <a:xfrm>
            <a:off x="8560465" y="44636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F164EDD-419A-8FD1-59CB-5F35B014A741}"/>
              </a:ext>
            </a:extLst>
          </p:cNvPr>
          <p:cNvSpPr txBox="1"/>
          <p:nvPr/>
        </p:nvSpPr>
        <p:spPr>
          <a:xfrm>
            <a:off x="5182777" y="5308235"/>
            <a:ext cx="25583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f)    </a:t>
            </a:r>
            <a:r>
              <a:rPr lang="en-GB" sz="3200" dirty="0"/>
              <a:t>5  −  3.57 =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A6BBBE-141C-3DC2-143E-0C4C37175CB2}"/>
              </a:ext>
            </a:extLst>
          </p:cNvPr>
          <p:cNvSpPr txBox="1"/>
          <p:nvPr/>
        </p:nvSpPr>
        <p:spPr>
          <a:xfrm>
            <a:off x="8560465" y="530823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1.43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31B7E45-0612-0712-6FE0-2CD866093066}"/>
              </a:ext>
            </a:extLst>
          </p:cNvPr>
          <p:cNvSpPr txBox="1"/>
          <p:nvPr/>
        </p:nvSpPr>
        <p:spPr>
          <a:xfrm>
            <a:off x="5182777" y="6152785"/>
            <a:ext cx="31245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>
                    <a:lumMod val="65000"/>
                  </a:schemeClr>
                </a:solidFill>
              </a:rPr>
              <a:t>g)    </a:t>
            </a:r>
            <a:r>
              <a:rPr lang="en-GB" sz="3200" dirty="0"/>
              <a:t>3.42  −  2.59 = 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3A79EFF-4012-0096-66B1-C6B3CBA34FF0}"/>
              </a:ext>
            </a:extLst>
          </p:cNvPr>
          <p:cNvSpPr txBox="1"/>
          <p:nvPr/>
        </p:nvSpPr>
        <p:spPr>
          <a:xfrm>
            <a:off x="8560465" y="6152785"/>
            <a:ext cx="914033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0.83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716162" y="0"/>
            <a:ext cx="2473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кемитүү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6FF216-5E3B-9027-94DC-46A9B77BC11E}"/>
              </a:ext>
            </a:extLst>
          </p:cNvPr>
          <p:cNvSpPr txBox="1"/>
          <p:nvPr/>
        </p:nvSpPr>
        <p:spPr>
          <a:xfrm>
            <a:off x="1444845" y="1085485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2.34  −  0.47</a:t>
            </a: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358971" y="2658940"/>
          <a:ext cx="4260655" cy="34089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52131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852131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</a:tblGrid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8522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038225" y="4400550"/>
            <a:ext cx="28098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679B625-ECA8-0A91-4B55-AC4F395BA0D1}"/>
              </a:ext>
            </a:extLst>
          </p:cNvPr>
          <p:cNvSpPr txBox="1"/>
          <p:nvPr/>
        </p:nvSpPr>
        <p:spPr>
          <a:xfrm>
            <a:off x="22610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104A4D-7158-C037-9C34-FBC343888B9C}"/>
              </a:ext>
            </a:extLst>
          </p:cNvPr>
          <p:cNvSpPr txBox="1"/>
          <p:nvPr/>
        </p:nvSpPr>
        <p:spPr>
          <a:xfrm>
            <a:off x="1402565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584F2B4-B3D3-085F-41DC-C3CD19BCF021}"/>
              </a:ext>
            </a:extLst>
          </p:cNvPr>
          <p:cNvSpPr/>
          <p:nvPr/>
        </p:nvSpPr>
        <p:spPr>
          <a:xfrm>
            <a:off x="1998463" y="301653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CF8692-1440-D5DD-D102-9E354A8C111F}"/>
              </a:ext>
            </a:extLst>
          </p:cNvPr>
          <p:cNvSpPr txBox="1"/>
          <p:nvPr/>
        </p:nvSpPr>
        <p:spPr>
          <a:xfrm>
            <a:off x="521503" y="352085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−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3C3EBE-C096-E912-5426-E249D2D85869}"/>
              </a:ext>
            </a:extLst>
          </p:cNvPr>
          <p:cNvSpPr txBox="1"/>
          <p:nvPr/>
        </p:nvSpPr>
        <p:spPr>
          <a:xfrm>
            <a:off x="22831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9C50F9-D54E-5D8E-5D2F-0579EF764270}"/>
              </a:ext>
            </a:extLst>
          </p:cNvPr>
          <p:cNvSpPr txBox="1"/>
          <p:nvPr/>
        </p:nvSpPr>
        <p:spPr>
          <a:xfrm>
            <a:off x="22610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9028A0-6F56-CFBA-4B98-12DD19191AE8}"/>
              </a:ext>
            </a:extLst>
          </p:cNvPr>
          <p:cNvSpPr txBox="1"/>
          <p:nvPr/>
        </p:nvSpPr>
        <p:spPr>
          <a:xfrm>
            <a:off x="1402565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70F0FEB-E763-8922-91ED-E689516CFAA0}"/>
              </a:ext>
            </a:extLst>
          </p:cNvPr>
          <p:cNvSpPr/>
          <p:nvPr/>
        </p:nvSpPr>
        <p:spPr>
          <a:xfrm>
            <a:off x="1998463" y="386902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C6C159-118A-91E9-085E-BF1D2A5CA93A}"/>
              </a:ext>
            </a:extLst>
          </p:cNvPr>
          <p:cNvSpPr txBox="1"/>
          <p:nvPr/>
        </p:nvSpPr>
        <p:spPr>
          <a:xfrm>
            <a:off x="22610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D246AD-C027-1E5D-1E2A-66399DEDE0F7}"/>
              </a:ext>
            </a:extLst>
          </p:cNvPr>
          <p:cNvSpPr txBox="1"/>
          <p:nvPr/>
        </p:nvSpPr>
        <p:spPr>
          <a:xfrm>
            <a:off x="1402565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921BF2F-E1A1-A5AB-187D-6ADF604FECFF}"/>
              </a:ext>
            </a:extLst>
          </p:cNvPr>
          <p:cNvSpPr/>
          <p:nvPr/>
        </p:nvSpPr>
        <p:spPr>
          <a:xfrm>
            <a:off x="1996082" y="4714846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303C51-C572-BFD1-86E7-C851017F9BC9}"/>
              </a:ext>
            </a:extLst>
          </p:cNvPr>
          <p:cNvSpPr txBox="1"/>
          <p:nvPr/>
        </p:nvSpPr>
        <p:spPr>
          <a:xfrm>
            <a:off x="3099227" y="2697402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F7D9EB-DCCF-81A2-4F0F-A25D3BD992FE}"/>
              </a:ext>
            </a:extLst>
          </p:cNvPr>
          <p:cNvSpPr txBox="1"/>
          <p:nvPr/>
        </p:nvSpPr>
        <p:spPr>
          <a:xfrm>
            <a:off x="3099227" y="354988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467D05-5C11-6529-6C70-100ADE0AE138}"/>
              </a:ext>
            </a:extLst>
          </p:cNvPr>
          <p:cNvSpPr txBox="1"/>
          <p:nvPr/>
        </p:nvSpPr>
        <p:spPr>
          <a:xfrm>
            <a:off x="3099227" y="4395709"/>
            <a:ext cx="4700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C681E2-EF0A-5427-E737-E6C86029BDB6}"/>
              </a:ext>
            </a:extLst>
          </p:cNvPr>
          <p:cNvSpPr txBox="1"/>
          <p:nvPr/>
        </p:nvSpPr>
        <p:spPr>
          <a:xfrm>
            <a:off x="2968954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FA09840-7BE9-718F-3F41-36B943D2D8B6}"/>
              </a:ext>
            </a:extLst>
          </p:cNvPr>
          <p:cNvCxnSpPr>
            <a:cxnSpLocks/>
          </p:cNvCxnSpPr>
          <p:nvPr/>
        </p:nvCxnSpPr>
        <p:spPr>
          <a:xfrm flipH="1">
            <a:off x="21653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B73B896-CB0C-A401-8FD6-F3015B4A96F9}"/>
              </a:ext>
            </a:extLst>
          </p:cNvPr>
          <p:cNvSpPr txBox="1"/>
          <p:nvPr/>
        </p:nvSpPr>
        <p:spPr>
          <a:xfrm>
            <a:off x="19878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E17760-B00C-F1DE-3827-1465B2118F3A}"/>
              </a:ext>
            </a:extLst>
          </p:cNvPr>
          <p:cNvSpPr txBox="1"/>
          <p:nvPr/>
        </p:nvSpPr>
        <p:spPr>
          <a:xfrm>
            <a:off x="1187779" y="211025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E1467F1-580C-C2E4-6AC3-5A12F5134E9F}"/>
              </a:ext>
            </a:extLst>
          </p:cNvPr>
          <p:cNvCxnSpPr>
            <a:cxnSpLocks/>
          </p:cNvCxnSpPr>
          <p:nvPr/>
        </p:nvCxnSpPr>
        <p:spPr>
          <a:xfrm flipH="1">
            <a:off x="1289050" y="2921000"/>
            <a:ext cx="676275" cy="28575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7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spc="300" dirty="0">
                <a:latin typeface="Stencil" panose="040409050D0802020404" pitchFamily="82" charset="0"/>
              </a:rPr>
              <a:t>КӨРГӨЗМӨ</a:t>
            </a:r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4DF8EF-1C81-38B3-E05E-B2FB5C3F1396}"/>
              </a:ext>
            </a:extLst>
          </p:cNvPr>
          <p:cNvSpPr txBox="1"/>
          <p:nvPr/>
        </p:nvSpPr>
        <p:spPr>
          <a:xfrm>
            <a:off x="680862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485576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50" grpId="0" animBg="1"/>
      <p:bldP spid="53" grpId="0" animBg="1"/>
      <p:bldP spid="56" grpId="0" animBg="1"/>
      <p:bldP spid="62" grpId="0" animBg="1"/>
      <p:bldP spid="65" grpId="0" animBg="1"/>
      <p:bldP spid="6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6448E1B1-8B70-4892-ABB9-9E7BA1FD6A1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4529" y="1585926"/>
            <a:ext cx="1406396" cy="140639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C9088F8-7FDC-C612-0961-4878597F67D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8830" y="4638674"/>
            <a:ext cx="1091003" cy="1091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524102B-D84B-9310-CF17-100FACC6CF2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992" y="4781597"/>
            <a:ext cx="1241108" cy="12411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44AC193-7BD7-A91B-0438-9E612A1D602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292" y="1550473"/>
            <a:ext cx="1241108" cy="1241108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AAC31E3-D7C9-20B7-B2C5-A9021F80F0A1}"/>
              </a:ext>
            </a:extLst>
          </p:cNvPr>
          <p:cNvSpPr/>
          <p:nvPr/>
        </p:nvSpPr>
        <p:spPr>
          <a:xfrm>
            <a:off x="3025905" y="2763232"/>
            <a:ext cx="1056033" cy="44911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1.55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F464B41-4FC5-AC01-5C33-2EA48555D0A3}"/>
              </a:ext>
            </a:extLst>
          </p:cNvPr>
          <p:cNvSpPr/>
          <p:nvPr/>
        </p:nvSpPr>
        <p:spPr>
          <a:xfrm>
            <a:off x="7226430" y="2601307"/>
            <a:ext cx="1056033" cy="44911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1.68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7CE38EA-BE35-3F27-8D44-16CC0CCCFA6D}"/>
              </a:ext>
            </a:extLst>
          </p:cNvPr>
          <p:cNvSpPr/>
          <p:nvPr/>
        </p:nvSpPr>
        <p:spPr>
          <a:xfrm>
            <a:off x="3187830" y="5554057"/>
            <a:ext cx="1056033" cy="44911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1.63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0C2B40A-9488-D16E-6545-81882C3B1C5A}"/>
              </a:ext>
            </a:extLst>
          </p:cNvPr>
          <p:cNvSpPr/>
          <p:nvPr/>
        </p:nvSpPr>
        <p:spPr>
          <a:xfrm>
            <a:off x="7759830" y="5449282"/>
            <a:ext cx="1056033" cy="44911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2.27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30B3DD-71D3-3BB6-DC12-31AFE183E828}"/>
              </a:ext>
            </a:extLst>
          </p:cNvPr>
          <p:cNvSpPr txBox="1"/>
          <p:nvPr/>
        </p:nvSpPr>
        <p:spPr>
          <a:xfrm>
            <a:off x="2715266" y="149283"/>
            <a:ext cx="44755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Түшкү тамагын сатып алгандан кийин, </a:t>
            </a:r>
            <a:endParaRPr lang="en-US" sz="2000" dirty="0"/>
          </a:p>
          <a:p>
            <a:pPr algn="ctr"/>
            <a:r>
              <a:rPr lang="ru-RU" sz="2000" dirty="0"/>
              <a:t>ар биринде канча акча калтырышат?</a:t>
            </a:r>
            <a:endParaRPr lang="en-GB" sz="20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A9458C4-7B56-21C9-3F05-AF98347E2DE1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573F707-649F-E726-E964-9B2FD8A4C9C5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966" y="4343400"/>
            <a:ext cx="658035" cy="6695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D64CE09-37AD-D598-FD6C-9E6B66ACD909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474" y="1435584"/>
            <a:ext cx="628523" cy="71195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DB2A349-C1B0-6BB9-3E87-0EEE613C8F25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516" y="4251902"/>
            <a:ext cx="921025" cy="769200"/>
          </a:xfrm>
          <a:prstGeom prst="rect">
            <a:avLst/>
          </a:prstGeom>
        </p:spPr>
      </p:pic>
      <p:pic>
        <p:nvPicPr>
          <p:cNvPr id="17" name="Picture 2" descr="C:\Users\laura.shenker\AppData\Local\Microsoft\Windows\Temporary Internet Files\Content.IE5\YFVYYXJP\Girl-Face-Cartoon-5239-large[1].png">
            <a:extLst>
              <a:ext uri="{FF2B5EF4-FFF2-40B4-BE49-F238E27FC236}">
                <a16:creationId xmlns:a16="http://schemas.microsoft.com/office/drawing/2014/main" id="{D76C2CF4-6434-E26A-5853-47F2571BF8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6712" y="1207167"/>
            <a:ext cx="859368" cy="689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20C7713-6123-097E-AA12-0FABCFDB22A4}"/>
              </a:ext>
            </a:extLst>
          </p:cNvPr>
          <p:cNvSpPr/>
          <p:nvPr/>
        </p:nvSpPr>
        <p:spPr>
          <a:xfrm>
            <a:off x="1101855" y="1858357"/>
            <a:ext cx="1056033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3.87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A4A6304-F361-FCB6-ABF1-CCC39BB6B8B7}"/>
              </a:ext>
            </a:extLst>
          </p:cNvPr>
          <p:cNvSpPr/>
          <p:nvPr/>
        </p:nvSpPr>
        <p:spPr>
          <a:xfrm>
            <a:off x="6178680" y="2106007"/>
            <a:ext cx="1056033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3.85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01D029E-153D-D308-D1A1-5E8583ED320C}"/>
              </a:ext>
            </a:extLst>
          </p:cNvPr>
          <p:cNvSpPr/>
          <p:nvPr/>
        </p:nvSpPr>
        <p:spPr>
          <a:xfrm>
            <a:off x="5997705" y="5001607"/>
            <a:ext cx="1056033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5.06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1A6861E-256B-EDE2-E40D-B904A34D2C95}"/>
              </a:ext>
            </a:extLst>
          </p:cNvPr>
          <p:cNvSpPr/>
          <p:nvPr/>
        </p:nvSpPr>
        <p:spPr>
          <a:xfrm>
            <a:off x="1206630" y="4915882"/>
            <a:ext cx="1056033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3.48</a:t>
            </a:r>
            <a:r>
              <a:rPr lang="ru-RU" sz="2400" dirty="0"/>
              <a:t> </a:t>
            </a:r>
            <a:r>
              <a:rPr lang="ru-RU" sz="2400" b="0" i="0" u="sng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</a:t>
            </a:r>
            <a:endParaRPr lang="en-GB" sz="24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09BB8F9-862C-C7ED-133C-58D1D8F9C616}"/>
              </a:ext>
            </a:extLst>
          </p:cNvPr>
          <p:cNvSpPr/>
          <p:nvPr/>
        </p:nvSpPr>
        <p:spPr>
          <a:xfrm>
            <a:off x="1118306" y="3063356"/>
            <a:ext cx="1996369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2.32 </a:t>
            </a:r>
            <a:r>
              <a:rPr lang="ru-RU" sz="2400" u="sng" dirty="0">
                <a:solidFill>
                  <a:srgbClr val="202122"/>
                </a:solidFill>
                <a:latin typeface="Arial" panose="020B0604020202020204" pitchFamily="34" charset="0"/>
              </a:rPr>
              <a:t>с</a:t>
            </a:r>
            <a:r>
              <a:rPr lang="ru-RU" sz="2400" dirty="0">
                <a:solidFill>
                  <a:srgbClr val="202122"/>
                </a:solidFill>
                <a:latin typeface="Arial" panose="020B0604020202020204" pitchFamily="34" charset="0"/>
              </a:rPr>
              <a:t> </a:t>
            </a:r>
            <a:r>
              <a:rPr lang="ru-RU" sz="2400" dirty="0"/>
              <a:t>калды</a:t>
            </a:r>
            <a:endParaRPr lang="en-GB" sz="2400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F891E9C-6032-D362-DC6F-3E24598E8BC2}"/>
              </a:ext>
            </a:extLst>
          </p:cNvPr>
          <p:cNvSpPr/>
          <p:nvPr/>
        </p:nvSpPr>
        <p:spPr>
          <a:xfrm>
            <a:off x="6642806" y="3215756"/>
            <a:ext cx="1996369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2.17</a:t>
            </a:r>
            <a:r>
              <a:rPr lang="ru-RU" sz="2400" dirty="0"/>
              <a:t> </a:t>
            </a:r>
            <a:r>
              <a:rPr lang="ru-RU" sz="2400" u="sng" dirty="0">
                <a:solidFill>
                  <a:srgbClr val="202122"/>
                </a:solidFill>
                <a:latin typeface="Arial" panose="020B0604020202020204" pitchFamily="34" charset="0"/>
              </a:rPr>
              <a:t>с</a:t>
            </a:r>
            <a:r>
              <a:rPr lang="en-GB" sz="2400" dirty="0"/>
              <a:t> </a:t>
            </a:r>
            <a:r>
              <a:rPr lang="ru-RU" sz="2400" dirty="0"/>
              <a:t>калды</a:t>
            </a:r>
            <a:endParaRPr lang="en-GB" sz="24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D64B8DB-F9F1-7307-828B-E43D6620F795}"/>
              </a:ext>
            </a:extLst>
          </p:cNvPr>
          <p:cNvSpPr/>
          <p:nvPr/>
        </p:nvSpPr>
        <p:spPr>
          <a:xfrm>
            <a:off x="6471356" y="6054206"/>
            <a:ext cx="2087738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2.79 </a:t>
            </a:r>
            <a:r>
              <a:rPr lang="ru-RU" sz="2400" u="sng" dirty="0">
                <a:solidFill>
                  <a:srgbClr val="202122"/>
                </a:solidFill>
                <a:latin typeface="Arial" panose="020B0604020202020204" pitchFamily="34" charset="0"/>
              </a:rPr>
              <a:t>с</a:t>
            </a:r>
            <a:r>
              <a:rPr lang="ru-RU" sz="2400" dirty="0">
                <a:solidFill>
                  <a:srgbClr val="202122"/>
                </a:solidFill>
                <a:latin typeface="Arial" panose="020B0604020202020204" pitchFamily="34" charset="0"/>
              </a:rPr>
              <a:t> калды</a:t>
            </a:r>
            <a:endParaRPr lang="en-GB" sz="24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B8CF95D7-ADA5-03D6-BF6A-24BC72DC4661}"/>
              </a:ext>
            </a:extLst>
          </p:cNvPr>
          <p:cNvSpPr/>
          <p:nvPr/>
        </p:nvSpPr>
        <p:spPr>
          <a:xfrm>
            <a:off x="1346906" y="5930381"/>
            <a:ext cx="2087739" cy="449118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1.85 </a:t>
            </a:r>
            <a:r>
              <a:rPr lang="ru-RU" sz="2400" u="sng" dirty="0">
                <a:solidFill>
                  <a:srgbClr val="202122"/>
                </a:solidFill>
                <a:latin typeface="Arial" panose="020B0604020202020204" pitchFamily="34" charset="0"/>
              </a:rPr>
              <a:t>с</a:t>
            </a:r>
            <a:r>
              <a:rPr lang="ru-RU" sz="2400" dirty="0">
                <a:solidFill>
                  <a:srgbClr val="202122"/>
                </a:solidFill>
                <a:latin typeface="Arial" panose="020B0604020202020204" pitchFamily="34" charset="0"/>
              </a:rPr>
              <a:t> калды</a:t>
            </a:r>
            <a:endParaRPr lang="en-GB" sz="2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CFCB0CA-3E98-5FCD-C3B9-443DB4E93163}"/>
              </a:ext>
            </a:extLst>
          </p:cNvPr>
          <p:cNvSpPr txBox="1"/>
          <p:nvPr/>
        </p:nvSpPr>
        <p:spPr>
          <a:xfrm>
            <a:off x="769503" y="2445357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bg1">
                    <a:lumMod val="50000"/>
                  </a:schemeClr>
                </a:solidFill>
              </a:rPr>
              <a:t>a)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B7DA78-CD6E-21C5-1A1E-626EF9A1A710}"/>
              </a:ext>
            </a:extLst>
          </p:cNvPr>
          <p:cNvSpPr txBox="1"/>
          <p:nvPr/>
        </p:nvSpPr>
        <p:spPr>
          <a:xfrm>
            <a:off x="5789902" y="2682933"/>
            <a:ext cx="4026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bg1">
                    <a:lumMod val="50000"/>
                  </a:schemeClr>
                </a:solidFill>
              </a:rPr>
              <a:t>b)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86C66-10BB-0E15-AD87-D69999C97675}"/>
              </a:ext>
            </a:extLst>
          </p:cNvPr>
          <p:cNvSpPr txBox="1"/>
          <p:nvPr/>
        </p:nvSpPr>
        <p:spPr>
          <a:xfrm>
            <a:off x="768717" y="4521258"/>
            <a:ext cx="3866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bg1">
                    <a:lumMod val="50000"/>
                  </a:schemeClr>
                </a:solidFill>
              </a:rPr>
              <a:t>c)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446E5C-E064-6579-41CE-0E42E550B0FC}"/>
              </a:ext>
            </a:extLst>
          </p:cNvPr>
          <p:cNvSpPr txBox="1"/>
          <p:nvPr/>
        </p:nvSpPr>
        <p:spPr>
          <a:xfrm>
            <a:off x="5389852" y="4473633"/>
            <a:ext cx="4026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solidFill>
                  <a:schemeClr val="bg1">
                    <a:lumMod val="50000"/>
                  </a:schemeClr>
                </a:solidFill>
              </a:rPr>
              <a:t>d)</a:t>
            </a:r>
          </a:p>
        </p:txBody>
      </p:sp>
    </p:spTree>
    <p:extLst>
      <p:ext uri="{BB962C8B-B14F-4D97-AF65-F5344CB8AC3E}">
        <p14:creationId xmlns:p14="http://schemas.microsoft.com/office/powerpoint/2010/main" val="1714250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271" y="807544"/>
            <a:ext cx="8543925" cy="540021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70C0"/>
        </a:solidFill>
        <a:ln w="19050">
          <a:solidFill>
            <a:srgbClr val="0070C0"/>
          </a:solidFill>
          <a:tailEnd type="none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10724</TotalTime>
  <Words>900</Words>
  <Application>Microsoft Office PowerPoint</Application>
  <PresentationFormat>A4 Paper (210x297 mm)</PresentationFormat>
  <Paragraphs>596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Calibri Light</vt:lpstr>
      <vt:lpstr>Stencil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516</cp:revision>
  <cp:lastPrinted>2017-12-31T22:38:51Z</cp:lastPrinted>
  <dcterms:created xsi:type="dcterms:W3CDTF">2017-01-17T16:57:04Z</dcterms:created>
  <dcterms:modified xsi:type="dcterms:W3CDTF">2023-10-18T05:04:23Z</dcterms:modified>
</cp:coreProperties>
</file>