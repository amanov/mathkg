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7"/>
  </p:notesMasterIdLst>
  <p:sldIdLst>
    <p:sldId id="267" r:id="rId3"/>
    <p:sldId id="947" r:id="rId4"/>
    <p:sldId id="948" r:id="rId5"/>
    <p:sldId id="949" r:id="rId6"/>
    <p:sldId id="944" r:id="rId7"/>
    <p:sldId id="946" r:id="rId8"/>
    <p:sldId id="945" r:id="rId9"/>
    <p:sldId id="958" r:id="rId10"/>
    <p:sldId id="957" r:id="rId11"/>
    <p:sldId id="956" r:id="rId12"/>
    <p:sldId id="953" r:id="rId13"/>
    <p:sldId id="954" r:id="rId14"/>
    <p:sldId id="955" r:id="rId15"/>
    <p:sldId id="266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9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3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8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кошуу жана кемитүү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E7CCF-9240-F0A7-2AA2-7A7636C6BC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101609" y="0"/>
            <a:ext cx="97027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7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B228E-16BE-8F0A-E5DB-094F097B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" y="172720"/>
            <a:ext cx="9808482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FE445-B28C-7375-4C38-A40FDB30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" y="0"/>
            <a:ext cx="9796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80249" y="1259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33801" y="4938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1480" y="2930556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0F1557-57F0-2374-84BA-46FB40721DA0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109526" y="264085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A9596-4A78-5FDF-4FC4-09B65971D37B}"/>
              </a:ext>
            </a:extLst>
          </p:cNvPr>
          <p:cNvSpPr txBox="1"/>
          <p:nvPr/>
        </p:nvSpPr>
        <p:spPr>
          <a:xfrm>
            <a:off x="5161951" y="99474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1.59</a:t>
            </a:r>
          </a:p>
          <a:p>
            <a:pPr algn="r"/>
            <a:r>
              <a:rPr lang="en-GB" sz="2800" dirty="0"/>
              <a:t>− 0.86</a:t>
            </a:r>
          </a:p>
          <a:p>
            <a:pPr algn="r"/>
            <a:r>
              <a:rPr lang="en-GB" sz="2800" dirty="0"/>
              <a:t>= 0.73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6A24C-3C4D-121C-DA19-19BBC17778EE}"/>
              </a:ext>
            </a:extLst>
          </p:cNvPr>
          <p:cNvSpPr txBox="1"/>
          <p:nvPr/>
        </p:nvSpPr>
        <p:spPr>
          <a:xfrm>
            <a:off x="8569475" y="986435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4.29</a:t>
            </a:r>
          </a:p>
          <a:p>
            <a:pPr algn="r"/>
            <a:r>
              <a:rPr lang="en-GB" sz="2800" dirty="0"/>
              <a:t>− 0.58</a:t>
            </a:r>
          </a:p>
          <a:p>
            <a:pPr algn="r"/>
            <a:r>
              <a:rPr lang="en-GB" sz="2800" dirty="0"/>
              <a:t>= 3.71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3801-306E-DBD2-968A-E76F697745C1}"/>
              </a:ext>
            </a:extLst>
          </p:cNvPr>
          <p:cNvSpPr txBox="1"/>
          <p:nvPr/>
        </p:nvSpPr>
        <p:spPr>
          <a:xfrm>
            <a:off x="6865713" y="96149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3.47</a:t>
            </a:r>
          </a:p>
          <a:p>
            <a:pPr algn="r"/>
            <a:r>
              <a:rPr lang="en-GB" sz="2800" dirty="0"/>
              <a:t>− 0.56</a:t>
            </a:r>
          </a:p>
          <a:p>
            <a:pPr algn="r"/>
            <a:r>
              <a:rPr lang="en-GB" sz="2800" dirty="0"/>
              <a:t>= 2.91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96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5112" y="927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90639" y="1925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5455" y="292129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088557" y="263194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B8E1C4-AF2B-BCF8-0E74-F1B2E534620D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2ADFB-40CF-4BE4-150E-DD058B848DAC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5.89</a:t>
            </a:r>
          </a:p>
          <a:p>
            <a:pPr algn="r"/>
            <a:r>
              <a:rPr lang="en-GB" sz="2800" dirty="0"/>
              <a:t>+ 0.42</a:t>
            </a:r>
          </a:p>
          <a:p>
            <a:pPr algn="r"/>
            <a:r>
              <a:rPr lang="en-GB" sz="2800" dirty="0"/>
              <a:t>= 6.31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67081-5D0D-4F04-9B62-59316BD375DC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8.54</a:t>
            </a:r>
          </a:p>
          <a:p>
            <a:pPr algn="r"/>
            <a:r>
              <a:rPr lang="en-GB" sz="2800" dirty="0"/>
              <a:t>+ 0.63</a:t>
            </a:r>
          </a:p>
          <a:p>
            <a:pPr algn="r"/>
            <a:r>
              <a:rPr lang="en-GB" sz="2800" dirty="0"/>
              <a:t>= 9.17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874CC-BC92-365B-13B0-11BDE2FD09C2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7.12</a:t>
            </a:r>
          </a:p>
          <a:p>
            <a:pPr algn="r"/>
            <a:r>
              <a:rPr lang="en-GB" sz="2800" dirty="0"/>
              <a:t>+ 0.93</a:t>
            </a:r>
          </a:p>
          <a:p>
            <a:pPr algn="r"/>
            <a:r>
              <a:rPr lang="en-GB" sz="2800" dirty="0"/>
              <a:t>= 8.05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34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53889" y="11397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32454" y="1934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66898" y="292283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3CFD47-25E7-FDF1-E6E0-E4382FA8C3DA}"/>
              </a:ext>
            </a:extLst>
          </p:cNvPr>
          <p:cNvGrpSpPr/>
          <p:nvPr/>
        </p:nvGrpSpPr>
        <p:grpSpPr>
          <a:xfrm>
            <a:off x="1855125" y="881745"/>
            <a:ext cx="434734" cy="643791"/>
            <a:chOff x="2096929" y="797277"/>
            <a:chExt cx="434734" cy="64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/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/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2972756" y="2590892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79C3D9-CFFD-D897-CE78-2F68BB783B94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5.89</a:t>
            </a:r>
          </a:p>
          <a:p>
            <a:pPr algn="r"/>
            <a:r>
              <a:rPr lang="en-GB" sz="2800" dirty="0"/>
              <a:t>+ 0.42</a:t>
            </a:r>
          </a:p>
          <a:p>
            <a:pPr algn="r"/>
            <a:r>
              <a:rPr lang="en-GB" sz="2800" dirty="0"/>
              <a:t>= 6.31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ED0B9-E45B-3502-B91B-E855B802E04C}"/>
              </a:ext>
            </a:extLst>
          </p:cNvPr>
          <p:cNvSpPr txBox="1"/>
          <p:nvPr/>
        </p:nvSpPr>
        <p:spPr>
          <a:xfrm>
            <a:off x="5161951" y="290667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1.59</a:t>
            </a:r>
          </a:p>
          <a:p>
            <a:pPr algn="r"/>
            <a:r>
              <a:rPr lang="en-GB" sz="2800" dirty="0"/>
              <a:t>− 0.86</a:t>
            </a:r>
          </a:p>
          <a:p>
            <a:pPr algn="r"/>
            <a:r>
              <a:rPr lang="en-GB" sz="2800" dirty="0"/>
              <a:t>= 0.73</a:t>
            </a:r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2C316D-E83D-B4CD-B794-C8D233E94ECE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8.54</a:t>
            </a:r>
          </a:p>
          <a:p>
            <a:pPr algn="r"/>
            <a:r>
              <a:rPr lang="en-GB" sz="2800" dirty="0"/>
              <a:t>+ 0.63</a:t>
            </a:r>
          </a:p>
          <a:p>
            <a:pPr algn="r"/>
            <a:r>
              <a:rPr lang="en-GB" sz="2800" dirty="0"/>
              <a:t>= 9.17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A8748B-9373-154E-A6BD-7FE407350524}"/>
              </a:ext>
            </a:extLst>
          </p:cNvPr>
          <p:cNvSpPr txBox="1"/>
          <p:nvPr/>
        </p:nvSpPr>
        <p:spPr>
          <a:xfrm>
            <a:off x="8569475" y="2898362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4.29</a:t>
            </a:r>
          </a:p>
          <a:p>
            <a:pPr algn="r"/>
            <a:r>
              <a:rPr lang="en-GB" sz="2800" dirty="0"/>
              <a:t>− 0.58</a:t>
            </a:r>
          </a:p>
          <a:p>
            <a:pPr algn="r"/>
            <a:r>
              <a:rPr lang="en-GB" sz="2800" dirty="0"/>
              <a:t>= 3.71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22950-4DFD-7FA0-3761-F2EFBB92B101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7.12</a:t>
            </a:r>
          </a:p>
          <a:p>
            <a:pPr algn="r"/>
            <a:r>
              <a:rPr lang="en-GB" sz="2800" dirty="0"/>
              <a:t>+ 0.93</a:t>
            </a:r>
          </a:p>
          <a:p>
            <a:pPr algn="r"/>
            <a:r>
              <a:rPr lang="en-GB" sz="2800" dirty="0"/>
              <a:t>= 8.05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79F693-F5BB-8C8A-8F28-D3C1B0D1673E}"/>
              </a:ext>
            </a:extLst>
          </p:cNvPr>
          <p:cNvSpPr txBox="1"/>
          <p:nvPr/>
        </p:nvSpPr>
        <p:spPr>
          <a:xfrm>
            <a:off x="6865713" y="287342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3.47</a:t>
            </a:r>
          </a:p>
          <a:p>
            <a:pPr algn="r"/>
            <a:r>
              <a:rPr lang="en-GB" sz="2800" dirty="0"/>
              <a:t>− 0.56</a:t>
            </a:r>
          </a:p>
          <a:p>
            <a:pPr algn="r"/>
            <a:r>
              <a:rPr lang="en-GB" sz="2800" dirty="0"/>
              <a:t>= 2.91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CFF516-D0F5-614B-355E-99C96922A09C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12750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479D12-DE48-0BDE-E504-491E0A82D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0"/>
            <a:ext cx="4852297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839326-CA40-179C-65DE-583342007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1"/>
            <a:ext cx="4852297" cy="3428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EDF622-1FA8-F2D9-C44E-51B1D6E5D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3556000"/>
            <a:ext cx="4852297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B10FB-145E-91B2-2C51-1570517DB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3556001"/>
            <a:ext cx="4852297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2118A-7818-5206-80D8-FC2676D09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866640" cy="3386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CF972-9BFF-CECE-A978-223D22928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4968240" cy="3386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D761A-A4D6-9BB2-C4AF-AAED4ACB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740"/>
            <a:ext cx="4866640" cy="3386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C278B-6D42-69AD-7ECD-1BBA7A1A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71741"/>
            <a:ext cx="496824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270C8-B986-835D-2F8C-69115CF0A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171717"/>
            <a:ext cx="4715835" cy="3167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06266-59CB-3525-15D5-20F26D20B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171717"/>
            <a:ext cx="4710780" cy="316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D3247-1E24-D97D-8A56-25307A8EC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3510860"/>
            <a:ext cx="4715835" cy="316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94535-4CA3-6C36-E9DE-1A78A2E345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3510860"/>
            <a:ext cx="4710780" cy="31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0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9B988-1CAB-BA30-4A76-42734545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867" y="1102107"/>
            <a:ext cx="6806350" cy="4667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6E986-1B94-33E4-8F72-FE8F38C3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3518" y="1121157"/>
            <a:ext cx="6806350" cy="46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29921-D597-2488-065B-BE2D9460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7859" y="1017691"/>
            <a:ext cx="6820132" cy="4787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8B17F-8FD0-F280-1095-4C9C63B4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3728" y="1016433"/>
            <a:ext cx="6820132" cy="47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41D53-4F5C-5B2C-D636-5F5FF887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023" y="1001401"/>
            <a:ext cx="6830046" cy="4825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14314-7596-2ABD-4D7E-A0C1E5E2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0978" y="1016001"/>
            <a:ext cx="6830046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10429</TotalTime>
  <Words>242</Words>
  <Application>Microsoft Office PowerPoint</Application>
  <PresentationFormat>A4 Paper (210x297 mm)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2023-10-16T17:58:21Z</cp:lastPrinted>
  <dcterms:created xsi:type="dcterms:W3CDTF">2017-01-17T16:57:04Z</dcterms:created>
  <dcterms:modified xsi:type="dcterms:W3CDTF">2023-10-16T17:58:42Z</dcterms:modified>
</cp:coreProperties>
</file>