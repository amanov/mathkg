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31"/>
  </p:notesMasterIdLst>
  <p:handoutMasterIdLst>
    <p:handoutMasterId r:id="rId32"/>
  </p:handoutMasterIdLst>
  <p:sldIdLst>
    <p:sldId id="257" r:id="rId3"/>
    <p:sldId id="1055" r:id="rId4"/>
    <p:sldId id="1057" r:id="rId5"/>
    <p:sldId id="1056" r:id="rId6"/>
    <p:sldId id="1058" r:id="rId7"/>
    <p:sldId id="1059" r:id="rId8"/>
    <p:sldId id="1050" r:id="rId9"/>
    <p:sldId id="1051" r:id="rId10"/>
    <p:sldId id="1026" r:id="rId11"/>
    <p:sldId id="1061" r:id="rId12"/>
    <p:sldId id="1062" r:id="rId13"/>
    <p:sldId id="1063" r:id="rId14"/>
    <p:sldId id="1064" r:id="rId15"/>
    <p:sldId id="1066" r:id="rId16"/>
    <p:sldId id="1065" r:id="rId17"/>
    <p:sldId id="1067" r:id="rId18"/>
    <p:sldId id="1070" r:id="rId19"/>
    <p:sldId id="1068" r:id="rId20"/>
    <p:sldId id="1069" r:id="rId21"/>
    <p:sldId id="1071" r:id="rId22"/>
    <p:sldId id="1072" r:id="rId23"/>
    <p:sldId id="1073" r:id="rId24"/>
    <p:sldId id="1074" r:id="rId25"/>
    <p:sldId id="1075" r:id="rId26"/>
    <p:sldId id="1076" r:id="rId27"/>
    <p:sldId id="1048" r:id="rId28"/>
    <p:sldId id="1060" r:id="rId29"/>
    <p:sldId id="274" r:id="rId30"/>
  </p:sldIdLst>
  <p:sldSz cx="9906000" cy="6858000" type="A4"/>
  <p:notesSz cx="7104063" cy="10234613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libri Light" panose="020F0302020204030204" pitchFamily="34" charset="0"/>
      <p:regular r:id="rId37"/>
      <p:italic r:id="rId38"/>
    </p:embeddedFont>
    <p:embeddedFont>
      <p:font typeface="Stencil" panose="040409050D0802020404" pitchFamily="82" charset="0"/>
      <p:regular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252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18/10/2023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18/10/2023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7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025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2359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4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45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72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33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6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30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06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2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579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25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1707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777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1.pn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орундуу ондуктар – Кемитүү – – Сабак</a:t>
            </a:r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120" y="39078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0,1 − 0,01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53000" y="287650"/>
            <a:ext cx="5012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0,09</a:t>
            </a:r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9BFCA73-7DAF-1F86-B173-E72784514E88}"/>
              </a:ext>
            </a:extLst>
          </p:cNvPr>
          <p:cNvSpPr/>
          <p:nvPr/>
        </p:nvSpPr>
        <p:spPr>
          <a:xfrm>
            <a:off x="725638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D741D149-3E82-4D2D-9387-84926B0A72EF}"/>
              </a:ext>
            </a:extLst>
          </p:cNvPr>
          <p:cNvSpPr/>
          <p:nvPr/>
        </p:nvSpPr>
        <p:spPr>
          <a:xfrm>
            <a:off x="725638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996B0C78-1018-C0BB-767C-F701BB3B0D30}"/>
              </a:ext>
            </a:extLst>
          </p:cNvPr>
          <p:cNvSpPr/>
          <p:nvPr/>
        </p:nvSpPr>
        <p:spPr>
          <a:xfrm>
            <a:off x="725638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F15CEDDF-B20A-7125-3764-90BE2FD297B8}"/>
              </a:ext>
            </a:extLst>
          </p:cNvPr>
          <p:cNvSpPr/>
          <p:nvPr/>
        </p:nvSpPr>
        <p:spPr>
          <a:xfrm>
            <a:off x="725638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5D004E4A-20BE-2902-0BCB-EE32C18953AF}"/>
              </a:ext>
            </a:extLst>
          </p:cNvPr>
          <p:cNvSpPr/>
          <p:nvPr/>
        </p:nvSpPr>
        <p:spPr>
          <a:xfrm>
            <a:off x="725638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E7F95168-16D0-00DE-1842-4B7CC5B7F958}"/>
              </a:ext>
            </a:extLst>
          </p:cNvPr>
          <p:cNvSpPr/>
          <p:nvPr/>
        </p:nvSpPr>
        <p:spPr>
          <a:xfrm>
            <a:off x="7256381" y="32033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30293281-C6D2-A803-A7A0-E447F01BF856}"/>
              </a:ext>
            </a:extLst>
          </p:cNvPr>
          <p:cNvSpPr/>
          <p:nvPr/>
        </p:nvSpPr>
        <p:spPr>
          <a:xfrm>
            <a:off x="7256381" y="297150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EBF2FA1E-F297-A0A9-ED41-6B7A5187582C}"/>
              </a:ext>
            </a:extLst>
          </p:cNvPr>
          <p:cNvSpPr/>
          <p:nvPr/>
        </p:nvSpPr>
        <p:spPr>
          <a:xfrm>
            <a:off x="7256381" y="273963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0EFCD7A-D958-E566-0F08-04D3DC97B1FB}"/>
              </a:ext>
            </a:extLst>
          </p:cNvPr>
          <p:cNvSpPr/>
          <p:nvPr/>
        </p:nvSpPr>
        <p:spPr>
          <a:xfrm>
            <a:off x="7256381" y="25077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0,24 − 0,11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62526" y="340535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0,13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6711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0,3 − 0,16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77699" y="315964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69134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69134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69134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69134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69134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69134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69134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69134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69134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69134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Cube 173">
            <a:extLst>
              <a:ext uri="{FF2B5EF4-FFF2-40B4-BE49-F238E27FC236}">
                <a16:creationId xmlns:a16="http://schemas.microsoft.com/office/drawing/2014/main" id="{450AC530-9250-BB1E-4940-37CB0C45219E}"/>
              </a:ext>
            </a:extLst>
          </p:cNvPr>
          <p:cNvSpPr/>
          <p:nvPr/>
        </p:nvSpPr>
        <p:spPr>
          <a:xfrm>
            <a:off x="75421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Cube 174">
            <a:extLst>
              <a:ext uri="{FF2B5EF4-FFF2-40B4-BE49-F238E27FC236}">
                <a16:creationId xmlns:a16="http://schemas.microsoft.com/office/drawing/2014/main" id="{50917C3F-FFB4-02E8-E89F-E24333AED749}"/>
              </a:ext>
            </a:extLst>
          </p:cNvPr>
          <p:cNvSpPr/>
          <p:nvPr/>
        </p:nvSpPr>
        <p:spPr>
          <a:xfrm>
            <a:off x="75421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Cube 175">
            <a:extLst>
              <a:ext uri="{FF2B5EF4-FFF2-40B4-BE49-F238E27FC236}">
                <a16:creationId xmlns:a16="http://schemas.microsoft.com/office/drawing/2014/main" id="{04B7FC35-E602-8DF5-5994-17AC5420705B}"/>
              </a:ext>
            </a:extLst>
          </p:cNvPr>
          <p:cNvSpPr/>
          <p:nvPr/>
        </p:nvSpPr>
        <p:spPr>
          <a:xfrm>
            <a:off x="75421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Cube 176">
            <a:extLst>
              <a:ext uri="{FF2B5EF4-FFF2-40B4-BE49-F238E27FC236}">
                <a16:creationId xmlns:a16="http://schemas.microsoft.com/office/drawing/2014/main" id="{197E2834-86C5-F19F-F4E5-E32AE45EBB24}"/>
              </a:ext>
            </a:extLst>
          </p:cNvPr>
          <p:cNvSpPr/>
          <p:nvPr/>
        </p:nvSpPr>
        <p:spPr>
          <a:xfrm>
            <a:off x="75421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424262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174" grpId="0" animBg="1"/>
      <p:bldP spid="175" grpId="0" animBg="1"/>
      <p:bldP spid="176" grpId="0" animBg="1"/>
      <p:bldP spid="17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0,33 − 0,08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4964781" y="261525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0,25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3135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3135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3135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3135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3135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3135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3135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3135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Cube 169">
            <a:extLst>
              <a:ext uri="{FF2B5EF4-FFF2-40B4-BE49-F238E27FC236}">
                <a16:creationId xmlns:a16="http://schemas.microsoft.com/office/drawing/2014/main" id="{29D9EE8E-9427-365D-6CF0-B5474364F256}"/>
              </a:ext>
            </a:extLst>
          </p:cNvPr>
          <p:cNvSpPr/>
          <p:nvPr/>
        </p:nvSpPr>
        <p:spPr>
          <a:xfrm>
            <a:off x="73135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1" name="Cube 170">
            <a:extLst>
              <a:ext uri="{FF2B5EF4-FFF2-40B4-BE49-F238E27FC236}">
                <a16:creationId xmlns:a16="http://schemas.microsoft.com/office/drawing/2014/main" id="{8F992D8C-DFDB-C89B-21EC-B4360832FC78}"/>
              </a:ext>
            </a:extLst>
          </p:cNvPr>
          <p:cNvSpPr/>
          <p:nvPr/>
        </p:nvSpPr>
        <p:spPr>
          <a:xfrm>
            <a:off x="73135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678013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678013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678013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678013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678013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678013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678013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678013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678013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678013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Cube 11">
            <a:extLst>
              <a:ext uri="{FF2B5EF4-FFF2-40B4-BE49-F238E27FC236}">
                <a16:creationId xmlns:a16="http://schemas.microsoft.com/office/drawing/2014/main" id="{47F8CC21-8168-5B7C-CE52-084152AF922E}"/>
              </a:ext>
            </a:extLst>
          </p:cNvPr>
          <p:cNvSpPr/>
          <p:nvPr/>
        </p:nvSpPr>
        <p:spPr>
          <a:xfrm>
            <a:off x="788503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" name="Cube 12">
            <a:extLst>
              <a:ext uri="{FF2B5EF4-FFF2-40B4-BE49-F238E27FC236}">
                <a16:creationId xmlns:a16="http://schemas.microsoft.com/office/drawing/2014/main" id="{89487E52-2599-5211-4C1D-DB2E845F535F}"/>
              </a:ext>
            </a:extLst>
          </p:cNvPr>
          <p:cNvSpPr/>
          <p:nvPr/>
        </p:nvSpPr>
        <p:spPr>
          <a:xfrm>
            <a:off x="788503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Cube 13">
            <a:extLst>
              <a:ext uri="{FF2B5EF4-FFF2-40B4-BE49-F238E27FC236}">
                <a16:creationId xmlns:a16="http://schemas.microsoft.com/office/drawing/2014/main" id="{EBB94589-C06D-62F0-2F6E-0236112EB69C}"/>
              </a:ext>
            </a:extLst>
          </p:cNvPr>
          <p:cNvSpPr/>
          <p:nvPr/>
        </p:nvSpPr>
        <p:spPr>
          <a:xfrm>
            <a:off x="788503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F9B04FFC-B627-09E9-1A07-5C409CA63E0A}"/>
              </a:ext>
            </a:extLst>
          </p:cNvPr>
          <p:cNvSpPr/>
          <p:nvPr/>
        </p:nvSpPr>
        <p:spPr>
          <a:xfrm>
            <a:off x="788503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Cube 15">
            <a:extLst>
              <a:ext uri="{FF2B5EF4-FFF2-40B4-BE49-F238E27FC236}">
                <a16:creationId xmlns:a16="http://schemas.microsoft.com/office/drawing/2014/main" id="{47D82E06-F95E-F882-204E-C8AC16A88563}"/>
              </a:ext>
            </a:extLst>
          </p:cNvPr>
          <p:cNvSpPr/>
          <p:nvPr/>
        </p:nvSpPr>
        <p:spPr>
          <a:xfrm>
            <a:off x="788503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0671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170" grpId="0" animBg="1"/>
      <p:bldP spid="171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9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0,45 − 0,27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0,01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058298" y="394752"/>
            <a:ext cx="50127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</a:t>
            </a:r>
            <a:endParaRPr lang="en-US" sz="2000" dirty="0"/>
          </a:p>
          <a:p>
            <a:pPr algn="ctr"/>
            <a:r>
              <a:rPr lang="ru-RU" sz="2000" dirty="0"/>
              <a:t>үчүн 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0,18</a:t>
            </a:r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5AF2145D-3394-9B67-3213-A6CE87BF978A}"/>
              </a:ext>
            </a:extLst>
          </p:cNvPr>
          <p:cNvSpPr/>
          <p:nvPr/>
        </p:nvSpPr>
        <p:spPr>
          <a:xfrm>
            <a:off x="7561181" y="435107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0D6B4806-0550-369D-7D6C-866059BBD829}"/>
              </a:ext>
            </a:extLst>
          </p:cNvPr>
          <p:cNvSpPr/>
          <p:nvPr/>
        </p:nvSpPr>
        <p:spPr>
          <a:xfrm>
            <a:off x="7561181" y="4119203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ABE9092C-FFA3-4ECA-F141-94D475EDC10D}"/>
              </a:ext>
            </a:extLst>
          </p:cNvPr>
          <p:cNvSpPr/>
          <p:nvPr/>
        </p:nvSpPr>
        <p:spPr>
          <a:xfrm>
            <a:off x="7561181" y="3887334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0298E0F7-3DB4-D1A1-7E13-350A2B30D0FF}"/>
              </a:ext>
            </a:extLst>
          </p:cNvPr>
          <p:cNvSpPr/>
          <p:nvPr/>
        </p:nvSpPr>
        <p:spPr>
          <a:xfrm>
            <a:off x="7561181" y="365546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30FBFC9F-C318-8880-8525-E845BAAE67D6}"/>
              </a:ext>
            </a:extLst>
          </p:cNvPr>
          <p:cNvSpPr/>
          <p:nvPr/>
        </p:nvSpPr>
        <p:spPr>
          <a:xfrm>
            <a:off x="7561181" y="3423595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97444AE4-85C8-DD5A-02BD-07565AB5C5CB}"/>
              </a:ext>
            </a:extLst>
          </p:cNvPr>
          <p:cNvSpPr/>
          <p:nvPr/>
        </p:nvSpPr>
        <p:spPr>
          <a:xfrm>
            <a:off x="7561181" y="3191726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AC0B0CD4-4FC4-7A11-4079-34906D264C2E}"/>
              </a:ext>
            </a:extLst>
          </p:cNvPr>
          <p:cNvSpPr/>
          <p:nvPr/>
        </p:nvSpPr>
        <p:spPr>
          <a:xfrm>
            <a:off x="7561181" y="295985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Cube 167">
            <a:extLst>
              <a:ext uri="{FF2B5EF4-FFF2-40B4-BE49-F238E27FC236}">
                <a16:creationId xmlns:a16="http://schemas.microsoft.com/office/drawing/2014/main" id="{07F84976-FA43-FB3A-41AD-CAC4A193AFFC}"/>
              </a:ext>
            </a:extLst>
          </p:cNvPr>
          <p:cNvSpPr/>
          <p:nvPr/>
        </p:nvSpPr>
        <p:spPr>
          <a:xfrm>
            <a:off x="7561181" y="272798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E6FBD2D1-5BFC-8979-51FF-D51FD19F4A94}"/>
              </a:ext>
            </a:extLst>
          </p:cNvPr>
          <p:cNvSpPr/>
          <p:nvPr/>
        </p:nvSpPr>
        <p:spPr>
          <a:xfrm>
            <a:off x="7027781" y="435107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5F394E9C-D8E2-8E64-F8D5-A5772DF1A368}"/>
              </a:ext>
            </a:extLst>
          </p:cNvPr>
          <p:cNvSpPr/>
          <p:nvPr/>
        </p:nvSpPr>
        <p:spPr>
          <a:xfrm>
            <a:off x="7027781" y="4119203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ACE6A62E-0A70-1C59-4FB7-FEC00A03F343}"/>
              </a:ext>
            </a:extLst>
          </p:cNvPr>
          <p:cNvSpPr/>
          <p:nvPr/>
        </p:nvSpPr>
        <p:spPr>
          <a:xfrm>
            <a:off x="7027781" y="3887334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EEE2F77F-79F2-AE96-2DDA-5978FA18B76C}"/>
              </a:ext>
            </a:extLst>
          </p:cNvPr>
          <p:cNvSpPr/>
          <p:nvPr/>
        </p:nvSpPr>
        <p:spPr>
          <a:xfrm>
            <a:off x="7027781" y="365546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7FCAB7EB-E9CA-604A-E2AB-DFC803C8444F}"/>
              </a:ext>
            </a:extLst>
          </p:cNvPr>
          <p:cNvSpPr/>
          <p:nvPr/>
        </p:nvSpPr>
        <p:spPr>
          <a:xfrm>
            <a:off x="7027781" y="3423595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Cube 6">
            <a:extLst>
              <a:ext uri="{FF2B5EF4-FFF2-40B4-BE49-F238E27FC236}">
                <a16:creationId xmlns:a16="http://schemas.microsoft.com/office/drawing/2014/main" id="{02A33ADD-4169-15A3-C86A-086A013C82CB}"/>
              </a:ext>
            </a:extLst>
          </p:cNvPr>
          <p:cNvSpPr/>
          <p:nvPr/>
        </p:nvSpPr>
        <p:spPr>
          <a:xfrm>
            <a:off x="7027781" y="3191726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1037E95D-6A8E-CBDE-EBB2-D09795634776}"/>
              </a:ext>
            </a:extLst>
          </p:cNvPr>
          <p:cNvSpPr/>
          <p:nvPr/>
        </p:nvSpPr>
        <p:spPr>
          <a:xfrm>
            <a:off x="7027781" y="2959857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4897F770-A593-E3D3-69EF-A044D5E698FB}"/>
              </a:ext>
            </a:extLst>
          </p:cNvPr>
          <p:cNvSpPr/>
          <p:nvPr/>
        </p:nvSpPr>
        <p:spPr>
          <a:xfrm>
            <a:off x="7027781" y="272798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Cube 9">
            <a:extLst>
              <a:ext uri="{FF2B5EF4-FFF2-40B4-BE49-F238E27FC236}">
                <a16:creationId xmlns:a16="http://schemas.microsoft.com/office/drawing/2014/main" id="{570F497F-716B-99E3-EEDA-78F9CD1C2A78}"/>
              </a:ext>
            </a:extLst>
          </p:cNvPr>
          <p:cNvSpPr/>
          <p:nvPr/>
        </p:nvSpPr>
        <p:spPr>
          <a:xfrm>
            <a:off x="7027781" y="2496118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Cube 10">
            <a:extLst>
              <a:ext uri="{FF2B5EF4-FFF2-40B4-BE49-F238E27FC236}">
                <a16:creationId xmlns:a16="http://schemas.microsoft.com/office/drawing/2014/main" id="{D3749BB1-CD5A-4437-5004-B1F0B53C17D9}"/>
              </a:ext>
            </a:extLst>
          </p:cNvPr>
          <p:cNvSpPr/>
          <p:nvPr/>
        </p:nvSpPr>
        <p:spPr>
          <a:xfrm>
            <a:off x="7027781" y="2264249"/>
            <a:ext cx="315285" cy="310879"/>
          </a:xfrm>
          <a:prstGeom prst="cube">
            <a:avLst/>
          </a:prstGeom>
          <a:solidFill>
            <a:srgbClr val="00C85A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55614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8" grpId="0" animBg="1"/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3169331" y="208859"/>
            <a:ext cx="3584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айырма бар?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51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0,86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0,51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0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B7682EF-5466-46EE-63C2-9F41156B2A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5684199" y="933450"/>
            <a:ext cx="764149" cy="584652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5B93E80-9A46-6E36-A952-12D9A42B10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490"/>
          <a:stretch/>
        </p:blipFill>
        <p:spPr>
          <a:xfrm>
            <a:off x="3264772" y="794927"/>
            <a:ext cx="1126254" cy="86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4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72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0,72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0,44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−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925E4-2EC6-F1D6-F4A2-2FFF43DD6570}"/>
              </a:ext>
            </a:extLst>
          </p:cNvPr>
          <p:cNvSpPr txBox="1"/>
          <p:nvPr/>
        </p:nvSpPr>
        <p:spPr>
          <a:xfrm>
            <a:off x="3169331" y="208859"/>
            <a:ext cx="3584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Баасында кандай айырма бар?</a:t>
            </a:r>
            <a:endParaRPr lang="en-GB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9F767D7-2E08-89A6-6D0F-5A1F6280FF4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865" y="773089"/>
            <a:ext cx="764149" cy="7641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3F1454A-ED46-9B76-9657-787D1F1015F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504" y="777530"/>
            <a:ext cx="764149" cy="76414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55555C-EA2C-4E41-EBFF-416068D39EDE}"/>
              </a:ext>
            </a:extLst>
          </p:cNvPr>
          <p:cNvCxnSpPr>
            <a:cxnSpLocks/>
          </p:cNvCxnSpPr>
          <p:nvPr/>
        </p:nvCxnSpPr>
        <p:spPr>
          <a:xfrm flipH="1">
            <a:off x="22828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521F903-59B4-8CEE-C5DF-7841D2275966}"/>
              </a:ext>
            </a:extLst>
          </p:cNvPr>
          <p:cNvSpPr txBox="1"/>
          <p:nvPr/>
        </p:nvSpPr>
        <p:spPr>
          <a:xfrm>
            <a:off x="7453554" y="367568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A78BF83-F26C-23AB-DA8F-D21CE889C78C}"/>
              </a:ext>
            </a:extLst>
          </p:cNvPr>
          <p:cNvCxnSpPr>
            <a:cxnSpLocks/>
          </p:cNvCxnSpPr>
          <p:nvPr/>
        </p:nvCxnSpPr>
        <p:spPr>
          <a:xfrm flipH="1">
            <a:off x="7464425" y="4168775"/>
            <a:ext cx="352425" cy="15557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BCD166-2C8A-356A-1905-803ABF76EA98}"/>
              </a:ext>
            </a:extLst>
          </p:cNvPr>
          <p:cNvSpPr txBox="1"/>
          <p:nvPr/>
        </p:nvSpPr>
        <p:spPr>
          <a:xfrm>
            <a:off x="26212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0E84A-179E-D9BE-BD37-8E043E556713}"/>
              </a:ext>
            </a:extLst>
          </p:cNvPr>
          <p:cNvSpPr txBox="1"/>
          <p:nvPr/>
        </p:nvSpPr>
        <p:spPr>
          <a:xfrm>
            <a:off x="7802804" y="3707435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4899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3" grpId="0"/>
      <p:bldP spid="22" grpId="0"/>
      <p:bldP spid="3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  −  0,3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814915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28700" y="4324350"/>
            <a:ext cx="2038350" cy="762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0409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873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  −  0,7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805887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 flipV="1">
            <a:off x="5931694" y="4314825"/>
            <a:ext cx="2021681" cy="809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145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 −  0,6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988219" y="4352925"/>
            <a:ext cx="2100262" cy="4286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280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89172A-FC28-B602-B7E8-BAA7AF4B668B}"/>
              </a:ext>
            </a:extLst>
          </p:cNvPr>
          <p:cNvCxnSpPr>
            <a:cxnSpLocks/>
          </p:cNvCxnSpPr>
          <p:nvPr/>
        </p:nvCxnSpPr>
        <p:spPr>
          <a:xfrm flipH="1">
            <a:off x="1279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DD2CC14-446E-67E8-CD85-DE70739D380A}"/>
              </a:ext>
            </a:extLst>
          </p:cNvPr>
          <p:cNvSpPr txBox="1"/>
          <p:nvPr/>
        </p:nvSpPr>
        <p:spPr>
          <a:xfrm>
            <a:off x="12385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A407B-6EB8-FECD-9B7B-5708099AA145}"/>
              </a:ext>
            </a:extLst>
          </p:cNvPr>
          <p:cNvSpPr txBox="1"/>
          <p:nvPr/>
        </p:nvSpPr>
        <p:spPr>
          <a:xfrm>
            <a:off x="6596710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  −  0,9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87238-E564-DC58-3F73-F8631659F299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2" name="Table 6">
            <a:extLst>
              <a:ext uri="{FF2B5EF4-FFF2-40B4-BE49-F238E27FC236}">
                <a16:creationId xmlns:a16="http://schemas.microsoft.com/office/drawing/2014/main" id="{786DE1BB-9CFF-FB55-688E-2465D0A5803B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210E96-1923-E9CB-7FBE-DA3513A1D116}"/>
              </a:ext>
            </a:extLst>
          </p:cNvPr>
          <p:cNvCxnSpPr>
            <a:cxnSpLocks/>
          </p:cNvCxnSpPr>
          <p:nvPr/>
        </p:nvCxnSpPr>
        <p:spPr>
          <a:xfrm>
            <a:off x="5934075" y="4333875"/>
            <a:ext cx="2076450" cy="1047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8D7936-5E4A-C87D-F05D-B09D87EF844F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CE562-ED16-57AD-3512-5B0EC9725ED7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633B28F-0522-6564-3EF0-0A71AAD8D206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94E22-383C-3C9D-35C6-2523D295CFF7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AE057-ED81-B7E2-145F-BDDA05B62C73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885BB5-FEE6-4FAF-0723-C98CDC0CBED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C348C-6C40-3F00-8762-75A3AD1F164F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12342CD-3E6A-D81E-5878-CDE40F5B1E69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C57458-07B2-3391-80EA-0CE92083AF60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1B24-8874-979D-6511-612013BFEDA4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473B984-99F4-14F9-71EA-6AA99E287EA9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1E3C6B2-A406-0656-714A-1039F1B2DDA8}"/>
              </a:ext>
            </a:extLst>
          </p:cNvPr>
          <p:cNvCxnSpPr>
            <a:cxnSpLocks/>
          </p:cNvCxnSpPr>
          <p:nvPr/>
        </p:nvCxnSpPr>
        <p:spPr>
          <a:xfrm flipH="1">
            <a:off x="622300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A837DF-A215-0208-2AF8-E126A2CD63EA}"/>
              </a:ext>
            </a:extLst>
          </p:cNvPr>
          <p:cNvSpPr txBox="1"/>
          <p:nvPr/>
        </p:nvSpPr>
        <p:spPr>
          <a:xfrm>
            <a:off x="61820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50349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 animBg="1"/>
      <p:bldP spid="18" grpId="0"/>
      <p:bldP spid="19" grpId="0"/>
      <p:bldP spid="20" grpId="0"/>
      <p:bldP spid="22" grpId="0"/>
      <p:bldP spid="23" grpId="0" animBg="1"/>
      <p:bldP spid="24" grpId="0"/>
      <p:bldP spid="26" grpId="0"/>
      <p:bldP spid="30" grpId="0" animBg="1"/>
      <p:bldP spid="3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0,24  −  0,17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4900" y="4343400"/>
            <a:ext cx="2819400" cy="285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253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0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0,54  −  0,16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996061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46416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378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-189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0,73  −  0,27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5995140" y="4330760"/>
            <a:ext cx="2758162" cy="1248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0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492515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1,27  −  0,4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54729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6169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0551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625157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64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0,42  −  0,25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0831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21424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B71E3D7-2F31-9A73-7CB1-77897554DEBD}"/>
              </a:ext>
            </a:extLst>
          </p:cNvPr>
          <p:cNvSpPr txBox="1"/>
          <p:nvPr/>
        </p:nvSpPr>
        <p:spPr>
          <a:xfrm>
            <a:off x="6388322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4,55  −  2,19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5BF80D-2835-CE53-2D82-76175967FADA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8" name="Table 6">
            <a:extLst>
              <a:ext uri="{FF2B5EF4-FFF2-40B4-BE49-F238E27FC236}">
                <a16:creationId xmlns:a16="http://schemas.microsoft.com/office/drawing/2014/main" id="{4427939B-0322-E9AE-ADA9-DF6DE8ECD18E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4D1CD-BCF2-5B9E-82F5-BCC9F4A70EDE}"/>
              </a:ext>
            </a:extLst>
          </p:cNvPr>
          <p:cNvCxnSpPr>
            <a:cxnSpLocks/>
          </p:cNvCxnSpPr>
          <p:nvPr/>
        </p:nvCxnSpPr>
        <p:spPr>
          <a:xfrm>
            <a:off x="6027835" y="4339073"/>
            <a:ext cx="2767030" cy="5663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3C348A6-A680-E7A0-DE97-285B46FE37DD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46A1E-1C68-FC69-1996-BB249194D2A8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AF20F-2D46-3D92-CB86-B45D90B9B579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957A8-48EF-622F-4FB7-D39E13BE43EC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95A08D-C6CE-ED30-F632-9E61BAF7C98B}"/>
              </a:ext>
            </a:extLst>
          </p:cNvPr>
          <p:cNvSpPr txBox="1"/>
          <p:nvPr/>
        </p:nvSpPr>
        <p:spPr>
          <a:xfrm>
            <a:off x="70266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8EAD38-6907-2658-48BD-B8164757CA41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7A5177-97CF-4158-0732-0C02D11B79BC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788E002-4175-E691-6F22-B32FE3D28E34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CAF805-0609-636E-EC55-BF8CF4E4E42D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43A195-7A38-B2D9-9074-C607C867BA78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9A7A2C5-7586-484F-F10A-B667006D2458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6B0F01-55E2-5AF2-48ED-2EDB6500E167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584B2C-E8D7-1F9F-1EED-6A4DC4AEFDC9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4E8DD0-AB2B-0212-C876-DF4209E8A2D4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1D3908-EA73-FF14-B21F-E9240776DF72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9A0C301-BB1C-A094-6280-190728EE4415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87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3" grpId="0" animBg="1"/>
      <p:bldP spid="24" grpId="0"/>
      <p:bldP spid="26" grpId="0"/>
      <p:bldP spid="30" grpId="0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/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1,43  −  0,55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47750" y="4305300"/>
            <a:ext cx="2800350" cy="952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413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910D8-DF4B-2E4D-7510-978D0B10D405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54D085-3448-E629-8FE7-8F27BF81C3A0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6FFCD8-5D4B-929A-A8BF-B8C88EA12662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BE52DD-F4F6-E85C-5F89-A8F30215405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9056-A3A9-EF42-340C-3F48A69E7EDC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D7BD0AF-B5C3-579B-4CF1-818B60D43A51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4009-F822-304F-568A-1A7949C7F3C8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28E78-54A8-8140-BAD5-1FAF4D8C33CE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6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  <p:bldP spid="7" grpId="0"/>
      <p:bldP spid="10" grpId="0"/>
      <p:bldP spid="11" grpId="0"/>
      <p:bldP spid="13" grpId="0"/>
      <p:bldP spid="3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4150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0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2,21  −  0,68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143486"/>
              </p:ext>
            </p:extLst>
          </p:nvPr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21478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63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12429" y="-30715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3,53  −  0,94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6035040" y="4319330"/>
            <a:ext cx="2756535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77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40938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3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4,24  −  1,56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58209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775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932517" y="3714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388321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3,31  −  2,83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 flipV="1">
            <a:off x="5981700" y="4319330"/>
            <a:ext cx="2804853" cy="8122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34DF7A-301A-8B51-45CD-5438F7D98EC4}"/>
              </a:ext>
            </a:extLst>
          </p:cNvPr>
          <p:cNvSpPr txBox="1"/>
          <p:nvPr/>
        </p:nvSpPr>
        <p:spPr>
          <a:xfrm>
            <a:off x="72266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1242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>
            <a:off x="71088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57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0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349698-45A0-962B-585B-1E672D2260F3}"/>
              </a:ext>
            </a:extLst>
          </p:cNvPr>
          <p:cNvSpPr txBox="1"/>
          <p:nvPr/>
        </p:nvSpPr>
        <p:spPr>
          <a:xfrm>
            <a:off x="7884293" y="50567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93E6E8-91DB-A79F-C863-017572450095}"/>
              </a:ext>
            </a:extLst>
          </p:cNvPr>
          <p:cNvSpPr txBox="1"/>
          <p:nvPr/>
        </p:nvSpPr>
        <p:spPr>
          <a:xfrm>
            <a:off x="6648809" y="1085485"/>
            <a:ext cx="16995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 −  2,84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93E40A-0F58-4173-7F72-3F2545564CC0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9" name="Table 6">
            <a:extLst>
              <a:ext uri="{FF2B5EF4-FFF2-40B4-BE49-F238E27FC236}">
                <a16:creationId xmlns:a16="http://schemas.microsoft.com/office/drawing/2014/main" id="{9D23A4C6-A1BA-1EE7-C695-40BF322AF299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1EEC84-A2B5-2C68-6D2C-0631EE6F79EC}"/>
              </a:ext>
            </a:extLst>
          </p:cNvPr>
          <p:cNvCxnSpPr>
            <a:cxnSpLocks/>
          </p:cNvCxnSpPr>
          <p:nvPr/>
        </p:nvCxnSpPr>
        <p:spPr>
          <a:xfrm>
            <a:off x="5945120" y="4363404"/>
            <a:ext cx="2858058" cy="3230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816EEF4-0457-344D-481D-68E9096E9DD0}"/>
              </a:ext>
            </a:extLst>
          </p:cNvPr>
          <p:cNvSpPr txBox="1"/>
          <p:nvPr/>
        </p:nvSpPr>
        <p:spPr>
          <a:xfrm>
            <a:off x="72045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6A5AB3-9A24-503C-E4C0-ECA87F77BA63}"/>
              </a:ext>
            </a:extLst>
          </p:cNvPr>
          <p:cNvSpPr txBox="1"/>
          <p:nvPr/>
        </p:nvSpPr>
        <p:spPr>
          <a:xfrm>
            <a:off x="6346040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29250A-BC30-DE67-193A-D79534E4951A}"/>
              </a:ext>
            </a:extLst>
          </p:cNvPr>
          <p:cNvSpPr/>
          <p:nvPr/>
        </p:nvSpPr>
        <p:spPr>
          <a:xfrm>
            <a:off x="6941938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AD5E6-7423-83E5-4D7F-F1EF2332D65D}"/>
              </a:ext>
            </a:extLst>
          </p:cNvPr>
          <p:cNvSpPr txBox="1"/>
          <p:nvPr/>
        </p:nvSpPr>
        <p:spPr>
          <a:xfrm>
            <a:off x="5464978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4F1320-6F40-8B3E-14EA-BBC49F76D2BC}"/>
              </a:ext>
            </a:extLst>
          </p:cNvPr>
          <p:cNvSpPr txBox="1"/>
          <p:nvPr/>
        </p:nvSpPr>
        <p:spPr>
          <a:xfrm>
            <a:off x="72045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B40AC1-E8A2-AA2C-81E3-0E7A561FE04D}"/>
              </a:ext>
            </a:extLst>
          </p:cNvPr>
          <p:cNvSpPr txBox="1"/>
          <p:nvPr/>
        </p:nvSpPr>
        <p:spPr>
          <a:xfrm>
            <a:off x="6346040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C8B49A1-CCC3-98B3-48A4-30D3CE39E1CE}"/>
              </a:ext>
            </a:extLst>
          </p:cNvPr>
          <p:cNvSpPr/>
          <p:nvPr/>
        </p:nvSpPr>
        <p:spPr>
          <a:xfrm>
            <a:off x="6941938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C653E5-08AC-4998-801A-642A4816C374}"/>
              </a:ext>
            </a:extLst>
          </p:cNvPr>
          <p:cNvSpPr txBox="1"/>
          <p:nvPr/>
        </p:nvSpPr>
        <p:spPr>
          <a:xfrm>
            <a:off x="72045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0D9464-0CDB-A20D-35CE-4832679333C6}"/>
              </a:ext>
            </a:extLst>
          </p:cNvPr>
          <p:cNvSpPr txBox="1"/>
          <p:nvPr/>
        </p:nvSpPr>
        <p:spPr>
          <a:xfrm>
            <a:off x="6346040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973E81A-34D7-3C69-FB5B-D2D3603BF303}"/>
              </a:ext>
            </a:extLst>
          </p:cNvPr>
          <p:cNvSpPr/>
          <p:nvPr/>
        </p:nvSpPr>
        <p:spPr>
          <a:xfrm>
            <a:off x="6939557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7A4F56C-69EE-3ACC-B20D-2B7258EEB378}"/>
              </a:ext>
            </a:extLst>
          </p:cNvPr>
          <p:cNvSpPr txBox="1"/>
          <p:nvPr/>
        </p:nvSpPr>
        <p:spPr>
          <a:xfrm>
            <a:off x="8042702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579EE11-8A63-DCDD-E3A7-0874679B7474}"/>
              </a:ext>
            </a:extLst>
          </p:cNvPr>
          <p:cNvSpPr txBox="1"/>
          <p:nvPr/>
        </p:nvSpPr>
        <p:spPr>
          <a:xfrm>
            <a:off x="8042702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E8A05A9-0135-1C2F-1925-B921E812FA16}"/>
              </a:ext>
            </a:extLst>
          </p:cNvPr>
          <p:cNvSpPr txBox="1"/>
          <p:nvPr/>
        </p:nvSpPr>
        <p:spPr>
          <a:xfrm>
            <a:off x="8042702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7655C2-6441-521E-7F61-FF9A1B6B1115}"/>
              </a:ext>
            </a:extLst>
          </p:cNvPr>
          <p:cNvSpPr txBox="1"/>
          <p:nvPr/>
        </p:nvSpPr>
        <p:spPr>
          <a:xfrm>
            <a:off x="794100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4E535C-E38E-79AE-4898-2B6E422CA976}"/>
              </a:ext>
            </a:extLst>
          </p:cNvPr>
          <p:cNvSpPr txBox="1"/>
          <p:nvPr/>
        </p:nvSpPr>
        <p:spPr>
          <a:xfrm>
            <a:off x="69313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4A7B26-E0EB-2FEE-7797-6B9560076668}"/>
              </a:ext>
            </a:extLst>
          </p:cNvPr>
          <p:cNvSpPr txBox="1"/>
          <p:nvPr/>
        </p:nvSpPr>
        <p:spPr>
          <a:xfrm>
            <a:off x="6131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F0B7356-F6BE-97A2-A056-E2938986371A}"/>
              </a:ext>
            </a:extLst>
          </p:cNvPr>
          <p:cNvCxnSpPr>
            <a:cxnSpLocks/>
          </p:cNvCxnSpPr>
          <p:nvPr/>
        </p:nvCxnSpPr>
        <p:spPr>
          <a:xfrm flipH="1">
            <a:off x="6232525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D7C996CD-A321-0ADD-1149-D043619779B3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54" name="Table 6">
            <a:extLst>
              <a:ext uri="{FF2B5EF4-FFF2-40B4-BE49-F238E27FC236}">
                <a16:creationId xmlns:a16="http://schemas.microsoft.com/office/drawing/2014/main" id="{E7838742-8A54-3566-783A-F7FF7835832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9C8D6EB-C824-6B63-99DB-B44044858C78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9CE36DB-F07F-F2AE-DB09-1DEC7C319689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00A626-1731-23DF-AF99-F05BE019E6EF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3749AE75-0B05-BDCA-A459-BB96637FE5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61F1E9-8A84-F1BA-31FC-3DC40D2C1886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60A563-2E6D-4100-FDD4-2DBFEBE70A43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5D6BF7-9F23-16B8-FF33-93A6132EB15D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577710-058F-83F0-3A7E-EAF54C79C96C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0F6799C-A61E-8510-E3BF-B0340407239D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F27E39-2C05-9604-E054-FE9238A45B18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B8FF56-DE5B-B441-4A27-9F0601284B8E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7D42F7F3-30F9-8463-7CD4-1D01F8D5791B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3DF41-2107-D63F-75E4-B094DE080AA0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5A011A-39B5-CFC6-BADF-143AC57CAF6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BAF9B-DA45-340C-E3ED-813C1544B149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61873D-FC61-E38D-30FA-FBF70334C91D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202B94E-47AD-E0A9-F7E6-947CD1BBB12F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5FFCB7A-C61D-9297-9014-EF3965BD2907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F16ED9-67F1-6DEF-AD1A-8C3CF1B53831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40B68520-B5B0-173D-24EA-13AAF94ECC99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F0B7AEF-48B5-F9C6-86E7-47A58B192100}"/>
              </a:ext>
            </a:extLst>
          </p:cNvPr>
          <p:cNvCxnSpPr>
            <a:cxnSpLocks/>
          </p:cNvCxnSpPr>
          <p:nvPr/>
        </p:nvCxnSpPr>
        <p:spPr>
          <a:xfrm flipH="1" flipV="1">
            <a:off x="7038975" y="2228850"/>
            <a:ext cx="552450" cy="1000125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F047390-AA92-C88F-A555-BF2AAE5F24A5}"/>
              </a:ext>
            </a:extLst>
          </p:cNvPr>
          <p:cNvSpPr txBox="1"/>
          <p:nvPr/>
        </p:nvSpPr>
        <p:spPr>
          <a:xfrm>
            <a:off x="72742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5253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 animBg="1"/>
      <p:bldP spid="26" grpId="0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40" grpId="0"/>
      <p:bldP spid="42" grpId="0"/>
      <p:bldP spid="50" grpId="0"/>
      <p:bldP spid="51" grpId="0"/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84293" y="30543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82777" y="10854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0,26  −  0,12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182777" y="1930035"/>
            <a:ext cx="29338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0,52  −  0,3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0,22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82777" y="2774585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0,32  −  0,18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0,14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182777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1,54  −  0,26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1,28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182777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3,5  −  1,02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82777" y="5308235"/>
            <a:ext cx="25583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5  −  3,57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1,43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82777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3,42  −  2,59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0,83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6B10B7-ADA7-0864-E247-0CCAB6A50FFC}"/>
              </a:ext>
            </a:extLst>
          </p:cNvPr>
          <p:cNvSpPr txBox="1"/>
          <p:nvPr/>
        </p:nvSpPr>
        <p:spPr>
          <a:xfrm>
            <a:off x="3716162" y="0"/>
            <a:ext cx="24736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кемитүү</a:t>
            </a:r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6FF216-5E3B-9027-94DC-46A9B77BC11E}"/>
              </a:ext>
            </a:extLst>
          </p:cNvPr>
          <p:cNvSpPr txBox="1"/>
          <p:nvPr/>
        </p:nvSpPr>
        <p:spPr>
          <a:xfrm>
            <a:off x="1444845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2,34  −  0,47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E580ACA-D3F6-BBD2-A870-79151C10F98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658940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F1BC6E-9663-603A-EFCD-BEFA6CA6F5A5}"/>
              </a:ext>
            </a:extLst>
          </p:cNvPr>
          <p:cNvCxnSpPr>
            <a:cxnSpLocks/>
          </p:cNvCxnSpPr>
          <p:nvPr/>
        </p:nvCxnSpPr>
        <p:spPr>
          <a:xfrm>
            <a:off x="1038225" y="4400550"/>
            <a:ext cx="280987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79B625-ECA8-0A91-4B55-AC4F395BA0D1}"/>
              </a:ext>
            </a:extLst>
          </p:cNvPr>
          <p:cNvSpPr txBox="1"/>
          <p:nvPr/>
        </p:nvSpPr>
        <p:spPr>
          <a:xfrm>
            <a:off x="22610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04A4D-7158-C037-9C34-FBC343888B9C}"/>
              </a:ext>
            </a:extLst>
          </p:cNvPr>
          <p:cNvSpPr txBox="1"/>
          <p:nvPr/>
        </p:nvSpPr>
        <p:spPr>
          <a:xfrm>
            <a:off x="1402565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584F2B4-B3D3-085F-41DC-C3CD19BCF021}"/>
              </a:ext>
            </a:extLst>
          </p:cNvPr>
          <p:cNvSpPr/>
          <p:nvPr/>
        </p:nvSpPr>
        <p:spPr>
          <a:xfrm>
            <a:off x="1998463" y="3016539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F8692-1440-D5DD-D102-9E354A8C111F}"/>
              </a:ext>
            </a:extLst>
          </p:cNvPr>
          <p:cNvSpPr txBox="1"/>
          <p:nvPr/>
        </p:nvSpPr>
        <p:spPr>
          <a:xfrm>
            <a:off x="521503" y="352085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−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3C3EBE-C096-E912-5426-E249D2D85869}"/>
              </a:ext>
            </a:extLst>
          </p:cNvPr>
          <p:cNvSpPr txBox="1"/>
          <p:nvPr/>
        </p:nvSpPr>
        <p:spPr>
          <a:xfrm>
            <a:off x="22831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9C50F9-D54E-5D8E-5D2F-0579EF764270}"/>
              </a:ext>
            </a:extLst>
          </p:cNvPr>
          <p:cNvSpPr txBox="1"/>
          <p:nvPr/>
        </p:nvSpPr>
        <p:spPr>
          <a:xfrm>
            <a:off x="22610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9028A0-6F56-CFBA-4B98-12DD19191AE8}"/>
              </a:ext>
            </a:extLst>
          </p:cNvPr>
          <p:cNvSpPr txBox="1"/>
          <p:nvPr/>
        </p:nvSpPr>
        <p:spPr>
          <a:xfrm>
            <a:off x="1402565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70F0FEB-E763-8922-91ED-E689516CFAA0}"/>
              </a:ext>
            </a:extLst>
          </p:cNvPr>
          <p:cNvSpPr/>
          <p:nvPr/>
        </p:nvSpPr>
        <p:spPr>
          <a:xfrm>
            <a:off x="1998463" y="386902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6C159-118A-91E9-085E-BF1D2A5CA93A}"/>
              </a:ext>
            </a:extLst>
          </p:cNvPr>
          <p:cNvSpPr txBox="1"/>
          <p:nvPr/>
        </p:nvSpPr>
        <p:spPr>
          <a:xfrm>
            <a:off x="22610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D246AD-C027-1E5D-1E2A-66399DEDE0F7}"/>
              </a:ext>
            </a:extLst>
          </p:cNvPr>
          <p:cNvSpPr txBox="1"/>
          <p:nvPr/>
        </p:nvSpPr>
        <p:spPr>
          <a:xfrm>
            <a:off x="1402565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921BF2F-E1A1-A5AB-187D-6ADF604FECFF}"/>
              </a:ext>
            </a:extLst>
          </p:cNvPr>
          <p:cNvSpPr/>
          <p:nvPr/>
        </p:nvSpPr>
        <p:spPr>
          <a:xfrm>
            <a:off x="1996082" y="4714846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303C51-C572-BFD1-86E7-C851017F9BC9}"/>
              </a:ext>
            </a:extLst>
          </p:cNvPr>
          <p:cNvSpPr txBox="1"/>
          <p:nvPr/>
        </p:nvSpPr>
        <p:spPr>
          <a:xfrm>
            <a:off x="3099227" y="2697402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F7D9EB-DCCF-81A2-4F0F-A25D3BD992FE}"/>
              </a:ext>
            </a:extLst>
          </p:cNvPr>
          <p:cNvSpPr txBox="1"/>
          <p:nvPr/>
        </p:nvSpPr>
        <p:spPr>
          <a:xfrm>
            <a:off x="3099227" y="354988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467D05-5C11-6529-6C70-100ADE0AE138}"/>
              </a:ext>
            </a:extLst>
          </p:cNvPr>
          <p:cNvSpPr txBox="1"/>
          <p:nvPr/>
        </p:nvSpPr>
        <p:spPr>
          <a:xfrm>
            <a:off x="3099227" y="4395709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C681E2-EF0A-5427-E737-E6C86029BDB6}"/>
              </a:ext>
            </a:extLst>
          </p:cNvPr>
          <p:cNvSpPr txBox="1"/>
          <p:nvPr/>
        </p:nvSpPr>
        <p:spPr>
          <a:xfrm>
            <a:off x="2968954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FA09840-7BE9-718F-3F41-36B943D2D8B6}"/>
              </a:ext>
            </a:extLst>
          </p:cNvPr>
          <p:cNvCxnSpPr>
            <a:cxnSpLocks/>
          </p:cNvCxnSpPr>
          <p:nvPr/>
        </p:nvCxnSpPr>
        <p:spPr>
          <a:xfrm flipH="1">
            <a:off x="21653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B73B896-CB0C-A401-8FD6-F3015B4A96F9}"/>
              </a:ext>
            </a:extLst>
          </p:cNvPr>
          <p:cNvSpPr txBox="1"/>
          <p:nvPr/>
        </p:nvSpPr>
        <p:spPr>
          <a:xfrm>
            <a:off x="19878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E17760-B00C-F1DE-3827-1465B2118F3A}"/>
              </a:ext>
            </a:extLst>
          </p:cNvPr>
          <p:cNvSpPr txBox="1"/>
          <p:nvPr/>
        </p:nvSpPr>
        <p:spPr>
          <a:xfrm>
            <a:off x="1187779" y="2110258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E1467F1-580C-C2E4-6AC3-5A12F5134E9F}"/>
              </a:ext>
            </a:extLst>
          </p:cNvPr>
          <p:cNvCxnSpPr>
            <a:cxnSpLocks/>
          </p:cNvCxnSpPr>
          <p:nvPr/>
        </p:nvCxnSpPr>
        <p:spPr>
          <a:xfrm flipH="1">
            <a:off x="1289050" y="2921000"/>
            <a:ext cx="676275" cy="28575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F6D394-4269-67EB-9A9A-9CE261466267}"/>
              </a:ext>
            </a:extLst>
          </p:cNvPr>
          <p:cNvSpPr txBox="1"/>
          <p:nvPr/>
        </p:nvSpPr>
        <p:spPr>
          <a:xfrm>
            <a:off x="-4717" y="-30715"/>
            <a:ext cx="1717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spc="300" dirty="0">
                <a:latin typeface="Stencil" panose="040409050D0802020404" pitchFamily="82" charset="0"/>
              </a:rPr>
              <a:t>КӨРГӨЗМӨ</a:t>
            </a:r>
            <a:endParaRPr lang="en-GB" dirty="0">
              <a:latin typeface="Stencil" panose="040409050D0802020404" pitchFamily="8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4DF8EF-1C81-38B3-E05E-B2FB5C3F1396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6448E1B1-8B70-4892-ABB9-9E7BA1FD6A1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529" y="1585926"/>
            <a:ext cx="1406396" cy="140639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9088F8-7FDC-C612-0961-4878597F67D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830" y="4638674"/>
            <a:ext cx="1091003" cy="109100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24102B-D84B-9310-CF17-100FACC6CF2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992" y="4781597"/>
            <a:ext cx="1241108" cy="1241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4AC193-7BD7-A91B-0438-9E612A1D602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292" y="1550473"/>
            <a:ext cx="1241108" cy="1241108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AC31E3-D7C9-20B7-B2C5-A9021F80F0A1}"/>
              </a:ext>
            </a:extLst>
          </p:cNvPr>
          <p:cNvSpPr/>
          <p:nvPr/>
        </p:nvSpPr>
        <p:spPr>
          <a:xfrm>
            <a:off x="3025905" y="276323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1,55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464B41-4FC5-AC01-5C33-2EA48555D0A3}"/>
              </a:ext>
            </a:extLst>
          </p:cNvPr>
          <p:cNvSpPr/>
          <p:nvPr/>
        </p:nvSpPr>
        <p:spPr>
          <a:xfrm>
            <a:off x="7226430" y="260130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1,68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CE38EA-BE35-3F27-8D44-16CC0CCCFA6D}"/>
              </a:ext>
            </a:extLst>
          </p:cNvPr>
          <p:cNvSpPr/>
          <p:nvPr/>
        </p:nvSpPr>
        <p:spPr>
          <a:xfrm>
            <a:off x="3187830" y="5554057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1,63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0C2B40A-9488-D16E-6545-81882C3B1C5A}"/>
              </a:ext>
            </a:extLst>
          </p:cNvPr>
          <p:cNvSpPr/>
          <p:nvPr/>
        </p:nvSpPr>
        <p:spPr>
          <a:xfrm>
            <a:off x="7759830" y="5449282"/>
            <a:ext cx="1056033" cy="44911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2,27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30B3DD-71D3-3BB6-DC12-31AFE183E828}"/>
              </a:ext>
            </a:extLst>
          </p:cNvPr>
          <p:cNvSpPr txBox="1"/>
          <p:nvPr/>
        </p:nvSpPr>
        <p:spPr>
          <a:xfrm>
            <a:off x="2715266" y="149283"/>
            <a:ext cx="4475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Түшкү тамагын сатып алгандан кийин, </a:t>
            </a:r>
            <a:endParaRPr lang="en-US" sz="2000" dirty="0"/>
          </a:p>
          <a:p>
            <a:pPr algn="ctr"/>
            <a:r>
              <a:rPr lang="ru-RU" sz="2000" dirty="0"/>
              <a:t>ар биринде канча акча калтырышат?</a:t>
            </a:r>
            <a:endParaRPr lang="en-GB" sz="20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9458C4-7B56-21C9-3F05-AF98347E2DE1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3F707-649F-E726-E964-9B2FD8A4C9C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966" y="4343400"/>
            <a:ext cx="658035" cy="66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64CE09-37AD-D598-FD6C-9E6B66ACD909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474" y="1435584"/>
            <a:ext cx="628523" cy="71195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B2A349-C1B0-6BB9-3E87-0EEE613C8F25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516" y="4251902"/>
            <a:ext cx="921025" cy="769200"/>
          </a:xfrm>
          <a:prstGeom prst="rect">
            <a:avLst/>
          </a:prstGeom>
        </p:spPr>
      </p:pic>
      <p:pic>
        <p:nvPicPr>
          <p:cNvPr id="17" name="Picture 2" descr="C:\Users\laura.shenker\AppData\Local\Microsoft\Windows\Temporary Internet Files\Content.IE5\YFVYYXJP\Girl-Face-Cartoon-5239-large[1].png">
            <a:extLst>
              <a:ext uri="{FF2B5EF4-FFF2-40B4-BE49-F238E27FC236}">
                <a16:creationId xmlns:a16="http://schemas.microsoft.com/office/drawing/2014/main" id="{D76C2CF4-6434-E26A-5853-47F2571BF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712" y="1207167"/>
            <a:ext cx="859368" cy="689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20C7713-6123-097E-AA12-0FABCFDB22A4}"/>
              </a:ext>
            </a:extLst>
          </p:cNvPr>
          <p:cNvSpPr/>
          <p:nvPr/>
        </p:nvSpPr>
        <p:spPr>
          <a:xfrm>
            <a:off x="1101855" y="185835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3,87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4A6304-F361-FCB6-ABF1-CCC39BB6B8B7}"/>
              </a:ext>
            </a:extLst>
          </p:cNvPr>
          <p:cNvSpPr/>
          <p:nvPr/>
        </p:nvSpPr>
        <p:spPr>
          <a:xfrm>
            <a:off x="6178680" y="21060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3,85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1D029E-153D-D308-D1A1-5E8583ED320C}"/>
              </a:ext>
            </a:extLst>
          </p:cNvPr>
          <p:cNvSpPr/>
          <p:nvPr/>
        </p:nvSpPr>
        <p:spPr>
          <a:xfrm>
            <a:off x="5997705" y="5001607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5,06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A6861E-256B-EDE2-E40D-B904A34D2C95}"/>
              </a:ext>
            </a:extLst>
          </p:cNvPr>
          <p:cNvSpPr/>
          <p:nvPr/>
        </p:nvSpPr>
        <p:spPr>
          <a:xfrm>
            <a:off x="1206630" y="4915882"/>
            <a:ext cx="1056033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3,48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09BB8F9-862C-C7ED-133C-58D1D8F9C616}"/>
              </a:ext>
            </a:extLst>
          </p:cNvPr>
          <p:cNvSpPr/>
          <p:nvPr/>
        </p:nvSpPr>
        <p:spPr>
          <a:xfrm>
            <a:off x="1118306" y="30633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2,32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891E9C-6032-D362-DC6F-3E24598E8BC2}"/>
              </a:ext>
            </a:extLst>
          </p:cNvPr>
          <p:cNvSpPr/>
          <p:nvPr/>
        </p:nvSpPr>
        <p:spPr>
          <a:xfrm>
            <a:off x="6642806" y="3215756"/>
            <a:ext cx="19963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2,17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en-GB" sz="2400" dirty="0"/>
              <a:t> </a:t>
            </a:r>
            <a:r>
              <a:rPr lang="ru-RU" sz="2400" dirty="0"/>
              <a:t>калды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64B8DB-F9F1-7307-828B-E43D6620F795}"/>
              </a:ext>
            </a:extLst>
          </p:cNvPr>
          <p:cNvSpPr/>
          <p:nvPr/>
        </p:nvSpPr>
        <p:spPr>
          <a:xfrm>
            <a:off x="6471356" y="6054206"/>
            <a:ext cx="2087738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2,79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калды</a:t>
            </a:r>
            <a:endParaRPr lang="en-GB" sz="24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CF95D7-ADA5-03D6-BF6A-24BC72DC4661}"/>
              </a:ext>
            </a:extLst>
          </p:cNvPr>
          <p:cNvSpPr/>
          <p:nvPr/>
        </p:nvSpPr>
        <p:spPr>
          <a:xfrm>
            <a:off x="1346906" y="5930381"/>
            <a:ext cx="208773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1,85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r>
              <a:rPr lang="ru-RU" sz="2400" dirty="0">
                <a:solidFill>
                  <a:srgbClr val="202122"/>
                </a:solidFill>
                <a:latin typeface="Arial" panose="020B0604020202020204" pitchFamily="34" charset="0"/>
              </a:rPr>
              <a:t> калды</a:t>
            </a:r>
            <a:endParaRPr lang="en-GB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FCB0CA-3E98-5FCD-C3B9-443DB4E93163}"/>
              </a:ext>
            </a:extLst>
          </p:cNvPr>
          <p:cNvSpPr txBox="1"/>
          <p:nvPr/>
        </p:nvSpPr>
        <p:spPr>
          <a:xfrm>
            <a:off x="769503" y="2445357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a)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B7DA78-CD6E-21C5-1A1E-626EF9A1A710}"/>
              </a:ext>
            </a:extLst>
          </p:cNvPr>
          <p:cNvSpPr txBox="1"/>
          <p:nvPr/>
        </p:nvSpPr>
        <p:spPr>
          <a:xfrm>
            <a:off x="5789902" y="26829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b)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C86C66-10BB-0E15-AD87-D69999C97675}"/>
              </a:ext>
            </a:extLst>
          </p:cNvPr>
          <p:cNvSpPr txBox="1"/>
          <p:nvPr/>
        </p:nvSpPr>
        <p:spPr>
          <a:xfrm>
            <a:off x="768717" y="4521258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c)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446E5C-E064-6579-41CE-0E42E550B0FC}"/>
              </a:ext>
            </a:extLst>
          </p:cNvPr>
          <p:cNvSpPr txBox="1"/>
          <p:nvPr/>
        </p:nvSpPr>
        <p:spPr>
          <a:xfrm>
            <a:off x="5389852" y="4473633"/>
            <a:ext cx="4026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71425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10726</TotalTime>
  <Words>900</Words>
  <Application>Microsoft Office PowerPoint</Application>
  <PresentationFormat>A4 Paper (210x297 mm)</PresentationFormat>
  <Paragraphs>596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Stencil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516</cp:revision>
  <cp:lastPrinted>2017-12-31T22:38:51Z</cp:lastPrinted>
  <dcterms:created xsi:type="dcterms:W3CDTF">2017-01-17T16:57:04Z</dcterms:created>
  <dcterms:modified xsi:type="dcterms:W3CDTF">2023-10-18T05:06:44Z</dcterms:modified>
</cp:coreProperties>
</file>