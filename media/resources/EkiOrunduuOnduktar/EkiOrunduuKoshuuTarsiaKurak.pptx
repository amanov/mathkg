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835" r:id="rId4"/>
    <p:sldId id="939" r:id="rId5"/>
    <p:sldId id="833" r:id="rId6"/>
    <p:sldId id="834" r:id="rId7"/>
    <p:sldId id="946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2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Кошуу – Тарсиа Jigsaw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1C9484-1B93-49D4-88CC-FC625724A64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FC4D37B-43EC-4BC9-AB4B-F1D9A5EF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B3243C-8A73-4F36-82AE-6AE898A8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F5B5C-08D9-452D-A66C-23FC754703ED}"/>
              </a:ext>
            </a:extLst>
          </p:cNvPr>
          <p:cNvGrpSpPr/>
          <p:nvPr/>
        </p:nvGrpSpPr>
        <p:grpSpPr>
          <a:xfrm rot="16200000">
            <a:off x="-1053123" y="1053123"/>
            <a:ext cx="6845303" cy="473905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804849-168B-4277-AC5C-E03C37AF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65713A-E636-4793-AEEF-761F44EE3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B6840-F7E6-4C05-AF80-40A6CB2D7CDA}"/>
              </a:ext>
            </a:extLst>
          </p:cNvPr>
          <p:cNvGrpSpPr/>
          <p:nvPr/>
        </p:nvGrpSpPr>
        <p:grpSpPr>
          <a:xfrm rot="16200000">
            <a:off x="4033131" y="1086685"/>
            <a:ext cx="6845303" cy="473905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BA9144-01AD-4022-932A-F84B3696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E937B0-C81F-4AE9-8D96-63BF65A2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C4B8A-EA15-4693-83FA-15DEE829D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89" y="0"/>
            <a:ext cx="7915275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69C6BA-C823-8FFB-EBC3-BB6FB37F94C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2019-05-06T03:35:21Z</cp:lastPrinted>
  <dcterms:created xsi:type="dcterms:W3CDTF">2017-01-17T16:57:04Z</dcterms:created>
  <dcterms:modified xsi:type="dcterms:W3CDTF">2023-10-17T15:59:39Z</dcterms:modified>
</cp:coreProperties>
</file>