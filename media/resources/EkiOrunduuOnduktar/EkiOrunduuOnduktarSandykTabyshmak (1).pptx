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7"/>
  </p:notesMasterIdLst>
  <p:sldIdLst>
    <p:sldId id="267" r:id="rId3"/>
    <p:sldId id="947" r:id="rId4"/>
    <p:sldId id="948" r:id="rId5"/>
    <p:sldId id="949" r:id="rId6"/>
    <p:sldId id="944" r:id="rId7"/>
    <p:sldId id="946" r:id="rId8"/>
    <p:sldId id="945" r:id="rId9"/>
    <p:sldId id="958" r:id="rId10"/>
    <p:sldId id="957" r:id="rId11"/>
    <p:sldId id="956" r:id="rId12"/>
    <p:sldId id="953" r:id="rId13"/>
    <p:sldId id="954" r:id="rId14"/>
    <p:sldId id="955" r:id="rId15"/>
    <p:sldId id="266" r:id="rId16"/>
  </p:sldIdLst>
  <p:sldSz cx="9906000" cy="6858000" type="A4"/>
  <p:notesSz cx="7104063" cy="10234613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Calibri Light" panose="020F0302020204030204" pitchFamily="34" charset="0"/>
      <p:regular r:id="rId22"/>
      <p:italic r:id="rId23"/>
    </p:embeddedFont>
    <p:embeddedFont>
      <p:font typeface="Cambria Math" panose="02040503050406030204" pitchFamily="18" charset="0"/>
      <p:regular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font" Target="fonts/font4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7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2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17/10/2023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38044-9B64-061E-71CA-E671EC0F4E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DFEAA4-4814-12C8-3E7E-380E16C0A6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2721C-A75A-64F1-83BE-653805DBC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D0166-8885-9CC2-88B7-86D91BF99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C2C59-274A-0B23-E800-C002ACF0F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64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DB7B6-155B-66DA-98C2-14129B5E7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17DB9-1892-DA1A-7B09-9D4A1EED2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5E310-940E-3FA8-E99A-431B6D098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CDA70-9EED-29D3-A7A8-5E9B0B5AC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C9DEF-27D5-73E0-A175-3EA0A19F5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328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86F4F-2F4B-65BA-3950-BC63B897B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709739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8805AB-39E0-05EC-292C-6F8600A73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9CCA6-D98D-B246-1653-744784D5A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35AFA-E7BA-76A3-8590-6026D86D7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7A24A-C7AF-CA09-F041-21738BF81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092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6CC78-7F0C-23CD-1608-B7033CE6E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3E546-446A-287D-E3DB-CB737FFE9F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603092-1A95-3B98-AC78-904F89AA5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3D9C65-9EAB-6C3D-ED28-1BB1BC278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990946-65E1-6021-428B-A94514595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D7AD6E-6033-9D17-FFA2-B2A6E6C9B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564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BEA32-5CD0-5C35-5C25-25ADE108A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9617AE-0692-AB8F-0319-B4414D048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82C063-3C85-368A-1145-D4864B259D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DA3C85-455C-B806-4156-E5A999FEEF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D53530-7630-8AA6-72A5-E0B6241942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58CD34-F422-57AA-8178-DA796EF26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2CF6EF-0D92-8084-E104-EED70C743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38F2CF-1685-3F44-87A6-8DB06E2A7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661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FA464-2440-E6CC-6B76-D53A0C878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2543B5-ABA4-894C-0C44-D77581534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45F640-82CB-028E-FB28-D7EA25FD1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F7EF67-A80E-4AD6-D6F2-4DDA9CA27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437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1D8824-5048-42A7-E82A-146F08D22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D0793D-BF3E-8011-5072-4F066548B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25CEF-0C48-9654-5DB3-ABB40F0DD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087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D1A72-224F-BE44-A7D6-C98FD2564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678F7-1194-B2A2-62B2-3AAED1870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60C58E-D578-292B-3983-B6777B6D14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54C226-E6BD-0590-AE5E-5D844456E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33F80B-EED7-67F1-1862-FA36C0EB8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9840FB-FF88-4C05-8568-5FD6D5903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754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C5E8C-14FB-5B25-A7F0-9F643142C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A0A36B-D6D2-A4BA-962B-EEAB729097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D7555B-A705-F9CD-AF4E-856E597904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21D9B1-B015-0767-D2B6-AB3281ACF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C80662-F69A-C47F-E2DF-8CDC16545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0FA4F-517C-9179-B067-D52193D11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948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8EE73-D718-0177-7F38-E99D5DBA2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7E7253-781D-B549-81CD-BCDF10BC34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536F7-9EA2-5CE4-0B2B-C65F0C7D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689B9-D7B8-F7D4-5FE1-70032334F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A34F9-98C5-AB50-9F42-77FC0F06F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0161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9ED503-4527-7E2F-6C9A-24EE1FA038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62AC77-317C-3965-AECF-2D41F5DC8C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51C83-F73A-F6AE-5E25-C494DA29B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82E7-06DA-787E-9807-A734BAE49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CC3DE-A723-08FE-3F5B-958AF58C3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964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53AFBE-5530-624A-9B6E-693040E17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5F8AAD-597E-EF46-76A7-99DAE7C4E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24F85-88D8-7E47-A51A-E556DD87EF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3D596-A78B-B702-FCBD-A86A6380AF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1D65A-52E4-7D87-A33E-DF8E992FD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894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F65FA288-DDE6-19BF-7B9A-98468507C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279" y="1589386"/>
            <a:ext cx="9509442" cy="4719974"/>
          </a:xfrm>
        </p:spPr>
        <p:txBody>
          <a:bodyPr>
            <a:normAutofit/>
          </a:bodyPr>
          <a:lstStyle/>
          <a:p>
            <a:r>
              <a:rPr lang="ru-RU" sz="2000" dirty="0"/>
              <a:t>2 орундуу ондуктар – кошуу жана кемитүү –</a:t>
            </a:r>
            <a:r>
              <a:rPr lang="ky-KG" sz="2000" dirty="0"/>
              <a:t>– Сандык табышмак</a:t>
            </a:r>
            <a:endParaRPr lang="en-US" sz="2000" dirty="0"/>
          </a:p>
          <a:p>
            <a:endParaRPr lang="en-US" sz="2000" dirty="0"/>
          </a:p>
          <a:p>
            <a:endParaRPr lang="ru-RU" sz="2000" dirty="0"/>
          </a:p>
          <a:p>
            <a:r>
              <a:rPr lang="ru-RU" sz="2000" dirty="0"/>
              <a:t>Бул иш-чара иликтөөгө, стратегиялоого жана талкуулоого мүмкүндүк берүү үчүн иштелип чыккан.</a:t>
            </a:r>
          </a:p>
          <a:p>
            <a:endParaRPr lang="ru-RU" sz="2000" dirty="0"/>
          </a:p>
          <a:p>
            <a:r>
              <a:rPr lang="ru-RU" sz="2000" dirty="0"/>
              <a:t>2 өлчөмдөгү 3 табышмак бар.</a:t>
            </a:r>
          </a:p>
          <a:p>
            <a:endParaRPr lang="ru-RU" sz="2000" dirty="0"/>
          </a:p>
          <a:p>
            <a:r>
              <a:rPr lang="ru-RU" sz="2000" dirty="0"/>
              <a:t>Чектелген жооптор берилет.</a:t>
            </a:r>
          </a:p>
          <a:p>
            <a:endParaRPr lang="ru-RU" sz="2000" dirty="0"/>
          </a:p>
          <a:p>
            <a:r>
              <a:rPr lang="ru-RU" sz="2000" dirty="0"/>
              <a:t>Анимацияларды текшерип, </a:t>
            </a:r>
            <a:r>
              <a:rPr lang="ky-KG" sz="2000" dirty="0"/>
              <a:t>сабагы</a:t>
            </a:r>
            <a:r>
              <a:rPr lang="ru-RU" sz="2000" dirty="0"/>
              <a:t>ң</a:t>
            </a:r>
            <a:r>
              <a:rPr lang="ky-KG" sz="2000" dirty="0"/>
              <a:t>ызга </a:t>
            </a:r>
            <a:r>
              <a:rPr lang="ru-RU" sz="2000" b="1" dirty="0">
                <a:solidFill>
                  <a:srgbClr val="FF0000"/>
                </a:solidFill>
              </a:rPr>
              <a:t>КЕРЕГИ ЖОК </a:t>
            </a:r>
            <a:r>
              <a:rPr lang="ru-RU" sz="2000" dirty="0"/>
              <a:t>слайддарды </a:t>
            </a:r>
            <a:r>
              <a:rPr lang="ru-RU" sz="2800" b="1" dirty="0">
                <a:solidFill>
                  <a:srgbClr val="FF0000"/>
                </a:solidFill>
              </a:rPr>
              <a:t>ӨЧҮРҮ</a:t>
            </a:r>
            <a:r>
              <a:rPr lang="ky-KG" sz="2800" b="1" dirty="0">
                <a:solidFill>
                  <a:srgbClr val="FF0000"/>
                </a:solidFill>
              </a:rPr>
              <a:t>П САЛЫ</a:t>
            </a:r>
            <a:r>
              <a:rPr lang="ru-RU" sz="2800" b="1" dirty="0">
                <a:solidFill>
                  <a:srgbClr val="FF0000"/>
                </a:solidFill>
              </a:rPr>
              <a:t>ҢЫЗ.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40704CED-3D2F-5E6E-7228-9ABACF07782D}"/>
              </a:ext>
            </a:extLst>
          </p:cNvPr>
          <p:cNvSpPr txBox="1">
            <a:spLocks/>
          </p:cNvSpPr>
          <p:nvPr/>
        </p:nvSpPr>
        <p:spPr>
          <a:xfrm>
            <a:off x="91440" y="451744"/>
            <a:ext cx="7641034" cy="1137642"/>
          </a:xfrm>
          <a:prstGeom prst="rect">
            <a:avLst/>
          </a:prstGeom>
        </p:spPr>
        <p:txBody>
          <a:bodyPr vert="horz" lIns="74295" tIns="37148" rIns="74295" bIns="3714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363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4225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84450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38" y="0"/>
            <a:ext cx="9903523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1E7CCF-9240-F0A7-2AA2-7A7636C6BC5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98" b="-1"/>
          <a:stretch/>
        </p:blipFill>
        <p:spPr>
          <a:xfrm>
            <a:off x="101609" y="0"/>
            <a:ext cx="97027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471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2B228E-16BE-8F0A-E5DB-094F097BA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18" y="172720"/>
            <a:ext cx="9808482" cy="668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313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BFE445-B28C-7375-4C38-A40FDB30E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1" y="0"/>
            <a:ext cx="97963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947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80249" y="125955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633801" y="49385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0D481CA4-F52D-4427-8A5C-174CDAD080D2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5169D1-D303-4F5D-9A9B-9C4F2704C18D}"/>
              </a:ext>
            </a:extLst>
          </p:cNvPr>
          <p:cNvSpPr txBox="1"/>
          <p:nvPr/>
        </p:nvSpPr>
        <p:spPr>
          <a:xfrm>
            <a:off x="814628" y="2651360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43F9D-208C-4AA1-8AB4-671EBD982D56}"/>
              </a:ext>
            </a:extLst>
          </p:cNvPr>
          <p:cNvSpPr txBox="1"/>
          <p:nvPr/>
        </p:nvSpPr>
        <p:spPr>
          <a:xfrm>
            <a:off x="1011622" y="34290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F4C08C-8D12-41B7-8149-2059D460B769}"/>
              </a:ext>
            </a:extLst>
          </p:cNvPr>
          <p:cNvSpPr txBox="1"/>
          <p:nvPr/>
        </p:nvSpPr>
        <p:spPr>
          <a:xfrm>
            <a:off x="821480" y="2930556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EF5A7ED-8A31-4FD6-80BB-DD7A7D48FE5A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81491E97-D841-41DB-AEBC-ED150DD84BC0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337644" y="5710535"/>
            <a:ext cx="52245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dirty="0" err="1">
                <a:solidFill>
                  <a:srgbClr val="0070C0"/>
                </a:solidFill>
              </a:rPr>
              <a:t>Кээ</a:t>
            </a:r>
            <a:r>
              <a:rPr lang="en-US" sz="5400" dirty="0">
                <a:solidFill>
                  <a:srgbClr val="0070C0"/>
                </a:solidFill>
              </a:rPr>
              <a:t> </a:t>
            </a:r>
            <a:r>
              <a:rPr lang="en-US" sz="5400" dirty="0" err="1">
                <a:solidFill>
                  <a:srgbClr val="0070C0"/>
                </a:solidFill>
              </a:rPr>
              <a:t>Бир</a:t>
            </a:r>
            <a:r>
              <a:rPr lang="en-US" sz="5400" dirty="0">
                <a:solidFill>
                  <a:srgbClr val="0070C0"/>
                </a:solidFill>
              </a:rPr>
              <a:t> </a:t>
            </a:r>
            <a:r>
              <a:rPr lang="en-US" sz="5400" dirty="0" err="1">
                <a:solidFill>
                  <a:srgbClr val="0070C0"/>
                </a:solidFill>
              </a:rPr>
              <a:t>Жооптор</a:t>
            </a:r>
            <a:endParaRPr lang="en-US" sz="5400" dirty="0">
              <a:solidFill>
                <a:srgbClr val="0070C0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35E0939-3FB1-4247-9FBD-AC2F6EF851B2}"/>
              </a:ext>
            </a:extLst>
          </p:cNvPr>
          <p:cNvGrpSpPr/>
          <p:nvPr/>
        </p:nvGrpSpPr>
        <p:grpSpPr>
          <a:xfrm>
            <a:off x="6849735" y="125955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DB74E352-F463-46C2-846C-59B0C7215CBA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5A9F098B-E31E-4503-8A7B-70075876C479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47D2C1E-FF5D-B174-B9EF-0E065C04914A}"/>
              </a:ext>
            </a:extLst>
          </p:cNvPr>
          <p:cNvGrpSpPr/>
          <p:nvPr/>
        </p:nvGrpSpPr>
        <p:grpSpPr>
          <a:xfrm>
            <a:off x="2470676" y="1765297"/>
            <a:ext cx="1869407" cy="553914"/>
            <a:chOff x="2906402" y="1822100"/>
            <a:chExt cx="1869407" cy="5539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249841B-5998-4318-B0E2-BB666181D937}"/>
                    </a:ext>
                  </a:extLst>
                </p:cNvPr>
                <p:cNvSpPr txBox="1"/>
                <p:nvPr/>
              </p:nvSpPr>
              <p:spPr>
                <a:xfrm>
                  <a:off x="2906402" y="1899002"/>
                  <a:ext cx="4347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249841B-5998-4318-B0E2-BB666181D9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6402" y="1899002"/>
                  <a:ext cx="434734" cy="40011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BC53B7D-20C6-DA42-2EBE-C10B6AADD4A8}"/>
                </a:ext>
              </a:extLst>
            </p:cNvPr>
            <p:cNvGrpSpPr/>
            <p:nvPr/>
          </p:nvGrpSpPr>
          <p:grpSpPr>
            <a:xfrm>
              <a:off x="3340533" y="1822100"/>
              <a:ext cx="1435276" cy="553914"/>
              <a:chOff x="3150033" y="1159160"/>
              <a:chExt cx="1435276" cy="553914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07198FF-E08C-4286-A198-C635714D98F0}"/>
                  </a:ext>
                </a:extLst>
              </p:cNvPr>
              <p:cNvSpPr/>
              <p:nvPr/>
            </p:nvSpPr>
            <p:spPr>
              <a:xfrm>
                <a:off x="3150033" y="1159160"/>
                <a:ext cx="367500" cy="55391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4C2DF6D-2FCE-401A-9C82-666938CAC383}"/>
                  </a:ext>
                </a:extLst>
              </p:cNvPr>
              <p:cNvSpPr/>
              <p:nvPr/>
            </p:nvSpPr>
            <p:spPr>
              <a:xfrm>
                <a:off x="3746322" y="1159160"/>
                <a:ext cx="367500" cy="55391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772BD71-EA55-95EF-D096-153820AFED7E}"/>
                  </a:ext>
                </a:extLst>
              </p:cNvPr>
              <p:cNvSpPr/>
              <p:nvPr/>
            </p:nvSpPr>
            <p:spPr>
              <a:xfrm>
                <a:off x="4217809" y="1159160"/>
                <a:ext cx="367500" cy="55391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60BC8D4E-21FA-517A-A281-E7DEC7D92751}"/>
                  </a:ext>
                </a:extLst>
              </p:cNvPr>
              <p:cNvSpPr/>
              <p:nvPr/>
            </p:nvSpPr>
            <p:spPr>
              <a:xfrm>
                <a:off x="3585725" y="1389915"/>
                <a:ext cx="92405" cy="92405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2F6DD8D-7F52-4908-A09A-42AD3C940913}"/>
                  </a:ext>
                </a:extLst>
              </p:cNvPr>
              <p:cNvSpPr txBox="1"/>
              <p:nvPr/>
            </p:nvSpPr>
            <p:spPr>
              <a:xfrm>
                <a:off x="1855125" y="989811"/>
                <a:ext cx="4347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2F6DD8D-7F52-4908-A09A-42AD3C9409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5125" y="989811"/>
                <a:ext cx="434734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620CD079-E35B-B372-C568-0AB5803BDBCF}"/>
              </a:ext>
            </a:extLst>
          </p:cNvPr>
          <p:cNvSpPr/>
          <p:nvPr/>
        </p:nvSpPr>
        <p:spPr>
          <a:xfrm>
            <a:off x="3014610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5C77D9-BB12-3516-16AE-DE47BB80945C}"/>
              </a:ext>
            </a:extLst>
          </p:cNvPr>
          <p:cNvSpPr/>
          <p:nvPr/>
        </p:nvSpPr>
        <p:spPr>
          <a:xfrm>
            <a:off x="3486097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50F1557-57F0-2374-84BA-46FB40721DA0}"/>
              </a:ext>
            </a:extLst>
          </p:cNvPr>
          <p:cNvSpPr/>
          <p:nvPr/>
        </p:nvSpPr>
        <p:spPr>
          <a:xfrm>
            <a:off x="2800038" y="1163392"/>
            <a:ext cx="92405" cy="9240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8E22C98-4AEE-E338-074E-22ECDB8855FF}"/>
              </a:ext>
            </a:extLst>
          </p:cNvPr>
          <p:cNvSpPr/>
          <p:nvPr/>
        </p:nvSpPr>
        <p:spPr>
          <a:xfrm>
            <a:off x="887677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27E4FA2-E5F1-E5A2-B35F-ECBE4C278820}"/>
              </a:ext>
            </a:extLst>
          </p:cNvPr>
          <p:cNvSpPr/>
          <p:nvPr/>
        </p:nvSpPr>
        <p:spPr>
          <a:xfrm>
            <a:off x="1359164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210E978-F3E2-CF7B-EAB7-1D2011153719}"/>
              </a:ext>
            </a:extLst>
          </p:cNvPr>
          <p:cNvSpPr txBox="1"/>
          <p:nvPr/>
        </p:nvSpPr>
        <p:spPr>
          <a:xfrm>
            <a:off x="3109526" y="2640859"/>
            <a:ext cx="1726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1BE87AF-F831-EA65-442A-AF1019254D09}"/>
              </a:ext>
            </a:extLst>
          </p:cNvPr>
          <p:cNvSpPr/>
          <p:nvPr/>
        </p:nvSpPr>
        <p:spPr>
          <a:xfrm>
            <a:off x="286851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069CA1D-A310-E8B9-B47B-603B73AA05B1}"/>
              </a:ext>
            </a:extLst>
          </p:cNvPr>
          <p:cNvSpPr/>
          <p:nvPr/>
        </p:nvSpPr>
        <p:spPr>
          <a:xfrm>
            <a:off x="722543" y="1163392"/>
            <a:ext cx="92405" cy="9240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F2AE0F2-8FC3-5074-E7AA-D598D9CF1FB9}"/>
              </a:ext>
            </a:extLst>
          </p:cNvPr>
          <p:cNvSpPr txBox="1"/>
          <p:nvPr/>
        </p:nvSpPr>
        <p:spPr>
          <a:xfrm>
            <a:off x="2397032" y="88583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</a:t>
            </a:r>
            <a:endParaRPr lang="en-GB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4A9596-4A78-5FDF-4FC4-09B65971D37B}"/>
              </a:ext>
            </a:extLst>
          </p:cNvPr>
          <p:cNvSpPr txBox="1"/>
          <p:nvPr/>
        </p:nvSpPr>
        <p:spPr>
          <a:xfrm>
            <a:off x="5161951" y="994747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1,59</a:t>
            </a:r>
          </a:p>
          <a:p>
            <a:pPr algn="r"/>
            <a:r>
              <a:rPr lang="en-GB" sz="2800" dirty="0"/>
              <a:t>− 0,86</a:t>
            </a:r>
          </a:p>
          <a:p>
            <a:pPr algn="r"/>
            <a:r>
              <a:rPr lang="en-GB" sz="2800" dirty="0"/>
              <a:t>= 0,73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86A24C-3C4D-121C-DA19-19BBC17778EE}"/>
              </a:ext>
            </a:extLst>
          </p:cNvPr>
          <p:cNvSpPr txBox="1"/>
          <p:nvPr/>
        </p:nvSpPr>
        <p:spPr>
          <a:xfrm>
            <a:off x="8569475" y="986435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4,29</a:t>
            </a:r>
          </a:p>
          <a:p>
            <a:pPr algn="r"/>
            <a:r>
              <a:rPr lang="en-GB" sz="2800" dirty="0"/>
              <a:t>− 0,58</a:t>
            </a:r>
          </a:p>
          <a:p>
            <a:pPr algn="r"/>
            <a:r>
              <a:rPr lang="en-GB" sz="2800" dirty="0"/>
              <a:t>= 3,71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623801-306E-DBD2-968A-E76F697745C1}"/>
              </a:ext>
            </a:extLst>
          </p:cNvPr>
          <p:cNvSpPr txBox="1"/>
          <p:nvPr/>
        </p:nvSpPr>
        <p:spPr>
          <a:xfrm>
            <a:off x="6865713" y="961497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3,47</a:t>
            </a:r>
          </a:p>
          <a:p>
            <a:pPr algn="r"/>
            <a:r>
              <a:rPr lang="en-GB" sz="2800" dirty="0"/>
              <a:t>− 0,56</a:t>
            </a:r>
          </a:p>
          <a:p>
            <a:pPr algn="r"/>
            <a:r>
              <a:rPr lang="en-GB" sz="2800" dirty="0"/>
              <a:t>= 2,91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40969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5112" y="92725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690639" y="19258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0D481CA4-F52D-4427-8A5C-174CDAD080D2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5169D1-D303-4F5D-9A9B-9C4F2704C18D}"/>
              </a:ext>
            </a:extLst>
          </p:cNvPr>
          <p:cNvSpPr txBox="1"/>
          <p:nvPr/>
        </p:nvSpPr>
        <p:spPr>
          <a:xfrm>
            <a:off x="814628" y="2651360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43F9D-208C-4AA1-8AB4-671EBD982D56}"/>
              </a:ext>
            </a:extLst>
          </p:cNvPr>
          <p:cNvSpPr txBox="1"/>
          <p:nvPr/>
        </p:nvSpPr>
        <p:spPr>
          <a:xfrm>
            <a:off x="1011622" y="34290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F4C08C-8D12-41B7-8149-2059D460B769}"/>
              </a:ext>
            </a:extLst>
          </p:cNvPr>
          <p:cNvSpPr txBox="1"/>
          <p:nvPr/>
        </p:nvSpPr>
        <p:spPr>
          <a:xfrm>
            <a:off x="785455" y="2921292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EF5A7ED-8A31-4FD6-80BB-DD7A7D48FE5A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81491E97-D841-41DB-AEBC-ED150DD84BC0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337644" y="5710535"/>
            <a:ext cx="52245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dirty="0" err="1">
                <a:solidFill>
                  <a:srgbClr val="0070C0"/>
                </a:solidFill>
              </a:rPr>
              <a:t>Кээ</a:t>
            </a:r>
            <a:r>
              <a:rPr lang="en-US" sz="5400" dirty="0">
                <a:solidFill>
                  <a:srgbClr val="0070C0"/>
                </a:solidFill>
              </a:rPr>
              <a:t> </a:t>
            </a:r>
            <a:r>
              <a:rPr lang="en-US" sz="5400" dirty="0" err="1">
                <a:solidFill>
                  <a:srgbClr val="0070C0"/>
                </a:solidFill>
              </a:rPr>
              <a:t>Бир</a:t>
            </a:r>
            <a:r>
              <a:rPr lang="en-US" sz="5400" dirty="0">
                <a:solidFill>
                  <a:srgbClr val="0070C0"/>
                </a:solidFill>
              </a:rPr>
              <a:t> </a:t>
            </a:r>
            <a:r>
              <a:rPr lang="en-US" sz="5400" dirty="0" err="1">
                <a:solidFill>
                  <a:srgbClr val="0070C0"/>
                </a:solidFill>
              </a:rPr>
              <a:t>Жооптор</a:t>
            </a:r>
            <a:endParaRPr lang="en-US" sz="5400" dirty="0">
              <a:solidFill>
                <a:srgbClr val="0070C0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35E0939-3FB1-4247-9FBD-AC2F6EF851B2}"/>
              </a:ext>
            </a:extLst>
          </p:cNvPr>
          <p:cNvGrpSpPr/>
          <p:nvPr/>
        </p:nvGrpSpPr>
        <p:grpSpPr>
          <a:xfrm>
            <a:off x="6849735" y="125955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DB74E352-F463-46C2-846C-59B0C7215CBA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5A9F098B-E31E-4503-8A7B-70075876C479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47D2C1E-FF5D-B174-B9EF-0E065C04914A}"/>
              </a:ext>
            </a:extLst>
          </p:cNvPr>
          <p:cNvGrpSpPr/>
          <p:nvPr/>
        </p:nvGrpSpPr>
        <p:grpSpPr>
          <a:xfrm>
            <a:off x="2470676" y="1765297"/>
            <a:ext cx="1869407" cy="553914"/>
            <a:chOff x="2906402" y="1822100"/>
            <a:chExt cx="1869407" cy="5539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249841B-5998-4318-B0E2-BB666181D937}"/>
                    </a:ext>
                  </a:extLst>
                </p:cNvPr>
                <p:cNvSpPr txBox="1"/>
                <p:nvPr/>
              </p:nvSpPr>
              <p:spPr>
                <a:xfrm>
                  <a:off x="2906402" y="1899002"/>
                  <a:ext cx="4347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249841B-5998-4318-B0E2-BB666181D9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6402" y="1899002"/>
                  <a:ext cx="434734" cy="40011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BC53B7D-20C6-DA42-2EBE-C10B6AADD4A8}"/>
                </a:ext>
              </a:extLst>
            </p:cNvPr>
            <p:cNvGrpSpPr/>
            <p:nvPr/>
          </p:nvGrpSpPr>
          <p:grpSpPr>
            <a:xfrm>
              <a:off x="3340533" y="1822100"/>
              <a:ext cx="1435276" cy="553914"/>
              <a:chOff x="3150033" y="1159160"/>
              <a:chExt cx="1435276" cy="553914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07198FF-E08C-4286-A198-C635714D98F0}"/>
                  </a:ext>
                </a:extLst>
              </p:cNvPr>
              <p:cNvSpPr/>
              <p:nvPr/>
            </p:nvSpPr>
            <p:spPr>
              <a:xfrm>
                <a:off x="3150033" y="1159160"/>
                <a:ext cx="367500" cy="55391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4C2DF6D-2FCE-401A-9C82-666938CAC383}"/>
                  </a:ext>
                </a:extLst>
              </p:cNvPr>
              <p:cNvSpPr/>
              <p:nvPr/>
            </p:nvSpPr>
            <p:spPr>
              <a:xfrm>
                <a:off x="3746322" y="1159160"/>
                <a:ext cx="367500" cy="55391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772BD71-EA55-95EF-D096-153820AFED7E}"/>
                  </a:ext>
                </a:extLst>
              </p:cNvPr>
              <p:cNvSpPr/>
              <p:nvPr/>
            </p:nvSpPr>
            <p:spPr>
              <a:xfrm>
                <a:off x="4217809" y="1159160"/>
                <a:ext cx="367500" cy="55391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60BC8D4E-21FA-517A-A281-E7DEC7D92751}"/>
                  </a:ext>
                </a:extLst>
              </p:cNvPr>
              <p:cNvSpPr/>
              <p:nvPr/>
            </p:nvSpPr>
            <p:spPr>
              <a:xfrm>
                <a:off x="3585725" y="1389915"/>
                <a:ext cx="92405" cy="92405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2F6DD8D-7F52-4908-A09A-42AD3C940913}"/>
                  </a:ext>
                </a:extLst>
              </p:cNvPr>
              <p:cNvSpPr txBox="1"/>
              <p:nvPr/>
            </p:nvSpPr>
            <p:spPr>
              <a:xfrm>
                <a:off x="1855125" y="989811"/>
                <a:ext cx="4347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2F6DD8D-7F52-4908-A09A-42AD3C9409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5125" y="989811"/>
                <a:ext cx="434734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620CD079-E35B-B372-C568-0AB5803BDBCF}"/>
              </a:ext>
            </a:extLst>
          </p:cNvPr>
          <p:cNvSpPr/>
          <p:nvPr/>
        </p:nvSpPr>
        <p:spPr>
          <a:xfrm>
            <a:off x="3014610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5C77D9-BB12-3516-16AE-DE47BB80945C}"/>
              </a:ext>
            </a:extLst>
          </p:cNvPr>
          <p:cNvSpPr/>
          <p:nvPr/>
        </p:nvSpPr>
        <p:spPr>
          <a:xfrm>
            <a:off x="3486097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8E22C98-4AEE-E338-074E-22ECDB8855FF}"/>
              </a:ext>
            </a:extLst>
          </p:cNvPr>
          <p:cNvSpPr/>
          <p:nvPr/>
        </p:nvSpPr>
        <p:spPr>
          <a:xfrm>
            <a:off x="887677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27E4FA2-E5F1-E5A2-B35F-ECBE4C278820}"/>
              </a:ext>
            </a:extLst>
          </p:cNvPr>
          <p:cNvSpPr/>
          <p:nvPr/>
        </p:nvSpPr>
        <p:spPr>
          <a:xfrm>
            <a:off x="1359164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210E978-F3E2-CF7B-EAB7-1D2011153719}"/>
              </a:ext>
            </a:extLst>
          </p:cNvPr>
          <p:cNvSpPr txBox="1"/>
          <p:nvPr/>
        </p:nvSpPr>
        <p:spPr>
          <a:xfrm>
            <a:off x="3088557" y="2631949"/>
            <a:ext cx="1726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1BE87AF-F831-EA65-442A-AF1019254D09}"/>
              </a:ext>
            </a:extLst>
          </p:cNvPr>
          <p:cNvSpPr/>
          <p:nvPr/>
        </p:nvSpPr>
        <p:spPr>
          <a:xfrm>
            <a:off x="286851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069CA1D-A310-E8B9-B47B-603B73AA05B1}"/>
              </a:ext>
            </a:extLst>
          </p:cNvPr>
          <p:cNvSpPr/>
          <p:nvPr/>
        </p:nvSpPr>
        <p:spPr>
          <a:xfrm>
            <a:off x="722543" y="1163392"/>
            <a:ext cx="92405" cy="9240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F2AE0F2-8FC3-5074-E7AA-D598D9CF1FB9}"/>
              </a:ext>
            </a:extLst>
          </p:cNvPr>
          <p:cNvSpPr txBox="1"/>
          <p:nvPr/>
        </p:nvSpPr>
        <p:spPr>
          <a:xfrm>
            <a:off x="2397032" y="88583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</a:t>
            </a:r>
            <a:endParaRPr lang="en-GB" sz="24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1B8E1C4-AF2B-BCF8-0E74-F1B2E534620D}"/>
              </a:ext>
            </a:extLst>
          </p:cNvPr>
          <p:cNvSpPr/>
          <p:nvPr/>
        </p:nvSpPr>
        <p:spPr>
          <a:xfrm>
            <a:off x="2800038" y="1163392"/>
            <a:ext cx="92405" cy="9240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22ADFB-40CF-4BE4-150E-DD058B848DAC}"/>
              </a:ext>
            </a:extLst>
          </p:cNvPr>
          <p:cNvSpPr txBox="1"/>
          <p:nvPr/>
        </p:nvSpPr>
        <p:spPr>
          <a:xfrm>
            <a:off x="5161951" y="1013451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5,89</a:t>
            </a:r>
          </a:p>
          <a:p>
            <a:pPr algn="r"/>
            <a:r>
              <a:rPr lang="en-GB" sz="2800" dirty="0"/>
              <a:t>+ 0,42</a:t>
            </a:r>
          </a:p>
          <a:p>
            <a:pPr algn="r"/>
            <a:r>
              <a:rPr lang="en-GB" sz="2800" dirty="0"/>
              <a:t>= 6,31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967081-5D0D-4F04-9B62-59316BD375DC}"/>
              </a:ext>
            </a:extLst>
          </p:cNvPr>
          <p:cNvSpPr txBox="1"/>
          <p:nvPr/>
        </p:nvSpPr>
        <p:spPr>
          <a:xfrm>
            <a:off x="8569475" y="1013451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8,54</a:t>
            </a:r>
          </a:p>
          <a:p>
            <a:pPr algn="r"/>
            <a:r>
              <a:rPr lang="en-GB" sz="2800" dirty="0"/>
              <a:t>+ 0,63</a:t>
            </a:r>
          </a:p>
          <a:p>
            <a:pPr algn="r"/>
            <a:r>
              <a:rPr lang="en-GB" sz="2800" dirty="0"/>
              <a:t>= 9,17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A874CC-BC92-365B-13B0-11BDE2FD09C2}"/>
              </a:ext>
            </a:extLst>
          </p:cNvPr>
          <p:cNvSpPr txBox="1"/>
          <p:nvPr/>
        </p:nvSpPr>
        <p:spPr>
          <a:xfrm>
            <a:off x="6865713" y="1013451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7,12</a:t>
            </a:r>
          </a:p>
          <a:p>
            <a:pPr algn="r"/>
            <a:r>
              <a:rPr lang="en-GB" sz="2800" dirty="0"/>
              <a:t>+ 0,93</a:t>
            </a:r>
          </a:p>
          <a:p>
            <a:pPr algn="r"/>
            <a:r>
              <a:rPr lang="en-GB" sz="2800" dirty="0"/>
              <a:t>= 8,05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8346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53889" y="113976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832454" y="19343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0D481CA4-F52D-4427-8A5C-174CDAD080D2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5169D1-D303-4F5D-9A9B-9C4F2704C18D}"/>
              </a:ext>
            </a:extLst>
          </p:cNvPr>
          <p:cNvSpPr txBox="1"/>
          <p:nvPr/>
        </p:nvSpPr>
        <p:spPr>
          <a:xfrm>
            <a:off x="814628" y="2651360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43F9D-208C-4AA1-8AB4-671EBD982D56}"/>
              </a:ext>
            </a:extLst>
          </p:cNvPr>
          <p:cNvSpPr txBox="1"/>
          <p:nvPr/>
        </p:nvSpPr>
        <p:spPr>
          <a:xfrm>
            <a:off x="1011622" y="34290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F4C08C-8D12-41B7-8149-2059D460B769}"/>
              </a:ext>
            </a:extLst>
          </p:cNvPr>
          <p:cNvSpPr txBox="1"/>
          <p:nvPr/>
        </p:nvSpPr>
        <p:spPr>
          <a:xfrm>
            <a:off x="766898" y="2922834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EF5A7ED-8A31-4FD6-80BB-DD7A7D48FE5A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81491E97-D841-41DB-AEBC-ED150DD84BC0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337644" y="5710535"/>
            <a:ext cx="52245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dirty="0" err="1">
                <a:solidFill>
                  <a:srgbClr val="0070C0"/>
                </a:solidFill>
              </a:rPr>
              <a:t>Кээ</a:t>
            </a:r>
            <a:r>
              <a:rPr lang="en-US" sz="5400" dirty="0">
                <a:solidFill>
                  <a:srgbClr val="0070C0"/>
                </a:solidFill>
              </a:rPr>
              <a:t> </a:t>
            </a:r>
            <a:r>
              <a:rPr lang="en-US" sz="5400" dirty="0" err="1">
                <a:solidFill>
                  <a:srgbClr val="0070C0"/>
                </a:solidFill>
              </a:rPr>
              <a:t>Бир</a:t>
            </a:r>
            <a:r>
              <a:rPr lang="en-US" sz="5400" dirty="0">
                <a:solidFill>
                  <a:srgbClr val="0070C0"/>
                </a:solidFill>
              </a:rPr>
              <a:t> </a:t>
            </a:r>
            <a:r>
              <a:rPr lang="en-US" sz="5400" dirty="0" err="1">
                <a:solidFill>
                  <a:srgbClr val="0070C0"/>
                </a:solidFill>
              </a:rPr>
              <a:t>Жооптор</a:t>
            </a:r>
            <a:endParaRPr lang="en-US" sz="5400" dirty="0">
              <a:solidFill>
                <a:srgbClr val="0070C0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35E0939-3FB1-4247-9FBD-AC2F6EF851B2}"/>
              </a:ext>
            </a:extLst>
          </p:cNvPr>
          <p:cNvGrpSpPr/>
          <p:nvPr/>
        </p:nvGrpSpPr>
        <p:grpSpPr>
          <a:xfrm>
            <a:off x="6849735" y="125955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DB74E352-F463-46C2-846C-59B0C7215CBA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5A9F098B-E31E-4503-8A7B-70075876C479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47D2C1E-FF5D-B174-B9EF-0E065C04914A}"/>
              </a:ext>
            </a:extLst>
          </p:cNvPr>
          <p:cNvGrpSpPr/>
          <p:nvPr/>
        </p:nvGrpSpPr>
        <p:grpSpPr>
          <a:xfrm>
            <a:off x="2470676" y="1765297"/>
            <a:ext cx="1869407" cy="553914"/>
            <a:chOff x="2906402" y="1822100"/>
            <a:chExt cx="1869407" cy="5539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249841B-5998-4318-B0E2-BB666181D937}"/>
                    </a:ext>
                  </a:extLst>
                </p:cNvPr>
                <p:cNvSpPr txBox="1"/>
                <p:nvPr/>
              </p:nvSpPr>
              <p:spPr>
                <a:xfrm>
                  <a:off x="2906402" y="1899002"/>
                  <a:ext cx="4347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249841B-5998-4318-B0E2-BB666181D9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6402" y="1899002"/>
                  <a:ext cx="434734" cy="40011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BC53B7D-20C6-DA42-2EBE-C10B6AADD4A8}"/>
                </a:ext>
              </a:extLst>
            </p:cNvPr>
            <p:cNvGrpSpPr/>
            <p:nvPr/>
          </p:nvGrpSpPr>
          <p:grpSpPr>
            <a:xfrm>
              <a:off x="3340533" y="1822100"/>
              <a:ext cx="1435276" cy="553914"/>
              <a:chOff x="3150033" y="1159160"/>
              <a:chExt cx="1435276" cy="553914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07198FF-E08C-4286-A198-C635714D98F0}"/>
                  </a:ext>
                </a:extLst>
              </p:cNvPr>
              <p:cNvSpPr/>
              <p:nvPr/>
            </p:nvSpPr>
            <p:spPr>
              <a:xfrm>
                <a:off x="3150033" y="1159160"/>
                <a:ext cx="367500" cy="55391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4C2DF6D-2FCE-401A-9C82-666938CAC383}"/>
                  </a:ext>
                </a:extLst>
              </p:cNvPr>
              <p:cNvSpPr/>
              <p:nvPr/>
            </p:nvSpPr>
            <p:spPr>
              <a:xfrm>
                <a:off x="3746322" y="1159160"/>
                <a:ext cx="367500" cy="55391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772BD71-EA55-95EF-D096-153820AFED7E}"/>
                  </a:ext>
                </a:extLst>
              </p:cNvPr>
              <p:cNvSpPr/>
              <p:nvPr/>
            </p:nvSpPr>
            <p:spPr>
              <a:xfrm>
                <a:off x="4217809" y="1159160"/>
                <a:ext cx="367500" cy="55391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60BC8D4E-21FA-517A-A281-E7DEC7D92751}"/>
                  </a:ext>
                </a:extLst>
              </p:cNvPr>
              <p:cNvSpPr/>
              <p:nvPr/>
            </p:nvSpPr>
            <p:spPr>
              <a:xfrm>
                <a:off x="3585725" y="1389915"/>
                <a:ext cx="92405" cy="92405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D3CFD47-25E7-FDF1-E6E0-E4382FA8C3DA}"/>
              </a:ext>
            </a:extLst>
          </p:cNvPr>
          <p:cNvGrpSpPr/>
          <p:nvPr/>
        </p:nvGrpSpPr>
        <p:grpSpPr>
          <a:xfrm>
            <a:off x="1855125" y="881745"/>
            <a:ext cx="434734" cy="643791"/>
            <a:chOff x="2096929" y="797277"/>
            <a:chExt cx="434734" cy="6437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E2F6DD8D-7F52-4908-A09A-42AD3C940913}"/>
                    </a:ext>
                  </a:extLst>
                </p:cNvPr>
                <p:cNvSpPr txBox="1"/>
                <p:nvPr/>
              </p:nvSpPr>
              <p:spPr>
                <a:xfrm>
                  <a:off x="2096929" y="797277"/>
                  <a:ext cx="4347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E2F6DD8D-7F52-4908-A09A-42AD3C9409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6929" y="797277"/>
                  <a:ext cx="434734" cy="4001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379185F9-EA0A-D43D-795A-FE7FE48FD97B}"/>
                    </a:ext>
                  </a:extLst>
                </p:cNvPr>
                <p:cNvSpPr txBox="1"/>
                <p:nvPr/>
              </p:nvSpPr>
              <p:spPr>
                <a:xfrm>
                  <a:off x="2096929" y="1040958"/>
                  <a:ext cx="4347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379185F9-EA0A-D43D-795A-FE7FE48FD9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6929" y="1040958"/>
                  <a:ext cx="434734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620CD079-E35B-B372-C568-0AB5803BDBCF}"/>
              </a:ext>
            </a:extLst>
          </p:cNvPr>
          <p:cNvSpPr/>
          <p:nvPr/>
        </p:nvSpPr>
        <p:spPr>
          <a:xfrm>
            <a:off x="3014610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5C77D9-BB12-3516-16AE-DE47BB80945C}"/>
              </a:ext>
            </a:extLst>
          </p:cNvPr>
          <p:cNvSpPr/>
          <p:nvPr/>
        </p:nvSpPr>
        <p:spPr>
          <a:xfrm>
            <a:off x="3486097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8E22C98-4AEE-E338-074E-22ECDB8855FF}"/>
              </a:ext>
            </a:extLst>
          </p:cNvPr>
          <p:cNvSpPr/>
          <p:nvPr/>
        </p:nvSpPr>
        <p:spPr>
          <a:xfrm>
            <a:off x="887677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27E4FA2-E5F1-E5A2-B35F-ECBE4C278820}"/>
              </a:ext>
            </a:extLst>
          </p:cNvPr>
          <p:cNvSpPr/>
          <p:nvPr/>
        </p:nvSpPr>
        <p:spPr>
          <a:xfrm>
            <a:off x="1359164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210E978-F3E2-CF7B-EAB7-1D2011153719}"/>
              </a:ext>
            </a:extLst>
          </p:cNvPr>
          <p:cNvSpPr txBox="1"/>
          <p:nvPr/>
        </p:nvSpPr>
        <p:spPr>
          <a:xfrm>
            <a:off x="2972756" y="2590892"/>
            <a:ext cx="1726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F79C3D9-CFFD-D897-CE78-2F68BB783B94}"/>
              </a:ext>
            </a:extLst>
          </p:cNvPr>
          <p:cNvSpPr txBox="1"/>
          <p:nvPr/>
        </p:nvSpPr>
        <p:spPr>
          <a:xfrm>
            <a:off x="5161951" y="1013451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5,89</a:t>
            </a:r>
          </a:p>
          <a:p>
            <a:pPr algn="r"/>
            <a:r>
              <a:rPr lang="en-GB" sz="2800" dirty="0"/>
              <a:t>+ 0,42</a:t>
            </a:r>
          </a:p>
          <a:p>
            <a:pPr algn="r"/>
            <a:r>
              <a:rPr lang="en-GB" sz="2800" dirty="0"/>
              <a:t>= 6,31</a:t>
            </a:r>
            <a:endParaRPr lang="en-GB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87ED0B9-E45B-3502-B91B-E855B802E04C}"/>
              </a:ext>
            </a:extLst>
          </p:cNvPr>
          <p:cNvSpPr txBox="1"/>
          <p:nvPr/>
        </p:nvSpPr>
        <p:spPr>
          <a:xfrm>
            <a:off x="5161951" y="2906674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1,59</a:t>
            </a:r>
          </a:p>
          <a:p>
            <a:pPr algn="r"/>
            <a:r>
              <a:rPr lang="en-GB" sz="2800" dirty="0"/>
              <a:t>− 0,86</a:t>
            </a:r>
          </a:p>
          <a:p>
            <a:pPr algn="r"/>
            <a:r>
              <a:rPr lang="en-GB" sz="2800" dirty="0"/>
              <a:t>= 0,73</a:t>
            </a:r>
            <a:endParaRPr lang="en-GB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1BE87AF-F831-EA65-442A-AF1019254D09}"/>
              </a:ext>
            </a:extLst>
          </p:cNvPr>
          <p:cNvSpPr/>
          <p:nvPr/>
        </p:nvSpPr>
        <p:spPr>
          <a:xfrm>
            <a:off x="286851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069CA1D-A310-E8B9-B47B-603B73AA05B1}"/>
              </a:ext>
            </a:extLst>
          </p:cNvPr>
          <p:cNvSpPr/>
          <p:nvPr/>
        </p:nvSpPr>
        <p:spPr>
          <a:xfrm>
            <a:off x="722543" y="1163392"/>
            <a:ext cx="92405" cy="9240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F2AE0F2-8FC3-5074-E7AA-D598D9CF1FB9}"/>
              </a:ext>
            </a:extLst>
          </p:cNvPr>
          <p:cNvSpPr txBox="1"/>
          <p:nvPr/>
        </p:nvSpPr>
        <p:spPr>
          <a:xfrm>
            <a:off x="2397032" y="88583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</a:t>
            </a:r>
            <a:endParaRPr lang="en-GB" sz="24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92C316D-E83D-B4CD-B794-C8D233E94ECE}"/>
              </a:ext>
            </a:extLst>
          </p:cNvPr>
          <p:cNvSpPr txBox="1"/>
          <p:nvPr/>
        </p:nvSpPr>
        <p:spPr>
          <a:xfrm>
            <a:off x="8569475" y="1013451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8,54</a:t>
            </a:r>
          </a:p>
          <a:p>
            <a:pPr algn="r"/>
            <a:r>
              <a:rPr lang="en-GB" sz="2800" dirty="0"/>
              <a:t>+ 0,63</a:t>
            </a:r>
          </a:p>
          <a:p>
            <a:pPr algn="r"/>
            <a:r>
              <a:rPr lang="en-GB" sz="2800" dirty="0"/>
              <a:t>= 9,17</a:t>
            </a:r>
            <a:endParaRPr lang="en-GB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7A8748B-9373-154E-A6BD-7FE407350524}"/>
              </a:ext>
            </a:extLst>
          </p:cNvPr>
          <p:cNvSpPr txBox="1"/>
          <p:nvPr/>
        </p:nvSpPr>
        <p:spPr>
          <a:xfrm>
            <a:off x="8569475" y="2898362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4,29</a:t>
            </a:r>
          </a:p>
          <a:p>
            <a:pPr algn="r"/>
            <a:r>
              <a:rPr lang="en-GB" sz="2800" dirty="0"/>
              <a:t>− 0,58</a:t>
            </a:r>
          </a:p>
          <a:p>
            <a:pPr algn="r"/>
            <a:r>
              <a:rPr lang="en-GB" sz="2800" dirty="0"/>
              <a:t>= 3,71</a:t>
            </a:r>
            <a:endParaRPr lang="en-GB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7622950-4DFD-7FA0-3761-F2EFBB92B101}"/>
              </a:ext>
            </a:extLst>
          </p:cNvPr>
          <p:cNvSpPr txBox="1"/>
          <p:nvPr/>
        </p:nvSpPr>
        <p:spPr>
          <a:xfrm>
            <a:off x="6865713" y="1013451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7,12</a:t>
            </a:r>
          </a:p>
          <a:p>
            <a:pPr algn="r"/>
            <a:r>
              <a:rPr lang="en-GB" sz="2800" dirty="0"/>
              <a:t>+ 0,93</a:t>
            </a:r>
          </a:p>
          <a:p>
            <a:pPr algn="r"/>
            <a:r>
              <a:rPr lang="en-GB" sz="2800" dirty="0"/>
              <a:t>= 8,05</a:t>
            </a:r>
            <a:endParaRPr lang="en-GB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C79F693-F5BB-8C8A-8F28-D3C1B0D1673E}"/>
              </a:ext>
            </a:extLst>
          </p:cNvPr>
          <p:cNvSpPr txBox="1"/>
          <p:nvPr/>
        </p:nvSpPr>
        <p:spPr>
          <a:xfrm>
            <a:off x="6865713" y="2873424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3,47</a:t>
            </a:r>
          </a:p>
          <a:p>
            <a:pPr algn="r"/>
            <a:r>
              <a:rPr lang="en-GB" sz="2800" dirty="0"/>
              <a:t>− 0,56</a:t>
            </a:r>
          </a:p>
          <a:p>
            <a:pPr algn="r"/>
            <a:r>
              <a:rPr lang="en-GB" sz="2800" dirty="0"/>
              <a:t>= 2,91</a:t>
            </a:r>
            <a:endParaRPr lang="en-GB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5CFF516-D0F5-614B-355E-99C96922A09C}"/>
              </a:ext>
            </a:extLst>
          </p:cNvPr>
          <p:cNvSpPr/>
          <p:nvPr/>
        </p:nvSpPr>
        <p:spPr>
          <a:xfrm>
            <a:off x="2800038" y="1163392"/>
            <a:ext cx="92405" cy="9240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127505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C479D12-DE48-0BDE-E504-491E0A82D9F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98" b="-1"/>
          <a:stretch/>
        </p:blipFill>
        <p:spPr>
          <a:xfrm>
            <a:off x="0" y="0"/>
            <a:ext cx="4852297" cy="3429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C839326-CA40-179C-65DE-5833420071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98" b="-1"/>
          <a:stretch/>
        </p:blipFill>
        <p:spPr>
          <a:xfrm>
            <a:off x="5053702" y="1"/>
            <a:ext cx="4852297" cy="34289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8EDF622-1FA8-F2D9-C44E-51B1D6E5D7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98" b="-1"/>
          <a:stretch/>
        </p:blipFill>
        <p:spPr>
          <a:xfrm>
            <a:off x="0" y="3556000"/>
            <a:ext cx="4852297" cy="3302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5B10FB-145E-91B2-2C51-1570517DB0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98" b="-1"/>
          <a:stretch/>
        </p:blipFill>
        <p:spPr>
          <a:xfrm>
            <a:off x="5053702" y="3556001"/>
            <a:ext cx="4852297" cy="330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673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702118A-7818-5206-80D8-FC2676D09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4866640" cy="338626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CCF972-9BFF-CECE-A978-223D22928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0"/>
            <a:ext cx="4968240" cy="33862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24D761A-A4D6-9BB2-C4AF-AAED4ACBB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71740"/>
            <a:ext cx="4866640" cy="33862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8C278B-6D42-69AD-7ECD-1BBA7A1AD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3471741"/>
            <a:ext cx="4968240" cy="3386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762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8DC6FCD-811B-436E-9FEE-FC957486C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38" y="0"/>
            <a:ext cx="990352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7270C8-B986-835D-2F8C-69115CF0AA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33" r="3" b="359"/>
          <a:stretch/>
        </p:blipFill>
        <p:spPr>
          <a:xfrm>
            <a:off x="161475" y="171717"/>
            <a:ext cx="4715835" cy="316742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106266-59CB-3525-15D5-20F26D20B1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80" b="303"/>
          <a:stretch/>
        </p:blipFill>
        <p:spPr>
          <a:xfrm>
            <a:off x="5033740" y="171717"/>
            <a:ext cx="4710780" cy="31674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7D3247-1E24-D97D-8A56-25307A8EC7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33" r="3" b="359"/>
          <a:stretch/>
        </p:blipFill>
        <p:spPr>
          <a:xfrm>
            <a:off x="161475" y="3510860"/>
            <a:ext cx="4715835" cy="31674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2194535-4CA3-6C36-E9DE-1A78A2E3456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80" b="303"/>
          <a:stretch/>
        </p:blipFill>
        <p:spPr>
          <a:xfrm>
            <a:off x="5033740" y="3510860"/>
            <a:ext cx="4710780" cy="316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601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F9B988-1CAB-BA30-4A76-427345453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83867" y="1102107"/>
            <a:ext cx="6806350" cy="46673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D6E986-1B94-33E4-8F72-FE8F38C32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83518" y="1121157"/>
            <a:ext cx="6806350" cy="4667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79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529921-D597-2488-065B-BE2D9460D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87859" y="1017691"/>
            <a:ext cx="6820132" cy="478726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68B17F-8FD0-F280-1095-4C9C63B4E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73728" y="1016433"/>
            <a:ext cx="6820132" cy="478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72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141D53-4F5C-5B2C-D636-5F5FF887B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02023" y="1001401"/>
            <a:ext cx="6830046" cy="48259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5A14314-7596-2ABD-4D7E-A0C1E5E2A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950978" y="1016001"/>
            <a:ext cx="6830046" cy="482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82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8C3B9-0431-7824-2D45-D016C59C1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448" y="1661269"/>
            <a:ext cx="8543925" cy="3535462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Турдуу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mathematicskgz@gmail.com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351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10429</TotalTime>
  <Words>242</Words>
  <Application>Microsoft Office PowerPoint</Application>
  <PresentationFormat>A4 Paper (210x297 mm)</PresentationFormat>
  <Paragraphs>95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Cambria Math</vt:lpstr>
      <vt:lpstr>Calibri</vt:lpstr>
      <vt:lpstr>Calibri Light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507</cp:revision>
  <cp:lastPrinted>2023-10-16T17:58:21Z</cp:lastPrinted>
  <dcterms:created xsi:type="dcterms:W3CDTF">2017-01-17T16:57:04Z</dcterms:created>
  <dcterms:modified xsi:type="dcterms:W3CDTF">2023-10-16T17:58:42Z</dcterms:modified>
</cp:coreProperties>
</file>