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5" r:id="rId4"/>
    <p:sldId id="917" r:id="rId5"/>
    <p:sldId id="912" r:id="rId6"/>
    <p:sldId id="918" r:id="rId7"/>
    <p:sldId id="919" r:id="rId8"/>
    <p:sldId id="274" r:id="rId9"/>
  </p:sldIdLst>
  <p:sldSz cx="9906000" cy="6858000" type="A4"/>
  <p:notesSz cx="7104063" cy="10234613"/>
  <p:embeddedFontLst>
    <p:embeddedFont>
      <p:font typeface="Bahnschrift" panose="020B0502040204020203" pitchFamily="34" charset="0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Script MT Bold" panose="03040602040607080904" pitchFamily="66" charset="0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10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609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3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6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3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3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1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6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4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Сандуу Ондуктар – Кошуу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9378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705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+ 3,7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+ 5,81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5,2 + 4,62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3,48 + 2,37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8,21 + 7,06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4,90 + 10,3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1,11 + 5,62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8,07 + 0,05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4,99 + 7,2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 + 3,3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6,07 + 0,09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7,9 + 6,31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6,67 + 4,14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1,9 + 4,3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0,58 + 4,06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7,32 + 4,49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13,07 + 0,95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0,73 + 4,07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12,4 + 3,57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4739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4044" y="1214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1C392-7230-263F-BA87-8164891C9154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50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8859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84081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+ 3,7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+ 5,81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5,2 + 4,62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3,48 + 2,37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8,21 + 7,06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4,90 + 10,3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1,11 + 5,62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8,07 + 0,05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4,99 + 7,2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 + 3,3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6,07 + 0,09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7,9 + 6,31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6,67 + 4,14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1,9 + 4,3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0,58 + 4,06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7,32 + 4,49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13,07 + 0,95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0,73 + 4,07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12,4 + 3,57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32,36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Total: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26847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7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1C84B-E172-BD38-6637-8981B96C71E5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123-19EF-F62F-5AC4-0B7DCB76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" y="65954"/>
            <a:ext cx="9713567" cy="33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9D059-A9DB-2CC2-4AC0-B489835D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" y="3606800"/>
            <a:ext cx="9713567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BFC6B-BE59-0E80-8192-70DBC0C2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545" y="2316853"/>
            <a:ext cx="6806451" cy="227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5C0BA-57F6-299D-F22D-FE335C56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7075" y="2265303"/>
            <a:ext cx="6806451" cy="227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0CFEB-1F53-5E54-7450-430B5C80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87696" y="2291078"/>
            <a:ext cx="6806451" cy="2275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ECA3-D44B-DE13-283B-1FA779A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66736" y="2178944"/>
            <a:ext cx="6806451" cy="24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8408</TotalTime>
  <Words>288</Words>
  <Application>Microsoft Office PowerPoint</Application>
  <PresentationFormat>A4 Paper (210x297 mm)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Bahnschrift</vt:lpstr>
      <vt:lpstr>Calibri Light</vt:lpstr>
      <vt:lpstr>Script MT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2023-10-16T17:32:03Z</cp:lastPrinted>
  <dcterms:created xsi:type="dcterms:W3CDTF">2017-01-17T16:57:04Z</dcterms:created>
  <dcterms:modified xsi:type="dcterms:W3CDTF">2023-10-16T17:33:13Z</dcterms:modified>
</cp:coreProperties>
</file>