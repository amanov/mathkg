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40" r:id="rId3"/>
    <p:sldId id="939" r:id="rId4"/>
    <p:sldId id="941" r:id="rId5"/>
  </p:sldIdLst>
  <p:sldSz cx="9906000" cy="6858000" type="A4"/>
  <p:notesSz cx="6669088" cy="9926638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alibri Light" panose="020F0302020204030204" pitchFamily="34" charset="0"/>
      <p:regular r:id="rId11"/>
      <p:italic r:id="rId12"/>
    </p:embeddedFont>
    <p:embeddedFont>
      <p:font typeface="Ravie" panose="040408050508090206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95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52277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0331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551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60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7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9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331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33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799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10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92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126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40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28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Кошуу ––– 3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команданын квадратын ээлөө үчүн жооп кутучасынын боёлгон бөлүгүн басыңыз.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7159986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3,91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6,15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4,47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3,92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3,61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4,36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7,06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7,93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3,96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4,71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6,21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2,38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7,04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5,58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3,62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219763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2,31 + 2,4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4,56 + 3,4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4,3 + 1,28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0,82 + 2,8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0,7 + 1,68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0,56 + 3,4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6,2 + 0,84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 + 2,45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3,4 + 0,51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 + 1,26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2,01 + 1,6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 + 2,67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2,2 + 1,72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4,7 + 3,23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4,91 + 1,3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4,8 + 2,26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943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8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8388</TotalTime>
  <Words>178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 Light</vt:lpstr>
      <vt:lpstr>Arial</vt:lpstr>
      <vt:lpstr>Calibri</vt:lpstr>
      <vt:lpstr>Ravie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373</cp:revision>
  <cp:lastPrinted>2017-12-31T22:38:51Z</cp:lastPrinted>
  <dcterms:created xsi:type="dcterms:W3CDTF">2017-01-17T16:57:04Z</dcterms:created>
  <dcterms:modified xsi:type="dcterms:W3CDTF">2023-10-17T16:21:31Z</dcterms:modified>
</cp:coreProperties>
</file>