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30" r:id="rId3"/>
  </p:sldMasterIdLst>
  <p:notesMasterIdLst>
    <p:notesMasterId r:id="rId25"/>
  </p:notesMasterIdLst>
  <p:sldIdLst>
    <p:sldId id="973" r:id="rId4"/>
    <p:sldId id="974" r:id="rId5"/>
    <p:sldId id="851" r:id="rId6"/>
    <p:sldId id="950" r:id="rId7"/>
    <p:sldId id="964" r:id="rId8"/>
    <p:sldId id="965" r:id="rId9"/>
    <p:sldId id="967" r:id="rId10"/>
    <p:sldId id="958" r:id="rId11"/>
    <p:sldId id="968" r:id="rId12"/>
    <p:sldId id="962" r:id="rId13"/>
    <p:sldId id="970" r:id="rId14"/>
    <p:sldId id="963" r:id="rId15"/>
    <p:sldId id="959" r:id="rId16"/>
    <p:sldId id="966" r:id="rId17"/>
    <p:sldId id="969" r:id="rId18"/>
    <p:sldId id="960" r:id="rId19"/>
    <p:sldId id="971" r:id="rId20"/>
    <p:sldId id="961" r:id="rId21"/>
    <p:sldId id="972" r:id="rId22"/>
    <p:sldId id="940" r:id="rId23"/>
    <p:sldId id="274" r:id="rId24"/>
  </p:sldIdLst>
  <p:sldSz cx="9906000" cy="6858000" type="A4"/>
  <p:notesSz cx="6669088" cy="9926638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libri Light" panose="020F0302020204030204" pitchFamily="34" charset="0"/>
      <p:regular r:id="rId30"/>
      <p:italic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2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1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3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6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228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9061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70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863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4364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2450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185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8845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3248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4081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2600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72420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868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943689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787786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989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536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811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320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635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7916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3880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5449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596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2038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998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011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303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Сандуу Ондуктар – Кошуу – Бинго.жооптору менен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тордон тогуз жоопту тандап, дептердеги 3х3 чакмакка каалагандай коюшат.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749233" y="3759183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кошуу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12,72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4,88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13,31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3,82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3,83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14,03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3,19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16,22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12,62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8,38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13,95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18,14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3,07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13,72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4,08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25719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AD826A-866F-7DA4-2810-2A24E5293489}"/>
              </a:ext>
            </a:extLst>
          </p:cNvPr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13,95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1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12,62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0FB4F3-8C4A-AFA5-C7A5-B1165983F803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86280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5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3,82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7BE96D-BFB3-77CC-8C7D-9DA3FA2A2CC6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19250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4,88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200F7B-512F-BCAA-7CE6-B0415AB2F540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3E612C7-69E9-E5BD-7E75-F7FD0B1A67DB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164ACC3-B3F9-7E80-4FB3-6377C3586A45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973B93-5DE3-819A-7640-357D3B8D2D68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0E5FEF6-3A6E-4874-4794-3DA49BBB033A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75C399-F465-5C34-EBD0-0BAD40901973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03840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12,72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256B90-2EA6-360F-5490-1695ADA8F14A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82857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3,19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657142-A28C-BF76-3C8A-93CFBD46E31D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F2A51F-1171-3983-968B-CB1F3706564A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F92DB33-DA3F-634D-5F1A-EC916CF731B3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B9EFF0B-A0D1-64EB-0305-D2E38A5A735F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E4A119-A607-AF35-3E66-EC6A66760ACF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0490CE-C109-A157-5ABB-5E436CC38BF1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31242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13,72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9D5453-3763-344E-DDEE-88935B5E9D53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45467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D6CCB7F-957E-8E84-1560-84E5FECCB7DE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6470FA8-132E-686C-E04D-97D67EF801F3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F992130-13E8-6CC4-F524-E4A0A0BA056C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CC61E08-173A-C149-D50C-77FA86748226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FC4DB67-93E8-3856-9643-01FB7B90A93F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E63B40C-27E2-EC39-78DF-D5B27EA8B026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2,08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B0DAD1-7A81-FE27-AF6B-6AC21C6EA992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8046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5" grpId="0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13,31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178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6399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1017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563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025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19CEB0-D707-F3B9-BF84-EE7147699597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55156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18,14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B20E7F-30FE-7CE2-516C-4B1D96D4E6E9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220211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3,83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48C937-6EC8-0884-8FC5-E7A7123010B7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74996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4,08</a:t>
            </a: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C140F67-3B0F-7881-003B-BBFC291DF700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DC3B9C5-8D08-BC73-ED4C-925C93CF329C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56534CC-948F-7DA1-D2D6-5165018EEB4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B214C9A-1F6B-BB35-9301-D340C62FC21E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0695BA6-FC0D-A78B-04D2-3A9802CAFE26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35B57B-A867-6807-F71D-8AC7CBD7E590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7245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49" grpId="0"/>
      <p:bldP spid="50" grpId="0"/>
      <p:bldP spid="51" grpId="0"/>
      <p:bldP spid="52" grpId="0"/>
      <p:bldP spid="6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14,03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9CB16A-EF43-23B2-3F56-F3FBA26793DB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58924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CA8B0E-2A82-F6E1-98E9-EBED6EDFA7CD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F59B037-E4B6-8AC6-824F-B57672D05A3C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D31B429-C7DE-D319-CCEC-321FFA07A835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EB7563-37B8-3A51-6450-E9F3F73991B7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4E7F074-D9D2-898A-0530-737AFE35A5E9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A159944-CBB2-B219-9319-AD79D692E13F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8,38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34E575-6B21-495F-F42B-E1AF2A3D260C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705974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5" grpId="0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153297" y="5602778"/>
            <a:ext cx="3378446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16,22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1C7977-5B8F-D626-9C93-753F1289AEEB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768929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6" grpId="0"/>
      <p:bldP spid="49" grpId="0"/>
      <p:bldP spid="50" grpId="0"/>
      <p:bldP spid="51" grpId="0"/>
      <p:bldP spid="52" grpId="0"/>
      <p:bldP spid="6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5D896BC-2846-1BFB-EB77-7967077FA034}"/>
              </a:ext>
            </a:extLst>
          </p:cNvPr>
          <p:cNvSpPr/>
          <p:nvPr/>
        </p:nvSpPr>
        <p:spPr>
          <a:xfrm>
            <a:off x="1990289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6B57BB-DEE6-CCBF-3E4D-8C872A098763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75F0F8A-EBF9-582E-E326-479D07B9ECB8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A8F011D-4A69-C243-4B37-B56895E99D09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8C55775-23DD-AEC2-87FE-A7E6BF865C59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B050A44-6705-EA80-ED12-B5A3E05FED1C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8859061-1E47-DFCE-3BB3-81D3B9741323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3,07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AE4C15-361D-C11A-E16C-FC13CD989FCC}"/>
              </a:ext>
            </a:extLst>
          </p:cNvPr>
          <p:cNvSpPr txBox="1"/>
          <p:nvPr/>
        </p:nvSpPr>
        <p:spPr>
          <a:xfrm>
            <a:off x="1069760" y="1556204"/>
            <a:ext cx="7783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Кошуу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89280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5" grpId="0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8855</TotalTime>
  <Words>576</Words>
  <Application>Microsoft Office PowerPoint</Application>
  <PresentationFormat>A4 Paper (210x297 mm)</PresentationFormat>
  <Paragraphs>267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 Light</vt:lpstr>
      <vt:lpstr>Arial</vt:lpstr>
      <vt:lpstr>Calibri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407</cp:revision>
  <cp:lastPrinted>2017-12-31T22:38:51Z</cp:lastPrinted>
  <dcterms:created xsi:type="dcterms:W3CDTF">2017-01-17T16:57:04Z</dcterms:created>
  <dcterms:modified xsi:type="dcterms:W3CDTF">2023-10-17T16:31:45Z</dcterms:modified>
</cp:coreProperties>
</file>