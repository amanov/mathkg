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0" r:id="rId3"/>
    <p:sldId id="948" r:id="rId4"/>
    <p:sldId id="947" r:id="rId5"/>
    <p:sldId id="949" r:id="rId6"/>
    <p:sldId id="951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54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52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</a:t>
            </a:r>
            <a:r>
              <a:rPr lang="ru-RU" sz="2400" dirty="0">
                <a:solidFill>
                  <a:prstClr val="black"/>
                </a:solidFill>
                <a:latin typeface="Calibri" panose="020F0502020204030204"/>
              </a:rPr>
              <a:t>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ошуу жана Кемитүү ––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637606"/>
            <a:ext cx="3020256" cy="609847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631904"/>
            <a:ext cx="3020256" cy="6104176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637606"/>
            <a:ext cx="3020256" cy="6156207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551193" y="637606"/>
            <a:ext cx="2180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эсептөөлөрдү </a:t>
            </a:r>
          </a:p>
          <a:p>
            <a:pPr algn="ctr"/>
            <a:r>
              <a:rPr lang="ru-RU" sz="2000" dirty="0"/>
              <a:t>бүтүрүңүз.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6729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F2282-E60E-B037-24B2-360B04A15A94}"/>
              </a:ext>
            </a:extLst>
          </p:cNvPr>
          <p:cNvSpPr txBox="1"/>
          <p:nvPr/>
        </p:nvSpPr>
        <p:spPr>
          <a:xfrm>
            <a:off x="634750" y="1385754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0,21</a:t>
            </a:r>
          </a:p>
          <a:p>
            <a:pPr algn="r"/>
            <a:r>
              <a:rPr lang="en-GB" sz="2400" spc="300" dirty="0"/>
              <a:t>+  0,04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C02AEA-3741-D090-A67D-C59DA4450C70}"/>
              </a:ext>
            </a:extLst>
          </p:cNvPr>
          <p:cNvCxnSpPr>
            <a:cxnSpLocks/>
          </p:cNvCxnSpPr>
          <p:nvPr/>
        </p:nvCxnSpPr>
        <p:spPr>
          <a:xfrm>
            <a:off x="1014152" y="2161309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C1B4249-3F45-6FD9-FAA2-EBB22926EF4A}"/>
              </a:ext>
            </a:extLst>
          </p:cNvPr>
          <p:cNvSpPr txBox="1"/>
          <p:nvPr/>
        </p:nvSpPr>
        <p:spPr>
          <a:xfrm>
            <a:off x="131166" y="30251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9F7091-0A87-0668-11B7-F6B5B44C286F}"/>
              </a:ext>
            </a:extLst>
          </p:cNvPr>
          <p:cNvSpPr txBox="1"/>
          <p:nvPr/>
        </p:nvSpPr>
        <p:spPr>
          <a:xfrm>
            <a:off x="1308081" y="2737958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0,67</a:t>
            </a:r>
          </a:p>
          <a:p>
            <a:pPr algn="r"/>
            <a:r>
              <a:rPr lang="en-GB" sz="2400" spc="300" dirty="0"/>
              <a:t>−  0,11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481F7B-7617-DBA6-6015-24EC85CE0128}"/>
              </a:ext>
            </a:extLst>
          </p:cNvPr>
          <p:cNvCxnSpPr>
            <a:cxnSpLocks/>
          </p:cNvCxnSpPr>
          <p:nvPr/>
        </p:nvCxnSpPr>
        <p:spPr>
          <a:xfrm>
            <a:off x="1687483" y="3513513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7C35068-CEC6-D362-5FB6-62657B510C9B}"/>
              </a:ext>
            </a:extLst>
          </p:cNvPr>
          <p:cNvSpPr txBox="1"/>
          <p:nvPr/>
        </p:nvSpPr>
        <p:spPr>
          <a:xfrm>
            <a:off x="131166" y="437739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9120B2-20D6-CF99-C603-A170A8D8D365}"/>
              </a:ext>
            </a:extLst>
          </p:cNvPr>
          <p:cNvSpPr txBox="1"/>
          <p:nvPr/>
        </p:nvSpPr>
        <p:spPr>
          <a:xfrm>
            <a:off x="634751" y="4090162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1,24</a:t>
            </a:r>
          </a:p>
          <a:p>
            <a:pPr algn="r"/>
            <a:r>
              <a:rPr lang="en-GB" sz="2400" spc="300" dirty="0"/>
              <a:t>+  1,53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4319D81-772A-AD6A-62BD-BD3EDBB9BE01}"/>
              </a:ext>
            </a:extLst>
          </p:cNvPr>
          <p:cNvCxnSpPr>
            <a:cxnSpLocks/>
          </p:cNvCxnSpPr>
          <p:nvPr/>
        </p:nvCxnSpPr>
        <p:spPr>
          <a:xfrm>
            <a:off x="1014153" y="4865717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41FC343-FEC4-C213-5A02-B17244C69311}"/>
              </a:ext>
            </a:extLst>
          </p:cNvPr>
          <p:cNvSpPr txBox="1"/>
          <p:nvPr/>
        </p:nvSpPr>
        <p:spPr>
          <a:xfrm>
            <a:off x="131166" y="57296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D633B0-CD0F-E216-61A3-2D496ACA2839}"/>
              </a:ext>
            </a:extLst>
          </p:cNvPr>
          <p:cNvSpPr txBox="1"/>
          <p:nvPr/>
        </p:nvSpPr>
        <p:spPr>
          <a:xfrm>
            <a:off x="1300098" y="5442366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0,43</a:t>
            </a:r>
          </a:p>
          <a:p>
            <a:pPr algn="r"/>
            <a:r>
              <a:rPr lang="en-GB" sz="2400" spc="300" dirty="0"/>
              <a:t>−  0,25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AA3DEBF-3898-144A-CF23-51003C6398BC}"/>
              </a:ext>
            </a:extLst>
          </p:cNvPr>
          <p:cNvCxnSpPr>
            <a:cxnSpLocks/>
          </p:cNvCxnSpPr>
          <p:nvPr/>
        </p:nvCxnSpPr>
        <p:spPr>
          <a:xfrm>
            <a:off x="1679500" y="6217921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A07CA4B-7440-168D-557D-AF2EED8DE0F1}"/>
              </a:ext>
            </a:extLst>
          </p:cNvPr>
          <p:cNvSpPr txBox="1"/>
          <p:nvPr/>
        </p:nvSpPr>
        <p:spPr>
          <a:xfrm>
            <a:off x="4259865" y="791494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27C9D3-AA4F-E5F1-77F3-F8D6A1073637}"/>
              </a:ext>
            </a:extLst>
          </p:cNvPr>
          <p:cNvSpPr txBox="1"/>
          <p:nvPr/>
        </p:nvSpPr>
        <p:spPr>
          <a:xfrm>
            <a:off x="3439632" y="14710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FDC69B-CD52-C52C-9C66-BACDE5FD64D7}"/>
              </a:ext>
            </a:extLst>
          </p:cNvPr>
          <p:cNvSpPr txBox="1"/>
          <p:nvPr/>
        </p:nvSpPr>
        <p:spPr>
          <a:xfrm>
            <a:off x="4159554" y="1394066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0,35 + 0,38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0D0FF8-1584-D19F-2E1D-964328D82572}"/>
              </a:ext>
            </a:extLst>
          </p:cNvPr>
          <p:cNvSpPr txBox="1"/>
          <p:nvPr/>
        </p:nvSpPr>
        <p:spPr>
          <a:xfrm>
            <a:off x="3439632" y="25828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3A187A2-5B36-689C-1B07-99DFABB7792F}"/>
              </a:ext>
            </a:extLst>
          </p:cNvPr>
          <p:cNvSpPr txBox="1"/>
          <p:nvPr/>
        </p:nvSpPr>
        <p:spPr>
          <a:xfrm>
            <a:off x="3920453" y="2505893"/>
            <a:ext cx="224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0,28 + 0,5 + 0,04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18E9754-A2A7-1D2C-291B-C6C5D2681942}"/>
              </a:ext>
            </a:extLst>
          </p:cNvPr>
          <p:cNvSpPr txBox="1"/>
          <p:nvPr/>
        </p:nvSpPr>
        <p:spPr>
          <a:xfrm>
            <a:off x="3439632" y="369466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84B701C-150B-602C-41DD-1924AF97D8CC}"/>
              </a:ext>
            </a:extLst>
          </p:cNvPr>
          <p:cNvSpPr txBox="1"/>
          <p:nvPr/>
        </p:nvSpPr>
        <p:spPr>
          <a:xfrm>
            <a:off x="4159554" y="3617720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1,63 − 0,48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15B812C-3EF9-AB80-2419-FE41AE69B2FB}"/>
              </a:ext>
            </a:extLst>
          </p:cNvPr>
          <p:cNvSpPr txBox="1"/>
          <p:nvPr/>
        </p:nvSpPr>
        <p:spPr>
          <a:xfrm>
            <a:off x="3439632" y="48064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309BD2D-FE70-8E64-E008-D9FB79CCE762}"/>
              </a:ext>
            </a:extLst>
          </p:cNvPr>
          <p:cNvSpPr txBox="1"/>
          <p:nvPr/>
        </p:nvSpPr>
        <p:spPr>
          <a:xfrm>
            <a:off x="4159554" y="4729547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2,32 − 1,54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35686DB-34F7-101A-4258-BB70AE7A7738}"/>
              </a:ext>
            </a:extLst>
          </p:cNvPr>
          <p:cNvSpPr txBox="1"/>
          <p:nvPr/>
        </p:nvSpPr>
        <p:spPr>
          <a:xfrm>
            <a:off x="3439632" y="591831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F0CD8EF-DFF5-227F-6BC0-88CB8FA68862}"/>
              </a:ext>
            </a:extLst>
          </p:cNvPr>
          <p:cNvSpPr txBox="1"/>
          <p:nvPr/>
        </p:nvSpPr>
        <p:spPr>
          <a:xfrm>
            <a:off x="4003581" y="5841375"/>
            <a:ext cx="224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4,25 − 1,48 + 0,2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BE0C5CB-D7BF-A542-CD7D-C8E5AE35C35B}"/>
              </a:ext>
            </a:extLst>
          </p:cNvPr>
          <p:cNvSpPr txBox="1"/>
          <p:nvPr/>
        </p:nvSpPr>
        <p:spPr>
          <a:xfrm>
            <a:off x="7396165" y="3193357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AC9203D-3C65-8EA2-5C90-2BB8443F90D8}"/>
              </a:ext>
            </a:extLst>
          </p:cNvPr>
          <p:cNvSpPr/>
          <p:nvPr/>
        </p:nvSpPr>
        <p:spPr>
          <a:xfrm>
            <a:off x="8030097" y="791986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4,91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79A532C-BB60-012A-71A9-606D24FB1C07}"/>
              </a:ext>
            </a:extLst>
          </p:cNvPr>
          <p:cNvSpPr/>
          <p:nvPr/>
        </p:nvSpPr>
        <p:spPr>
          <a:xfrm>
            <a:off x="8030097" y="1290749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2,17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5403525-21E4-0E2E-21D1-AA1B9F20CB9D}"/>
              </a:ext>
            </a:extLst>
          </p:cNvPr>
          <p:cNvSpPr txBox="1"/>
          <p:nvPr/>
        </p:nvSpPr>
        <p:spPr>
          <a:xfrm>
            <a:off x="7616720" y="1359531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E14365E7-BDF0-101E-74AC-F52454C840A8}"/>
              </a:ext>
            </a:extLst>
          </p:cNvPr>
          <p:cNvSpPr/>
          <p:nvPr/>
        </p:nvSpPr>
        <p:spPr>
          <a:xfrm>
            <a:off x="7805652" y="1797825"/>
            <a:ext cx="1812174" cy="5585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жүздөн төрт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5A6E328-9B73-392E-1D25-6AB7A82EF886}"/>
              </a:ext>
            </a:extLst>
          </p:cNvPr>
          <p:cNvSpPr txBox="1"/>
          <p:nvPr/>
        </p:nvSpPr>
        <p:spPr>
          <a:xfrm>
            <a:off x="7394092" y="1851974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219AB252-1163-26D0-EE64-839534CB3536}"/>
              </a:ext>
            </a:extLst>
          </p:cNvPr>
          <p:cNvSpPr/>
          <p:nvPr/>
        </p:nvSpPr>
        <p:spPr>
          <a:xfrm>
            <a:off x="7805652" y="2455242"/>
            <a:ext cx="1812174" cy="64132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ондон  о</a:t>
            </a:r>
            <a:r>
              <a:rPr lang="ru-RU" sz="2000" dirty="0">
                <a:solidFill>
                  <a:schemeClr val="tx1"/>
                </a:solidFill>
              </a:rPr>
              <a:t>н эки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4E949AD-8CA0-BA39-3573-B210C7145985}"/>
              </a:ext>
            </a:extLst>
          </p:cNvPr>
          <p:cNvSpPr txBox="1"/>
          <p:nvPr/>
        </p:nvSpPr>
        <p:spPr>
          <a:xfrm>
            <a:off x="7394092" y="2478305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614296C-274B-F074-4213-F67337107478}"/>
              </a:ext>
            </a:extLst>
          </p:cNvPr>
          <p:cNvSpPr txBox="1"/>
          <p:nvPr/>
        </p:nvSpPr>
        <p:spPr>
          <a:xfrm>
            <a:off x="6739785" y="9377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362F478-0DEB-87CD-922E-FA83EEE638E5}"/>
              </a:ext>
            </a:extLst>
          </p:cNvPr>
          <p:cNvSpPr txBox="1"/>
          <p:nvPr/>
        </p:nvSpPr>
        <p:spPr>
          <a:xfrm>
            <a:off x="7379751" y="6332148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 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63CB8031-0049-628C-B8FD-1A9D37207C64}"/>
              </a:ext>
            </a:extLst>
          </p:cNvPr>
          <p:cNvSpPr/>
          <p:nvPr/>
        </p:nvSpPr>
        <p:spPr>
          <a:xfrm>
            <a:off x="8030097" y="3984784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6,71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914BCEB9-771B-3117-BAAF-3F4F5EA6985E}"/>
              </a:ext>
            </a:extLst>
          </p:cNvPr>
          <p:cNvSpPr/>
          <p:nvPr/>
        </p:nvSpPr>
        <p:spPr>
          <a:xfrm>
            <a:off x="8030097" y="4483547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2,86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4214E7B-38AF-8A25-5FFC-199C908A542E}"/>
              </a:ext>
            </a:extLst>
          </p:cNvPr>
          <p:cNvSpPr txBox="1"/>
          <p:nvPr/>
        </p:nvSpPr>
        <p:spPr>
          <a:xfrm>
            <a:off x="7616721" y="4468491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5D144F-049E-1533-7184-86BD399F9D17}"/>
              </a:ext>
            </a:extLst>
          </p:cNvPr>
          <p:cNvSpPr/>
          <p:nvPr/>
        </p:nvSpPr>
        <p:spPr>
          <a:xfrm>
            <a:off x="7800221" y="5033473"/>
            <a:ext cx="1845424" cy="57087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жүздөн беш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6843FF9-1BFD-DBE9-658D-8F7BE6F076A9}"/>
              </a:ext>
            </a:extLst>
          </p:cNvPr>
          <p:cNvSpPr txBox="1"/>
          <p:nvPr/>
        </p:nvSpPr>
        <p:spPr>
          <a:xfrm>
            <a:off x="7374168" y="5088078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3F15414D-75DE-8C62-2BF0-6FAFFA3E7525}"/>
              </a:ext>
            </a:extLst>
          </p:cNvPr>
          <p:cNvSpPr/>
          <p:nvPr/>
        </p:nvSpPr>
        <p:spPr>
          <a:xfrm>
            <a:off x="7694031" y="5762271"/>
            <a:ext cx="2035415" cy="42278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1</a:t>
            </a:r>
            <a:r>
              <a:rPr lang="ru-RU" sz="1950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бүтүн жүздөн </a:t>
            </a:r>
            <a:r>
              <a:rPr lang="en-GB" sz="1950" dirty="0">
                <a:solidFill>
                  <a:schemeClr val="tx1"/>
                </a:solidFill>
              </a:rPr>
              <a:t>82</a:t>
            </a:r>
            <a:r>
              <a:rPr lang="ru-RU" sz="1950" dirty="0">
                <a:solidFill>
                  <a:schemeClr val="tx1"/>
                </a:solidFill>
              </a:rPr>
              <a:t> 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5C68294-2841-1AA5-868D-A0724E7E2558}"/>
              </a:ext>
            </a:extLst>
          </p:cNvPr>
          <p:cNvSpPr txBox="1"/>
          <p:nvPr/>
        </p:nvSpPr>
        <p:spPr>
          <a:xfrm>
            <a:off x="7320794" y="5759096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FF51622-ADBE-6EE6-83C2-236176F3CB4E}"/>
              </a:ext>
            </a:extLst>
          </p:cNvPr>
          <p:cNvSpPr txBox="1"/>
          <p:nvPr/>
        </p:nvSpPr>
        <p:spPr>
          <a:xfrm>
            <a:off x="6739785" y="40466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9C3B2-F236-D23C-9FA0-E800019AFDB3}"/>
              </a:ext>
            </a:extLst>
          </p:cNvPr>
          <p:cNvSpPr txBox="1"/>
          <p:nvPr/>
        </p:nvSpPr>
        <p:spPr>
          <a:xfrm>
            <a:off x="675537" y="86195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68EA4C-B704-8331-6616-8AC82C19AAD2}"/>
              </a:ext>
            </a:extLst>
          </p:cNvPr>
          <p:cNvSpPr/>
          <p:nvPr/>
        </p:nvSpPr>
        <p:spPr>
          <a:xfrm>
            <a:off x="4345466" y="146364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68E69-B3DC-FF3F-9972-772AC9A718CB}"/>
              </a:ext>
            </a:extLst>
          </p:cNvPr>
          <p:cNvSpPr txBox="1"/>
          <p:nvPr/>
        </p:nvSpPr>
        <p:spPr>
          <a:xfrm>
            <a:off x="7586241" y="7915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356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584486"/>
            <a:ext cx="3020256" cy="615159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554960"/>
            <a:ext cx="3020256" cy="61811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554960"/>
            <a:ext cx="3020256" cy="61811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551193" y="637606"/>
            <a:ext cx="21802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эсептөөлөрдү </a:t>
            </a:r>
          </a:p>
          <a:p>
            <a:pPr algn="ctr"/>
            <a:r>
              <a:rPr lang="ru-RU" sz="2000" dirty="0"/>
              <a:t>бүтүрүңүз.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6729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F2282-E60E-B037-24B2-360B04A15A94}"/>
              </a:ext>
            </a:extLst>
          </p:cNvPr>
          <p:cNvSpPr txBox="1"/>
          <p:nvPr/>
        </p:nvSpPr>
        <p:spPr>
          <a:xfrm>
            <a:off x="634750" y="1385754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0,21</a:t>
            </a:r>
          </a:p>
          <a:p>
            <a:pPr algn="r"/>
            <a:r>
              <a:rPr lang="en-GB" sz="2400" spc="300" dirty="0"/>
              <a:t>+  0,04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C02AEA-3741-D090-A67D-C59DA4450C70}"/>
              </a:ext>
            </a:extLst>
          </p:cNvPr>
          <p:cNvCxnSpPr>
            <a:cxnSpLocks/>
          </p:cNvCxnSpPr>
          <p:nvPr/>
        </p:nvCxnSpPr>
        <p:spPr>
          <a:xfrm>
            <a:off x="1014152" y="2161309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AF25BF-BFC0-4E60-92E5-4532AF18A5F6}"/>
              </a:ext>
            </a:extLst>
          </p:cNvPr>
          <p:cNvSpPr txBox="1"/>
          <p:nvPr/>
        </p:nvSpPr>
        <p:spPr>
          <a:xfrm>
            <a:off x="1057530" y="2145744"/>
            <a:ext cx="88197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spc="300" dirty="0"/>
              <a:t>0,25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1B4249-3F45-6FD9-FAA2-EBB22926EF4A}"/>
              </a:ext>
            </a:extLst>
          </p:cNvPr>
          <p:cNvSpPr txBox="1"/>
          <p:nvPr/>
        </p:nvSpPr>
        <p:spPr>
          <a:xfrm>
            <a:off x="131166" y="30251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9F7091-0A87-0668-11B7-F6B5B44C286F}"/>
              </a:ext>
            </a:extLst>
          </p:cNvPr>
          <p:cNvSpPr txBox="1"/>
          <p:nvPr/>
        </p:nvSpPr>
        <p:spPr>
          <a:xfrm>
            <a:off x="1308081" y="2737958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0,67</a:t>
            </a:r>
          </a:p>
          <a:p>
            <a:pPr algn="r"/>
            <a:r>
              <a:rPr lang="en-GB" sz="2400" spc="300" dirty="0"/>
              <a:t>−  0,11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481F7B-7617-DBA6-6015-24EC85CE0128}"/>
              </a:ext>
            </a:extLst>
          </p:cNvPr>
          <p:cNvCxnSpPr>
            <a:cxnSpLocks/>
          </p:cNvCxnSpPr>
          <p:nvPr/>
        </p:nvCxnSpPr>
        <p:spPr>
          <a:xfrm>
            <a:off x="1687483" y="3513513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3D57DB-5EC5-8DF1-1012-BF42123DAC93}"/>
              </a:ext>
            </a:extLst>
          </p:cNvPr>
          <p:cNvSpPr txBox="1"/>
          <p:nvPr/>
        </p:nvSpPr>
        <p:spPr>
          <a:xfrm>
            <a:off x="1730861" y="3497948"/>
            <a:ext cx="88197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spc="300" dirty="0"/>
              <a:t>0,56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C35068-CEC6-D362-5FB6-62657B510C9B}"/>
              </a:ext>
            </a:extLst>
          </p:cNvPr>
          <p:cNvSpPr txBox="1"/>
          <p:nvPr/>
        </p:nvSpPr>
        <p:spPr>
          <a:xfrm>
            <a:off x="131166" y="437739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9120B2-20D6-CF99-C603-A170A8D8D365}"/>
              </a:ext>
            </a:extLst>
          </p:cNvPr>
          <p:cNvSpPr txBox="1"/>
          <p:nvPr/>
        </p:nvSpPr>
        <p:spPr>
          <a:xfrm>
            <a:off x="634751" y="4090162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1,24</a:t>
            </a:r>
          </a:p>
          <a:p>
            <a:pPr algn="r"/>
            <a:r>
              <a:rPr lang="en-GB" sz="2400" spc="300" dirty="0"/>
              <a:t>+  1,53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4319D81-772A-AD6A-62BD-BD3EDBB9BE01}"/>
              </a:ext>
            </a:extLst>
          </p:cNvPr>
          <p:cNvCxnSpPr>
            <a:cxnSpLocks/>
          </p:cNvCxnSpPr>
          <p:nvPr/>
        </p:nvCxnSpPr>
        <p:spPr>
          <a:xfrm>
            <a:off x="1014153" y="4865717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65F99D1-81E3-5B3A-589B-306A85F8E0AB}"/>
              </a:ext>
            </a:extLst>
          </p:cNvPr>
          <p:cNvSpPr txBox="1"/>
          <p:nvPr/>
        </p:nvSpPr>
        <p:spPr>
          <a:xfrm>
            <a:off x="1057532" y="4850152"/>
            <a:ext cx="88197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spc="300" dirty="0"/>
              <a:t>2,77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1FC343-FEC4-C213-5A02-B17244C69311}"/>
              </a:ext>
            </a:extLst>
          </p:cNvPr>
          <p:cNvSpPr txBox="1"/>
          <p:nvPr/>
        </p:nvSpPr>
        <p:spPr>
          <a:xfrm>
            <a:off x="131166" y="57296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D633B0-CD0F-E216-61A3-2D496ACA2839}"/>
              </a:ext>
            </a:extLst>
          </p:cNvPr>
          <p:cNvSpPr txBox="1"/>
          <p:nvPr/>
        </p:nvSpPr>
        <p:spPr>
          <a:xfrm>
            <a:off x="1300098" y="5442366"/>
            <a:ext cx="1289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spc="300" dirty="0"/>
              <a:t>0,43</a:t>
            </a:r>
          </a:p>
          <a:p>
            <a:pPr algn="r"/>
            <a:r>
              <a:rPr lang="en-GB" sz="2400" spc="300" dirty="0"/>
              <a:t>−  0,25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AA3DEBF-3898-144A-CF23-51003C6398BC}"/>
              </a:ext>
            </a:extLst>
          </p:cNvPr>
          <p:cNvCxnSpPr>
            <a:cxnSpLocks/>
          </p:cNvCxnSpPr>
          <p:nvPr/>
        </p:nvCxnSpPr>
        <p:spPr>
          <a:xfrm>
            <a:off x="1679500" y="6217921"/>
            <a:ext cx="922712" cy="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26CDCA4-B2F1-47D1-BD8F-3FEE5899D027}"/>
              </a:ext>
            </a:extLst>
          </p:cNvPr>
          <p:cNvSpPr txBox="1"/>
          <p:nvPr/>
        </p:nvSpPr>
        <p:spPr>
          <a:xfrm>
            <a:off x="1722878" y="6202356"/>
            <a:ext cx="881973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spc="300" dirty="0"/>
              <a:t>0,18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07CA4B-7440-168D-557D-AF2EED8DE0F1}"/>
              </a:ext>
            </a:extLst>
          </p:cNvPr>
          <p:cNvSpPr txBox="1"/>
          <p:nvPr/>
        </p:nvSpPr>
        <p:spPr>
          <a:xfrm>
            <a:off x="4259865" y="791494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27C9D3-AA4F-E5F1-77F3-F8D6A1073637}"/>
              </a:ext>
            </a:extLst>
          </p:cNvPr>
          <p:cNvSpPr txBox="1"/>
          <p:nvPr/>
        </p:nvSpPr>
        <p:spPr>
          <a:xfrm>
            <a:off x="3439632" y="14710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FDC69B-CD52-C52C-9C66-BACDE5FD64D7}"/>
              </a:ext>
            </a:extLst>
          </p:cNvPr>
          <p:cNvSpPr txBox="1"/>
          <p:nvPr/>
        </p:nvSpPr>
        <p:spPr>
          <a:xfrm>
            <a:off x="4159554" y="1394066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0,35 + 0,38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FB5AD7-EB86-D707-1086-7B742A326718}"/>
              </a:ext>
            </a:extLst>
          </p:cNvPr>
          <p:cNvSpPr txBox="1"/>
          <p:nvPr/>
        </p:nvSpPr>
        <p:spPr>
          <a:xfrm>
            <a:off x="5146179" y="1804922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0,73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0D0FF8-1584-D19F-2E1D-964328D82572}"/>
              </a:ext>
            </a:extLst>
          </p:cNvPr>
          <p:cNvSpPr txBox="1"/>
          <p:nvPr/>
        </p:nvSpPr>
        <p:spPr>
          <a:xfrm>
            <a:off x="3439632" y="25828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3A187A2-5B36-689C-1B07-99DFABB7792F}"/>
              </a:ext>
            </a:extLst>
          </p:cNvPr>
          <p:cNvSpPr txBox="1"/>
          <p:nvPr/>
        </p:nvSpPr>
        <p:spPr>
          <a:xfrm>
            <a:off x="3920453" y="2505893"/>
            <a:ext cx="224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0,28 + 0,5 + 0,04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BD05AE2-B58E-5A81-0C08-0FC4B8F89AED}"/>
              </a:ext>
            </a:extLst>
          </p:cNvPr>
          <p:cNvSpPr txBox="1"/>
          <p:nvPr/>
        </p:nvSpPr>
        <p:spPr>
          <a:xfrm>
            <a:off x="5146179" y="2916749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0,82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18E9754-A2A7-1D2C-291B-C6C5D2681942}"/>
              </a:ext>
            </a:extLst>
          </p:cNvPr>
          <p:cNvSpPr txBox="1"/>
          <p:nvPr/>
        </p:nvSpPr>
        <p:spPr>
          <a:xfrm>
            <a:off x="3439632" y="369466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84B701C-150B-602C-41DD-1924AF97D8CC}"/>
              </a:ext>
            </a:extLst>
          </p:cNvPr>
          <p:cNvSpPr txBox="1"/>
          <p:nvPr/>
        </p:nvSpPr>
        <p:spPr>
          <a:xfrm>
            <a:off x="4159554" y="3617720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1,63 − 0,48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7CAE3E3-8C0A-3301-1D64-7E80FFF6B386}"/>
              </a:ext>
            </a:extLst>
          </p:cNvPr>
          <p:cNvSpPr txBox="1"/>
          <p:nvPr/>
        </p:nvSpPr>
        <p:spPr>
          <a:xfrm>
            <a:off x="5146179" y="4028576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1,15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15B812C-3EF9-AB80-2419-FE41AE69B2FB}"/>
              </a:ext>
            </a:extLst>
          </p:cNvPr>
          <p:cNvSpPr txBox="1"/>
          <p:nvPr/>
        </p:nvSpPr>
        <p:spPr>
          <a:xfrm>
            <a:off x="3439632" y="48064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309BD2D-FE70-8E64-E008-D9FB79CCE762}"/>
              </a:ext>
            </a:extLst>
          </p:cNvPr>
          <p:cNvSpPr txBox="1"/>
          <p:nvPr/>
        </p:nvSpPr>
        <p:spPr>
          <a:xfrm>
            <a:off x="4159554" y="4729547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2,32 − 1,54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B152718-93C6-DB91-4B90-6316901F8C97}"/>
              </a:ext>
            </a:extLst>
          </p:cNvPr>
          <p:cNvSpPr txBox="1"/>
          <p:nvPr/>
        </p:nvSpPr>
        <p:spPr>
          <a:xfrm>
            <a:off x="5146179" y="5140403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0,78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35686DB-34F7-101A-4258-BB70AE7A7738}"/>
              </a:ext>
            </a:extLst>
          </p:cNvPr>
          <p:cNvSpPr txBox="1"/>
          <p:nvPr/>
        </p:nvSpPr>
        <p:spPr>
          <a:xfrm>
            <a:off x="3439632" y="591831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F0CD8EF-DFF5-227F-6BC0-88CB8FA68862}"/>
              </a:ext>
            </a:extLst>
          </p:cNvPr>
          <p:cNvSpPr txBox="1"/>
          <p:nvPr/>
        </p:nvSpPr>
        <p:spPr>
          <a:xfrm>
            <a:off x="4003581" y="5841375"/>
            <a:ext cx="224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/>
              <a:t>4,25 − 1,48 + 0,2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0B38348-23F8-8C27-46F8-8AF3F4464138}"/>
              </a:ext>
            </a:extLst>
          </p:cNvPr>
          <p:cNvSpPr txBox="1"/>
          <p:nvPr/>
        </p:nvSpPr>
        <p:spPr>
          <a:xfrm>
            <a:off x="5146179" y="6252231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2,97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BE0C5CB-D7BF-A542-CD7D-C8E5AE35C35B}"/>
              </a:ext>
            </a:extLst>
          </p:cNvPr>
          <p:cNvSpPr txBox="1"/>
          <p:nvPr/>
        </p:nvSpPr>
        <p:spPr>
          <a:xfrm>
            <a:off x="7509771" y="3152464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AC9203D-3C65-8EA2-5C90-2BB8443F90D8}"/>
              </a:ext>
            </a:extLst>
          </p:cNvPr>
          <p:cNvSpPr/>
          <p:nvPr/>
        </p:nvSpPr>
        <p:spPr>
          <a:xfrm>
            <a:off x="8030097" y="875824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4,91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79A532C-BB60-012A-71A9-606D24FB1C07}"/>
              </a:ext>
            </a:extLst>
          </p:cNvPr>
          <p:cNvSpPr/>
          <p:nvPr/>
        </p:nvSpPr>
        <p:spPr>
          <a:xfrm>
            <a:off x="8030097" y="1374587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2,17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5403525-21E4-0E2E-21D1-AA1B9F20CB9D}"/>
              </a:ext>
            </a:extLst>
          </p:cNvPr>
          <p:cNvSpPr txBox="1"/>
          <p:nvPr/>
        </p:nvSpPr>
        <p:spPr>
          <a:xfrm>
            <a:off x="7616720" y="1359531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E14365E7-BDF0-101E-74AC-F52454C840A8}"/>
              </a:ext>
            </a:extLst>
          </p:cNvPr>
          <p:cNvSpPr/>
          <p:nvPr/>
        </p:nvSpPr>
        <p:spPr>
          <a:xfrm>
            <a:off x="7738700" y="1878814"/>
            <a:ext cx="1879125" cy="60092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жүздөн төрт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5A6E328-9B73-392E-1D25-6AB7A82EF886}"/>
              </a:ext>
            </a:extLst>
          </p:cNvPr>
          <p:cNvSpPr txBox="1"/>
          <p:nvPr/>
        </p:nvSpPr>
        <p:spPr>
          <a:xfrm>
            <a:off x="7400525" y="1977468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219AB252-1163-26D0-EE64-839534CB3536}"/>
              </a:ext>
            </a:extLst>
          </p:cNvPr>
          <p:cNvSpPr/>
          <p:nvPr/>
        </p:nvSpPr>
        <p:spPr>
          <a:xfrm>
            <a:off x="7805652" y="2525170"/>
            <a:ext cx="1812173" cy="5138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ондон  о</a:t>
            </a:r>
            <a:r>
              <a:rPr lang="ru-RU" sz="2000" dirty="0">
                <a:solidFill>
                  <a:schemeClr val="tx1"/>
                </a:solidFill>
              </a:rPr>
              <a:t>н эки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4E949AD-8CA0-BA39-3573-B210C7145985}"/>
              </a:ext>
            </a:extLst>
          </p:cNvPr>
          <p:cNvSpPr txBox="1"/>
          <p:nvPr/>
        </p:nvSpPr>
        <p:spPr>
          <a:xfrm>
            <a:off x="7426668" y="2540210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74D8F3E-AA86-CB2C-A1B8-3FEAD18368DE}"/>
              </a:ext>
            </a:extLst>
          </p:cNvPr>
          <p:cNvSpPr txBox="1"/>
          <p:nvPr/>
        </p:nvSpPr>
        <p:spPr>
          <a:xfrm>
            <a:off x="7895762" y="3167520"/>
            <a:ext cx="72808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8,24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614296C-274B-F074-4213-F67337107478}"/>
              </a:ext>
            </a:extLst>
          </p:cNvPr>
          <p:cNvSpPr txBox="1"/>
          <p:nvPr/>
        </p:nvSpPr>
        <p:spPr>
          <a:xfrm>
            <a:off x="6739785" y="9377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362F478-0DEB-87CD-922E-FA83EEE638E5}"/>
              </a:ext>
            </a:extLst>
          </p:cNvPr>
          <p:cNvSpPr txBox="1"/>
          <p:nvPr/>
        </p:nvSpPr>
        <p:spPr>
          <a:xfrm>
            <a:off x="7329240" y="6238815"/>
            <a:ext cx="476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=  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63CB8031-0049-628C-B8FD-1A9D37207C64}"/>
              </a:ext>
            </a:extLst>
          </p:cNvPr>
          <p:cNvSpPr/>
          <p:nvPr/>
        </p:nvSpPr>
        <p:spPr>
          <a:xfrm>
            <a:off x="8030097" y="3984784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6,71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914BCEB9-771B-3117-BAAF-3F4F5EA6985E}"/>
              </a:ext>
            </a:extLst>
          </p:cNvPr>
          <p:cNvSpPr/>
          <p:nvPr/>
        </p:nvSpPr>
        <p:spPr>
          <a:xfrm>
            <a:off x="8030097" y="4483547"/>
            <a:ext cx="947648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2,86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4214E7B-38AF-8A25-5FFC-199C908A542E}"/>
              </a:ext>
            </a:extLst>
          </p:cNvPr>
          <p:cNvSpPr txBox="1"/>
          <p:nvPr/>
        </p:nvSpPr>
        <p:spPr>
          <a:xfrm>
            <a:off x="7616721" y="4468491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5D144F-049E-1533-7184-86BD399F9D17}"/>
              </a:ext>
            </a:extLst>
          </p:cNvPr>
          <p:cNvSpPr/>
          <p:nvPr/>
        </p:nvSpPr>
        <p:spPr>
          <a:xfrm>
            <a:off x="7455311" y="5005679"/>
            <a:ext cx="2162513" cy="4920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chemeClr val="tx1"/>
                </a:solidFill>
              </a:rPr>
              <a:t>нөл </a:t>
            </a:r>
            <a:r>
              <a:rPr lang="ru-RU" sz="1800" dirty="0">
                <a:solidFill>
                  <a:schemeClr val="tx1"/>
                </a:solidFill>
              </a:rPr>
              <a:t>бүтүн </a:t>
            </a:r>
            <a:r>
              <a:rPr lang="ru-RU" sz="1950" dirty="0">
                <a:solidFill>
                  <a:schemeClr val="tx1"/>
                </a:solidFill>
              </a:rPr>
              <a:t>жүздөн беш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6843FF9-1BFD-DBE9-658D-8F7BE6F076A9}"/>
              </a:ext>
            </a:extLst>
          </p:cNvPr>
          <p:cNvSpPr txBox="1"/>
          <p:nvPr/>
        </p:nvSpPr>
        <p:spPr>
          <a:xfrm>
            <a:off x="7179810" y="4990623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+ 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3F15414D-75DE-8C62-2BF0-6FAFFA3E7525}"/>
              </a:ext>
            </a:extLst>
          </p:cNvPr>
          <p:cNvSpPr/>
          <p:nvPr/>
        </p:nvSpPr>
        <p:spPr>
          <a:xfrm>
            <a:off x="7455311" y="5640655"/>
            <a:ext cx="2162513" cy="4315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dirty="0">
                <a:solidFill>
                  <a:schemeClr val="tx1"/>
                </a:solidFill>
              </a:rPr>
              <a:t>1</a:t>
            </a:r>
            <a:r>
              <a:rPr lang="ru-RU" sz="1800" dirty="0">
                <a:solidFill>
                  <a:schemeClr val="tx1"/>
                </a:solidFill>
              </a:rPr>
              <a:t> бүтүн жүздөн </a:t>
            </a:r>
            <a:r>
              <a:rPr lang="en-GB" sz="1800" dirty="0">
                <a:solidFill>
                  <a:schemeClr val="tx1"/>
                </a:solidFill>
              </a:rPr>
              <a:t>82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endParaRPr lang="en-GB" sz="1800" dirty="0">
              <a:solidFill>
                <a:schemeClr val="tx1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5C68294-2841-1AA5-868D-A0724E7E2558}"/>
              </a:ext>
            </a:extLst>
          </p:cNvPr>
          <p:cNvSpPr txBox="1"/>
          <p:nvPr/>
        </p:nvSpPr>
        <p:spPr>
          <a:xfrm>
            <a:off x="7125498" y="5640655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− 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A725F73-DC9B-7D25-4E59-74D51314D4A2}"/>
              </a:ext>
            </a:extLst>
          </p:cNvPr>
          <p:cNvSpPr txBox="1"/>
          <p:nvPr/>
        </p:nvSpPr>
        <p:spPr>
          <a:xfrm>
            <a:off x="7641137" y="6202356"/>
            <a:ext cx="72808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2,08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FF51622-ADBE-6EE6-83C2-236176F3CB4E}"/>
              </a:ext>
            </a:extLst>
          </p:cNvPr>
          <p:cNvSpPr txBox="1"/>
          <p:nvPr/>
        </p:nvSpPr>
        <p:spPr>
          <a:xfrm>
            <a:off x="6739785" y="40466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4F16B-67DC-255D-A336-E5054AB13DC0}"/>
              </a:ext>
            </a:extLst>
          </p:cNvPr>
          <p:cNvSpPr txBox="1"/>
          <p:nvPr/>
        </p:nvSpPr>
        <p:spPr>
          <a:xfrm>
            <a:off x="665638" y="-12367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9E0D9-612D-64DC-84BA-62FB00836FAC}"/>
              </a:ext>
            </a:extLst>
          </p:cNvPr>
          <p:cNvSpPr/>
          <p:nvPr/>
        </p:nvSpPr>
        <p:spPr>
          <a:xfrm>
            <a:off x="4345466" y="48636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DE75C-92F2-7381-D704-AC0760C85AC1}"/>
              </a:ext>
            </a:extLst>
          </p:cNvPr>
          <p:cNvSpPr txBox="1"/>
          <p:nvPr/>
        </p:nvSpPr>
        <p:spPr>
          <a:xfrm>
            <a:off x="7622287" y="-27873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5" grpId="0" animBg="1"/>
      <p:bldP spid="43" grpId="0" animBg="1"/>
      <p:bldP spid="51" grpId="0" animBg="1"/>
      <p:bldP spid="73" grpId="0" animBg="1"/>
      <p:bldP spid="106" grpId="0" animBg="1"/>
      <p:bldP spid="110" grpId="0" animBg="1"/>
      <p:bldP spid="114" grpId="0" animBg="1"/>
      <p:bldP spid="118" grpId="0" animBg="1"/>
      <p:bldP spid="136" grpId="0" animBg="1"/>
      <p:bldP spid="1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7B3595-E5F1-4186-9A23-E62C8DA62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4" y="32300"/>
            <a:ext cx="4667365" cy="339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130D8D-4E35-8949-25D1-9DACA4F20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3" y="32300"/>
            <a:ext cx="4667363" cy="3396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93E742-3B3C-24F8-46CB-97B4B421C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4" y="3461300"/>
            <a:ext cx="4667365" cy="3396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217B3-39BA-98C1-041E-E962BFA3F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3" y="3461300"/>
            <a:ext cx="4667363" cy="339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1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10643</TotalTime>
  <Words>267</Words>
  <Application>Microsoft Office PowerPoint</Application>
  <PresentationFormat>A4 Paper (210x297 mm)</PresentationFormat>
  <Paragraphs>121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545</cp:revision>
  <cp:lastPrinted>2017-12-31T22:38:51Z</cp:lastPrinted>
  <dcterms:created xsi:type="dcterms:W3CDTF">2017-01-17T16:57:04Z</dcterms:created>
  <dcterms:modified xsi:type="dcterms:W3CDTF">2023-10-20T08:08:34Z</dcterms:modified>
</cp:coreProperties>
</file>