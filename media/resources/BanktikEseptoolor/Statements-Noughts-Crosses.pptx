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848" r:id="rId2"/>
    <p:sldId id="940" r:id="rId3"/>
    <p:sldId id="943" r:id="rId4"/>
    <p:sldId id="941" r:id="rId5"/>
    <p:sldId id="946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64359083-B3E9-405A-9580-F6203F6620FC}">
          <p14:sldIdLst>
            <p14:sldId id="848"/>
          </p14:sldIdLst>
        </p14:section>
        <p14:section name="Title Screen" id="{4914ABC9-49F1-4FCB-B30E-E12F89EA76BF}">
          <p14:sldIdLst>
            <p14:sldId id="940"/>
          </p14:sldIdLst>
        </p14:section>
        <p14:section name="Game" id="{197FF5E7-57A8-40D7-8FA0-8A089C366947}">
          <p14:sldIdLst>
            <p14:sldId id="943"/>
          </p14:sldIdLst>
        </p14:section>
        <p14:section name="Answer Sheet" id="{411D3605-D9E8-4479-810F-9FCE82E3AFDB}">
          <p14:sldIdLst>
            <p14:sldId id="941"/>
          </p14:sldIdLst>
        </p14:section>
        <p14:section name="Handout" id="{627A7875-ACBC-4333-B580-4A1285613FDF}">
          <p14:sldIdLst>
            <p14:sldId id="946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666" y="33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6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Noughts &amp; Crosses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game two teams of students try to get three Os or Xs in a row.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can complete as many questions as possible and then 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given the opportunity to answer for their team. 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Otherwise, questions can be chosen in turns, or directed by the teacher.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answer sheet for the teacher, and handouts, are included.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Click/Touch ‘X’ or ‘O’ according to which team gets the answer correct.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80DA38-B053-4F4A-9F7A-27FFF9C35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90" b="23529"/>
          <a:stretch/>
        </p:blipFill>
        <p:spPr>
          <a:xfrm>
            <a:off x="234640" y="43965"/>
            <a:ext cx="9419136" cy="121333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3302009" y="1186222"/>
            <a:ext cx="3326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b="1" dirty="0">
                <a:latin typeface="Comic Sans MS" panose="030F0702030302020204" pitchFamily="66" charset="0"/>
              </a:rPr>
              <a:t>Statements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able 5">
            <a:extLst>
              <a:ext uri="{FF2B5EF4-FFF2-40B4-BE49-F238E27FC236}">
                <a16:creationId xmlns:a16="http://schemas.microsoft.com/office/drawing/2014/main" id="{A9A26A13-A66C-4D7B-B53C-50C894C5C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33806"/>
              </p:ext>
            </p:extLst>
          </p:nvPr>
        </p:nvGraphicFramePr>
        <p:xfrm>
          <a:off x="117034" y="5668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CF5C2942-FE21-4235-8340-7204DAD6E087}"/>
              </a:ext>
            </a:extLst>
          </p:cNvPr>
          <p:cNvSpPr txBox="1"/>
          <p:nvPr/>
        </p:nvSpPr>
        <p:spPr>
          <a:xfrm>
            <a:off x="1193182" y="10160"/>
            <a:ext cx="915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£500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5BE6A0-F637-4E4D-A634-529DB9547E4F}"/>
              </a:ext>
            </a:extLst>
          </p:cNvPr>
          <p:cNvSpPr txBox="1"/>
          <p:nvPr/>
        </p:nvSpPr>
        <p:spPr>
          <a:xfrm>
            <a:off x="7797182" y="1016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£255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9ED51B-0A3F-4A8A-82D9-6EE259968811}"/>
              </a:ext>
            </a:extLst>
          </p:cNvPr>
          <p:cNvSpPr txBox="1"/>
          <p:nvPr/>
        </p:nvSpPr>
        <p:spPr>
          <a:xfrm>
            <a:off x="4266755" y="231648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£862,16</a:t>
            </a:r>
          </a:p>
        </p:txBody>
      </p:sp>
      <p:graphicFrame>
        <p:nvGraphicFramePr>
          <p:cNvPr id="67" name="Table 5">
            <a:extLst>
              <a:ext uri="{FF2B5EF4-FFF2-40B4-BE49-F238E27FC236}">
                <a16:creationId xmlns:a16="http://schemas.microsoft.com/office/drawing/2014/main" id="{1BA16CB7-CF38-4B7B-8DF7-02A12A5F0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81501"/>
              </p:ext>
            </p:extLst>
          </p:nvPr>
        </p:nvGraphicFramePr>
        <p:xfrm>
          <a:off x="11703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Internet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45,61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err="1">
                          <a:solidFill>
                            <a:sysClr val="windowText" lastClr="000000"/>
                          </a:solidFill>
                        </a:rPr>
                        <a:t>Hamsford</a:t>
                      </a:r>
                      <a:endParaRPr lang="en-GB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2,99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Deposit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3195B269-1E5E-4A95-8D8E-8CA936391945}"/>
              </a:ext>
            </a:extLst>
          </p:cNvPr>
          <p:cNvSpPr txBox="1"/>
          <p:nvPr/>
        </p:nvSpPr>
        <p:spPr>
          <a:xfrm>
            <a:off x="964755" y="231648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£213,47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9E3DF6-57BC-4A1D-A9AF-CCC2AE5E2EA5}"/>
              </a:ext>
            </a:extLst>
          </p:cNvPr>
          <p:cNvSpPr txBox="1"/>
          <p:nvPr/>
        </p:nvSpPr>
        <p:spPr>
          <a:xfrm>
            <a:off x="1193182" y="464312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£672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22D758-64CD-478C-BF93-9AFFEBE680AD}"/>
              </a:ext>
            </a:extLst>
          </p:cNvPr>
          <p:cNvSpPr txBox="1"/>
          <p:nvPr/>
        </p:nvSpPr>
        <p:spPr>
          <a:xfrm>
            <a:off x="7797182" y="464312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£800</a:t>
            </a:r>
          </a:p>
        </p:txBody>
      </p:sp>
      <p:graphicFrame>
        <p:nvGraphicFramePr>
          <p:cNvPr id="71" name="Table 5">
            <a:extLst>
              <a:ext uri="{FF2B5EF4-FFF2-40B4-BE49-F238E27FC236}">
                <a16:creationId xmlns:a16="http://schemas.microsoft.com/office/drawing/2014/main" id="{80F99EA3-5D58-4494-ABE4-A9BF5D0BC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71380"/>
              </p:ext>
            </p:extLst>
          </p:nvPr>
        </p:nvGraphicFramePr>
        <p:xfrm>
          <a:off x="6761674" y="5668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Tax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2" name="Table 5">
            <a:extLst>
              <a:ext uri="{FF2B5EF4-FFF2-40B4-BE49-F238E27FC236}">
                <a16:creationId xmlns:a16="http://schemas.microsoft.com/office/drawing/2014/main" id="{25C5B345-F05D-46EC-977F-BE15AE831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268983"/>
              </p:ext>
            </p:extLst>
          </p:nvPr>
        </p:nvGraphicFramePr>
        <p:xfrm>
          <a:off x="117034" y="52404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Wage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451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Mort.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722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3" name="Table 5">
            <a:extLst>
              <a:ext uri="{FF2B5EF4-FFF2-40B4-BE49-F238E27FC236}">
                <a16:creationId xmlns:a16="http://schemas.microsoft.com/office/drawing/2014/main" id="{71CCA7B7-18A7-44B0-9904-60DC0A500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3436"/>
              </p:ext>
            </p:extLst>
          </p:nvPr>
        </p:nvGraphicFramePr>
        <p:xfrm>
          <a:off x="6761674" y="5240412"/>
          <a:ext cx="3083366" cy="1567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610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4" name="Table 5">
            <a:extLst>
              <a:ext uri="{FF2B5EF4-FFF2-40B4-BE49-F238E27FC236}">
                <a16:creationId xmlns:a16="http://schemas.microsoft.com/office/drawing/2014/main" id="{1B8369C0-6991-45F3-B365-1E6EFC477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091684"/>
              </p:ext>
            </p:extLst>
          </p:nvPr>
        </p:nvGraphicFramePr>
        <p:xfrm>
          <a:off x="341903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Refund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Tax Bill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1403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Upay.com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215,40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5" name="Table 5">
            <a:extLst>
              <a:ext uri="{FF2B5EF4-FFF2-40B4-BE49-F238E27FC236}">
                <a16:creationId xmlns:a16="http://schemas.microsoft.com/office/drawing/2014/main" id="{B15AEA7E-2771-4D35-BA9B-D4A8A9D11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00982"/>
              </p:ext>
            </p:extLst>
          </p:nvPr>
        </p:nvGraphicFramePr>
        <p:xfrm>
          <a:off x="6741354" y="2873132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512,50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IO.com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29,99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Max LTD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6" name="Table 5">
            <a:extLst>
              <a:ext uri="{FF2B5EF4-FFF2-40B4-BE49-F238E27FC236}">
                <a16:creationId xmlns:a16="http://schemas.microsoft.com/office/drawing/2014/main" id="{7044115F-757C-4C43-BE21-69F85D780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068848"/>
              </p:ext>
            </p:extLst>
          </p:nvPr>
        </p:nvGraphicFramePr>
        <p:xfrm>
          <a:off x="3419034" y="582032"/>
          <a:ext cx="3083366" cy="1552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143,45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Interest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6,92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388106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ysClr val="windowText" lastClr="000000"/>
                          </a:solidFill>
                        </a:rPr>
                        <a:t>56,72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graphicFrame>
        <p:nvGraphicFramePr>
          <p:cNvPr id="77" name="Table 5">
            <a:extLst>
              <a:ext uri="{FF2B5EF4-FFF2-40B4-BE49-F238E27FC236}">
                <a16:creationId xmlns:a16="http://schemas.microsoft.com/office/drawing/2014/main" id="{39C4FBA1-9A75-4356-A73E-8BFE70A4F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66936"/>
              </p:ext>
            </p:extLst>
          </p:nvPr>
        </p:nvGraphicFramePr>
        <p:xfrm>
          <a:off x="3419034" y="5200628"/>
          <a:ext cx="3083366" cy="160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56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27266">
                  <a:extLst>
                    <a:ext uri="{9D8B030D-6E8A-4147-A177-3AD203B41FA5}">
                      <a16:colId xmlns:a16="http://schemas.microsoft.com/office/drawing/2014/main" val="2440309338"/>
                    </a:ext>
                  </a:extLst>
                </a:gridCol>
              </a:tblGrid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Fees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22,50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4015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1340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51241"/>
                  </a:ext>
                </a:extLst>
              </a:tr>
              <a:tr h="401857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</a:rPr>
                        <a:t>XTR Inc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8,75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05620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B3056F0E-F9B4-447C-8DA2-6B7A69B6BD35}"/>
              </a:ext>
            </a:extLst>
          </p:cNvPr>
          <p:cNvSpPr txBox="1"/>
          <p:nvPr/>
        </p:nvSpPr>
        <p:spPr>
          <a:xfrm>
            <a:off x="4175384" y="4632960"/>
            <a:ext cx="1555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£1205,88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ACE88FC-BA95-40AA-B024-93546B81B82A}"/>
              </a:ext>
            </a:extLst>
          </p:cNvPr>
          <p:cNvSpPr txBox="1"/>
          <p:nvPr/>
        </p:nvSpPr>
        <p:spPr>
          <a:xfrm>
            <a:off x="4266755" y="-10160"/>
            <a:ext cx="137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£620,50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C973A2-44BD-42F1-B48B-4D7E531B73F7}"/>
              </a:ext>
            </a:extLst>
          </p:cNvPr>
          <p:cNvSpPr txBox="1"/>
          <p:nvPr/>
        </p:nvSpPr>
        <p:spPr>
          <a:xfrm>
            <a:off x="7797182" y="2326640"/>
            <a:ext cx="915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£373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2653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Teacher’s Answer Sheet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79719C-E248-4F70-824C-26A18DEC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0" y="0"/>
            <a:ext cx="9409500" cy="65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0B7E9B-2F3A-4D7B-A7E5-522409AF8344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0"/>
            <a:ext cx="4876590" cy="338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5DE02B-5685-4D57-B9AA-BA9BB2CC367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50262" y="0"/>
            <a:ext cx="4876590" cy="33832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B09BC6-8355-43D2-8499-D67D2A27E31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3474720"/>
            <a:ext cx="4876590" cy="338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9BC9D5-019B-4DE3-BE04-21BD1018AD6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50262" y="3474720"/>
            <a:ext cx="487659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8378</TotalTime>
  <Words>246</Words>
  <Application>Microsoft Office PowerPoint</Application>
  <PresentationFormat>A4 Paper (210x297 mm)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377</cp:revision>
  <cp:lastPrinted>2017-12-31T22:38:51Z</cp:lastPrinted>
  <dcterms:created xsi:type="dcterms:W3CDTF">2017-01-17T16:57:04Z</dcterms:created>
  <dcterms:modified xsi:type="dcterms:W3CDTF">2021-05-13T01:49:15Z</dcterms:modified>
</cp:coreProperties>
</file>