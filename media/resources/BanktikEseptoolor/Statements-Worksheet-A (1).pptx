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848" r:id="rId2"/>
    <p:sldId id="902" r:id="rId3"/>
    <p:sldId id="949" r:id="rId4"/>
    <p:sldId id="950" r:id="rId5"/>
    <p:sldId id="947" r:id="rId6"/>
    <p:sldId id="948" r:id="rId7"/>
    <p:sldId id="951" r:id="rId8"/>
    <p:sldId id="952" r:id="rId9"/>
    <p:sldId id="938" r:id="rId10"/>
  </p:sldIdLst>
  <p:sldSz cx="9906000" cy="6858000" type="A4"/>
  <p:notesSz cx="7104063" cy="10234613"/>
  <p:embeddedFontLst>
    <p:embeddedFont>
      <p:font typeface="Bahnschrift Condensed" panose="020B0502040204020203" pitchFamily="3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  <p14:sldId id="902"/>
          </p14:sldIdLst>
        </p14:section>
        <p14:section name="To Display" id="{059544AC-2C27-45B1-9F95-F87DF8854DD6}">
          <p14:sldIdLst>
            <p14:sldId id="949"/>
            <p14:sldId id="950"/>
          </p14:sldIdLst>
        </p14:section>
        <p14:section name="Answers" id="{1FEDB314-42DC-4694-9B04-D4A4AAE625F7}">
          <p14:sldIdLst>
            <p14:sldId id="947"/>
            <p14:sldId id="948"/>
          </p14:sldIdLst>
        </p14:section>
        <p14:section name="Worksheets" id="{A78D9305-6AAE-4715-A210-52F6908F30F7}">
          <p14:sldIdLst>
            <p14:sldId id="951"/>
            <p14:sldId id="952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6" d="100"/>
          <a:sy n="66" d="100"/>
        </p:scale>
        <p:origin x="1954" y="52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Worksheet A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worksheet is in 2 </a:t>
            </a:r>
            <a:r>
              <a:rPr lang="en-GB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sizes.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764972C-63BF-4B84-AFB8-EC29F85A8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0472" y="2126321"/>
            <a:ext cx="75332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handouts from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slide from the left.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Current Slide’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multiple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a section title to highlight all those slides,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press ‘Ctrl’ at the same time as selecting slides to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more than one.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Selection’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double-sided handouts -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both slides before using ‘Print Selection’.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‘Print on Both Sides’ and ‘Flip on Short Edge’.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0E7C82-8B5E-40B3-ACD5-C80DE8EEE855}"/>
              </a:ext>
            </a:extLst>
          </p:cNvPr>
          <p:cNvSpPr/>
          <p:nvPr/>
        </p:nvSpPr>
        <p:spPr>
          <a:xfrm>
            <a:off x="3469037" y="690999"/>
            <a:ext cx="29679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</a:t>
            </a:r>
            <a:endParaRPr lang="en-GB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437FD-9F4F-41EA-9412-DE68150C21BC}"/>
              </a:ext>
            </a:extLst>
          </p:cNvPr>
          <p:cNvGrpSpPr/>
          <p:nvPr/>
        </p:nvGrpSpPr>
        <p:grpSpPr>
          <a:xfrm>
            <a:off x="6430519" y="1091109"/>
            <a:ext cx="2148777" cy="2336014"/>
            <a:chOff x="5766924" y="1696481"/>
            <a:chExt cx="1560068" cy="16960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41B48E-065D-4605-9C37-9A365330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924" y="1696481"/>
              <a:ext cx="1560068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690C48-9FE4-4CD3-8FC0-81048646B450}"/>
                </a:ext>
              </a:extLst>
            </p:cNvPr>
            <p:cNvSpPr/>
            <p:nvPr/>
          </p:nvSpPr>
          <p:spPr>
            <a:xfrm>
              <a:off x="5799596" y="1889392"/>
              <a:ext cx="150495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016330-9855-487E-807A-58F9FF452F39}"/>
              </a:ext>
            </a:extLst>
          </p:cNvPr>
          <p:cNvGrpSpPr/>
          <p:nvPr/>
        </p:nvGrpSpPr>
        <p:grpSpPr>
          <a:xfrm>
            <a:off x="6475520" y="3704167"/>
            <a:ext cx="2166608" cy="2336014"/>
            <a:chOff x="6882074" y="3455150"/>
            <a:chExt cx="1573014" cy="169600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6297CB-DBE1-4C5F-8A88-6B185EEC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2074" y="3455150"/>
              <a:ext cx="1573014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F335E3-CEC2-4B3A-8F8E-3B4AAAF83BE2}"/>
                </a:ext>
              </a:extLst>
            </p:cNvPr>
            <p:cNvSpPr/>
            <p:nvPr/>
          </p:nvSpPr>
          <p:spPr>
            <a:xfrm>
              <a:off x="6917196" y="3652023"/>
              <a:ext cx="149860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76636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0CCED7-70CF-46FF-9A76-896BA3DD4B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38" b="31904"/>
          <a:stretch/>
        </p:blipFill>
        <p:spPr>
          <a:xfrm>
            <a:off x="8715" y="2751"/>
            <a:ext cx="9897285" cy="673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1285,16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1258,41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1463,38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40,42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46,83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757,32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745,72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153,14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£2406,12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£561,83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£251,88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£56,90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£2,54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2495,51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277501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31432"/>
              </p:ext>
            </p:extLst>
          </p:nvPr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1285,16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172543"/>
              </p:ext>
            </p:extLst>
          </p:nvPr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863,50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1084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371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09143"/>
              </p:ext>
            </p:extLst>
          </p:nvPr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1258,41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1463,38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7257"/>
              </p:ext>
            </p:extLst>
          </p:nvPr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40,42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46,83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757,32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745,72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153,14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34060"/>
              </p:ext>
            </p:extLst>
          </p:nvPr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£760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£945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£2406,12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£561,83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£251,88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£56,90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£2,54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2495,51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13063"/>
              </p:ext>
            </p:extLst>
          </p:nvPr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£747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£210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1285,16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1706,81</a:t>
                      </a:r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220,55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863,50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1084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371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1258,41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1008,41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846,66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616,72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1463,38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1563,38</a:t>
                      </a:r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40,42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886,17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46,83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839,34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82,02</a:t>
                      </a:r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757,32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745,72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11,60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153,14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141,54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£760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£945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£2406,12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£561,83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£251,88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£56,90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£2,54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2495,51</a:t>
            </a:r>
            <a:endParaRPr lang="en-GB" sz="1300" b="1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£747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£210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3548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1285,16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220,50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1258,41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1463,38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40,42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845,75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46,83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757,32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745,72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153,14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£2406,12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£561,83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£251,88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£56,90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£2,54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2495,51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140918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BE0C91-7D69-4AB4-9734-E4E7D238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8364" y="1063531"/>
            <a:ext cx="6813366" cy="47214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8F0DC9-8381-4F98-9726-E0103DDF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3929" y="1063531"/>
            <a:ext cx="6813366" cy="472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9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10553</TotalTime>
  <Words>1055</Words>
  <Application>Microsoft Office PowerPoint</Application>
  <PresentationFormat>A4 Paper (210x297 mm)</PresentationFormat>
  <Paragraphs>611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Bahnschrift Condensed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524</cp:revision>
  <cp:lastPrinted>2021-05-13T01:00:55Z</cp:lastPrinted>
  <dcterms:created xsi:type="dcterms:W3CDTF">2017-01-17T16:57:04Z</dcterms:created>
  <dcterms:modified xsi:type="dcterms:W3CDTF">2021-05-13T01:01:13Z</dcterms:modified>
</cp:coreProperties>
</file>