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8"/>
  </p:notesMasterIdLst>
  <p:sldIdLst>
    <p:sldId id="978" r:id="rId2"/>
    <p:sldId id="962" r:id="rId3"/>
    <p:sldId id="963" r:id="rId4"/>
    <p:sldId id="964" r:id="rId5"/>
    <p:sldId id="939" r:id="rId6"/>
    <p:sldId id="953" r:id="rId7"/>
    <p:sldId id="942" r:id="rId8"/>
    <p:sldId id="977" r:id="rId9"/>
    <p:sldId id="976" r:id="rId10"/>
    <p:sldId id="943" r:id="rId11"/>
    <p:sldId id="972" r:id="rId12"/>
    <p:sldId id="961" r:id="rId13"/>
    <p:sldId id="944" r:id="rId14"/>
    <p:sldId id="968" r:id="rId15"/>
    <p:sldId id="960" r:id="rId16"/>
    <p:sldId id="973" r:id="rId17"/>
    <p:sldId id="975" r:id="rId18"/>
    <p:sldId id="974" r:id="rId19"/>
    <p:sldId id="945" r:id="rId20"/>
    <p:sldId id="954" r:id="rId21"/>
    <p:sldId id="955" r:id="rId22"/>
    <p:sldId id="956" r:id="rId23"/>
    <p:sldId id="946" r:id="rId24"/>
    <p:sldId id="947" r:id="rId25"/>
    <p:sldId id="948" r:id="rId26"/>
    <p:sldId id="949" r:id="rId27"/>
    <p:sldId id="950" r:id="rId28"/>
    <p:sldId id="951" r:id="rId29"/>
    <p:sldId id="971" r:id="rId30"/>
    <p:sldId id="970" r:id="rId31"/>
    <p:sldId id="959" r:id="rId32"/>
    <p:sldId id="965" r:id="rId33"/>
    <p:sldId id="958" r:id="rId34"/>
    <p:sldId id="967" r:id="rId35"/>
    <p:sldId id="969" r:id="rId36"/>
    <p:sldId id="938" r:id="rId3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Бардык а</a:t>
            </a:r>
            <a:r>
              <a:rPr lang="ru-RU" sz="2400" dirty="0"/>
              <a:t>малдарды аткаруу тартиби</a:t>
            </a:r>
            <a:r>
              <a:rPr lang="en-US" sz="2400" dirty="0"/>
              <a:t>  - </a:t>
            </a:r>
            <a:r>
              <a:rPr lang="ky-KG" sz="2400" b="1" dirty="0">
                <a:solidFill>
                  <a:srgbClr val="FF0000"/>
                </a:solidFill>
              </a:rPr>
              <a:t>Мисал көрсөт</a:t>
            </a:r>
            <a:r>
              <a:rPr lang="ru-RU" sz="2400" b="1" dirty="0">
                <a:solidFill>
                  <a:srgbClr val="FF0000"/>
                </a:solidFill>
              </a:rPr>
              <a:t>...</a:t>
            </a:r>
            <a:endParaRPr lang="ru-RU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Бул көнүгүү</a:t>
            </a:r>
            <a:r>
              <a:rPr lang="en-US" sz="2400" dirty="0"/>
              <a:t> </a:t>
            </a:r>
            <a:r>
              <a:rPr lang="ru-RU" sz="2400" dirty="0"/>
              <a:t>окуучуну ойлондуруу үчүн иштелип чыккан, эч кандай жооп жок.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Окуучулар жообун жупташып же мугалимге көрсөтүп текшерет.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Окуучулар мини-тактага же дептерге жооп жаза алышат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33025" y="2424519"/>
            <a:ext cx="8626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… </a:t>
            </a:r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800" dirty="0"/>
              <a:t> </a:t>
            </a:r>
            <a:r>
              <a:rPr lang="ru-RU" sz="4800" dirty="0"/>
              <a:t>туура колдонулган.</a:t>
            </a:r>
            <a:endParaRPr lang="en-GB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21523-2F0B-284B-B0CA-860FC18E6C27}"/>
              </a:ext>
            </a:extLst>
          </p:cNvPr>
          <p:cNvSpPr txBox="1"/>
          <p:nvPr/>
        </p:nvSpPr>
        <p:spPr>
          <a:xfrm>
            <a:off x="302260" y="101491"/>
            <a:ext cx="66435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69F53-04AB-995E-5BF5-5F28B6A9D541}"/>
              </a:ext>
            </a:extLst>
          </p:cNvPr>
          <p:cNvSpPr txBox="1"/>
          <p:nvPr/>
        </p:nvSpPr>
        <p:spPr>
          <a:xfrm>
            <a:off x="1351280" y="5262880"/>
            <a:ext cx="437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Кашаа,даража, тамыр, бөлүү</a:t>
            </a:r>
            <a:r>
              <a:rPr lang="en-US" dirty="0"/>
              <a:t>,</a:t>
            </a:r>
            <a:r>
              <a:rPr lang="ru-RU" dirty="0"/>
              <a:t> көбөйтүү</a:t>
            </a:r>
            <a:r>
              <a:rPr lang="ky-KG" dirty="0"/>
              <a:t>, кошуу кемит</a:t>
            </a:r>
            <a:r>
              <a:rPr lang="ru-RU" dirty="0"/>
              <a:t>үү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0668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51061" y="3044279"/>
            <a:ext cx="92039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400" dirty="0"/>
              <a:t> </a:t>
            </a:r>
            <a:r>
              <a:rPr lang="ru-RU" sz="4400" dirty="0">
                <a:solidFill>
                  <a:srgbClr val="FF0000"/>
                </a:solidFill>
                <a:highlight>
                  <a:srgbClr val="FFFF00"/>
                </a:highlight>
              </a:rPr>
              <a:t>туура эмес </a:t>
            </a:r>
            <a:r>
              <a:rPr lang="ru-RU" sz="4400" dirty="0"/>
              <a:t>колдонулган.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C5149-0F05-321F-02B7-166F9D4AC005}"/>
              </a:ext>
            </a:extLst>
          </p:cNvPr>
          <p:cNvSpPr txBox="1"/>
          <p:nvPr/>
        </p:nvSpPr>
        <p:spPr>
          <a:xfrm>
            <a:off x="0" y="152291"/>
            <a:ext cx="71958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6901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58244" y="3044279"/>
            <a:ext cx="63895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400" dirty="0"/>
              <a:t> </a:t>
            </a:r>
            <a:r>
              <a:rPr lang="ru-RU" sz="4400" dirty="0">
                <a:solidFill>
                  <a:srgbClr val="FF0000"/>
                </a:solidFill>
                <a:highlight>
                  <a:srgbClr val="FFFF00"/>
                </a:highlight>
              </a:rPr>
              <a:t>көбү кылган </a:t>
            </a:r>
          </a:p>
          <a:p>
            <a:pPr algn="ctr"/>
            <a:r>
              <a:rPr lang="ru-RU" sz="4400" dirty="0"/>
              <a:t>каталардан бир канча.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CBB28-3A76-B1FB-4148-EE37B954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0971" y="-7932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387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82848" y="2367171"/>
            <a:ext cx="69403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тартиби бар </a:t>
            </a:r>
          </a:p>
          <a:p>
            <a:pPr algn="ctr"/>
            <a:r>
              <a:rPr lang="ru-RU" sz="4400" dirty="0"/>
              <a:t>эсептөөнүн натыйжасы</a:t>
            </a:r>
          </a:p>
          <a:p>
            <a:pPr algn="ctr"/>
            <a:r>
              <a:rPr lang="ru-RU" sz="4400" dirty="0"/>
              <a:t>туура колдонулган.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44AF6B-A28B-8A29-89F6-4215C7EB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1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41167" y="2367171"/>
            <a:ext cx="702371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тартиби </a:t>
            </a:r>
          </a:p>
          <a:p>
            <a:pPr algn="ctr"/>
            <a:r>
              <a:rPr lang="ru-RU" sz="4400" dirty="0"/>
              <a:t>бар эсептөөнүн натыйжасы</a:t>
            </a:r>
          </a:p>
          <a:p>
            <a:pPr algn="ctr"/>
            <a:r>
              <a:rPr lang="ru-RU" sz="4400" dirty="0"/>
              <a:t>туура эмес колдонулган.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7D728-D2C4-51B9-7460-6F9788C9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2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919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350737" y="2705725"/>
            <a:ext cx="520456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экинчи даражаны </a:t>
            </a:r>
          </a:p>
          <a:p>
            <a:pPr algn="ctr"/>
            <a:r>
              <a:rPr lang="ru-RU" sz="4400" dirty="0"/>
              <a:t>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348AF-75AC-B6F1-D215-E435ACEB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4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244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34969" y="2705725"/>
            <a:ext cx="683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тамырды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A1FA1-670F-2F8B-7745-749E70F9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11" y="1746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533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93412" y="2705725"/>
            <a:ext cx="81192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3 түрдүү амалдар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D0538-CD37-11CF-0582-F5E7B8CE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9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8444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90713" y="2705725"/>
            <a:ext cx="79246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4 түрдүү амалдар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EF4BE-7244-B1E1-F675-1E96661E1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091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119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31538" y="2705725"/>
            <a:ext cx="7042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5 түрдүү амал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7E231-5DDB-58E3-1663-36211953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8731" y="1746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92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82413" y="2705725"/>
            <a:ext cx="53412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сиз билген бардык </a:t>
            </a:r>
          </a:p>
          <a:p>
            <a:pPr algn="ctr"/>
            <a:r>
              <a:rPr lang="ru-RU" sz="4400" dirty="0"/>
              <a:t>амалдар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11F59-ABF6-1DA2-F478-E5FFB503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6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711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37256" y="3044279"/>
            <a:ext cx="74315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кашааларды камтыган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CBABE-3D86-087C-E651-55CBD6DB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931" y="8323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869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94874" y="2705725"/>
            <a:ext cx="61162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керексиз кашааларды </a:t>
            </a:r>
          </a:p>
          <a:p>
            <a:pPr algn="ctr"/>
            <a:r>
              <a:rPr lang="ru-RU" sz="4400" dirty="0"/>
              <a:t>камтыган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679D4-86F1-B654-A034-A44FB9ED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931" y="6412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0868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34721" y="2705725"/>
            <a:ext cx="723659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кашаалардын ичинде</a:t>
            </a:r>
          </a:p>
          <a:p>
            <a:pPr algn="ctr"/>
            <a:r>
              <a:rPr lang="ru-RU" sz="4400" dirty="0"/>
              <a:t> кашааларды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F70E9-DE22-79F2-160B-B64FAFCF2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0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2208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05812" y="2705725"/>
            <a:ext cx="76944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чарчы кашаа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D34A3-9B69-F65F-9F00-27DC2349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1316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3469" y="2705725"/>
            <a:ext cx="84391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сандын </a:t>
            </a:r>
          </a:p>
          <a:p>
            <a:pPr algn="ctr"/>
            <a:r>
              <a:rPr lang="ru-RU" sz="4400" dirty="0"/>
              <a:t>экинчи даражасын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1C998-626A-C290-F721-C2261361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6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3521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86669" y="2705725"/>
            <a:ext cx="61327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 тамыр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7F0C1-C4ED-C211-B7A2-92C2E7EC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6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9770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59624" y="3044279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нөлгө барабар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36451-023D-6544-71EE-B654C3CDA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2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4919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24" y="2705725"/>
            <a:ext cx="65251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10го барабар болгон </a:t>
            </a:r>
          </a:p>
          <a:p>
            <a:pPr algn="ctr"/>
            <a:r>
              <a:rPr lang="ru-RU" sz="4400" dirty="0"/>
              <a:t>3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7CF4B-D152-7FA6-1B62-7542AB55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2411" y="3364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7428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93124" y="2705725"/>
            <a:ext cx="671978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6га барабар болгон </a:t>
            </a:r>
          </a:p>
          <a:p>
            <a:pPr algn="ctr"/>
            <a:r>
              <a:rPr lang="ru-RU" sz="4400" dirty="0"/>
              <a:t>4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EC90B-B503-3A02-2B61-5DB0718E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4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8122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24" y="2705725"/>
            <a:ext cx="652518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12ге барабар болгон </a:t>
            </a:r>
          </a:p>
          <a:p>
            <a:pPr algn="ctr"/>
            <a:r>
              <a:rPr lang="ru-RU" sz="4400" dirty="0"/>
              <a:t>5 түрдүү амал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0E62A-7A87-16DD-0F1B-A0993454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3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3848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38870" y="2628643"/>
            <a:ext cx="3828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241107" y="4033494"/>
                <a:ext cx="342382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107" y="4033494"/>
                <a:ext cx="3423821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F97BAAB-216C-400C-75E4-A207EE935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0651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9518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08414" y="2628643"/>
            <a:ext cx="38892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…</a:t>
            </a:r>
            <a:r>
              <a:rPr lang="ru-RU" sz="4400" dirty="0"/>
              <a:t>түрүндө эсеп</a:t>
            </a:r>
            <a:r>
              <a:rPr lang="en-US" sz="4400" dirty="0"/>
              <a:t>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173942" y="4033494"/>
                <a:ext cx="3558154" cy="103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942" y="4033494"/>
                <a:ext cx="3558154" cy="103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534E797-64DB-2117-8E57-8C59F4BB6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08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20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US" sz="4400" dirty="0"/>
              <a:t>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223955" y="4033494"/>
                <a:ext cx="34581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955" y="4033494"/>
                <a:ext cx="345812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4C091D0-2ECC-C45A-825B-E3EE6BF7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211" y="68323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3141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9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996554" y="4033494"/>
                <a:ext cx="3912931" cy="932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554" y="4033494"/>
                <a:ext cx="3912931" cy="932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6A11247-D794-841C-52BF-C498CDA6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6537" y="206186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3326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1797670" y="4033494"/>
                <a:ext cx="6310702" cy="103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70" y="4033494"/>
                <a:ext cx="6310702" cy="103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DAEFED-8699-2256-0E60-E4193FD48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2091" y="-33277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099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899404" y="2628643"/>
            <a:ext cx="4107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:</a:t>
            </a:r>
            <a:r>
              <a:rPr lang="ru-RU" sz="4400" dirty="0"/>
              <a:t> түрүндө эсеп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069507" y="4033494"/>
                <a:ext cx="5767028" cy="1098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×(</m:t>
                          </m:r>
                          <m:sSup>
                            <m:sSupPr>
                              <m:ctrlP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507" y="4033494"/>
                <a:ext cx="5767028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F674B46-A6EB-2DE4-0FD0-754BB0EBD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193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644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758252" y="4033494"/>
                <a:ext cx="8389541" cy="1098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rad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2" y="4033494"/>
                <a:ext cx="8389541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2DDA8E7-D7DB-AB45-7E5E-19156AEA0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98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4704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855359" y="3917115"/>
                <a:ext cx="8195320" cy="1759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5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5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5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rad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59" y="3917115"/>
                <a:ext cx="8195320" cy="1759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F13BFD0-1B40-07FD-0F26-1CD997D6E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0811" y="8323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3972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96358" y="2367171"/>
            <a:ext cx="7913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бөлүктүн алымы </a:t>
            </a:r>
            <a:endParaRPr lang="en-US" sz="4400" dirty="0"/>
          </a:p>
          <a:p>
            <a:pPr algn="ctr"/>
            <a:r>
              <a:rPr lang="ru-RU" sz="4400" dirty="0"/>
              <a:t>катары амалды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289F7-661D-F6C5-F464-4462B806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51" y="16451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5176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32238" y="2367171"/>
            <a:ext cx="80415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бөлүктүн бөлүүчүсү</a:t>
            </a:r>
            <a:endParaRPr lang="en-US" sz="4400" dirty="0"/>
          </a:p>
          <a:p>
            <a:pPr algn="ctr"/>
            <a:r>
              <a:rPr lang="ru-RU" sz="4400" dirty="0"/>
              <a:t> катары амалды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4100C-6BCF-FAAE-E516-7CFB8CC1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2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2566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15441" y="2028616"/>
            <a:ext cx="66751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бөлчөктүн алуучу </a:t>
            </a:r>
            <a:endParaRPr lang="en-US" sz="4400" dirty="0"/>
          </a:p>
          <a:p>
            <a:pPr algn="ctr"/>
            <a:r>
              <a:rPr lang="ru-RU" sz="4400" dirty="0"/>
              <a:t>жана бөлүүчүсү сыяктуу </a:t>
            </a:r>
            <a:endParaRPr lang="en-US" sz="4400" dirty="0"/>
          </a:p>
          <a:p>
            <a:pPr algn="ctr"/>
            <a:r>
              <a:rPr lang="ru-RU" sz="4400" dirty="0"/>
              <a:t>амалдарды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4BE27-9ACE-9A30-6E20-7C019F38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2973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31" y="2367171"/>
            <a:ext cx="65251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натыйжасы бар </a:t>
            </a:r>
            <a:endParaRPr lang="en-US" sz="4400" dirty="0"/>
          </a:p>
          <a:p>
            <a:pPr algn="ctr"/>
            <a:r>
              <a:rPr lang="ru-RU" sz="4400" dirty="0"/>
              <a:t>4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9CAEB-8AB0-19C4-7D82-2884ACFB8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466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56977" y="2367171"/>
            <a:ext cx="73920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ондук натыйжага ээ болгон </a:t>
            </a:r>
          </a:p>
          <a:p>
            <a:pPr algn="ctr"/>
            <a:r>
              <a:rPr lang="ru-RU" sz="4400" dirty="0"/>
              <a:t>4 түрдүү амал менен эсептөө.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8D48E-14EC-5B1C-8654-F0A90BB7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0811" y="730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13802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B09E3-FB1B-418E-8296-C75D3293A2FA}"/>
              </a:ext>
            </a:extLst>
          </p:cNvPr>
          <p:cNvSpPr txBox="1"/>
          <p:nvPr/>
        </p:nvSpPr>
        <p:spPr>
          <a:xfrm>
            <a:off x="254000" y="1310640"/>
            <a:ext cx="9398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387</Words>
  <Application>Microsoft Office PowerPoint</Application>
  <PresentationFormat>A4 Paper (210x297 mm)</PresentationFormat>
  <Paragraphs>86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503</cp:revision>
  <cp:lastPrinted>2017-12-31T22:38:51Z</cp:lastPrinted>
  <dcterms:created xsi:type="dcterms:W3CDTF">2017-01-17T16:57:04Z</dcterms:created>
  <dcterms:modified xsi:type="dcterms:W3CDTF">2024-04-30T08:10:35Z</dcterms:modified>
</cp:coreProperties>
</file>