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3"/>
  </p:notesMasterIdLst>
  <p:sldIdLst>
    <p:sldId id="981" r:id="rId2"/>
    <p:sldId id="982" r:id="rId3"/>
    <p:sldId id="965" r:id="rId4"/>
    <p:sldId id="957" r:id="rId5"/>
    <p:sldId id="966" r:id="rId6"/>
    <p:sldId id="974" r:id="rId7"/>
    <p:sldId id="970" r:id="rId8"/>
    <p:sldId id="975" r:id="rId9"/>
    <p:sldId id="971" r:id="rId10"/>
    <p:sldId id="973" r:id="rId11"/>
    <p:sldId id="976" r:id="rId12"/>
    <p:sldId id="977" r:id="rId13"/>
    <p:sldId id="978" r:id="rId14"/>
    <p:sldId id="968" r:id="rId15"/>
    <p:sldId id="967" r:id="rId16"/>
    <p:sldId id="972" r:id="rId17"/>
    <p:sldId id="980" r:id="rId18"/>
    <p:sldId id="969" r:id="rId19"/>
    <p:sldId id="979" r:id="rId20"/>
    <p:sldId id="940" r:id="rId21"/>
    <p:sldId id="983" r:id="rId22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11/05/2024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22"/>
            <a:ext cx="9906000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 Сандуу Ондуктар – Бөлүү–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жооптору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4796DCC9-7296-83D1-96A8-4127C71B8D1A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8268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1470593" y="3645421"/>
            <a:ext cx="9811954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FF0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бөлүү</a:t>
            </a:r>
          </a:p>
        </p:txBody>
      </p:sp>
    </p:spTree>
    <p:extLst>
      <p:ext uri="{BB962C8B-B14F-4D97-AF65-F5344CB8AC3E}">
        <p14:creationId xmlns:p14="http://schemas.microsoft.com/office/powerpoint/2010/main" val="280370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379136" y="19616"/>
            <a:ext cx="714772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Ондуктарды бөлүү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851152" y="6041522"/>
            <a:ext cx="3487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Китебиңизге 3х3 торчо тартыңыз.</a:t>
            </a:r>
            <a:endParaRPr lang="en-GB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70B71F7F-101C-E3AA-3BEA-EB3DB5E5F4D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-3332471" y="2127019"/>
              <a:ext cx="2476500" cy="1714500"/>
            </p:xfrm>
            <a:graphic>
              <a:graphicData uri="http://schemas.microsoft.com/office/powerpoint/2016/slidezoom">
                <pslz:sldZm>
                  <pslz:sldZmObj sldId="965" cId="76419250">
                    <pslz:zmPr id="{C1DEB315-8C96-4CAA-8CF6-030DBE11079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4765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70B71F7F-101C-E3AA-3BEA-EB3DB5E5F4D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332471" y="2127019"/>
                <a:ext cx="24765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419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 ÷ 0.5</a:t>
            </a:r>
          </a:p>
        </p:txBody>
      </p:sp>
    </p:spTree>
    <p:extLst>
      <p:ext uri="{BB962C8B-B14F-4D97-AF65-F5344CB8AC3E}">
        <p14:creationId xmlns:p14="http://schemas.microsoft.com/office/powerpoint/2010/main" val="4454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4</a:t>
            </a:r>
          </a:p>
        </p:txBody>
      </p:sp>
    </p:spTree>
    <p:extLst>
      <p:ext uri="{BB962C8B-B14F-4D97-AF65-F5344CB8AC3E}">
        <p14:creationId xmlns:p14="http://schemas.microsoft.com/office/powerpoint/2010/main" val="2612764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 ÷ 0.8</a:t>
            </a:r>
          </a:p>
        </p:txBody>
      </p:sp>
    </p:spTree>
    <p:extLst>
      <p:ext uri="{BB962C8B-B14F-4D97-AF65-F5344CB8AC3E}">
        <p14:creationId xmlns:p14="http://schemas.microsoft.com/office/powerpoint/2010/main" val="3590713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÷ 7</a:t>
            </a:r>
          </a:p>
        </p:txBody>
      </p:sp>
    </p:spTree>
    <p:extLst>
      <p:ext uri="{BB962C8B-B14F-4D97-AF65-F5344CB8AC3E}">
        <p14:creationId xmlns:p14="http://schemas.microsoft.com/office/powerpoint/2010/main" val="282562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2.1 ÷ 0.3</a:t>
            </a:r>
          </a:p>
        </p:txBody>
      </p:sp>
    </p:spTree>
    <p:extLst>
      <p:ext uri="{BB962C8B-B14F-4D97-AF65-F5344CB8AC3E}">
        <p14:creationId xmlns:p14="http://schemas.microsoft.com/office/powerpoint/2010/main" val="33029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3.6 ÷ 3</a:t>
            </a:r>
          </a:p>
        </p:txBody>
      </p:sp>
    </p:spTree>
    <p:extLst>
      <p:ext uri="{BB962C8B-B14F-4D97-AF65-F5344CB8AC3E}">
        <p14:creationId xmlns:p14="http://schemas.microsoft.com/office/powerpoint/2010/main" val="12522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3.2 ÷ 4</a:t>
            </a:r>
          </a:p>
        </p:txBody>
      </p:sp>
    </p:spTree>
    <p:extLst>
      <p:ext uri="{BB962C8B-B14F-4D97-AF65-F5344CB8AC3E}">
        <p14:creationId xmlns:p14="http://schemas.microsoft.com/office/powerpoint/2010/main" val="172095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2.8 ÷ 1.4</a:t>
            </a:r>
          </a:p>
        </p:txBody>
      </p:sp>
    </p:spTree>
    <p:extLst>
      <p:ext uri="{BB962C8B-B14F-4D97-AF65-F5344CB8AC3E}">
        <p14:creationId xmlns:p14="http://schemas.microsoft.com/office/powerpoint/2010/main" val="114179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1.5 ÷ 0.5</a:t>
            </a:r>
          </a:p>
        </p:txBody>
      </p:sp>
    </p:spTree>
    <p:extLst>
      <p:ext uri="{BB962C8B-B14F-4D97-AF65-F5344CB8AC3E}">
        <p14:creationId xmlns:p14="http://schemas.microsoft.com/office/powerpoint/2010/main" val="1504639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1.8 ÷ 0.2</a:t>
            </a:r>
          </a:p>
        </p:txBody>
      </p:sp>
    </p:spTree>
    <p:extLst>
      <p:ext uri="{BB962C8B-B14F-4D97-AF65-F5344CB8AC3E}">
        <p14:creationId xmlns:p14="http://schemas.microsoft.com/office/powerpoint/2010/main" val="3670032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0.6 ÷ 2</a:t>
            </a:r>
          </a:p>
        </p:txBody>
      </p:sp>
    </p:spTree>
    <p:extLst>
      <p:ext uri="{BB962C8B-B14F-4D97-AF65-F5344CB8AC3E}">
        <p14:creationId xmlns:p14="http://schemas.microsoft.com/office/powerpoint/2010/main" val="1493555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0.3 ÷ 2</a:t>
            </a:r>
          </a:p>
        </p:txBody>
      </p:sp>
    </p:spTree>
    <p:extLst>
      <p:ext uri="{BB962C8B-B14F-4D97-AF65-F5344CB8AC3E}">
        <p14:creationId xmlns:p14="http://schemas.microsoft.com/office/powerpoint/2010/main" val="512900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0.35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0.7 ÷ 2</a:t>
            </a:r>
          </a:p>
        </p:txBody>
      </p:sp>
    </p:spTree>
    <p:extLst>
      <p:ext uri="{BB962C8B-B14F-4D97-AF65-F5344CB8AC3E}">
        <p14:creationId xmlns:p14="http://schemas.microsoft.com/office/powerpoint/2010/main" val="63824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4.8 ÷ 0.4</a:t>
            </a:r>
          </a:p>
        </p:txBody>
      </p:sp>
    </p:spTree>
    <p:extLst>
      <p:ext uri="{BB962C8B-B14F-4D97-AF65-F5344CB8AC3E}">
        <p14:creationId xmlns:p14="http://schemas.microsoft.com/office/powerpoint/2010/main" val="93899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0.16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3331722" y="1647647"/>
            <a:ext cx="325922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0.8 ÷ 5</a:t>
            </a:r>
          </a:p>
        </p:txBody>
      </p:sp>
    </p:spTree>
    <p:extLst>
      <p:ext uri="{BB962C8B-B14F-4D97-AF65-F5344CB8AC3E}">
        <p14:creationId xmlns:p14="http://schemas.microsoft.com/office/powerpoint/2010/main" val="2309777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4153002" y="384112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3826625" y="4538750"/>
            <a:ext cx="2252749" cy="145472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B0F0"/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60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946A48-09C3-6E28-686F-A14478E775FF}"/>
              </a:ext>
            </a:extLst>
          </p:cNvPr>
          <p:cNvSpPr txBox="1"/>
          <p:nvPr/>
        </p:nvSpPr>
        <p:spPr>
          <a:xfrm>
            <a:off x="2902919" y="1647647"/>
            <a:ext cx="411683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800" dirty="0"/>
              <a:t>4.5 ÷ 0.3</a:t>
            </a:r>
          </a:p>
        </p:txBody>
      </p:sp>
    </p:spTree>
    <p:extLst>
      <p:ext uri="{BB962C8B-B14F-4D97-AF65-F5344CB8AC3E}">
        <p14:creationId xmlns:p14="http://schemas.microsoft.com/office/powerpoint/2010/main" val="2859601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44318" y="71764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989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8762</TotalTime>
  <Words>225</Words>
  <Application>Microsoft Office PowerPoint</Application>
  <PresentationFormat>A4 Paper (210x297 mm)</PresentationFormat>
  <Paragraphs>99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 Light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404</cp:revision>
  <cp:lastPrinted>2017-12-31T22:38:51Z</cp:lastPrinted>
  <dcterms:created xsi:type="dcterms:W3CDTF">2017-01-17T16:57:04Z</dcterms:created>
  <dcterms:modified xsi:type="dcterms:W3CDTF">2024-05-11T05:02:46Z</dcterms:modified>
</cp:coreProperties>
</file>