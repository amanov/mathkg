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1"/>
  </p:notesMasterIdLst>
  <p:sldIdLst>
    <p:sldId id="960" r:id="rId2"/>
    <p:sldId id="848" r:id="rId3"/>
    <p:sldId id="958" r:id="rId4"/>
    <p:sldId id="927" r:id="rId5"/>
    <p:sldId id="950" r:id="rId6"/>
    <p:sldId id="953" r:id="rId7"/>
    <p:sldId id="954" r:id="rId8"/>
    <p:sldId id="957" r:id="rId9"/>
    <p:sldId id="959" r:id="rId10"/>
  </p:sldIdLst>
  <p:sldSz cx="9906000" cy="6858000" type="A4"/>
  <p:notesSz cx="6889750" cy="10021888"/>
  <p:embeddedFontLst>
    <p:embeddedFont>
      <p:font typeface="Aharoni" panose="02010803020104030203" pitchFamily="2" charset="-79"/>
      <p:bold r:id="rId12"/>
    </p:embeddedFont>
    <p:embeddedFont>
      <p:font typeface="Cambria Math" panose="02040503050406030204" pitchFamily="18" charset="0"/>
      <p:regular r:id="rId13"/>
    </p:embeddedFont>
    <p:embeddedFont>
      <p:font typeface="Snap ITC" panose="04040A07060A02020202" pitchFamily="82" charset="0"/>
      <p:regular r:id="rId14"/>
    </p:embeddedFont>
    <p:embeddedFont>
      <p:font typeface="Verdana" panose="020B0604030504040204" pitchFamily="34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00FF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252" y="56"/>
      </p:cViewPr>
      <p:guideLst>
        <p:guide orient="horz" pos="2137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1"/>
            <a:ext cx="2985558" cy="502835"/>
          </a:xfrm>
          <a:prstGeom prst="rect">
            <a:avLst/>
          </a:prstGeom>
        </p:spPr>
        <p:txBody>
          <a:bodyPr vert="horz" lIns="92286" tIns="46143" rIns="92286" bIns="46143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2601" y="1"/>
            <a:ext cx="2985558" cy="502835"/>
          </a:xfrm>
          <a:prstGeom prst="rect">
            <a:avLst/>
          </a:prstGeom>
        </p:spPr>
        <p:txBody>
          <a:bodyPr vert="horz" lIns="92286" tIns="46143" rIns="92286" bIns="46143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13/01/2024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01713" y="1252538"/>
            <a:ext cx="4886325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286" tIns="46143" rIns="92286" bIns="46143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976" y="4823036"/>
            <a:ext cx="5511800" cy="3946118"/>
          </a:xfrm>
          <a:prstGeom prst="rect">
            <a:avLst/>
          </a:prstGeom>
        </p:spPr>
        <p:txBody>
          <a:bodyPr vert="horz" lIns="92286" tIns="46143" rIns="92286" bIns="46143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" y="9519059"/>
            <a:ext cx="2985558" cy="502834"/>
          </a:xfrm>
          <a:prstGeom prst="rect">
            <a:avLst/>
          </a:prstGeom>
        </p:spPr>
        <p:txBody>
          <a:bodyPr vert="horz" lIns="92286" tIns="46143" rIns="92286" bIns="46143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2601" y="9519059"/>
            <a:ext cx="2985558" cy="502834"/>
          </a:xfrm>
          <a:prstGeom prst="rect">
            <a:avLst/>
          </a:prstGeom>
        </p:spPr>
        <p:txBody>
          <a:bodyPr vert="horz" lIns="92286" tIns="46143" rIns="92286" bIns="46143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1506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26" Type="http://schemas.openxmlformats.org/officeDocument/2006/relationships/image" Target="../media/image28.png"/><Relationship Id="rId3" Type="http://schemas.microsoft.com/office/2007/relationships/hdphoto" Target="../media/hdphoto1.wdp"/><Relationship Id="rId21" Type="http://schemas.openxmlformats.org/officeDocument/2006/relationships/image" Target="../media/image23.png"/><Relationship Id="rId34" Type="http://schemas.openxmlformats.org/officeDocument/2006/relationships/image" Target="../media/image36.png"/><Relationship Id="rId7" Type="http://schemas.microsoft.com/office/2007/relationships/hdphoto" Target="../media/hdphoto3.wdp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5" Type="http://schemas.openxmlformats.org/officeDocument/2006/relationships/image" Target="../media/image27.png"/><Relationship Id="rId33" Type="http://schemas.openxmlformats.org/officeDocument/2006/relationships/image" Target="../media/image35.png"/><Relationship Id="rId2" Type="http://schemas.openxmlformats.org/officeDocument/2006/relationships/image" Target="../media/image7.png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29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3.png"/><Relationship Id="rId24" Type="http://schemas.openxmlformats.org/officeDocument/2006/relationships/image" Target="../media/image26.png"/><Relationship Id="rId32" Type="http://schemas.openxmlformats.org/officeDocument/2006/relationships/image" Target="../media/image34.png"/><Relationship Id="rId5" Type="http://schemas.microsoft.com/office/2007/relationships/hdphoto" Target="../media/hdphoto2.wdp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28" Type="http://schemas.openxmlformats.org/officeDocument/2006/relationships/image" Target="../media/image30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31" Type="http://schemas.openxmlformats.org/officeDocument/2006/relationships/image" Target="../media/image33.png"/><Relationship Id="rId4" Type="http://schemas.openxmlformats.org/officeDocument/2006/relationships/image" Target="../media/image8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Relationship Id="rId22" Type="http://schemas.openxmlformats.org/officeDocument/2006/relationships/image" Target="../media/image24.png"/><Relationship Id="rId27" Type="http://schemas.openxmlformats.org/officeDocument/2006/relationships/image" Target="../media/image29.png"/><Relationship Id="rId30" Type="http://schemas.openxmlformats.org/officeDocument/2006/relationships/image" Target="../media/image32.png"/><Relationship Id="rId35" Type="http://schemas.openxmlformats.org/officeDocument/2006/relationships/image" Target="../media/image3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26" Type="http://schemas.openxmlformats.org/officeDocument/2006/relationships/image" Target="../media/image44.png"/><Relationship Id="rId3" Type="http://schemas.microsoft.com/office/2007/relationships/hdphoto" Target="../media/hdphoto1.wdp"/><Relationship Id="rId21" Type="http://schemas.openxmlformats.org/officeDocument/2006/relationships/image" Target="../media/image39.png"/><Relationship Id="rId34" Type="http://schemas.openxmlformats.org/officeDocument/2006/relationships/image" Target="../media/image52.png"/><Relationship Id="rId7" Type="http://schemas.microsoft.com/office/2007/relationships/hdphoto" Target="../media/hdphoto3.wdp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5" Type="http://schemas.openxmlformats.org/officeDocument/2006/relationships/image" Target="../media/image43.png"/><Relationship Id="rId33" Type="http://schemas.openxmlformats.org/officeDocument/2006/relationships/image" Target="../media/image51.png"/><Relationship Id="rId2" Type="http://schemas.openxmlformats.org/officeDocument/2006/relationships/image" Target="../media/image7.png"/><Relationship Id="rId16" Type="http://schemas.openxmlformats.org/officeDocument/2006/relationships/image" Target="../media/image18.png"/><Relationship Id="rId20" Type="http://schemas.openxmlformats.org/officeDocument/2006/relationships/image" Target="../media/image38.png"/><Relationship Id="rId29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3.png"/><Relationship Id="rId24" Type="http://schemas.openxmlformats.org/officeDocument/2006/relationships/image" Target="../media/image42.png"/><Relationship Id="rId32" Type="http://schemas.openxmlformats.org/officeDocument/2006/relationships/image" Target="../media/image50.png"/><Relationship Id="rId5" Type="http://schemas.microsoft.com/office/2007/relationships/hdphoto" Target="../media/hdphoto2.wdp"/><Relationship Id="rId15" Type="http://schemas.openxmlformats.org/officeDocument/2006/relationships/image" Target="../media/image17.png"/><Relationship Id="rId23" Type="http://schemas.openxmlformats.org/officeDocument/2006/relationships/image" Target="../media/image41.png"/><Relationship Id="rId28" Type="http://schemas.openxmlformats.org/officeDocument/2006/relationships/image" Target="../media/image46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31" Type="http://schemas.openxmlformats.org/officeDocument/2006/relationships/image" Target="../media/image49.png"/><Relationship Id="rId4" Type="http://schemas.openxmlformats.org/officeDocument/2006/relationships/image" Target="../media/image8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Relationship Id="rId22" Type="http://schemas.openxmlformats.org/officeDocument/2006/relationships/image" Target="../media/image40.png"/><Relationship Id="rId27" Type="http://schemas.openxmlformats.org/officeDocument/2006/relationships/image" Target="../media/image45.png"/><Relationship Id="rId30" Type="http://schemas.openxmlformats.org/officeDocument/2006/relationships/image" Target="../media/image48.png"/><Relationship Id="rId35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C86A6EA6-FCB3-2B3A-9830-D09E6E23D499}"/>
              </a:ext>
            </a:extLst>
          </p:cNvPr>
          <p:cNvSpPr txBox="1">
            <a:spLocks/>
          </p:cNvSpPr>
          <p:nvPr/>
        </p:nvSpPr>
        <p:spPr>
          <a:xfrm>
            <a:off x="106680" y="1886586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Амалдарды аткаруу тартиби</a:t>
            </a:r>
            <a:r>
              <a:rPr lang="en-US" dirty="0"/>
              <a:t>  – </a:t>
            </a:r>
            <a:r>
              <a:rPr lang="ru-RU" dirty="0"/>
              <a:t>Салыштыруу оюну</a:t>
            </a:r>
            <a:r>
              <a:rPr lang="ky-KG" dirty="0"/>
              <a:t> </a:t>
            </a:r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Бул ресурс математикалык ыкманын жандуу </a:t>
            </a:r>
            <a:r>
              <a:rPr lang="en-US" dirty="0"/>
              <a:t>   </a:t>
            </a:r>
            <a:r>
              <a:rPr lang="ru-RU" dirty="0"/>
              <a:t>демонстрацияларын камсыз кылат.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3200" b="1" dirty="0">
                <a:solidFill>
                  <a:srgbClr val="FF0000"/>
                </a:solidFill>
              </a:rPr>
              <a:t>ӨЧҮРҮ</a:t>
            </a:r>
            <a:r>
              <a:rPr lang="ky-KG" sz="3200" b="1" dirty="0">
                <a:solidFill>
                  <a:srgbClr val="FF0000"/>
                </a:solidFill>
              </a:rPr>
              <a:t>П САЛЫ</a:t>
            </a:r>
            <a:r>
              <a:rPr lang="ru-RU" sz="32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94B71E39-D2CD-8137-C98B-785ECD7F1E6F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285060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86080" y="612844"/>
            <a:ext cx="9906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Торт амал – баалулуктар жарышы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Бул сынактык иш-чарада окуучулар карталардагы атрибуттардын баалуулуктарын салыштырышат.</a:t>
            </a:r>
          </a:p>
          <a:p>
            <a:pPr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Жеңүүчү деп эң жогорку баалуулукка ээ болгон студент/топ/ тарап эсептелет.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1-10, 11-20, 21-30 жана 31-40 барган сайын татаалдашат.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Карталарды татаалдыгына жараша чогуу же өзүнчө бөлүп колдонсо болот.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Бул иш бүтүндөй класс (ар бири бир карта), топтордун ичинде (2+) </a:t>
            </a: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аткарылышы мүмкүн.</a:t>
            </a:r>
          </a:p>
          <a:p>
            <a:pPr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Же мугалим бүт класска каршы ойнойт (ар бири бирден карта менен).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Же класс экиге бөлүнүп, эки тарап болуп ойносо болот</a:t>
            </a: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(мини-тактай жана/же калькулятор менен).</a:t>
            </a: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7D06286-0CFB-3052-7CA6-AA9DFAA174C6}"/>
              </a:ext>
            </a:extLst>
          </p:cNvPr>
          <p:cNvSpPr/>
          <p:nvPr/>
        </p:nvSpPr>
        <p:spPr>
          <a:xfrm>
            <a:off x="86360" y="95568"/>
            <a:ext cx="9733280" cy="6593840"/>
          </a:xfrm>
          <a:prstGeom prst="roundRect">
            <a:avLst>
              <a:gd name="adj" fmla="val 8501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49839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3008F517-FE13-B4F0-BF9D-D37BCA9E8A9C}"/>
              </a:ext>
            </a:extLst>
          </p:cNvPr>
          <p:cNvGrpSpPr/>
          <p:nvPr/>
        </p:nvGrpSpPr>
        <p:grpSpPr>
          <a:xfrm>
            <a:off x="461246" y="1901654"/>
            <a:ext cx="7214058" cy="4711513"/>
            <a:chOff x="346710" y="356888"/>
            <a:chExt cx="6845313" cy="481029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160E6CB-E743-B507-63B1-8F72B08C47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6710" y="356888"/>
              <a:ext cx="1488545" cy="1230376"/>
            </a:xfrm>
            <a:prstGeom prst="rect">
              <a:avLst/>
            </a:prstGeom>
          </p:spPr>
        </p:pic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36CF7553-C4DE-E0B2-02D6-8D3861722A39}"/>
                </a:ext>
              </a:extLst>
            </p:cNvPr>
            <p:cNvGrpSpPr/>
            <p:nvPr/>
          </p:nvGrpSpPr>
          <p:grpSpPr>
            <a:xfrm>
              <a:off x="498258" y="1616177"/>
              <a:ext cx="6693765" cy="3551005"/>
              <a:chOff x="2778386" y="1401995"/>
              <a:chExt cx="6693765" cy="3551005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AD2B48BB-2EF7-F1CF-FF32-173D9BA9313E}"/>
                  </a:ext>
                </a:extLst>
              </p:cNvPr>
              <p:cNvGrpSpPr/>
              <p:nvPr/>
            </p:nvGrpSpPr>
            <p:grpSpPr>
              <a:xfrm>
                <a:off x="2778386" y="1401995"/>
                <a:ext cx="5300375" cy="3551005"/>
                <a:chOff x="2778386" y="1401995"/>
                <a:chExt cx="5300375" cy="3551005"/>
              </a:xfrm>
            </p:grpSpPr>
            <p:sp>
              <p:nvSpPr>
                <p:cNvPr id="2" name="Rectangle: Rounded Corners 1">
                  <a:extLst>
                    <a:ext uri="{FF2B5EF4-FFF2-40B4-BE49-F238E27FC236}">
                      <a16:creationId xmlns:a16="http://schemas.microsoft.com/office/drawing/2014/main" id="{03ECB896-1B55-CDCA-1631-ECE769BCCB17}"/>
                    </a:ext>
                  </a:extLst>
                </p:cNvPr>
                <p:cNvSpPr/>
                <p:nvPr/>
              </p:nvSpPr>
              <p:spPr>
                <a:xfrm>
                  <a:off x="2837699" y="1401995"/>
                  <a:ext cx="3423920" cy="3550916"/>
                </a:xfrm>
                <a:custGeom>
                  <a:avLst/>
                  <a:gdLst>
                    <a:gd name="connsiteX0" fmla="*/ 0 w 3423920"/>
                    <a:gd name="connsiteY0" fmla="*/ 570665 h 3550916"/>
                    <a:gd name="connsiteX1" fmla="*/ 570665 w 3423920"/>
                    <a:gd name="connsiteY1" fmla="*/ 0 h 3550916"/>
                    <a:gd name="connsiteX2" fmla="*/ 1141313 w 3423920"/>
                    <a:gd name="connsiteY2" fmla="*/ 0 h 3550916"/>
                    <a:gd name="connsiteX3" fmla="*/ 1666308 w 3423920"/>
                    <a:gd name="connsiteY3" fmla="*/ 0 h 3550916"/>
                    <a:gd name="connsiteX4" fmla="*/ 2259782 w 3423920"/>
                    <a:gd name="connsiteY4" fmla="*/ 0 h 3550916"/>
                    <a:gd name="connsiteX5" fmla="*/ 2853255 w 3423920"/>
                    <a:gd name="connsiteY5" fmla="*/ 0 h 3550916"/>
                    <a:gd name="connsiteX6" fmla="*/ 3423920 w 3423920"/>
                    <a:gd name="connsiteY6" fmla="*/ 570665 h 3550916"/>
                    <a:gd name="connsiteX7" fmla="*/ 3423920 w 3423920"/>
                    <a:gd name="connsiteY7" fmla="*/ 1052582 h 3550916"/>
                    <a:gd name="connsiteX8" fmla="*/ 3423920 w 3423920"/>
                    <a:gd name="connsiteY8" fmla="*/ 1486308 h 3550916"/>
                    <a:gd name="connsiteX9" fmla="*/ 3423920 w 3423920"/>
                    <a:gd name="connsiteY9" fmla="*/ 1895937 h 3550916"/>
                    <a:gd name="connsiteX10" fmla="*/ 3423920 w 3423920"/>
                    <a:gd name="connsiteY10" fmla="*/ 2329663 h 3550916"/>
                    <a:gd name="connsiteX11" fmla="*/ 3423920 w 3423920"/>
                    <a:gd name="connsiteY11" fmla="*/ 2980251 h 3550916"/>
                    <a:gd name="connsiteX12" fmla="*/ 2853255 w 3423920"/>
                    <a:gd name="connsiteY12" fmla="*/ 3550916 h 3550916"/>
                    <a:gd name="connsiteX13" fmla="*/ 2328259 w 3423920"/>
                    <a:gd name="connsiteY13" fmla="*/ 3550916 h 3550916"/>
                    <a:gd name="connsiteX14" fmla="*/ 1780438 w 3423920"/>
                    <a:gd name="connsiteY14" fmla="*/ 3550916 h 3550916"/>
                    <a:gd name="connsiteX15" fmla="*/ 1209790 w 3423920"/>
                    <a:gd name="connsiteY15" fmla="*/ 3550916 h 3550916"/>
                    <a:gd name="connsiteX16" fmla="*/ 570665 w 3423920"/>
                    <a:gd name="connsiteY16" fmla="*/ 3550916 h 3550916"/>
                    <a:gd name="connsiteX17" fmla="*/ 0 w 3423920"/>
                    <a:gd name="connsiteY17" fmla="*/ 2980251 h 3550916"/>
                    <a:gd name="connsiteX18" fmla="*/ 0 w 3423920"/>
                    <a:gd name="connsiteY18" fmla="*/ 2498334 h 3550916"/>
                    <a:gd name="connsiteX19" fmla="*/ 0 w 3423920"/>
                    <a:gd name="connsiteY19" fmla="*/ 1992321 h 3550916"/>
                    <a:gd name="connsiteX20" fmla="*/ 0 w 3423920"/>
                    <a:gd name="connsiteY20" fmla="*/ 1534499 h 3550916"/>
                    <a:gd name="connsiteX21" fmla="*/ 0 w 3423920"/>
                    <a:gd name="connsiteY21" fmla="*/ 1028486 h 3550916"/>
                    <a:gd name="connsiteX22" fmla="*/ 0 w 3423920"/>
                    <a:gd name="connsiteY22" fmla="*/ 570665 h 35509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3423920" h="3550916" fill="none" extrusionOk="0">
                      <a:moveTo>
                        <a:pt x="0" y="570665"/>
                      </a:moveTo>
                      <a:cubicBezTo>
                        <a:pt x="-29610" y="253819"/>
                        <a:pt x="267827" y="10617"/>
                        <a:pt x="570665" y="0"/>
                      </a:cubicBezTo>
                      <a:cubicBezTo>
                        <a:pt x="819472" y="-6014"/>
                        <a:pt x="929442" y="44990"/>
                        <a:pt x="1141313" y="0"/>
                      </a:cubicBezTo>
                      <a:cubicBezTo>
                        <a:pt x="1353184" y="-44990"/>
                        <a:pt x="1481601" y="60425"/>
                        <a:pt x="1666308" y="0"/>
                      </a:cubicBezTo>
                      <a:cubicBezTo>
                        <a:pt x="1851015" y="-60425"/>
                        <a:pt x="2111081" y="53525"/>
                        <a:pt x="2259782" y="0"/>
                      </a:cubicBezTo>
                      <a:cubicBezTo>
                        <a:pt x="2408483" y="-53525"/>
                        <a:pt x="2600016" y="1979"/>
                        <a:pt x="2853255" y="0"/>
                      </a:cubicBezTo>
                      <a:cubicBezTo>
                        <a:pt x="3166374" y="6393"/>
                        <a:pt x="3397112" y="171072"/>
                        <a:pt x="3423920" y="570665"/>
                      </a:cubicBezTo>
                      <a:cubicBezTo>
                        <a:pt x="3460516" y="737873"/>
                        <a:pt x="3417877" y="889447"/>
                        <a:pt x="3423920" y="1052582"/>
                      </a:cubicBezTo>
                      <a:cubicBezTo>
                        <a:pt x="3429963" y="1215717"/>
                        <a:pt x="3384047" y="1290742"/>
                        <a:pt x="3423920" y="1486308"/>
                      </a:cubicBezTo>
                      <a:cubicBezTo>
                        <a:pt x="3463793" y="1681874"/>
                        <a:pt x="3383829" y="1764785"/>
                        <a:pt x="3423920" y="1895937"/>
                      </a:cubicBezTo>
                      <a:cubicBezTo>
                        <a:pt x="3464011" y="2027089"/>
                        <a:pt x="3395496" y="2115202"/>
                        <a:pt x="3423920" y="2329663"/>
                      </a:cubicBezTo>
                      <a:cubicBezTo>
                        <a:pt x="3452344" y="2544124"/>
                        <a:pt x="3389770" y="2783904"/>
                        <a:pt x="3423920" y="2980251"/>
                      </a:cubicBezTo>
                      <a:cubicBezTo>
                        <a:pt x="3440929" y="3290919"/>
                        <a:pt x="3157088" y="3629445"/>
                        <a:pt x="2853255" y="3550916"/>
                      </a:cubicBezTo>
                      <a:cubicBezTo>
                        <a:pt x="2675416" y="3596528"/>
                        <a:pt x="2533690" y="3495880"/>
                        <a:pt x="2328259" y="3550916"/>
                      </a:cubicBezTo>
                      <a:cubicBezTo>
                        <a:pt x="2122828" y="3605952"/>
                        <a:pt x="1961174" y="3526594"/>
                        <a:pt x="1780438" y="3550916"/>
                      </a:cubicBezTo>
                      <a:cubicBezTo>
                        <a:pt x="1599702" y="3575238"/>
                        <a:pt x="1482250" y="3526844"/>
                        <a:pt x="1209790" y="3550916"/>
                      </a:cubicBezTo>
                      <a:cubicBezTo>
                        <a:pt x="937330" y="3574988"/>
                        <a:pt x="834541" y="3475913"/>
                        <a:pt x="570665" y="3550916"/>
                      </a:cubicBezTo>
                      <a:cubicBezTo>
                        <a:pt x="278627" y="3610374"/>
                        <a:pt x="50688" y="3319001"/>
                        <a:pt x="0" y="2980251"/>
                      </a:cubicBezTo>
                      <a:cubicBezTo>
                        <a:pt x="-8003" y="2816643"/>
                        <a:pt x="42008" y="2610494"/>
                        <a:pt x="0" y="2498334"/>
                      </a:cubicBezTo>
                      <a:cubicBezTo>
                        <a:pt x="-42008" y="2386174"/>
                        <a:pt x="1795" y="2237285"/>
                        <a:pt x="0" y="1992321"/>
                      </a:cubicBezTo>
                      <a:cubicBezTo>
                        <a:pt x="-1795" y="1747357"/>
                        <a:pt x="37088" y="1672647"/>
                        <a:pt x="0" y="1534499"/>
                      </a:cubicBezTo>
                      <a:cubicBezTo>
                        <a:pt x="-37088" y="1396351"/>
                        <a:pt x="13778" y="1236015"/>
                        <a:pt x="0" y="1028486"/>
                      </a:cubicBezTo>
                      <a:cubicBezTo>
                        <a:pt x="-13778" y="820957"/>
                        <a:pt x="43009" y="693639"/>
                        <a:pt x="0" y="570665"/>
                      </a:cubicBezTo>
                      <a:close/>
                    </a:path>
                    <a:path w="3423920" h="3550916" stroke="0" extrusionOk="0">
                      <a:moveTo>
                        <a:pt x="0" y="570665"/>
                      </a:moveTo>
                      <a:cubicBezTo>
                        <a:pt x="-27231" y="238699"/>
                        <a:pt x="243739" y="4412"/>
                        <a:pt x="570665" y="0"/>
                      </a:cubicBezTo>
                      <a:cubicBezTo>
                        <a:pt x="773291" y="-20899"/>
                        <a:pt x="1016732" y="15463"/>
                        <a:pt x="1186964" y="0"/>
                      </a:cubicBezTo>
                      <a:cubicBezTo>
                        <a:pt x="1357196" y="-15463"/>
                        <a:pt x="1492923" y="11459"/>
                        <a:pt x="1734786" y="0"/>
                      </a:cubicBezTo>
                      <a:cubicBezTo>
                        <a:pt x="1976649" y="-11459"/>
                        <a:pt x="2134610" y="34532"/>
                        <a:pt x="2259782" y="0"/>
                      </a:cubicBezTo>
                      <a:cubicBezTo>
                        <a:pt x="2384954" y="-34532"/>
                        <a:pt x="2604945" y="24797"/>
                        <a:pt x="2853255" y="0"/>
                      </a:cubicBezTo>
                      <a:cubicBezTo>
                        <a:pt x="3198043" y="-60954"/>
                        <a:pt x="3382139" y="249097"/>
                        <a:pt x="3423920" y="570665"/>
                      </a:cubicBezTo>
                      <a:cubicBezTo>
                        <a:pt x="3472102" y="800004"/>
                        <a:pt x="3381995" y="933797"/>
                        <a:pt x="3423920" y="1052582"/>
                      </a:cubicBezTo>
                      <a:cubicBezTo>
                        <a:pt x="3465845" y="1171367"/>
                        <a:pt x="3416306" y="1318385"/>
                        <a:pt x="3423920" y="1582691"/>
                      </a:cubicBezTo>
                      <a:cubicBezTo>
                        <a:pt x="3431534" y="1846997"/>
                        <a:pt x="3393856" y="1904367"/>
                        <a:pt x="3423920" y="1992321"/>
                      </a:cubicBezTo>
                      <a:cubicBezTo>
                        <a:pt x="3453984" y="2080275"/>
                        <a:pt x="3411399" y="2319382"/>
                        <a:pt x="3423920" y="2474238"/>
                      </a:cubicBezTo>
                      <a:cubicBezTo>
                        <a:pt x="3436441" y="2629094"/>
                        <a:pt x="3364480" y="2756605"/>
                        <a:pt x="3423920" y="2980251"/>
                      </a:cubicBezTo>
                      <a:cubicBezTo>
                        <a:pt x="3486717" y="3233367"/>
                        <a:pt x="3227599" y="3512760"/>
                        <a:pt x="2853255" y="3550916"/>
                      </a:cubicBezTo>
                      <a:cubicBezTo>
                        <a:pt x="2686888" y="3615793"/>
                        <a:pt x="2539793" y="3498495"/>
                        <a:pt x="2282608" y="3550916"/>
                      </a:cubicBezTo>
                      <a:cubicBezTo>
                        <a:pt x="2025423" y="3603337"/>
                        <a:pt x="1910377" y="3522299"/>
                        <a:pt x="1757612" y="3550916"/>
                      </a:cubicBezTo>
                      <a:cubicBezTo>
                        <a:pt x="1604847" y="3579533"/>
                        <a:pt x="1311779" y="3511102"/>
                        <a:pt x="1186964" y="3550916"/>
                      </a:cubicBezTo>
                      <a:cubicBezTo>
                        <a:pt x="1062149" y="3590730"/>
                        <a:pt x="865594" y="3483379"/>
                        <a:pt x="570665" y="3550916"/>
                      </a:cubicBezTo>
                      <a:cubicBezTo>
                        <a:pt x="227339" y="3466217"/>
                        <a:pt x="28933" y="3289543"/>
                        <a:pt x="0" y="2980251"/>
                      </a:cubicBezTo>
                      <a:cubicBezTo>
                        <a:pt x="-18786" y="2885012"/>
                        <a:pt x="39025" y="2654457"/>
                        <a:pt x="0" y="2570621"/>
                      </a:cubicBezTo>
                      <a:cubicBezTo>
                        <a:pt x="-39025" y="2486785"/>
                        <a:pt x="59888" y="2231031"/>
                        <a:pt x="0" y="2040512"/>
                      </a:cubicBezTo>
                      <a:cubicBezTo>
                        <a:pt x="-59888" y="1849993"/>
                        <a:pt x="52540" y="1735148"/>
                        <a:pt x="0" y="1558595"/>
                      </a:cubicBezTo>
                      <a:cubicBezTo>
                        <a:pt x="-52540" y="1382042"/>
                        <a:pt x="8994" y="1271855"/>
                        <a:pt x="0" y="1124870"/>
                      </a:cubicBezTo>
                      <a:cubicBezTo>
                        <a:pt x="-8994" y="977886"/>
                        <a:pt x="24271" y="817946"/>
                        <a:pt x="0" y="570665"/>
                      </a:cubicBez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 w="38100">
                  <a:extLst>
                    <a:ext uri="{C807C97D-BFC1-408E-A445-0C87EB9F89A2}">
                      <ask:lineSketchStyleProps xmlns:ask="http://schemas.microsoft.com/office/drawing/2018/sketchyshapes" sd="1219033472">
                        <a:prstGeom prst="roundRect">
                          <a:avLst/>
                        </a:prstGeom>
                        <ask:type>
                          <ask:lineSketchScribbl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1950" dirty="0"/>
                </a:p>
              </p:txBody>
            </p:sp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F0879603-9A75-AAC1-EDDB-5D734375DC47}"/>
                    </a:ext>
                  </a:extLst>
                </p:cNvPr>
                <p:cNvSpPr txBox="1"/>
                <p:nvPr/>
              </p:nvSpPr>
              <p:spPr>
                <a:xfrm>
                  <a:off x="3125761" y="3356490"/>
                  <a:ext cx="495300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ru-RU" sz="2400" b="1" dirty="0">
                      <a:latin typeface="Verdana" panose="020B0604030504040204" pitchFamily="34" charset="0"/>
                      <a:ea typeface="Verdana" panose="020B0604030504040204" pitchFamily="34" charset="0"/>
                    </a:rPr>
                    <a:t>Өжөр</a:t>
                  </a:r>
                  <a:endParaRPr lang="en-US" sz="2400" b="1" dirty="0">
                    <a:latin typeface="Verdana" panose="020B0604030504040204" pitchFamily="34" charset="0"/>
                    <a:ea typeface="Verdana" panose="020B0604030504040204" pitchFamily="34" charset="0"/>
                  </a:endParaRPr>
                </a:p>
              </p:txBody>
            </p:sp>
            <p:cxnSp>
              <p:nvCxnSpPr>
                <p:cNvPr id="7" name="Straight Connector 6">
                  <a:extLst>
                    <a:ext uri="{FF2B5EF4-FFF2-40B4-BE49-F238E27FC236}">
                      <a16:creationId xmlns:a16="http://schemas.microsoft.com/office/drawing/2014/main" id="{68FAA28D-24F7-8C60-E4B3-1687BD0275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60040" y="2237642"/>
                  <a:ext cx="3430795" cy="16198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Straight Connector 7">
                  <a:extLst>
                    <a:ext uri="{FF2B5EF4-FFF2-40B4-BE49-F238E27FC236}">
                      <a16:creationId xmlns:a16="http://schemas.microsoft.com/office/drawing/2014/main" id="{A02CB878-F12E-388B-1805-CFCCB6F1BB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14320" y="3075186"/>
                  <a:ext cx="342392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Connector 8">
                  <a:extLst>
                    <a:ext uri="{FF2B5EF4-FFF2-40B4-BE49-F238E27FC236}">
                      <a16:creationId xmlns:a16="http://schemas.microsoft.com/office/drawing/2014/main" id="{0835366F-B29B-9ADD-8BF7-4E962D060F2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60040" y="4097774"/>
                  <a:ext cx="33782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0B1D2E00-8201-B732-282A-22CACAE7ECAE}"/>
                    </a:ext>
                  </a:extLst>
                </p:cNvPr>
                <p:cNvCxnSpPr>
                  <a:cxnSpLocks/>
                  <a:stCxn id="2" idx="0"/>
                </p:cNvCxnSpPr>
                <p:nvPr/>
              </p:nvCxnSpPr>
              <p:spPr>
                <a:xfrm flipH="1">
                  <a:off x="4549140" y="1401995"/>
                  <a:ext cx="519" cy="3551005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179D8B2F-A398-5AC7-B7BC-B1960AB0CA6D}"/>
                    </a:ext>
                  </a:extLst>
                </p:cNvPr>
                <p:cNvSpPr txBox="1"/>
                <p:nvPr/>
              </p:nvSpPr>
              <p:spPr>
                <a:xfrm>
                  <a:off x="2778386" y="1692695"/>
                  <a:ext cx="2702560" cy="4713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ru-RU" sz="2400" b="1" dirty="0">
                      <a:latin typeface="Verdana" panose="020B0604030504040204" pitchFamily="34" charset="0"/>
                      <a:ea typeface="Verdana" panose="020B0604030504040204" pitchFamily="34" charset="0"/>
                    </a:rPr>
                    <a:t>Эмгекчил</a:t>
                  </a:r>
                  <a:endParaRPr lang="en-US" sz="2000" b="1" dirty="0">
                    <a:latin typeface="Verdana" panose="020B0604030504040204" pitchFamily="34" charset="0"/>
                    <a:ea typeface="Verdana" panose="020B0604030504040204" pitchFamily="34" charset="0"/>
                  </a:endParaRP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077AFCB7-56DB-0DD5-8A3D-C18DE1DA8D0D}"/>
                    </a:ext>
                  </a:extLst>
                </p:cNvPr>
                <p:cNvSpPr txBox="1"/>
                <p:nvPr/>
              </p:nvSpPr>
              <p:spPr>
                <a:xfrm>
                  <a:off x="3180382" y="2451504"/>
                  <a:ext cx="1390124" cy="7386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2400" b="1" dirty="0">
                      <a:latin typeface="Verdana" panose="020B0604030504040204" pitchFamily="34" charset="0"/>
                      <a:ea typeface="Verdana" panose="020B0604030504040204" pitchFamily="34" charset="0"/>
                    </a:rPr>
                    <a:t>Шерик</a:t>
                  </a:r>
                  <a:endParaRPr lang="en-US" sz="2400" b="1" dirty="0">
                    <a:latin typeface="Verdana" panose="020B0604030504040204" pitchFamily="34" charset="0"/>
                    <a:ea typeface="Verdana" panose="020B0604030504040204" pitchFamily="34" charset="0"/>
                  </a:endParaRPr>
                </a:p>
                <a:p>
                  <a:endParaRPr lang="en-US" dirty="0"/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836B0AB0-3EAF-1E16-2B9E-36461BDAED9A}"/>
                    </a:ext>
                  </a:extLst>
                </p:cNvPr>
                <p:cNvSpPr txBox="1"/>
                <p:nvPr/>
              </p:nvSpPr>
              <p:spPr>
                <a:xfrm>
                  <a:off x="3125761" y="4304883"/>
                  <a:ext cx="2123437" cy="4713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ru-RU" sz="2400" b="1" dirty="0">
                      <a:latin typeface="Verdana" panose="020B0604030504040204" pitchFamily="34" charset="0"/>
                      <a:ea typeface="Verdana" panose="020B0604030504040204" pitchFamily="34" charset="0"/>
                    </a:rPr>
                    <a:t>Эстүү</a:t>
                  </a:r>
                  <a:endParaRPr lang="en-US" b="1" dirty="0">
                    <a:latin typeface="Verdana" panose="020B0604030504040204" pitchFamily="34" charset="0"/>
                    <a:ea typeface="Verdana" panose="020B0604030504040204" pitchFamily="34" charset="0"/>
                  </a:endParaRPr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76D8812A-4FCE-2160-4B37-1D8554869530}"/>
                    </a:ext>
                  </a:extLst>
                </p:cNvPr>
                <p:cNvSpPr txBox="1"/>
                <p:nvPr/>
              </p:nvSpPr>
              <p:spPr>
                <a:xfrm>
                  <a:off x="4540900" y="1660927"/>
                  <a:ext cx="207264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b="1" dirty="0">
                      <a:latin typeface="Verdana" panose="020B0604030504040204" pitchFamily="34" charset="0"/>
                      <a:ea typeface="Verdana" panose="020B0604030504040204" pitchFamily="34" charset="0"/>
                    </a:rPr>
                    <a:t>1+2 × 2</a:t>
                  </a:r>
                </a:p>
              </p:txBody>
            </p:sp>
          </p:grp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78DB4FF-C758-4267-55E2-B9AAF90EC5A1}"/>
                  </a:ext>
                </a:extLst>
              </p:cNvPr>
              <p:cNvSpPr txBox="1"/>
              <p:nvPr/>
            </p:nvSpPr>
            <p:spPr>
              <a:xfrm>
                <a:off x="4526279" y="2521105"/>
                <a:ext cx="3981388" cy="4713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latin typeface="Verdana" panose="020B0604030504040204" pitchFamily="34" charset="0"/>
                    <a:ea typeface="Verdana" panose="020B0604030504040204" pitchFamily="34" charset="0"/>
                  </a:rPr>
                  <a:t>3 × 2 ÷ 2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DECCABE-A98C-8C4D-40A8-A9089CAD8B94}"/>
                  </a:ext>
                </a:extLst>
              </p:cNvPr>
              <p:cNvSpPr txBox="1"/>
              <p:nvPr/>
            </p:nvSpPr>
            <p:spPr>
              <a:xfrm>
                <a:off x="4519151" y="3379303"/>
                <a:ext cx="4953000" cy="4713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latin typeface="Verdana" panose="020B0604030504040204" pitchFamily="34" charset="0"/>
                    <a:ea typeface="Verdana" panose="020B0604030504040204" pitchFamily="34" charset="0"/>
                  </a:rPr>
                  <a:t>8 ÷ 2 +10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EFDF9C1-7885-13DB-7864-327EDB3BDE87}"/>
                  </a:ext>
                </a:extLst>
              </p:cNvPr>
              <p:cNvSpPr txBox="1"/>
              <p:nvPr/>
            </p:nvSpPr>
            <p:spPr>
              <a:xfrm>
                <a:off x="4511453" y="4271827"/>
                <a:ext cx="4953000" cy="4713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latin typeface="Verdana" panose="020B0604030504040204" pitchFamily="34" charset="0"/>
                    <a:ea typeface="Verdana" panose="020B0604030504040204" pitchFamily="34" charset="0"/>
                  </a:rPr>
                  <a:t>20 ÷(3-2)</a:t>
                </a:r>
              </a:p>
            </p:txBody>
          </p:sp>
        </p:grp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53B4E849-4312-77BE-D9D2-B590BFF4DF58}"/>
                </a:ext>
              </a:extLst>
            </p:cNvPr>
            <p:cNvSpPr/>
            <p:nvPr/>
          </p:nvSpPr>
          <p:spPr>
            <a:xfrm>
              <a:off x="2103120" y="843280"/>
              <a:ext cx="1854991" cy="596079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2800" b="1" dirty="0">
                  <a:latin typeface="Verdana" panose="020B0604030504040204" pitchFamily="34" charset="0"/>
                  <a:ea typeface="Verdana" panose="020B0604030504040204" pitchFamily="34" charset="0"/>
                </a:rPr>
                <a:t>Үч</a:t>
              </a:r>
              <a:r>
                <a:rPr lang="en-US" sz="2800" b="1" dirty="0">
                  <a:latin typeface="Verdana" panose="020B0604030504040204" pitchFamily="34" charset="0"/>
                  <a:ea typeface="Verdana" panose="020B0604030504040204" pitchFamily="34" charset="0"/>
                </a:rPr>
                <a:t> </a:t>
              </a:r>
              <a:r>
                <a:rPr lang="ru-RU" sz="2800" b="1" dirty="0">
                  <a:latin typeface="Verdana" panose="020B0604030504040204" pitchFamily="34" charset="0"/>
                  <a:ea typeface="Verdana" panose="020B0604030504040204" pitchFamily="34" charset="0"/>
                </a:rPr>
                <a:t>Көз</a:t>
              </a:r>
              <a:endParaRPr lang="en-US" sz="2800" b="1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CCCCEC0-564E-009A-E5EA-9F9AB85C4645}"/>
              </a:ext>
            </a:extLst>
          </p:cNvPr>
          <p:cNvGrpSpPr/>
          <p:nvPr/>
        </p:nvGrpSpPr>
        <p:grpSpPr>
          <a:xfrm>
            <a:off x="5696766" y="2307152"/>
            <a:ext cx="7101389" cy="4308130"/>
            <a:chOff x="534192" y="843280"/>
            <a:chExt cx="6738403" cy="4398454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59106D2A-E4B1-A752-AF7E-D59AF5C9B879}"/>
                </a:ext>
              </a:extLst>
            </p:cNvPr>
            <p:cNvGrpSpPr/>
            <p:nvPr/>
          </p:nvGrpSpPr>
          <p:grpSpPr>
            <a:xfrm>
              <a:off x="534192" y="1690818"/>
              <a:ext cx="6738403" cy="3550916"/>
              <a:chOff x="2814320" y="1476636"/>
              <a:chExt cx="6738403" cy="3550916"/>
            </a:xfrm>
          </p:grpSpPr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4A75B4CA-6A2D-DD30-7ECB-69428033E662}"/>
                  </a:ext>
                </a:extLst>
              </p:cNvPr>
              <p:cNvGrpSpPr/>
              <p:nvPr/>
            </p:nvGrpSpPr>
            <p:grpSpPr>
              <a:xfrm>
                <a:off x="2814320" y="1476636"/>
                <a:ext cx="5300236" cy="3550916"/>
                <a:chOff x="2814320" y="1476636"/>
                <a:chExt cx="5300236" cy="3550916"/>
              </a:xfrm>
            </p:grpSpPr>
            <p:sp>
              <p:nvSpPr>
                <p:cNvPr id="42" name="Rectangle: Rounded Corners 41">
                  <a:extLst>
                    <a:ext uri="{FF2B5EF4-FFF2-40B4-BE49-F238E27FC236}">
                      <a16:creationId xmlns:a16="http://schemas.microsoft.com/office/drawing/2014/main" id="{F9D8A813-F62F-1B5C-A353-3A8DC794D809}"/>
                    </a:ext>
                  </a:extLst>
                </p:cNvPr>
                <p:cNvSpPr/>
                <p:nvPr/>
              </p:nvSpPr>
              <p:spPr>
                <a:xfrm>
                  <a:off x="2866915" y="1476636"/>
                  <a:ext cx="3423920" cy="3550916"/>
                </a:xfrm>
                <a:custGeom>
                  <a:avLst/>
                  <a:gdLst>
                    <a:gd name="connsiteX0" fmla="*/ 0 w 3423920"/>
                    <a:gd name="connsiteY0" fmla="*/ 570665 h 3550916"/>
                    <a:gd name="connsiteX1" fmla="*/ 570665 w 3423920"/>
                    <a:gd name="connsiteY1" fmla="*/ 0 h 3550916"/>
                    <a:gd name="connsiteX2" fmla="*/ 1141313 w 3423920"/>
                    <a:gd name="connsiteY2" fmla="*/ 0 h 3550916"/>
                    <a:gd name="connsiteX3" fmla="*/ 1666308 w 3423920"/>
                    <a:gd name="connsiteY3" fmla="*/ 0 h 3550916"/>
                    <a:gd name="connsiteX4" fmla="*/ 2259782 w 3423920"/>
                    <a:gd name="connsiteY4" fmla="*/ 0 h 3550916"/>
                    <a:gd name="connsiteX5" fmla="*/ 2853255 w 3423920"/>
                    <a:gd name="connsiteY5" fmla="*/ 0 h 3550916"/>
                    <a:gd name="connsiteX6" fmla="*/ 3423920 w 3423920"/>
                    <a:gd name="connsiteY6" fmla="*/ 570665 h 3550916"/>
                    <a:gd name="connsiteX7" fmla="*/ 3423920 w 3423920"/>
                    <a:gd name="connsiteY7" fmla="*/ 1052582 h 3550916"/>
                    <a:gd name="connsiteX8" fmla="*/ 3423920 w 3423920"/>
                    <a:gd name="connsiteY8" fmla="*/ 1486308 h 3550916"/>
                    <a:gd name="connsiteX9" fmla="*/ 3423920 w 3423920"/>
                    <a:gd name="connsiteY9" fmla="*/ 1895937 h 3550916"/>
                    <a:gd name="connsiteX10" fmla="*/ 3423920 w 3423920"/>
                    <a:gd name="connsiteY10" fmla="*/ 2329663 h 3550916"/>
                    <a:gd name="connsiteX11" fmla="*/ 3423920 w 3423920"/>
                    <a:gd name="connsiteY11" fmla="*/ 2980251 h 3550916"/>
                    <a:gd name="connsiteX12" fmla="*/ 2853255 w 3423920"/>
                    <a:gd name="connsiteY12" fmla="*/ 3550916 h 3550916"/>
                    <a:gd name="connsiteX13" fmla="*/ 2328259 w 3423920"/>
                    <a:gd name="connsiteY13" fmla="*/ 3550916 h 3550916"/>
                    <a:gd name="connsiteX14" fmla="*/ 1780438 w 3423920"/>
                    <a:gd name="connsiteY14" fmla="*/ 3550916 h 3550916"/>
                    <a:gd name="connsiteX15" fmla="*/ 1209790 w 3423920"/>
                    <a:gd name="connsiteY15" fmla="*/ 3550916 h 3550916"/>
                    <a:gd name="connsiteX16" fmla="*/ 570665 w 3423920"/>
                    <a:gd name="connsiteY16" fmla="*/ 3550916 h 3550916"/>
                    <a:gd name="connsiteX17" fmla="*/ 0 w 3423920"/>
                    <a:gd name="connsiteY17" fmla="*/ 2980251 h 3550916"/>
                    <a:gd name="connsiteX18" fmla="*/ 0 w 3423920"/>
                    <a:gd name="connsiteY18" fmla="*/ 2498334 h 3550916"/>
                    <a:gd name="connsiteX19" fmla="*/ 0 w 3423920"/>
                    <a:gd name="connsiteY19" fmla="*/ 1992321 h 3550916"/>
                    <a:gd name="connsiteX20" fmla="*/ 0 w 3423920"/>
                    <a:gd name="connsiteY20" fmla="*/ 1534499 h 3550916"/>
                    <a:gd name="connsiteX21" fmla="*/ 0 w 3423920"/>
                    <a:gd name="connsiteY21" fmla="*/ 1028486 h 3550916"/>
                    <a:gd name="connsiteX22" fmla="*/ 0 w 3423920"/>
                    <a:gd name="connsiteY22" fmla="*/ 570665 h 35509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3423920" h="3550916" fill="none" extrusionOk="0">
                      <a:moveTo>
                        <a:pt x="0" y="570665"/>
                      </a:moveTo>
                      <a:cubicBezTo>
                        <a:pt x="-29610" y="253819"/>
                        <a:pt x="267827" y="10617"/>
                        <a:pt x="570665" y="0"/>
                      </a:cubicBezTo>
                      <a:cubicBezTo>
                        <a:pt x="819472" y="-6014"/>
                        <a:pt x="929442" y="44990"/>
                        <a:pt x="1141313" y="0"/>
                      </a:cubicBezTo>
                      <a:cubicBezTo>
                        <a:pt x="1353184" y="-44990"/>
                        <a:pt x="1481601" y="60425"/>
                        <a:pt x="1666308" y="0"/>
                      </a:cubicBezTo>
                      <a:cubicBezTo>
                        <a:pt x="1851015" y="-60425"/>
                        <a:pt x="2111081" y="53525"/>
                        <a:pt x="2259782" y="0"/>
                      </a:cubicBezTo>
                      <a:cubicBezTo>
                        <a:pt x="2408483" y="-53525"/>
                        <a:pt x="2600016" y="1979"/>
                        <a:pt x="2853255" y="0"/>
                      </a:cubicBezTo>
                      <a:cubicBezTo>
                        <a:pt x="3166374" y="6393"/>
                        <a:pt x="3397112" y="171072"/>
                        <a:pt x="3423920" y="570665"/>
                      </a:cubicBezTo>
                      <a:cubicBezTo>
                        <a:pt x="3460516" y="737873"/>
                        <a:pt x="3417877" y="889447"/>
                        <a:pt x="3423920" y="1052582"/>
                      </a:cubicBezTo>
                      <a:cubicBezTo>
                        <a:pt x="3429963" y="1215717"/>
                        <a:pt x="3384047" y="1290742"/>
                        <a:pt x="3423920" y="1486308"/>
                      </a:cubicBezTo>
                      <a:cubicBezTo>
                        <a:pt x="3463793" y="1681874"/>
                        <a:pt x="3383829" y="1764785"/>
                        <a:pt x="3423920" y="1895937"/>
                      </a:cubicBezTo>
                      <a:cubicBezTo>
                        <a:pt x="3464011" y="2027089"/>
                        <a:pt x="3395496" y="2115202"/>
                        <a:pt x="3423920" y="2329663"/>
                      </a:cubicBezTo>
                      <a:cubicBezTo>
                        <a:pt x="3452344" y="2544124"/>
                        <a:pt x="3389770" y="2783904"/>
                        <a:pt x="3423920" y="2980251"/>
                      </a:cubicBezTo>
                      <a:cubicBezTo>
                        <a:pt x="3440929" y="3290919"/>
                        <a:pt x="3157088" y="3629445"/>
                        <a:pt x="2853255" y="3550916"/>
                      </a:cubicBezTo>
                      <a:cubicBezTo>
                        <a:pt x="2675416" y="3596528"/>
                        <a:pt x="2533690" y="3495880"/>
                        <a:pt x="2328259" y="3550916"/>
                      </a:cubicBezTo>
                      <a:cubicBezTo>
                        <a:pt x="2122828" y="3605952"/>
                        <a:pt x="1961174" y="3526594"/>
                        <a:pt x="1780438" y="3550916"/>
                      </a:cubicBezTo>
                      <a:cubicBezTo>
                        <a:pt x="1599702" y="3575238"/>
                        <a:pt x="1482250" y="3526844"/>
                        <a:pt x="1209790" y="3550916"/>
                      </a:cubicBezTo>
                      <a:cubicBezTo>
                        <a:pt x="937330" y="3574988"/>
                        <a:pt x="834541" y="3475913"/>
                        <a:pt x="570665" y="3550916"/>
                      </a:cubicBezTo>
                      <a:cubicBezTo>
                        <a:pt x="278627" y="3610374"/>
                        <a:pt x="50688" y="3319001"/>
                        <a:pt x="0" y="2980251"/>
                      </a:cubicBezTo>
                      <a:cubicBezTo>
                        <a:pt x="-8003" y="2816643"/>
                        <a:pt x="42008" y="2610494"/>
                        <a:pt x="0" y="2498334"/>
                      </a:cubicBezTo>
                      <a:cubicBezTo>
                        <a:pt x="-42008" y="2386174"/>
                        <a:pt x="1795" y="2237285"/>
                        <a:pt x="0" y="1992321"/>
                      </a:cubicBezTo>
                      <a:cubicBezTo>
                        <a:pt x="-1795" y="1747357"/>
                        <a:pt x="37088" y="1672647"/>
                        <a:pt x="0" y="1534499"/>
                      </a:cubicBezTo>
                      <a:cubicBezTo>
                        <a:pt x="-37088" y="1396351"/>
                        <a:pt x="13778" y="1236015"/>
                        <a:pt x="0" y="1028486"/>
                      </a:cubicBezTo>
                      <a:cubicBezTo>
                        <a:pt x="-13778" y="820957"/>
                        <a:pt x="43009" y="693639"/>
                        <a:pt x="0" y="570665"/>
                      </a:cubicBezTo>
                      <a:close/>
                    </a:path>
                    <a:path w="3423920" h="3550916" stroke="0" extrusionOk="0">
                      <a:moveTo>
                        <a:pt x="0" y="570665"/>
                      </a:moveTo>
                      <a:cubicBezTo>
                        <a:pt x="-27231" y="238699"/>
                        <a:pt x="243739" y="4412"/>
                        <a:pt x="570665" y="0"/>
                      </a:cubicBezTo>
                      <a:cubicBezTo>
                        <a:pt x="773291" y="-20899"/>
                        <a:pt x="1016732" y="15463"/>
                        <a:pt x="1186964" y="0"/>
                      </a:cubicBezTo>
                      <a:cubicBezTo>
                        <a:pt x="1357196" y="-15463"/>
                        <a:pt x="1492923" y="11459"/>
                        <a:pt x="1734786" y="0"/>
                      </a:cubicBezTo>
                      <a:cubicBezTo>
                        <a:pt x="1976649" y="-11459"/>
                        <a:pt x="2134610" y="34532"/>
                        <a:pt x="2259782" y="0"/>
                      </a:cubicBezTo>
                      <a:cubicBezTo>
                        <a:pt x="2384954" y="-34532"/>
                        <a:pt x="2604945" y="24797"/>
                        <a:pt x="2853255" y="0"/>
                      </a:cubicBezTo>
                      <a:cubicBezTo>
                        <a:pt x="3198043" y="-60954"/>
                        <a:pt x="3382139" y="249097"/>
                        <a:pt x="3423920" y="570665"/>
                      </a:cubicBezTo>
                      <a:cubicBezTo>
                        <a:pt x="3472102" y="800004"/>
                        <a:pt x="3381995" y="933797"/>
                        <a:pt x="3423920" y="1052582"/>
                      </a:cubicBezTo>
                      <a:cubicBezTo>
                        <a:pt x="3465845" y="1171367"/>
                        <a:pt x="3416306" y="1318385"/>
                        <a:pt x="3423920" y="1582691"/>
                      </a:cubicBezTo>
                      <a:cubicBezTo>
                        <a:pt x="3431534" y="1846997"/>
                        <a:pt x="3393856" y="1904367"/>
                        <a:pt x="3423920" y="1992321"/>
                      </a:cubicBezTo>
                      <a:cubicBezTo>
                        <a:pt x="3453984" y="2080275"/>
                        <a:pt x="3411399" y="2319382"/>
                        <a:pt x="3423920" y="2474238"/>
                      </a:cubicBezTo>
                      <a:cubicBezTo>
                        <a:pt x="3436441" y="2629094"/>
                        <a:pt x="3364480" y="2756605"/>
                        <a:pt x="3423920" y="2980251"/>
                      </a:cubicBezTo>
                      <a:cubicBezTo>
                        <a:pt x="3486717" y="3233367"/>
                        <a:pt x="3227599" y="3512760"/>
                        <a:pt x="2853255" y="3550916"/>
                      </a:cubicBezTo>
                      <a:cubicBezTo>
                        <a:pt x="2686888" y="3615793"/>
                        <a:pt x="2539793" y="3498495"/>
                        <a:pt x="2282608" y="3550916"/>
                      </a:cubicBezTo>
                      <a:cubicBezTo>
                        <a:pt x="2025423" y="3603337"/>
                        <a:pt x="1910377" y="3522299"/>
                        <a:pt x="1757612" y="3550916"/>
                      </a:cubicBezTo>
                      <a:cubicBezTo>
                        <a:pt x="1604847" y="3579533"/>
                        <a:pt x="1311779" y="3511102"/>
                        <a:pt x="1186964" y="3550916"/>
                      </a:cubicBezTo>
                      <a:cubicBezTo>
                        <a:pt x="1062149" y="3590730"/>
                        <a:pt x="865594" y="3483379"/>
                        <a:pt x="570665" y="3550916"/>
                      </a:cubicBezTo>
                      <a:cubicBezTo>
                        <a:pt x="227339" y="3466217"/>
                        <a:pt x="28933" y="3289543"/>
                        <a:pt x="0" y="2980251"/>
                      </a:cubicBezTo>
                      <a:cubicBezTo>
                        <a:pt x="-18786" y="2885012"/>
                        <a:pt x="39025" y="2654457"/>
                        <a:pt x="0" y="2570621"/>
                      </a:cubicBezTo>
                      <a:cubicBezTo>
                        <a:pt x="-39025" y="2486785"/>
                        <a:pt x="59888" y="2231031"/>
                        <a:pt x="0" y="2040512"/>
                      </a:cubicBezTo>
                      <a:cubicBezTo>
                        <a:pt x="-59888" y="1849993"/>
                        <a:pt x="52540" y="1735148"/>
                        <a:pt x="0" y="1558595"/>
                      </a:cubicBezTo>
                      <a:cubicBezTo>
                        <a:pt x="-52540" y="1382042"/>
                        <a:pt x="8994" y="1271855"/>
                        <a:pt x="0" y="1124870"/>
                      </a:cubicBezTo>
                      <a:cubicBezTo>
                        <a:pt x="-8994" y="977886"/>
                        <a:pt x="24271" y="817946"/>
                        <a:pt x="0" y="570665"/>
                      </a:cubicBez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 w="38100">
                  <a:extLst>
                    <a:ext uri="{C807C97D-BFC1-408E-A445-0C87EB9F89A2}">
                      <ask:lineSketchStyleProps xmlns:ask="http://schemas.microsoft.com/office/drawing/2018/sketchyshapes" sd="1219033472">
                        <a:prstGeom prst="roundRect">
                          <a:avLst/>
                        </a:prstGeom>
                        <ask:type>
                          <ask:lineSketchScribbl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1950" dirty="0"/>
                </a:p>
              </p:txBody>
            </p:sp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12F344C8-B62A-94A8-8316-0F1B45C5106B}"/>
                    </a:ext>
                  </a:extLst>
                </p:cNvPr>
                <p:cNvSpPr txBox="1"/>
                <p:nvPr/>
              </p:nvSpPr>
              <p:spPr>
                <a:xfrm>
                  <a:off x="3161556" y="3408464"/>
                  <a:ext cx="495300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ru-RU" sz="2400" b="1" dirty="0">
                      <a:latin typeface="Verdana" panose="020B0604030504040204" pitchFamily="34" charset="0"/>
                      <a:ea typeface="Verdana" panose="020B0604030504040204" pitchFamily="34" charset="0"/>
                    </a:rPr>
                    <a:t>Өжөр</a:t>
                  </a:r>
                  <a:endParaRPr lang="en-US" sz="2400" b="1" dirty="0">
                    <a:latin typeface="Verdana" panose="020B0604030504040204" pitchFamily="34" charset="0"/>
                    <a:ea typeface="Verdana" panose="020B0604030504040204" pitchFamily="34" charset="0"/>
                  </a:endParaRPr>
                </a:p>
              </p:txBody>
            </p: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998F6649-FE9F-E471-0AF4-C417B25F79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56118" y="2231068"/>
                  <a:ext cx="3382122" cy="27746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B8DA08E5-5BEB-9658-4916-B52AA6E856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14320" y="3075186"/>
                  <a:ext cx="3476515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1E0DB6E1-67BE-3BA5-881D-4BB80078EF6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60040" y="4097774"/>
                  <a:ext cx="33782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63E1D989-0330-59AE-36A6-5E2453F505A9}"/>
                    </a:ext>
                  </a:extLst>
                </p:cNvPr>
                <p:cNvCxnSpPr>
                  <a:cxnSpLocks/>
                  <a:stCxn id="42" idx="0"/>
                </p:cNvCxnSpPr>
                <p:nvPr/>
              </p:nvCxnSpPr>
              <p:spPr>
                <a:xfrm flipH="1">
                  <a:off x="4549140" y="1476636"/>
                  <a:ext cx="29735" cy="347636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D217801D-DDC9-EE20-1DDD-30CD4D23857E}"/>
                    </a:ext>
                  </a:extLst>
                </p:cNvPr>
                <p:cNvSpPr txBox="1"/>
                <p:nvPr/>
              </p:nvSpPr>
              <p:spPr>
                <a:xfrm>
                  <a:off x="2829718" y="1744153"/>
                  <a:ext cx="2702560" cy="4713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ru-RU" sz="2400" b="1" dirty="0">
                      <a:latin typeface="Verdana" panose="020B0604030504040204" pitchFamily="34" charset="0"/>
                      <a:ea typeface="Verdana" panose="020B0604030504040204" pitchFamily="34" charset="0"/>
                    </a:rPr>
                    <a:t>Эмгекчил</a:t>
                  </a:r>
                  <a:endParaRPr lang="en-US" sz="2000" b="1" dirty="0">
                    <a:latin typeface="Verdana" panose="020B0604030504040204" pitchFamily="34" charset="0"/>
                    <a:ea typeface="Verdana" panose="020B0604030504040204" pitchFamily="34" charset="0"/>
                  </a:endParaRPr>
                </a:p>
              </p:txBody>
            </p: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445AD7CE-8705-71C5-44DE-63315AB32A08}"/>
                    </a:ext>
                  </a:extLst>
                </p:cNvPr>
                <p:cNvSpPr txBox="1"/>
                <p:nvPr/>
              </p:nvSpPr>
              <p:spPr>
                <a:xfrm>
                  <a:off x="3093291" y="2493557"/>
                  <a:ext cx="1390124" cy="7386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2400" b="1" dirty="0">
                      <a:latin typeface="Verdana" panose="020B0604030504040204" pitchFamily="34" charset="0"/>
                      <a:ea typeface="Verdana" panose="020B0604030504040204" pitchFamily="34" charset="0"/>
                    </a:rPr>
                    <a:t>Шерик</a:t>
                  </a:r>
                  <a:endParaRPr lang="en-US" sz="2400" b="1" dirty="0">
                    <a:latin typeface="Verdana" panose="020B0604030504040204" pitchFamily="34" charset="0"/>
                    <a:ea typeface="Verdana" panose="020B0604030504040204" pitchFamily="34" charset="0"/>
                  </a:endParaRPr>
                </a:p>
                <a:p>
                  <a:endParaRPr lang="en-US" dirty="0"/>
                </a:p>
              </p:txBody>
            </p:sp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E2336DD4-1BCF-7DE5-6AA0-6E157F7378B8}"/>
                    </a:ext>
                  </a:extLst>
                </p:cNvPr>
                <p:cNvSpPr txBox="1"/>
                <p:nvPr/>
              </p:nvSpPr>
              <p:spPr>
                <a:xfrm>
                  <a:off x="3093291" y="4286133"/>
                  <a:ext cx="2123437" cy="4713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ru-RU" sz="2400" b="1" dirty="0">
                      <a:latin typeface="Verdana" panose="020B0604030504040204" pitchFamily="34" charset="0"/>
                      <a:ea typeface="Verdana" panose="020B0604030504040204" pitchFamily="34" charset="0"/>
                    </a:rPr>
                    <a:t>Эстүү</a:t>
                  </a:r>
                  <a:endParaRPr lang="en-US" b="1" dirty="0">
                    <a:latin typeface="Verdana" panose="020B0604030504040204" pitchFamily="34" charset="0"/>
                    <a:ea typeface="Verdana" panose="020B0604030504040204" pitchFamily="34" charset="0"/>
                  </a:endParaRPr>
                </a:p>
              </p:txBody>
            </p:sp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E0400D44-5803-BD02-644A-B42BB23E6D15}"/>
                    </a:ext>
                  </a:extLst>
                </p:cNvPr>
                <p:cNvSpPr txBox="1"/>
                <p:nvPr/>
              </p:nvSpPr>
              <p:spPr>
                <a:xfrm>
                  <a:off x="4589777" y="1711143"/>
                  <a:ext cx="2016450" cy="4713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b="1" dirty="0">
                      <a:latin typeface="Verdana" panose="020B0604030504040204" pitchFamily="34" charset="0"/>
                      <a:ea typeface="Verdana" panose="020B0604030504040204" pitchFamily="34" charset="0"/>
                    </a:rPr>
                    <a:t>30÷2+13</a:t>
                  </a:r>
                </a:p>
              </p:txBody>
            </p:sp>
          </p:grp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E3D4D69-C8D0-38A3-1BA6-A9BE2FBAACEB}"/>
                  </a:ext>
                </a:extLst>
              </p:cNvPr>
              <p:cNvSpPr txBox="1"/>
              <p:nvPr/>
            </p:nvSpPr>
            <p:spPr>
              <a:xfrm>
                <a:off x="4547179" y="2447390"/>
                <a:ext cx="4953000" cy="4713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latin typeface="Verdana" panose="020B0604030504040204" pitchFamily="34" charset="0"/>
                    <a:ea typeface="Verdana" panose="020B0604030504040204" pitchFamily="34" charset="0"/>
                  </a:rPr>
                  <a:t>1</a:t>
                </a:r>
                <a:r>
                  <a:rPr lang="ru-RU" sz="2400" b="1" dirty="0">
                    <a:latin typeface="Verdana" panose="020B0604030504040204" pitchFamily="34" charset="0"/>
                    <a:ea typeface="Verdana" panose="020B0604030504040204" pitchFamily="34" charset="0"/>
                  </a:rPr>
                  <a:t>0</a:t>
                </a:r>
                <a:r>
                  <a:rPr lang="en-US" sz="2400" b="1" dirty="0">
                    <a:latin typeface="Verdana" panose="020B0604030504040204" pitchFamily="34" charset="0"/>
                    <a:ea typeface="Verdana" panose="020B0604030504040204" pitchFamily="34" charset="0"/>
                  </a:rPr>
                  <a:t>+2</a:t>
                </a:r>
                <a:r>
                  <a:rPr lang="ru-RU" sz="2400" b="1" dirty="0">
                    <a:latin typeface="Verdana" panose="020B0604030504040204" pitchFamily="34" charset="0"/>
                    <a:ea typeface="Verdana" panose="020B0604030504040204" pitchFamily="34" charset="0"/>
                  </a:rPr>
                  <a:t>0</a:t>
                </a:r>
                <a:r>
                  <a:rPr lang="en-US" sz="2400" b="1" dirty="0">
                    <a:latin typeface="Verdana" panose="020B0604030504040204" pitchFamily="34" charset="0"/>
                    <a:ea typeface="Verdana" panose="020B0604030504040204" pitchFamily="34" charset="0"/>
                  </a:rPr>
                  <a:t>×2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F2361C6-063A-C238-357E-9E19FE9207F7}"/>
                  </a:ext>
                </a:extLst>
              </p:cNvPr>
              <p:cNvSpPr txBox="1"/>
              <p:nvPr/>
            </p:nvSpPr>
            <p:spPr>
              <a:xfrm>
                <a:off x="4564007" y="3369285"/>
                <a:ext cx="4953000" cy="4713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2400" b="1" dirty="0">
                    <a:latin typeface="Verdana" panose="020B0604030504040204" pitchFamily="34" charset="0"/>
                    <a:ea typeface="Verdana" panose="020B0604030504040204" pitchFamily="34" charset="0"/>
                  </a:rPr>
                  <a:t>17 - 4</a:t>
                </a:r>
                <a:r>
                  <a:rPr lang="en-US" sz="2400" b="1" dirty="0">
                    <a:latin typeface="Verdana" panose="020B0604030504040204" pitchFamily="34" charset="0"/>
                    <a:ea typeface="Verdana" panose="020B0604030504040204" pitchFamily="34" charset="0"/>
                  </a:rPr>
                  <a:t> × 2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D3F9E27-2707-5A95-D221-83EDA0460842}"/>
                  </a:ext>
                </a:extLst>
              </p:cNvPr>
              <p:cNvSpPr txBox="1"/>
              <p:nvPr/>
            </p:nvSpPr>
            <p:spPr>
              <a:xfrm>
                <a:off x="4599723" y="4302660"/>
                <a:ext cx="4953000" cy="4713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2400" b="1" dirty="0">
                    <a:latin typeface="Verdana" panose="020B0604030504040204" pitchFamily="34" charset="0"/>
                    <a:ea typeface="Verdana" panose="020B0604030504040204" pitchFamily="34" charset="0"/>
                  </a:rPr>
                  <a:t>3×(</a:t>
                </a:r>
                <a:r>
                  <a:rPr lang="en-US" sz="2400" b="1" dirty="0">
                    <a:latin typeface="Verdana" panose="020B0604030504040204" pitchFamily="34" charset="0"/>
                    <a:ea typeface="Verdana" panose="020B0604030504040204" pitchFamily="34" charset="0"/>
                  </a:rPr>
                  <a:t>2</a:t>
                </a:r>
                <a:r>
                  <a:rPr lang="ru-RU" sz="2400" b="1" dirty="0">
                    <a:latin typeface="Verdana" panose="020B0604030504040204" pitchFamily="34" charset="0"/>
                    <a:ea typeface="Verdana" panose="020B0604030504040204" pitchFamily="34" charset="0"/>
                  </a:rPr>
                  <a:t>+4)</a:t>
                </a:r>
                <a:endParaRPr lang="en-US" sz="2400" b="1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p:grp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9E223FFF-BAFF-2925-090C-CBE162024B46}"/>
                </a:ext>
              </a:extLst>
            </p:cNvPr>
            <p:cNvSpPr/>
            <p:nvPr/>
          </p:nvSpPr>
          <p:spPr>
            <a:xfrm>
              <a:off x="2103120" y="843280"/>
              <a:ext cx="1854991" cy="596079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2400" b="1" dirty="0">
                  <a:latin typeface="Verdana" panose="020B0604030504040204" pitchFamily="34" charset="0"/>
                  <a:ea typeface="Verdana" panose="020B0604030504040204" pitchFamily="34" charset="0"/>
                </a:rPr>
                <a:t>Узун Көз</a:t>
              </a:r>
              <a:endParaRPr lang="en-US" sz="2400" b="1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pic>
        <p:nvPicPr>
          <p:cNvPr id="53" name="Picture 52">
            <a:extLst>
              <a:ext uri="{FF2B5EF4-FFF2-40B4-BE49-F238E27FC236}">
                <a16:creationId xmlns:a16="http://schemas.microsoft.com/office/drawing/2014/main" id="{5AA447FC-9291-0E24-5720-6BEB61E3FF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3797" y="1901654"/>
            <a:ext cx="1332610" cy="1173158"/>
          </a:xfrm>
          <a:prstGeom prst="rect">
            <a:avLst/>
          </a:prstGeom>
        </p:spPr>
      </p:pic>
      <p:sp>
        <p:nvSpPr>
          <p:cNvPr id="58" name="Oval 57">
            <a:extLst>
              <a:ext uri="{FF2B5EF4-FFF2-40B4-BE49-F238E27FC236}">
                <a16:creationId xmlns:a16="http://schemas.microsoft.com/office/drawing/2014/main" id="{03639675-BA74-87D4-2BB0-61E3B969486E}"/>
              </a:ext>
            </a:extLst>
          </p:cNvPr>
          <p:cNvSpPr/>
          <p:nvPr/>
        </p:nvSpPr>
        <p:spPr>
          <a:xfrm>
            <a:off x="3785102" y="2843737"/>
            <a:ext cx="629920" cy="61070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</a:t>
            </a:r>
            <a:endParaRPr lang="en-US" sz="195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B51223AE-AD51-55A9-6AC4-CE86C0B8E951}"/>
              </a:ext>
            </a:extLst>
          </p:cNvPr>
          <p:cNvSpPr/>
          <p:nvPr/>
        </p:nvSpPr>
        <p:spPr>
          <a:xfrm>
            <a:off x="8964141" y="2734981"/>
            <a:ext cx="792823" cy="61070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15</a:t>
            </a:r>
            <a:endParaRPr lang="en-US" sz="195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0A9758D6-C2EB-86C6-9DF6-E0D07E629195}"/>
              </a:ext>
            </a:extLst>
          </p:cNvPr>
          <p:cNvSpPr/>
          <p:nvPr/>
        </p:nvSpPr>
        <p:spPr>
          <a:xfrm>
            <a:off x="86360" y="95568"/>
            <a:ext cx="9733280" cy="6593840"/>
          </a:xfrm>
          <a:prstGeom prst="roundRect">
            <a:avLst>
              <a:gd name="adj" fmla="val 8501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08F231B-6B8B-D8FF-392D-74222EBA9EEA}"/>
              </a:ext>
            </a:extLst>
          </p:cNvPr>
          <p:cNvSpPr txBox="1"/>
          <p:nvPr/>
        </p:nvSpPr>
        <p:spPr>
          <a:xfrm>
            <a:off x="804265" y="0"/>
            <a:ext cx="801461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9600" b="1" cap="none" spc="0" dirty="0">
                <a:ln w="28575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  <a:reflection blurRad="6350" stA="60000" endA="900" endPos="60000" dist="29997" dir="5400000" sy="-100000" algn="bl" rotWithShape="0"/>
                </a:effectLst>
                <a:latin typeface="Snap ITC" panose="04040A07060A02020202" pitchFamily="82" charset="0"/>
              </a:rPr>
              <a:t>Салыштыр</a:t>
            </a:r>
            <a:endParaRPr lang="en-US" sz="19900" b="1" cap="none" spc="0" dirty="0">
              <a:ln w="28575">
                <a:solidFill>
                  <a:schemeClr val="tx1"/>
                </a:solidFill>
              </a:ln>
              <a:solidFill>
                <a:srgbClr val="FF0000"/>
              </a:solidFill>
              <a:effectLst>
                <a:innerShdw blurRad="63500" dist="50800" dir="5400000">
                  <a:prstClr val="black">
                    <a:alpha val="50000"/>
                  </a:prstClr>
                </a:innerShdw>
                <a:reflection blurRad="6350" stA="60000" endA="900" endPos="60000" dist="29997" dir="5400000" sy="-100000" algn="bl" rotWithShape="0"/>
              </a:effectLst>
              <a:latin typeface="Snap ITC" panose="04040A07060A02020202" pitchFamily="82" charset="0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64189081-1DAC-8D45-39DA-AEB49D58DB88}"/>
              </a:ext>
            </a:extLst>
          </p:cNvPr>
          <p:cNvSpPr/>
          <p:nvPr/>
        </p:nvSpPr>
        <p:spPr>
          <a:xfrm>
            <a:off x="3783080" y="1529228"/>
            <a:ext cx="2702660" cy="1015663"/>
          </a:xfrm>
          <a:prstGeom prst="rect">
            <a:avLst/>
          </a:prstGeom>
          <a:noFill/>
          <a:effectLst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3600" b="1" dirty="0">
                <a:ln w="28575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60000" endA="900" endPos="60000" dist="29997" dir="5400000" sy="-100000" algn="bl" rotWithShape="0"/>
                </a:effectLst>
                <a:latin typeface="Snap ITC" panose="04040A07060A02020202" pitchFamily="82" charset="0"/>
              </a:rPr>
              <a:t>менен</a:t>
            </a:r>
            <a:r>
              <a:rPr lang="en-US" sz="6000" b="1" cap="none" spc="0" dirty="0">
                <a:ln w="28575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60000" endA="900" endPos="60000" dist="29997" dir="5400000" sy="-100000" algn="bl" rotWithShape="0"/>
                </a:effectLst>
                <a:latin typeface="Snap ITC" panose="04040A07060A02020202" pitchFamily="8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37157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1AA9B3A3-C115-FE29-B5E3-E16CEFB40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557" y="136166"/>
            <a:ext cx="2540131" cy="2902099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231321B-B454-4F34-B6DB-7ACEF61B9B45}"/>
              </a:ext>
            </a:extLst>
          </p:cNvPr>
          <p:cNvSpPr/>
          <p:nvPr/>
        </p:nvSpPr>
        <p:spPr>
          <a:xfrm>
            <a:off x="302427" y="3301048"/>
            <a:ext cx="9323265" cy="3420786"/>
          </a:xfrm>
          <a:prstGeom prst="roundRect">
            <a:avLst>
              <a:gd name="adj" fmla="val 9880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165974-F268-40FF-9D3B-F406890BCF31}"/>
              </a:ext>
            </a:extLst>
          </p:cNvPr>
          <p:cNvSpPr txBox="1"/>
          <p:nvPr/>
        </p:nvSpPr>
        <p:spPr>
          <a:xfrm>
            <a:off x="1258833" y="3567105"/>
            <a:ext cx="8606330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Салыштыруу үчүн бирөөнү тап!</a:t>
            </a:r>
          </a:p>
          <a:p>
            <a:endParaRPr lang="ru-RU" sz="2000" dirty="0"/>
          </a:p>
          <a:p>
            <a:r>
              <a:rPr lang="ru-RU" sz="2000" dirty="0"/>
              <a:t>Акыркы (же эң төмөнкү санды жыйынтык алган) утулган окуучу салыштыруу </a:t>
            </a:r>
          </a:p>
          <a:p>
            <a:r>
              <a:rPr lang="ru-RU" sz="2000" dirty="0"/>
              <a:t>үчүн сыпатты  тандайт.</a:t>
            </a:r>
          </a:p>
          <a:p>
            <a:endParaRPr lang="ru-RU" sz="2000" dirty="0"/>
          </a:p>
          <a:p>
            <a:r>
              <a:rPr lang="ru-RU" sz="2000" dirty="0"/>
              <a:t>Ким жеңди? (Эгер бул тен болсо, башка окуучу сыпатты тандайт.)</a:t>
            </a:r>
          </a:p>
          <a:p>
            <a:endParaRPr lang="ru-RU" sz="2000" dirty="0"/>
          </a:p>
          <a:p>
            <a:r>
              <a:rPr lang="ru-RU" sz="2000" dirty="0"/>
              <a:t>Карталарды алмаштырып,  башка окуучу менен салыштыр!</a:t>
            </a:r>
          </a:p>
          <a:p>
            <a:endParaRPr lang="ru-RU" sz="2000" dirty="0"/>
          </a:p>
          <a:p>
            <a:r>
              <a:rPr lang="ru-RU" sz="2000" dirty="0"/>
              <a:t>Утуштардын суммасын каттап , жыйынтыгын чыгар!</a:t>
            </a:r>
            <a:endParaRPr lang="en-GB" sz="2000" dirty="0"/>
          </a:p>
        </p:txBody>
      </p:sp>
      <p:sp>
        <p:nvSpPr>
          <p:cNvPr id="8" name="Star: 5 Points 7">
            <a:extLst>
              <a:ext uri="{FF2B5EF4-FFF2-40B4-BE49-F238E27FC236}">
                <a16:creationId xmlns:a16="http://schemas.microsoft.com/office/drawing/2014/main" id="{C8479125-B58C-430F-A32D-D4EC3DF40C47}"/>
              </a:ext>
            </a:extLst>
          </p:cNvPr>
          <p:cNvSpPr/>
          <p:nvPr/>
        </p:nvSpPr>
        <p:spPr>
          <a:xfrm>
            <a:off x="757774" y="35300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tar: 5 Points 8">
            <a:extLst>
              <a:ext uri="{FF2B5EF4-FFF2-40B4-BE49-F238E27FC236}">
                <a16:creationId xmlns:a16="http://schemas.microsoft.com/office/drawing/2014/main" id="{5DC4275D-68F4-4B14-8A20-C737FE1BFF76}"/>
              </a:ext>
            </a:extLst>
          </p:cNvPr>
          <p:cNvSpPr/>
          <p:nvPr/>
        </p:nvSpPr>
        <p:spPr>
          <a:xfrm>
            <a:off x="757774" y="41396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Star: 5 Points 9">
            <a:extLst>
              <a:ext uri="{FF2B5EF4-FFF2-40B4-BE49-F238E27FC236}">
                <a16:creationId xmlns:a16="http://schemas.microsoft.com/office/drawing/2014/main" id="{B302DCD7-5546-4F4A-8059-05F7C7D3DABD}"/>
              </a:ext>
            </a:extLst>
          </p:cNvPr>
          <p:cNvSpPr/>
          <p:nvPr/>
        </p:nvSpPr>
        <p:spPr>
          <a:xfrm>
            <a:off x="757774" y="47492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EC7D5CC8-0B45-4F8F-89EB-06E2EA5AB1B1}"/>
              </a:ext>
            </a:extLst>
          </p:cNvPr>
          <p:cNvSpPr/>
          <p:nvPr/>
        </p:nvSpPr>
        <p:spPr>
          <a:xfrm>
            <a:off x="757774" y="53588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Star: 5 Points 11">
            <a:extLst>
              <a:ext uri="{FF2B5EF4-FFF2-40B4-BE49-F238E27FC236}">
                <a16:creationId xmlns:a16="http://schemas.microsoft.com/office/drawing/2014/main" id="{05D58129-3966-4445-BCA7-DE9F953F4D83}"/>
              </a:ext>
            </a:extLst>
          </p:cNvPr>
          <p:cNvSpPr/>
          <p:nvPr/>
        </p:nvSpPr>
        <p:spPr>
          <a:xfrm>
            <a:off x="757774" y="5968483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A0B599B-EA1C-4C66-AFDB-696A2EDF4318}"/>
              </a:ext>
            </a:extLst>
          </p:cNvPr>
          <p:cNvSpPr/>
          <p:nvPr/>
        </p:nvSpPr>
        <p:spPr>
          <a:xfrm>
            <a:off x="3509173" y="896600"/>
            <a:ext cx="2909771" cy="1323439"/>
          </a:xfrm>
          <a:prstGeom prst="rect">
            <a:avLst/>
          </a:prstGeom>
          <a:noFill/>
          <a:effectLst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6000" b="1" dirty="0">
                <a:ln w="28575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60000" endA="900" endPos="60000" dist="29997" dir="5400000" sy="-100000" algn="bl" rotWithShape="0"/>
                </a:effectLst>
                <a:latin typeface="Snap ITC" panose="04040A07060A02020202" pitchFamily="82" charset="0"/>
              </a:rPr>
              <a:t>менен</a:t>
            </a:r>
            <a:r>
              <a:rPr lang="en-US" sz="8000" b="1" cap="none" spc="0" dirty="0">
                <a:ln w="28575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60000" endA="900" endPos="60000" dist="29997" dir="5400000" sy="-100000" algn="bl" rotWithShape="0"/>
                </a:effectLst>
                <a:latin typeface="Snap ITC" panose="04040A07060A02020202" pitchFamily="82" charset="0"/>
              </a:rPr>
              <a:t>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5F13F2F-0637-42EE-A679-578CD4DDA4DC}"/>
              </a:ext>
            </a:extLst>
          </p:cNvPr>
          <p:cNvGrpSpPr/>
          <p:nvPr/>
        </p:nvGrpSpPr>
        <p:grpSpPr>
          <a:xfrm>
            <a:off x="5525253" y="2870881"/>
            <a:ext cx="4324902" cy="1211988"/>
            <a:chOff x="5274653" y="2954215"/>
            <a:chExt cx="4324902" cy="1211988"/>
          </a:xfr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4A9287A-0D94-4559-B6B6-45E9AACB972F}"/>
                </a:ext>
              </a:extLst>
            </p:cNvPr>
            <p:cNvSpPr/>
            <p:nvPr/>
          </p:nvSpPr>
          <p:spPr>
            <a:xfrm>
              <a:off x="5316973" y="2954215"/>
              <a:ext cx="4240265" cy="1211988"/>
            </a:xfrm>
            <a:prstGeom prst="roundRect">
              <a:avLst>
                <a:gd name="adj" fmla="val 9880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C5E9211-CCDA-4A24-9C2B-091E11E367D3}"/>
                </a:ext>
              </a:extLst>
            </p:cNvPr>
            <p:cNvSpPr txBox="1"/>
            <p:nvPr/>
          </p:nvSpPr>
          <p:spPr>
            <a:xfrm>
              <a:off x="5274653" y="3052378"/>
              <a:ext cx="4324902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sz="2000" dirty="0"/>
                <a:t>Акыркы жолу утулуп калсаңыз, </a:t>
              </a:r>
            </a:p>
            <a:p>
              <a:pPr algn="ctr"/>
              <a:r>
                <a:rPr lang="ru-RU" sz="2000" dirty="0"/>
                <a:t>жаңы картаңыз менен </a:t>
              </a:r>
            </a:p>
            <a:p>
              <a:pPr algn="ctr"/>
              <a:r>
                <a:rPr lang="ru-RU" sz="2000" dirty="0"/>
                <a:t>ошол эле сыпатты колдоно албайсыз!</a:t>
              </a:r>
              <a:endParaRPr lang="en-GB" sz="2000" dirty="0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A2F0F699-2636-A7EC-8B90-260A72274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474" y="266495"/>
            <a:ext cx="2514729" cy="301005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799897B-D185-CF6E-12CB-EFD84BB7ED72}"/>
              </a:ext>
            </a:extLst>
          </p:cNvPr>
          <p:cNvSpPr txBox="1"/>
          <p:nvPr/>
        </p:nvSpPr>
        <p:spPr>
          <a:xfrm>
            <a:off x="0" y="142148"/>
            <a:ext cx="907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СЫПАТ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335F19BE-7199-328D-E7CA-F060593F2F8B}"/>
              </a:ext>
            </a:extLst>
          </p:cNvPr>
          <p:cNvCxnSpPr>
            <a:cxnSpLocks/>
          </p:cNvCxnSpPr>
          <p:nvPr/>
        </p:nvCxnSpPr>
        <p:spPr>
          <a:xfrm rot="16200000" flipH="1">
            <a:off x="-549567" y="1365466"/>
            <a:ext cx="2438900" cy="643625"/>
          </a:xfrm>
          <a:prstGeom prst="curvedConnector3">
            <a:avLst>
              <a:gd name="adj1" fmla="val 107071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1796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793FC0A-5DC5-4F49-8F43-BFA3C349A0BF}"/>
              </a:ext>
            </a:extLst>
          </p:cNvPr>
          <p:cNvSpPr/>
          <p:nvPr/>
        </p:nvSpPr>
        <p:spPr>
          <a:xfrm>
            <a:off x="302427" y="3301048"/>
            <a:ext cx="9323265" cy="3420786"/>
          </a:xfrm>
          <a:prstGeom prst="roundRect">
            <a:avLst>
              <a:gd name="adj" fmla="val 9880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48E9F1-6DA8-4219-A25B-32201CC5B7DC}"/>
              </a:ext>
            </a:extLst>
          </p:cNvPr>
          <p:cNvSpPr txBox="1"/>
          <p:nvPr/>
        </p:nvSpPr>
        <p:spPr>
          <a:xfrm>
            <a:off x="1258833" y="3567105"/>
            <a:ext cx="8478218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Карталарды өз топторго бөлүштүрүңүз. Устунку картаны гана ачып караныз.</a:t>
            </a:r>
          </a:p>
          <a:p>
            <a:endParaRPr lang="ru-RU" sz="2000" dirty="0"/>
          </a:p>
          <a:p>
            <a:r>
              <a:rPr lang="ru-RU" sz="2000" dirty="0"/>
              <a:t>Эң жаш оюнчу биринчи салыштыруу үчүн сыпатты тандайт.</a:t>
            </a:r>
          </a:p>
          <a:p>
            <a:endParaRPr lang="ru-RU" sz="2000" dirty="0"/>
          </a:p>
          <a:p>
            <a:r>
              <a:rPr lang="ru-RU" sz="2000" dirty="0"/>
              <a:t>Ким жеңгенин карайбыз! (Эгер бул тен чыгуу болсо, сол жактагы </a:t>
            </a:r>
          </a:p>
          <a:p>
            <a:r>
              <a:rPr lang="ru-RU" sz="2000" dirty="0"/>
              <a:t>адам сыпатты тандайт.)</a:t>
            </a:r>
          </a:p>
          <a:p>
            <a:endParaRPr lang="ru-RU" sz="2000" dirty="0"/>
          </a:p>
          <a:p>
            <a:r>
              <a:rPr lang="ru-RU" sz="2000" dirty="0"/>
              <a:t>Кимдин балы эң жогору болсо, ал башка окуучулардагы карталарды алат.</a:t>
            </a:r>
          </a:p>
          <a:p>
            <a:endParaRPr lang="ru-RU" sz="2000" dirty="0"/>
          </a:p>
          <a:p>
            <a:r>
              <a:rPr lang="ru-RU" sz="2000" dirty="0"/>
              <a:t>Бир оюнчуда бардык карталар болгонго чейин улантыңыз!</a:t>
            </a:r>
            <a:endParaRPr lang="en-GB" sz="2000" dirty="0"/>
          </a:p>
        </p:txBody>
      </p: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CC589642-F510-49FB-8336-8BEB8454AA10}"/>
              </a:ext>
            </a:extLst>
          </p:cNvPr>
          <p:cNvSpPr/>
          <p:nvPr/>
        </p:nvSpPr>
        <p:spPr>
          <a:xfrm>
            <a:off x="757774" y="35300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87F627D5-3242-4216-B5A2-D8F9BC54EA7E}"/>
              </a:ext>
            </a:extLst>
          </p:cNvPr>
          <p:cNvSpPr/>
          <p:nvPr/>
        </p:nvSpPr>
        <p:spPr>
          <a:xfrm>
            <a:off x="757774" y="41396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Star: 5 Points 5">
            <a:extLst>
              <a:ext uri="{FF2B5EF4-FFF2-40B4-BE49-F238E27FC236}">
                <a16:creationId xmlns:a16="http://schemas.microsoft.com/office/drawing/2014/main" id="{384D25C6-EB38-4FCA-A164-C59BC66AFD0C}"/>
              </a:ext>
            </a:extLst>
          </p:cNvPr>
          <p:cNvSpPr/>
          <p:nvPr/>
        </p:nvSpPr>
        <p:spPr>
          <a:xfrm>
            <a:off x="757774" y="47492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Star: 5 Points 6">
            <a:extLst>
              <a:ext uri="{FF2B5EF4-FFF2-40B4-BE49-F238E27FC236}">
                <a16:creationId xmlns:a16="http://schemas.microsoft.com/office/drawing/2014/main" id="{2E554427-1595-45F5-851F-E647B41C4679}"/>
              </a:ext>
            </a:extLst>
          </p:cNvPr>
          <p:cNvSpPr/>
          <p:nvPr/>
        </p:nvSpPr>
        <p:spPr>
          <a:xfrm>
            <a:off x="783291" y="5546651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tar: 5 Points 8">
            <a:extLst>
              <a:ext uri="{FF2B5EF4-FFF2-40B4-BE49-F238E27FC236}">
                <a16:creationId xmlns:a16="http://schemas.microsoft.com/office/drawing/2014/main" id="{5643FC93-3E46-4E76-B66F-D82DD507466F}"/>
              </a:ext>
            </a:extLst>
          </p:cNvPr>
          <p:cNvSpPr/>
          <p:nvPr/>
        </p:nvSpPr>
        <p:spPr>
          <a:xfrm>
            <a:off x="762971" y="6252803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973EA5A-2B21-20F0-7978-05209F0FC3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366" y="129700"/>
            <a:ext cx="2579669" cy="31559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5116D64-148D-BB0C-D86E-6FE593DB9E02}"/>
              </a:ext>
            </a:extLst>
          </p:cNvPr>
          <p:cNvSpPr/>
          <p:nvPr/>
        </p:nvSpPr>
        <p:spPr>
          <a:xfrm>
            <a:off x="3600613" y="673080"/>
            <a:ext cx="2909771" cy="1323439"/>
          </a:xfrm>
          <a:prstGeom prst="rect">
            <a:avLst/>
          </a:prstGeom>
          <a:noFill/>
          <a:effectLst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6000" b="1" dirty="0">
                <a:ln w="28575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60000" endA="900" endPos="60000" dist="29997" dir="5400000" sy="-100000" algn="bl" rotWithShape="0"/>
                </a:effectLst>
                <a:latin typeface="Snap ITC" panose="04040A07060A02020202" pitchFamily="82" charset="0"/>
              </a:rPr>
              <a:t>менен</a:t>
            </a:r>
            <a:r>
              <a:rPr lang="en-US" sz="8000" b="1" cap="none" spc="0" dirty="0">
                <a:ln w="28575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60000" endA="900" endPos="60000" dist="29997" dir="5400000" sy="-100000" algn="bl" rotWithShape="0"/>
                </a:effectLst>
                <a:latin typeface="Snap ITC" panose="04040A07060A02020202" pitchFamily="82" charset="0"/>
              </a:rPr>
              <a:t>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82D8EC5-0CD7-EDFD-CAFF-634C9E850C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3008" y="109736"/>
            <a:ext cx="2696911" cy="3058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684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C734DE8-1A9B-4AEC-84EE-00797A7E797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43962"/>
          <a:ext cx="9829800" cy="67876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1689889844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55321562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4128030677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3710962476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1704429954"/>
                    </a:ext>
                  </a:extLst>
                </a:gridCol>
              </a:tblGrid>
              <a:tr h="2262554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920217"/>
                  </a:ext>
                </a:extLst>
              </a:tr>
              <a:tr h="2262554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899232"/>
                  </a:ext>
                </a:extLst>
              </a:tr>
              <a:tr h="2262554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308405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C4B625EF-5257-46EB-B6CC-5EE9F5E6AF65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3930" y="59905"/>
            <a:ext cx="606451" cy="72653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64B0BB6-F19A-4B8E-BD4B-394521B76EB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5574"/>
          <a:stretch/>
        </p:blipFill>
        <p:spPr>
          <a:xfrm>
            <a:off x="77922" y="139109"/>
            <a:ext cx="792743" cy="53962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F7CF535-2CDE-4D2C-B5E0-26035088C703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8215" y="111542"/>
            <a:ext cx="697365" cy="64125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B3A9620-3C10-42D1-AAD4-0F6A17824747}"/>
              </a:ext>
            </a:extLst>
          </p:cNvPr>
          <p:cNvPicPr>
            <a:picLocks noChangeAspect="1"/>
          </p:cNvPicPr>
          <p:nvPr/>
        </p:nvPicPr>
        <p:blipFill>
          <a:blip r:embed="rId8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4223" y="65654"/>
            <a:ext cx="565168" cy="72021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F7A20DD-4F30-4728-9340-3CB3D65D3ACB}"/>
              </a:ext>
            </a:extLst>
          </p:cNvPr>
          <p:cNvPicPr>
            <a:picLocks noChangeAspect="1"/>
          </p:cNvPicPr>
          <p:nvPr/>
        </p:nvPicPr>
        <p:blipFill>
          <a:blip r:embed="rId9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534" y="4598670"/>
            <a:ext cx="404835" cy="709196"/>
          </a:xfrm>
          <a:prstGeom prst="rect">
            <a:avLst/>
          </a:prstGeom>
          <a:noFill/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2D5D7E5-1319-46CC-ACA8-1F316A438BF1}"/>
              </a:ext>
            </a:extLst>
          </p:cNvPr>
          <p:cNvPicPr>
            <a:picLocks noChangeAspect="1"/>
          </p:cNvPicPr>
          <p:nvPr/>
        </p:nvPicPr>
        <p:blipFill>
          <a:blip r:embed="rId10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2007" y="75145"/>
            <a:ext cx="550494" cy="67868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D192CCE-A793-4405-A4F3-F079D94FAE4D}"/>
              </a:ext>
            </a:extLst>
          </p:cNvPr>
          <p:cNvPicPr>
            <a:picLocks noChangeAspect="1"/>
          </p:cNvPicPr>
          <p:nvPr/>
        </p:nvPicPr>
        <p:blipFill>
          <a:blip r:embed="rId11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36" y="2305050"/>
            <a:ext cx="616055" cy="769318"/>
          </a:xfrm>
          <a:prstGeom prst="rect">
            <a:avLst/>
          </a:prstGeom>
          <a:noFill/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5BD2F36-452E-42B0-9E91-6A17D9318A2D}"/>
              </a:ext>
            </a:extLst>
          </p:cNvPr>
          <p:cNvPicPr>
            <a:picLocks noChangeAspect="1"/>
          </p:cNvPicPr>
          <p:nvPr/>
        </p:nvPicPr>
        <p:blipFill>
          <a:blip r:embed="rId1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021212" y="2328804"/>
            <a:ext cx="709288" cy="707625"/>
          </a:xfrm>
          <a:prstGeom prst="rect">
            <a:avLst/>
          </a:prstGeom>
          <a:noFill/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1113577-624F-409D-8BD5-994EFD761E95}"/>
              </a:ext>
            </a:extLst>
          </p:cNvPr>
          <p:cNvPicPr>
            <a:picLocks noChangeAspect="1"/>
          </p:cNvPicPr>
          <p:nvPr/>
        </p:nvPicPr>
        <p:blipFill>
          <a:blip r:embed="rId1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1420" y="4610274"/>
            <a:ext cx="753210" cy="693777"/>
          </a:xfrm>
          <a:prstGeom prst="rect">
            <a:avLst/>
          </a:prstGeom>
          <a:noFill/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FCA34CF-8AE3-481D-A156-E1C3A1FD94A4}"/>
              </a:ext>
            </a:extLst>
          </p:cNvPr>
          <p:cNvPicPr>
            <a:picLocks noChangeAspect="1"/>
          </p:cNvPicPr>
          <p:nvPr/>
        </p:nvPicPr>
        <p:blipFill>
          <a:blip r:embed="rId1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6782" y="2343946"/>
            <a:ext cx="762886" cy="669034"/>
          </a:xfrm>
          <a:prstGeom prst="rect">
            <a:avLst/>
          </a:prstGeom>
          <a:noFill/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0BD77CB-72F0-40A3-8C55-328EFE191E19}"/>
              </a:ext>
            </a:extLst>
          </p:cNvPr>
          <p:cNvPicPr>
            <a:picLocks noChangeAspect="1"/>
          </p:cNvPicPr>
          <p:nvPr/>
        </p:nvPicPr>
        <p:blipFill>
          <a:blip r:embed="rId1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1225" y="2329467"/>
            <a:ext cx="624115" cy="735453"/>
          </a:xfrm>
          <a:prstGeom prst="rect">
            <a:avLst/>
          </a:prstGeom>
          <a:noFill/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1668BA7-BA37-43F4-ABFF-0F2C15729FDC}"/>
              </a:ext>
            </a:extLst>
          </p:cNvPr>
          <p:cNvPicPr>
            <a:picLocks noChangeAspect="1"/>
          </p:cNvPicPr>
          <p:nvPr/>
        </p:nvPicPr>
        <p:blipFill>
          <a:blip r:embed="rId16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901894" y="2323541"/>
            <a:ext cx="781095" cy="726601"/>
          </a:xfrm>
          <a:prstGeom prst="rect">
            <a:avLst/>
          </a:prstGeom>
          <a:noFill/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B810E93-CD09-4D47-BFA9-16E762224750}"/>
              </a:ext>
            </a:extLst>
          </p:cNvPr>
          <p:cNvPicPr>
            <a:picLocks noChangeAspect="1"/>
          </p:cNvPicPr>
          <p:nvPr/>
        </p:nvPicPr>
        <p:blipFill>
          <a:blip r:embed="rId17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034" y="4591050"/>
            <a:ext cx="578528" cy="739858"/>
          </a:xfrm>
          <a:prstGeom prst="rect">
            <a:avLst/>
          </a:prstGeom>
          <a:noFill/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89E55F6-1170-4EE4-A130-E94E0404EA44}"/>
              </a:ext>
            </a:extLst>
          </p:cNvPr>
          <p:cNvPicPr>
            <a:picLocks noChangeAspect="1"/>
          </p:cNvPicPr>
          <p:nvPr/>
        </p:nvPicPr>
        <p:blipFill>
          <a:blip r:embed="rId18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9510" y="4606290"/>
            <a:ext cx="521746" cy="703476"/>
          </a:xfrm>
          <a:prstGeom prst="rect">
            <a:avLst/>
          </a:prstGeom>
          <a:noFill/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466B4A0-580F-4315-A232-299A29F7D2E1}"/>
              </a:ext>
            </a:extLst>
          </p:cNvPr>
          <p:cNvPicPr>
            <a:picLocks noChangeAspect="1"/>
          </p:cNvPicPr>
          <p:nvPr/>
        </p:nvPicPr>
        <p:blipFill>
          <a:blip r:embed="rId19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170" y="4606290"/>
            <a:ext cx="656586" cy="699322"/>
          </a:xfrm>
          <a:prstGeom prst="rect">
            <a:avLst/>
          </a:prstGeom>
          <a:noFill/>
        </p:spPr>
      </p:pic>
      <p:sp>
        <p:nvSpPr>
          <p:cNvPr id="50" name="Oval 49">
            <a:extLst>
              <a:ext uri="{FF2B5EF4-FFF2-40B4-BE49-F238E27FC236}">
                <a16:creationId xmlns:a16="http://schemas.microsoft.com/office/drawing/2014/main" id="{77C32DEE-C8A6-49AE-984B-A5F7D4C33111}"/>
              </a:ext>
            </a:extLst>
          </p:cNvPr>
          <p:cNvSpPr/>
          <p:nvPr/>
        </p:nvSpPr>
        <p:spPr>
          <a:xfrm>
            <a:off x="1632610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A212992-D35C-4FED-A067-931439C38A84}"/>
              </a:ext>
            </a:extLst>
          </p:cNvPr>
          <p:cNvSpPr txBox="1"/>
          <p:nvPr/>
        </p:nvSpPr>
        <p:spPr>
          <a:xfrm>
            <a:off x="1639796" y="52706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22CF1A0F-E435-47E8-B043-68CDD7701B68}"/>
              </a:ext>
            </a:extLst>
          </p:cNvPr>
          <p:cNvSpPr/>
          <p:nvPr/>
        </p:nvSpPr>
        <p:spPr>
          <a:xfrm>
            <a:off x="787698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Илгир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5756E4A6-9389-41AF-9119-F18985BE43B7}"/>
              </a:ext>
            </a:extLst>
          </p:cNvPr>
          <p:cNvSpPr/>
          <p:nvPr/>
        </p:nvSpPr>
        <p:spPr>
          <a:xfrm>
            <a:off x="9494987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3551E97-2DEC-4E82-9962-77664839D1BB}"/>
              </a:ext>
            </a:extLst>
          </p:cNvPr>
          <p:cNvSpPr txBox="1"/>
          <p:nvPr/>
        </p:nvSpPr>
        <p:spPr>
          <a:xfrm>
            <a:off x="9502173" y="52706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BAC6DB5E-E80D-4863-B2BC-FB26BC033813}"/>
              </a:ext>
            </a:extLst>
          </p:cNvPr>
          <p:cNvSpPr/>
          <p:nvPr/>
        </p:nvSpPr>
        <p:spPr>
          <a:xfrm>
            <a:off x="8650075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К</a:t>
            </a:r>
            <a:r>
              <a:rPr lang="ru-RU" sz="16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ө</a:t>
            </a:r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р</a:t>
            </a:r>
            <a:r>
              <a:rPr lang="ru-RU" sz="16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ө</a:t>
            </a:r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г</a:t>
            </a:r>
            <a:r>
              <a:rPr lang="ru-RU" sz="16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ө</a:t>
            </a:r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ч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C174E581-8EC1-491E-9B13-3023DC951F78}"/>
              </a:ext>
            </a:extLst>
          </p:cNvPr>
          <p:cNvSpPr/>
          <p:nvPr/>
        </p:nvSpPr>
        <p:spPr>
          <a:xfrm>
            <a:off x="7533788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DE4515D-0672-41A8-9014-2C24B2ADF7E8}"/>
              </a:ext>
            </a:extLst>
          </p:cNvPr>
          <p:cNvSpPr txBox="1"/>
          <p:nvPr/>
        </p:nvSpPr>
        <p:spPr>
          <a:xfrm>
            <a:off x="7540974" y="52706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4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2DB9530D-1DF1-4E12-A187-DA5600AAE52B}"/>
              </a:ext>
            </a:extLst>
          </p:cNvPr>
          <p:cNvSpPr/>
          <p:nvPr/>
        </p:nvSpPr>
        <p:spPr>
          <a:xfrm>
            <a:off x="6688876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Алгыр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CE811576-3ECD-4DEB-917B-C207BE989696}"/>
              </a:ext>
            </a:extLst>
          </p:cNvPr>
          <p:cNvSpPr/>
          <p:nvPr/>
        </p:nvSpPr>
        <p:spPr>
          <a:xfrm>
            <a:off x="5563798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9459B41-4F66-42CE-AB70-37495C2F357F}"/>
              </a:ext>
            </a:extLst>
          </p:cNvPr>
          <p:cNvSpPr txBox="1"/>
          <p:nvPr/>
        </p:nvSpPr>
        <p:spPr>
          <a:xfrm>
            <a:off x="5570984" y="52706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FAA9783E-C2E9-4215-A1D5-84EC8276C54E}"/>
              </a:ext>
            </a:extLst>
          </p:cNvPr>
          <p:cNvSpPr/>
          <p:nvPr/>
        </p:nvSpPr>
        <p:spPr>
          <a:xfrm>
            <a:off x="4718886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Чилтен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E04D1B38-4306-4CC2-AB02-A94BEDF77864}"/>
              </a:ext>
            </a:extLst>
          </p:cNvPr>
          <p:cNvSpPr/>
          <p:nvPr/>
        </p:nvSpPr>
        <p:spPr>
          <a:xfrm>
            <a:off x="3602600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2A2FA36-685B-4FC5-893E-8D104B209A2B}"/>
              </a:ext>
            </a:extLst>
          </p:cNvPr>
          <p:cNvSpPr txBox="1"/>
          <p:nvPr/>
        </p:nvSpPr>
        <p:spPr>
          <a:xfrm>
            <a:off x="3609786" y="52706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</a:t>
            </a: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48D49AC4-FD57-49E0-9D8D-A95FD08D06C2}"/>
              </a:ext>
            </a:extLst>
          </p:cNvPr>
          <p:cNvSpPr/>
          <p:nvPr/>
        </p:nvSpPr>
        <p:spPr>
          <a:xfrm>
            <a:off x="2757688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Зирек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E0FAA6E2-CB42-4B29-9EF9-515A33755855}"/>
              </a:ext>
            </a:extLst>
          </p:cNvPr>
          <p:cNvSpPr/>
          <p:nvPr/>
        </p:nvSpPr>
        <p:spPr>
          <a:xfrm>
            <a:off x="1632610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3FB3679-2423-4447-8321-E88E39444657}"/>
              </a:ext>
            </a:extLst>
          </p:cNvPr>
          <p:cNvSpPr txBox="1"/>
          <p:nvPr/>
        </p:nvSpPr>
        <p:spPr>
          <a:xfrm>
            <a:off x="1639796" y="2309412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</a:t>
            </a: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FE857015-572C-4100-82D0-D1DFC981A8B2}"/>
              </a:ext>
            </a:extLst>
          </p:cNvPr>
          <p:cNvSpPr/>
          <p:nvPr/>
        </p:nvSpPr>
        <p:spPr>
          <a:xfrm>
            <a:off x="787698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Шып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5AD69A6B-AE58-473B-B269-0870ABFE710D}"/>
              </a:ext>
            </a:extLst>
          </p:cNvPr>
          <p:cNvSpPr/>
          <p:nvPr/>
        </p:nvSpPr>
        <p:spPr>
          <a:xfrm>
            <a:off x="9494987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73CE59E-08C3-44A5-A3F9-8D4D981FE74B}"/>
              </a:ext>
            </a:extLst>
          </p:cNvPr>
          <p:cNvSpPr txBox="1"/>
          <p:nvPr/>
        </p:nvSpPr>
        <p:spPr>
          <a:xfrm>
            <a:off x="9443664" y="230941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10</a:t>
            </a: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EF4B57DC-5476-48CF-9B84-73CB0574DBD7}"/>
              </a:ext>
            </a:extLst>
          </p:cNvPr>
          <p:cNvSpPr/>
          <p:nvPr/>
        </p:nvSpPr>
        <p:spPr>
          <a:xfrm>
            <a:off x="8650075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Билек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6B426BF6-AE8C-46CF-B60C-88DFA0836249}"/>
              </a:ext>
            </a:extLst>
          </p:cNvPr>
          <p:cNvSpPr/>
          <p:nvPr/>
        </p:nvSpPr>
        <p:spPr>
          <a:xfrm>
            <a:off x="7533788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CF027E1-3A36-42FB-809D-8377BB19FF75}"/>
              </a:ext>
            </a:extLst>
          </p:cNvPr>
          <p:cNvSpPr txBox="1"/>
          <p:nvPr/>
        </p:nvSpPr>
        <p:spPr>
          <a:xfrm>
            <a:off x="7540974" y="2309412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9</a:t>
            </a: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5E28D9CB-6807-4519-80FA-1B0FB7E3291C}"/>
              </a:ext>
            </a:extLst>
          </p:cNvPr>
          <p:cNvSpPr/>
          <p:nvPr/>
        </p:nvSpPr>
        <p:spPr>
          <a:xfrm>
            <a:off x="6677382" y="2684894"/>
            <a:ext cx="1177087" cy="29562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Тыншаар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545A1F7B-81F3-4E1D-9720-028A7CCF76AB}"/>
              </a:ext>
            </a:extLst>
          </p:cNvPr>
          <p:cNvSpPr/>
          <p:nvPr/>
        </p:nvSpPr>
        <p:spPr>
          <a:xfrm>
            <a:off x="5563798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01243C2-6AF8-42B7-8564-DA8A029228B7}"/>
              </a:ext>
            </a:extLst>
          </p:cNvPr>
          <p:cNvSpPr txBox="1"/>
          <p:nvPr/>
        </p:nvSpPr>
        <p:spPr>
          <a:xfrm>
            <a:off x="5570984" y="2309412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8</a:t>
            </a: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E50548B8-E173-4AD8-896F-B3BEE53B0EAD}"/>
              </a:ext>
            </a:extLst>
          </p:cNvPr>
          <p:cNvSpPr/>
          <p:nvPr/>
        </p:nvSpPr>
        <p:spPr>
          <a:xfrm>
            <a:off x="4718886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Жайдар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4BD389BC-874E-4AA5-831A-770175F2A0C2}"/>
              </a:ext>
            </a:extLst>
          </p:cNvPr>
          <p:cNvSpPr/>
          <p:nvPr/>
        </p:nvSpPr>
        <p:spPr>
          <a:xfrm>
            <a:off x="3602600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D38071E-8CFB-4AED-89F0-6BF2DCDDA524}"/>
              </a:ext>
            </a:extLst>
          </p:cNvPr>
          <p:cNvSpPr txBox="1"/>
          <p:nvPr/>
        </p:nvSpPr>
        <p:spPr>
          <a:xfrm>
            <a:off x="3609786" y="2309412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8B2F8461-CE68-4F22-9024-11F64D5D52E1}"/>
              </a:ext>
            </a:extLst>
          </p:cNvPr>
          <p:cNvSpPr/>
          <p:nvPr/>
        </p:nvSpPr>
        <p:spPr>
          <a:xfrm>
            <a:off x="2757688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Шайдар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AFA4F178-C18E-4B17-97BB-C41244A477A8}"/>
              </a:ext>
            </a:extLst>
          </p:cNvPr>
          <p:cNvSpPr/>
          <p:nvPr/>
        </p:nvSpPr>
        <p:spPr>
          <a:xfrm>
            <a:off x="1632610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4103C6F1-B0D3-420A-AFF2-D15C89F6BD58}"/>
              </a:ext>
            </a:extLst>
          </p:cNvPr>
          <p:cNvSpPr txBox="1"/>
          <p:nvPr/>
        </p:nvSpPr>
        <p:spPr>
          <a:xfrm>
            <a:off x="1581287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11</a:t>
            </a:r>
          </a:p>
        </p:txBody>
      </p: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99C0C6D0-53AD-49EC-8640-3A7934BCA3FA}"/>
              </a:ext>
            </a:extLst>
          </p:cNvPr>
          <p:cNvSpPr/>
          <p:nvPr/>
        </p:nvSpPr>
        <p:spPr>
          <a:xfrm>
            <a:off x="787698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Тапкыч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CFE9832E-25A4-4A34-84B7-A548FD64A1C3}"/>
              </a:ext>
            </a:extLst>
          </p:cNvPr>
          <p:cNvSpPr/>
          <p:nvPr/>
        </p:nvSpPr>
        <p:spPr>
          <a:xfrm>
            <a:off x="9494987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76E878B5-DED9-4BF0-8393-3F00A4C6D92C}"/>
              </a:ext>
            </a:extLst>
          </p:cNvPr>
          <p:cNvSpPr txBox="1"/>
          <p:nvPr/>
        </p:nvSpPr>
        <p:spPr>
          <a:xfrm>
            <a:off x="9443664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15</a:t>
            </a:r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E126A3B4-AA19-424F-A952-57E0A9825E42}"/>
              </a:ext>
            </a:extLst>
          </p:cNvPr>
          <p:cNvSpPr/>
          <p:nvPr/>
        </p:nvSpPr>
        <p:spPr>
          <a:xfrm>
            <a:off x="8650075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Күлкүч</a:t>
            </a:r>
            <a:r>
              <a:rPr lang="ru-RU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ү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563039EA-7698-49A0-B9B1-67C93F7B8B81}"/>
              </a:ext>
            </a:extLst>
          </p:cNvPr>
          <p:cNvSpPr/>
          <p:nvPr/>
        </p:nvSpPr>
        <p:spPr>
          <a:xfrm>
            <a:off x="7533788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F8D59961-B667-449C-97FB-06753BE278C7}"/>
              </a:ext>
            </a:extLst>
          </p:cNvPr>
          <p:cNvSpPr txBox="1"/>
          <p:nvPr/>
        </p:nvSpPr>
        <p:spPr>
          <a:xfrm>
            <a:off x="7482465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14</a:t>
            </a:r>
          </a:p>
        </p:txBody>
      </p: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E675DA02-B5B0-436F-839E-2E0DB213A063}"/>
              </a:ext>
            </a:extLst>
          </p:cNvPr>
          <p:cNvSpPr/>
          <p:nvPr/>
        </p:nvSpPr>
        <p:spPr>
          <a:xfrm>
            <a:off x="6688876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Тапалак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BFE952C4-71CE-4F96-98D0-A65DB88BBD4E}"/>
              </a:ext>
            </a:extLst>
          </p:cNvPr>
          <p:cNvSpPr/>
          <p:nvPr/>
        </p:nvSpPr>
        <p:spPr>
          <a:xfrm>
            <a:off x="5563798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BCE17CAE-1E40-4F03-A13B-C70293A2B81C}"/>
              </a:ext>
            </a:extLst>
          </p:cNvPr>
          <p:cNvSpPr txBox="1"/>
          <p:nvPr/>
        </p:nvSpPr>
        <p:spPr>
          <a:xfrm>
            <a:off x="5512475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13</a:t>
            </a:r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4E5377AD-EB6C-4E40-86FA-B0499A742829}"/>
              </a:ext>
            </a:extLst>
          </p:cNvPr>
          <p:cNvSpPr/>
          <p:nvPr/>
        </p:nvSpPr>
        <p:spPr>
          <a:xfrm>
            <a:off x="4718886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Тирек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57600F64-E049-47FA-B303-A7263B9C22AF}"/>
              </a:ext>
            </a:extLst>
          </p:cNvPr>
          <p:cNvSpPr/>
          <p:nvPr/>
        </p:nvSpPr>
        <p:spPr>
          <a:xfrm>
            <a:off x="3602600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517DFA2D-61B6-4B1B-8515-028D24DF29C3}"/>
              </a:ext>
            </a:extLst>
          </p:cNvPr>
          <p:cNvSpPr txBox="1"/>
          <p:nvPr/>
        </p:nvSpPr>
        <p:spPr>
          <a:xfrm>
            <a:off x="3551277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12</a:t>
            </a:r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8551466C-FA4D-4C50-A9A1-85943F3DFFB0}"/>
              </a:ext>
            </a:extLst>
          </p:cNvPr>
          <p:cNvSpPr/>
          <p:nvPr/>
        </p:nvSpPr>
        <p:spPr>
          <a:xfrm>
            <a:off x="2757688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Чечен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65658C-BF4B-4B04-8B43-1AD1F24AF493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20314" y="-23606"/>
            <a:ext cx="714402" cy="467581"/>
          </a:xfrm>
          <a:prstGeom prst="rect">
            <a:avLst/>
          </a:prstGeom>
        </p:spPr>
      </p:pic>
      <p:pic>
        <p:nvPicPr>
          <p:cNvPr id="130" name="Picture 129">
            <a:extLst>
              <a:ext uri="{FF2B5EF4-FFF2-40B4-BE49-F238E27FC236}">
                <a16:creationId xmlns:a16="http://schemas.microsoft.com/office/drawing/2014/main" id="{D0B7802B-C907-4E50-BF7E-EB549FBE92DB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880938" y="-23606"/>
            <a:ext cx="714402" cy="467581"/>
          </a:xfrm>
          <a:prstGeom prst="rect">
            <a:avLst/>
          </a:prstGeom>
        </p:spPr>
      </p:pic>
      <p:pic>
        <p:nvPicPr>
          <p:cNvPr id="131" name="Picture 130">
            <a:extLst>
              <a:ext uri="{FF2B5EF4-FFF2-40B4-BE49-F238E27FC236}">
                <a16:creationId xmlns:a16="http://schemas.microsoft.com/office/drawing/2014/main" id="{8DF9EBAB-ACCF-4770-9B65-EE01C414D89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841562" y="-23606"/>
            <a:ext cx="714402" cy="467581"/>
          </a:xfrm>
          <a:prstGeom prst="rect">
            <a:avLst/>
          </a:prstGeom>
        </p:spPr>
      </p:pic>
      <p:pic>
        <p:nvPicPr>
          <p:cNvPr id="132" name="Picture 131">
            <a:extLst>
              <a:ext uri="{FF2B5EF4-FFF2-40B4-BE49-F238E27FC236}">
                <a16:creationId xmlns:a16="http://schemas.microsoft.com/office/drawing/2014/main" id="{2590F30D-41CD-42D5-9FCF-D7DE40B3702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02186" y="-23606"/>
            <a:ext cx="714402" cy="467581"/>
          </a:xfrm>
          <a:prstGeom prst="rect">
            <a:avLst/>
          </a:prstGeom>
        </p:spPr>
      </p:pic>
      <p:pic>
        <p:nvPicPr>
          <p:cNvPr id="133" name="Picture 132">
            <a:extLst>
              <a:ext uri="{FF2B5EF4-FFF2-40B4-BE49-F238E27FC236}">
                <a16:creationId xmlns:a16="http://schemas.microsoft.com/office/drawing/2014/main" id="{9D45A673-EB29-4C8C-8700-EF9DE2AF8935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762810" y="-23606"/>
            <a:ext cx="714402" cy="467581"/>
          </a:xfrm>
          <a:prstGeom prst="rect">
            <a:avLst/>
          </a:prstGeom>
        </p:spPr>
      </p:pic>
      <p:pic>
        <p:nvPicPr>
          <p:cNvPr id="134" name="Picture 133">
            <a:extLst>
              <a:ext uri="{FF2B5EF4-FFF2-40B4-BE49-F238E27FC236}">
                <a16:creationId xmlns:a16="http://schemas.microsoft.com/office/drawing/2014/main" id="{1CD0A7C6-3F0C-4970-96C4-793B4BCFE666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20314" y="2237929"/>
            <a:ext cx="714402" cy="467581"/>
          </a:xfrm>
          <a:prstGeom prst="rect">
            <a:avLst/>
          </a:prstGeom>
        </p:spPr>
      </p:pic>
      <p:pic>
        <p:nvPicPr>
          <p:cNvPr id="135" name="Picture 134">
            <a:extLst>
              <a:ext uri="{FF2B5EF4-FFF2-40B4-BE49-F238E27FC236}">
                <a16:creationId xmlns:a16="http://schemas.microsoft.com/office/drawing/2014/main" id="{B70F9538-F418-4DEB-8A40-F57FBAEF5E4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880938" y="2237929"/>
            <a:ext cx="714402" cy="467581"/>
          </a:xfrm>
          <a:prstGeom prst="rect">
            <a:avLst/>
          </a:prstGeom>
        </p:spPr>
      </p:pic>
      <p:pic>
        <p:nvPicPr>
          <p:cNvPr id="136" name="Picture 135">
            <a:extLst>
              <a:ext uri="{FF2B5EF4-FFF2-40B4-BE49-F238E27FC236}">
                <a16:creationId xmlns:a16="http://schemas.microsoft.com/office/drawing/2014/main" id="{107AAEAB-F9D9-4F88-BBE4-E4EBB4BB7E9D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841562" y="2237929"/>
            <a:ext cx="714402" cy="467581"/>
          </a:xfrm>
          <a:prstGeom prst="rect">
            <a:avLst/>
          </a:prstGeom>
        </p:spPr>
      </p:pic>
      <p:pic>
        <p:nvPicPr>
          <p:cNvPr id="137" name="Picture 136">
            <a:extLst>
              <a:ext uri="{FF2B5EF4-FFF2-40B4-BE49-F238E27FC236}">
                <a16:creationId xmlns:a16="http://schemas.microsoft.com/office/drawing/2014/main" id="{D596FC87-ABF4-42CB-96E6-45FB4EEE0C64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02186" y="2237929"/>
            <a:ext cx="714402" cy="467581"/>
          </a:xfrm>
          <a:prstGeom prst="rect">
            <a:avLst/>
          </a:prstGeom>
        </p:spPr>
      </p:pic>
      <p:pic>
        <p:nvPicPr>
          <p:cNvPr id="138" name="Picture 137">
            <a:extLst>
              <a:ext uri="{FF2B5EF4-FFF2-40B4-BE49-F238E27FC236}">
                <a16:creationId xmlns:a16="http://schemas.microsoft.com/office/drawing/2014/main" id="{FB8A5F99-7CF0-4792-B883-90EBB573D24D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762810" y="2237929"/>
            <a:ext cx="714402" cy="467581"/>
          </a:xfrm>
          <a:prstGeom prst="rect">
            <a:avLst/>
          </a:prstGeom>
        </p:spPr>
      </p:pic>
      <p:pic>
        <p:nvPicPr>
          <p:cNvPr id="139" name="Picture 138">
            <a:extLst>
              <a:ext uri="{FF2B5EF4-FFF2-40B4-BE49-F238E27FC236}">
                <a16:creationId xmlns:a16="http://schemas.microsoft.com/office/drawing/2014/main" id="{C1BD2E41-2627-46B6-90F3-9938F6873BBF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25394" y="4498641"/>
            <a:ext cx="714402" cy="467581"/>
          </a:xfrm>
          <a:prstGeom prst="rect">
            <a:avLst/>
          </a:prstGeom>
        </p:spPr>
      </p:pic>
      <p:pic>
        <p:nvPicPr>
          <p:cNvPr id="140" name="Picture 139">
            <a:extLst>
              <a:ext uri="{FF2B5EF4-FFF2-40B4-BE49-F238E27FC236}">
                <a16:creationId xmlns:a16="http://schemas.microsoft.com/office/drawing/2014/main" id="{DFA53B7E-8BE4-491E-80E0-F889A937716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886018" y="4498641"/>
            <a:ext cx="714402" cy="467581"/>
          </a:xfrm>
          <a:prstGeom prst="rect">
            <a:avLst/>
          </a:prstGeom>
        </p:spPr>
      </p:pic>
      <p:pic>
        <p:nvPicPr>
          <p:cNvPr id="141" name="Picture 140">
            <a:extLst>
              <a:ext uri="{FF2B5EF4-FFF2-40B4-BE49-F238E27FC236}">
                <a16:creationId xmlns:a16="http://schemas.microsoft.com/office/drawing/2014/main" id="{8C1F3D0C-BBEE-4973-9508-29D9E9D5BCD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846642" y="4498641"/>
            <a:ext cx="714402" cy="467581"/>
          </a:xfrm>
          <a:prstGeom prst="rect">
            <a:avLst/>
          </a:prstGeom>
        </p:spPr>
      </p:pic>
      <p:pic>
        <p:nvPicPr>
          <p:cNvPr id="142" name="Picture 141">
            <a:extLst>
              <a:ext uri="{FF2B5EF4-FFF2-40B4-BE49-F238E27FC236}">
                <a16:creationId xmlns:a16="http://schemas.microsoft.com/office/drawing/2014/main" id="{DDC4F632-5763-4D02-8EAD-3A01DB20022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07266" y="4498641"/>
            <a:ext cx="714402" cy="467581"/>
          </a:xfrm>
          <a:prstGeom prst="rect">
            <a:avLst/>
          </a:prstGeom>
        </p:spPr>
      </p:pic>
      <p:pic>
        <p:nvPicPr>
          <p:cNvPr id="143" name="Picture 142">
            <a:extLst>
              <a:ext uri="{FF2B5EF4-FFF2-40B4-BE49-F238E27FC236}">
                <a16:creationId xmlns:a16="http://schemas.microsoft.com/office/drawing/2014/main" id="{E6445DC3-17D1-4B75-8AD1-8E17626D1DD5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767890" y="4498641"/>
            <a:ext cx="714402" cy="467581"/>
          </a:xfrm>
          <a:prstGeom prst="rect">
            <a:avLst/>
          </a:prstGeom>
        </p:spPr>
      </p:pic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F24760CB-1E90-4198-B704-3E256B0402F4}"/>
              </a:ext>
            </a:extLst>
          </p:cNvPr>
          <p:cNvSpPr/>
          <p:nvPr/>
        </p:nvSpPr>
        <p:spPr>
          <a:xfrm>
            <a:off x="87634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9" name="Rectangle: Rounded Corners 178">
            <a:extLst>
              <a:ext uri="{FF2B5EF4-FFF2-40B4-BE49-F238E27FC236}">
                <a16:creationId xmlns:a16="http://schemas.microsoft.com/office/drawing/2014/main" id="{60A3C69F-656F-46A6-ADAB-A983C48CD73C}"/>
              </a:ext>
            </a:extLst>
          </p:cNvPr>
          <p:cNvSpPr/>
          <p:nvPr/>
        </p:nvSpPr>
        <p:spPr>
          <a:xfrm>
            <a:off x="7950011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0" name="Rectangle: Rounded Corners 179">
            <a:extLst>
              <a:ext uri="{FF2B5EF4-FFF2-40B4-BE49-F238E27FC236}">
                <a16:creationId xmlns:a16="http://schemas.microsoft.com/office/drawing/2014/main" id="{5F07CD83-3A31-4BC3-B467-997B7B2A6DF1}"/>
              </a:ext>
            </a:extLst>
          </p:cNvPr>
          <p:cNvSpPr/>
          <p:nvPr/>
        </p:nvSpPr>
        <p:spPr>
          <a:xfrm>
            <a:off x="5988812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1" name="Rectangle: Rounded Corners 180">
            <a:extLst>
              <a:ext uri="{FF2B5EF4-FFF2-40B4-BE49-F238E27FC236}">
                <a16:creationId xmlns:a16="http://schemas.microsoft.com/office/drawing/2014/main" id="{75F6E133-1EDD-482D-B468-A7C31018B083}"/>
              </a:ext>
            </a:extLst>
          </p:cNvPr>
          <p:cNvSpPr/>
          <p:nvPr/>
        </p:nvSpPr>
        <p:spPr>
          <a:xfrm>
            <a:off x="4018822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2" name="Rectangle: Rounded Corners 181">
            <a:extLst>
              <a:ext uri="{FF2B5EF4-FFF2-40B4-BE49-F238E27FC236}">
                <a16:creationId xmlns:a16="http://schemas.microsoft.com/office/drawing/2014/main" id="{1EA3E0FB-F670-4956-A37C-49A32579C947}"/>
              </a:ext>
            </a:extLst>
          </p:cNvPr>
          <p:cNvSpPr/>
          <p:nvPr/>
        </p:nvSpPr>
        <p:spPr>
          <a:xfrm>
            <a:off x="2057624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3" name="Rectangle: Rounded Corners 182">
            <a:extLst>
              <a:ext uri="{FF2B5EF4-FFF2-40B4-BE49-F238E27FC236}">
                <a16:creationId xmlns:a16="http://schemas.microsoft.com/office/drawing/2014/main" id="{9D051A53-2D03-4617-A167-DBAE0741BF94}"/>
              </a:ext>
            </a:extLst>
          </p:cNvPr>
          <p:cNvSpPr/>
          <p:nvPr/>
        </p:nvSpPr>
        <p:spPr>
          <a:xfrm>
            <a:off x="87634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4" name="Rectangle: Rounded Corners 183">
            <a:extLst>
              <a:ext uri="{FF2B5EF4-FFF2-40B4-BE49-F238E27FC236}">
                <a16:creationId xmlns:a16="http://schemas.microsoft.com/office/drawing/2014/main" id="{7C17BEA4-1A81-45ED-A667-A167645B6FE7}"/>
              </a:ext>
            </a:extLst>
          </p:cNvPr>
          <p:cNvSpPr/>
          <p:nvPr/>
        </p:nvSpPr>
        <p:spPr>
          <a:xfrm>
            <a:off x="7950011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5" name="Rectangle: Rounded Corners 184">
            <a:extLst>
              <a:ext uri="{FF2B5EF4-FFF2-40B4-BE49-F238E27FC236}">
                <a16:creationId xmlns:a16="http://schemas.microsoft.com/office/drawing/2014/main" id="{BFA619FF-A048-4CD8-9282-A7719D28DCE8}"/>
              </a:ext>
            </a:extLst>
          </p:cNvPr>
          <p:cNvSpPr/>
          <p:nvPr/>
        </p:nvSpPr>
        <p:spPr>
          <a:xfrm>
            <a:off x="5988812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6" name="Rectangle: Rounded Corners 185">
            <a:extLst>
              <a:ext uri="{FF2B5EF4-FFF2-40B4-BE49-F238E27FC236}">
                <a16:creationId xmlns:a16="http://schemas.microsoft.com/office/drawing/2014/main" id="{90B46FC4-2A45-45DC-B2CB-41A3739F50AE}"/>
              </a:ext>
            </a:extLst>
          </p:cNvPr>
          <p:cNvSpPr/>
          <p:nvPr/>
        </p:nvSpPr>
        <p:spPr>
          <a:xfrm>
            <a:off x="4018822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7" name="Rectangle: Rounded Corners 186">
            <a:extLst>
              <a:ext uri="{FF2B5EF4-FFF2-40B4-BE49-F238E27FC236}">
                <a16:creationId xmlns:a16="http://schemas.microsoft.com/office/drawing/2014/main" id="{F4B3F51E-C066-4874-A6BD-67264125C4AE}"/>
              </a:ext>
            </a:extLst>
          </p:cNvPr>
          <p:cNvSpPr/>
          <p:nvPr/>
        </p:nvSpPr>
        <p:spPr>
          <a:xfrm>
            <a:off x="2057624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8" name="Rectangle: Rounded Corners 187">
            <a:extLst>
              <a:ext uri="{FF2B5EF4-FFF2-40B4-BE49-F238E27FC236}">
                <a16:creationId xmlns:a16="http://schemas.microsoft.com/office/drawing/2014/main" id="{B541363A-E265-4ABC-A97D-59F65971F23C}"/>
              </a:ext>
            </a:extLst>
          </p:cNvPr>
          <p:cNvSpPr/>
          <p:nvPr/>
        </p:nvSpPr>
        <p:spPr>
          <a:xfrm>
            <a:off x="87634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9" name="Rectangle: Rounded Corners 188">
            <a:extLst>
              <a:ext uri="{FF2B5EF4-FFF2-40B4-BE49-F238E27FC236}">
                <a16:creationId xmlns:a16="http://schemas.microsoft.com/office/drawing/2014/main" id="{55DEE82E-53F6-4260-A28B-387B7228E1C9}"/>
              </a:ext>
            </a:extLst>
          </p:cNvPr>
          <p:cNvSpPr/>
          <p:nvPr/>
        </p:nvSpPr>
        <p:spPr>
          <a:xfrm>
            <a:off x="7950011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0" name="Rectangle: Rounded Corners 189">
            <a:extLst>
              <a:ext uri="{FF2B5EF4-FFF2-40B4-BE49-F238E27FC236}">
                <a16:creationId xmlns:a16="http://schemas.microsoft.com/office/drawing/2014/main" id="{291C6B13-B7E8-448F-B9E9-F3E13E49BF17}"/>
              </a:ext>
            </a:extLst>
          </p:cNvPr>
          <p:cNvSpPr/>
          <p:nvPr/>
        </p:nvSpPr>
        <p:spPr>
          <a:xfrm>
            <a:off x="5988812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1" name="Rectangle: Rounded Corners 190">
            <a:extLst>
              <a:ext uri="{FF2B5EF4-FFF2-40B4-BE49-F238E27FC236}">
                <a16:creationId xmlns:a16="http://schemas.microsoft.com/office/drawing/2014/main" id="{CF32C547-1E88-42A6-9B36-89232B4A3E78}"/>
              </a:ext>
            </a:extLst>
          </p:cNvPr>
          <p:cNvSpPr/>
          <p:nvPr/>
        </p:nvSpPr>
        <p:spPr>
          <a:xfrm>
            <a:off x="4018822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2" name="Rectangle: Rounded Corners 191">
            <a:extLst>
              <a:ext uri="{FF2B5EF4-FFF2-40B4-BE49-F238E27FC236}">
                <a16:creationId xmlns:a16="http://schemas.microsoft.com/office/drawing/2014/main" id="{2CF3BC75-44A8-4575-A830-2EC6DB604384}"/>
              </a:ext>
            </a:extLst>
          </p:cNvPr>
          <p:cNvSpPr/>
          <p:nvPr/>
        </p:nvSpPr>
        <p:spPr>
          <a:xfrm>
            <a:off x="2057624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9" name="Table 198">
                <a:extLst>
                  <a:ext uri="{FF2B5EF4-FFF2-40B4-BE49-F238E27FC236}">
                    <a16:creationId xmlns:a16="http://schemas.microsoft.com/office/drawing/2014/main" id="{82FA427F-F868-432B-807C-0BF1843C07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08513247"/>
                  </p:ext>
                </p:extLst>
              </p:nvPr>
            </p:nvGraphicFramePr>
            <p:xfrm>
              <a:off x="89617" y="827894"/>
              <a:ext cx="1854200" cy="14265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2+1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+8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30÷(2−1)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9" name="Table 198">
                <a:extLst>
                  <a:ext uri="{FF2B5EF4-FFF2-40B4-BE49-F238E27FC236}">
                    <a16:creationId xmlns:a16="http://schemas.microsoft.com/office/drawing/2014/main" id="{82FA427F-F868-432B-807C-0BF1843C07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08513247"/>
                  </p:ext>
                </p:extLst>
              </p:nvPr>
            </p:nvGraphicFramePr>
            <p:xfrm>
              <a:off x="89617" y="827894"/>
              <a:ext cx="1854200" cy="14265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1"/>
                          <a:stretch>
                            <a:fillRect l="-100658" r="-658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1"/>
                          <a:stretch>
                            <a:fillRect l="-100658" t="-100000" r="-658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1"/>
                          <a:stretch>
                            <a:fillRect l="-100658" t="-203448" r="-658" b="-1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1"/>
                          <a:stretch>
                            <a:fillRect l="-100658" t="-298305" r="-658" b="-16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0" name="Table 199">
                <a:extLst>
                  <a:ext uri="{FF2B5EF4-FFF2-40B4-BE49-F238E27FC236}">
                    <a16:creationId xmlns:a16="http://schemas.microsoft.com/office/drawing/2014/main" id="{BE8BF9E4-42EE-4AE5-BA39-FEAF5D03AE6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93773584"/>
                  </p:ext>
                </p:extLst>
              </p:nvPr>
            </p:nvGraphicFramePr>
            <p:xfrm>
              <a:off x="2058092" y="827893"/>
              <a:ext cx="1854200" cy="14170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×(4−3)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9+3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×7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0" name="Table 199">
                <a:extLst>
                  <a:ext uri="{FF2B5EF4-FFF2-40B4-BE49-F238E27FC236}">
                    <a16:creationId xmlns:a16="http://schemas.microsoft.com/office/drawing/2014/main" id="{BE8BF9E4-42EE-4AE5-BA39-FEAF5D03AE6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93773584"/>
                  </p:ext>
                </p:extLst>
              </p:nvPr>
            </p:nvGraphicFramePr>
            <p:xfrm>
              <a:off x="2058092" y="827893"/>
              <a:ext cx="1854200" cy="14170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100658" r="-658" b="-2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100658" t="-101724" r="-658" b="-2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100658" t="-198305" r="-658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100658" t="-303448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1" name="Table 200">
                <a:extLst>
                  <a:ext uri="{FF2B5EF4-FFF2-40B4-BE49-F238E27FC236}">
                    <a16:creationId xmlns:a16="http://schemas.microsoft.com/office/drawing/2014/main" id="{C1D678AE-17A3-4929-8F51-37B4E2DDACD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10767472"/>
                  </p:ext>
                </p:extLst>
              </p:nvPr>
            </p:nvGraphicFramePr>
            <p:xfrm>
              <a:off x="4017775" y="827893"/>
              <a:ext cx="1854200" cy="14170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1+3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1" name="Table 200">
                <a:extLst>
                  <a:ext uri="{FF2B5EF4-FFF2-40B4-BE49-F238E27FC236}">
                    <a16:creationId xmlns:a16="http://schemas.microsoft.com/office/drawing/2014/main" id="{C1D678AE-17A3-4929-8F51-37B4E2DDACD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10767472"/>
                  </p:ext>
                </p:extLst>
              </p:nvPr>
            </p:nvGraphicFramePr>
            <p:xfrm>
              <a:off x="4017775" y="827893"/>
              <a:ext cx="1854200" cy="14170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100658" r="-658" b="-2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100658" t="-101724" r="-658" b="-2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100658" t="-198305" r="-658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100658" t="-303448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2" name="Table 201">
                <a:extLst>
                  <a:ext uri="{FF2B5EF4-FFF2-40B4-BE49-F238E27FC236}">
                    <a16:creationId xmlns:a16="http://schemas.microsoft.com/office/drawing/2014/main" id="{E7E9C57D-F8A1-440D-970B-57112DDCEB8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19048371"/>
                  </p:ext>
                </p:extLst>
              </p:nvPr>
            </p:nvGraphicFramePr>
            <p:xfrm>
              <a:off x="5986250" y="827893"/>
              <a:ext cx="1854200" cy="1418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×(12−2)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+15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10+4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2" name="Table 201">
                <a:extLst>
                  <a:ext uri="{FF2B5EF4-FFF2-40B4-BE49-F238E27FC236}">
                    <a16:creationId xmlns:a16="http://schemas.microsoft.com/office/drawing/2014/main" id="{E7E9C57D-F8A1-440D-970B-57112DDCEB8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19048371"/>
                  </p:ext>
                </p:extLst>
              </p:nvPr>
            </p:nvGraphicFramePr>
            <p:xfrm>
              <a:off x="5986250" y="827893"/>
              <a:ext cx="1854200" cy="1418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100000" r="-654" b="-2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100000" t="-101724" r="-654" b="-2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100000" t="-198305" r="-654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100000" t="-303448" r="-654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3" name="Table 202">
                <a:extLst>
                  <a:ext uri="{FF2B5EF4-FFF2-40B4-BE49-F238E27FC236}">
                    <a16:creationId xmlns:a16="http://schemas.microsoft.com/office/drawing/2014/main" id="{DC4A7693-7B4E-42F7-AEBF-36B07EABDA6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06898980"/>
                  </p:ext>
                </p:extLst>
              </p:nvPr>
            </p:nvGraphicFramePr>
            <p:xfrm>
              <a:off x="7945934" y="827893"/>
              <a:ext cx="1854200" cy="14162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(7−5)×5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÷3−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3" name="Table 202">
                <a:extLst>
                  <a:ext uri="{FF2B5EF4-FFF2-40B4-BE49-F238E27FC236}">
                    <a16:creationId xmlns:a16="http://schemas.microsoft.com/office/drawing/2014/main" id="{DC4A7693-7B4E-42F7-AEBF-36B07EABDA6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06898980"/>
                  </p:ext>
                </p:extLst>
              </p:nvPr>
            </p:nvGraphicFramePr>
            <p:xfrm>
              <a:off x="7945934" y="827893"/>
              <a:ext cx="1854200" cy="14162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100658" r="-658" b="-2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100658" t="-101724" r="-658" b="-2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100658" t="-198305" r="-658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100658" t="-303448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4" name="Table 203">
                <a:extLst>
                  <a:ext uri="{FF2B5EF4-FFF2-40B4-BE49-F238E27FC236}">
                    <a16:creationId xmlns:a16="http://schemas.microsoft.com/office/drawing/2014/main" id="{FFCBAFED-0CC1-4B14-87C8-B6A24BE00D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41430963"/>
                  </p:ext>
                </p:extLst>
              </p:nvPr>
            </p:nvGraphicFramePr>
            <p:xfrm>
              <a:off x="89617" y="3088213"/>
              <a:ext cx="1854200" cy="14072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(3+2)×4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×(4+1)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4" name="Table 203">
                <a:extLst>
                  <a:ext uri="{FF2B5EF4-FFF2-40B4-BE49-F238E27FC236}">
                    <a16:creationId xmlns:a16="http://schemas.microsoft.com/office/drawing/2014/main" id="{FFCBAFED-0CC1-4B14-87C8-B6A24BE00D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41430963"/>
                  </p:ext>
                </p:extLst>
              </p:nvPr>
            </p:nvGraphicFramePr>
            <p:xfrm>
              <a:off x="89617" y="3088213"/>
              <a:ext cx="1854200" cy="14072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100658" r="-658" b="-3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100658" t="-100000" r="-658" b="-2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100658" t="-200000" r="-658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100658" t="-300000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5" name="Table 204">
                <a:extLst>
                  <a:ext uri="{FF2B5EF4-FFF2-40B4-BE49-F238E27FC236}">
                    <a16:creationId xmlns:a16="http://schemas.microsoft.com/office/drawing/2014/main" id="{80F72253-CFF1-4469-ABEB-610F52429E8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2592599"/>
                  </p:ext>
                </p:extLst>
              </p:nvPr>
            </p:nvGraphicFramePr>
            <p:xfrm>
              <a:off x="2058092" y="3088213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4+2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7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−1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5" name="Table 204">
                <a:extLst>
                  <a:ext uri="{FF2B5EF4-FFF2-40B4-BE49-F238E27FC236}">
                    <a16:creationId xmlns:a16="http://schemas.microsoft.com/office/drawing/2014/main" id="{80F72253-CFF1-4469-ABEB-610F52429E8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2592599"/>
                  </p:ext>
                </p:extLst>
              </p:nvPr>
            </p:nvGraphicFramePr>
            <p:xfrm>
              <a:off x="2058092" y="3088213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100658" r="-658" b="-3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100658" t="-98305" r="-658" b="-1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100658" t="-201724" r="-658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100658" t="-301724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6" name="Table 205">
                <a:extLst>
                  <a:ext uri="{FF2B5EF4-FFF2-40B4-BE49-F238E27FC236}">
                    <a16:creationId xmlns:a16="http://schemas.microsoft.com/office/drawing/2014/main" id="{1280BED9-3DB0-42D7-83E6-F7847549687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5742103"/>
                  </p:ext>
                </p:extLst>
              </p:nvPr>
            </p:nvGraphicFramePr>
            <p:xfrm>
              <a:off x="4017775" y="3088213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÷3−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×10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20−3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−40÷2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6" name="Table 205">
                <a:extLst>
                  <a:ext uri="{FF2B5EF4-FFF2-40B4-BE49-F238E27FC236}">
                    <a16:creationId xmlns:a16="http://schemas.microsoft.com/office/drawing/2014/main" id="{1280BED9-3DB0-42D7-83E6-F7847549687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5742103"/>
                  </p:ext>
                </p:extLst>
              </p:nvPr>
            </p:nvGraphicFramePr>
            <p:xfrm>
              <a:off x="4017775" y="3088213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100658" r="-658" b="-3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100658" t="-98305" r="-658" b="-1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100658" t="-201724" r="-658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100658" t="-301724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7" name="Table 206">
                <a:extLst>
                  <a:ext uri="{FF2B5EF4-FFF2-40B4-BE49-F238E27FC236}">
                    <a16:creationId xmlns:a16="http://schemas.microsoft.com/office/drawing/2014/main" id="{F39BD9DE-BF8C-4716-9EE2-B4324039664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02275349"/>
                  </p:ext>
                </p:extLst>
              </p:nvPr>
            </p:nvGraphicFramePr>
            <p:xfrm>
              <a:off x="5986250" y="3088213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21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9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22−4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7" name="Table 206">
                <a:extLst>
                  <a:ext uri="{FF2B5EF4-FFF2-40B4-BE49-F238E27FC236}">
                    <a16:creationId xmlns:a16="http://schemas.microsoft.com/office/drawing/2014/main" id="{F39BD9DE-BF8C-4716-9EE2-B4324039664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02275349"/>
                  </p:ext>
                </p:extLst>
              </p:nvPr>
            </p:nvGraphicFramePr>
            <p:xfrm>
              <a:off x="5986250" y="3088213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100000" r="-654" b="-3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100000" t="-98305" r="-654" b="-1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100000" t="-201724" r="-654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100000" t="-301724" r="-654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8" name="Table 207">
                <a:extLst>
                  <a:ext uri="{FF2B5EF4-FFF2-40B4-BE49-F238E27FC236}">
                    <a16:creationId xmlns:a16="http://schemas.microsoft.com/office/drawing/2014/main" id="{25D96DA3-6AF9-4400-BA6C-A6D0F17CE4B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74398334"/>
                  </p:ext>
                </p:extLst>
              </p:nvPr>
            </p:nvGraphicFramePr>
            <p:xfrm>
              <a:off x="7945934" y="3088213"/>
              <a:ext cx="1854200" cy="14072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50−8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(12+18)÷3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−10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8" name="Table 207">
                <a:extLst>
                  <a:ext uri="{FF2B5EF4-FFF2-40B4-BE49-F238E27FC236}">
                    <a16:creationId xmlns:a16="http://schemas.microsoft.com/office/drawing/2014/main" id="{25D96DA3-6AF9-4400-BA6C-A6D0F17CE4B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74398334"/>
                  </p:ext>
                </p:extLst>
              </p:nvPr>
            </p:nvGraphicFramePr>
            <p:xfrm>
              <a:off x="7945934" y="3088213"/>
              <a:ext cx="1854200" cy="14072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100658" r="-658" b="-3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100658" t="-100000" r="-658" b="-2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100658" t="-200000" r="-658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100658" t="-300000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9" name="Table 208">
                <a:extLst>
                  <a:ext uri="{FF2B5EF4-FFF2-40B4-BE49-F238E27FC236}">
                    <a16:creationId xmlns:a16="http://schemas.microsoft.com/office/drawing/2014/main" id="{F7E71C4F-BBF6-4204-AA69-5E1CA4E4BA8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07105706"/>
                  </p:ext>
                </p:extLst>
              </p:nvPr>
            </p:nvGraphicFramePr>
            <p:xfrm>
              <a:off x="89617" y="5349371"/>
              <a:ext cx="1854200" cy="14177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+4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(50−5)÷3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0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35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9" name="Table 208">
                <a:extLst>
                  <a:ext uri="{FF2B5EF4-FFF2-40B4-BE49-F238E27FC236}">
                    <a16:creationId xmlns:a16="http://schemas.microsoft.com/office/drawing/2014/main" id="{F7E71C4F-BBF6-4204-AA69-5E1CA4E4BA8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07105706"/>
                  </p:ext>
                </p:extLst>
              </p:nvPr>
            </p:nvGraphicFramePr>
            <p:xfrm>
              <a:off x="89617" y="5349371"/>
              <a:ext cx="1854200" cy="14177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100658" r="-658" b="-2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100658" t="-101724" r="-658" b="-2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100658" t="-198305" r="-658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100658" t="-303448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0" name="Table 209">
                <a:extLst>
                  <a:ext uri="{FF2B5EF4-FFF2-40B4-BE49-F238E27FC236}">
                    <a16:creationId xmlns:a16="http://schemas.microsoft.com/office/drawing/2014/main" id="{1363A09F-6CBF-4329-AFF0-867DF5A5476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55600443"/>
                  </p:ext>
                </p:extLst>
              </p:nvPr>
            </p:nvGraphicFramePr>
            <p:xfrm>
              <a:off x="2058092" y="5349371"/>
              <a:ext cx="1854200" cy="14177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32÷(10−2)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−7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0" name="Table 209">
                <a:extLst>
                  <a:ext uri="{FF2B5EF4-FFF2-40B4-BE49-F238E27FC236}">
                    <a16:creationId xmlns:a16="http://schemas.microsoft.com/office/drawing/2014/main" id="{1363A09F-6CBF-4329-AFF0-867DF5A5476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55600443"/>
                  </p:ext>
                </p:extLst>
              </p:nvPr>
            </p:nvGraphicFramePr>
            <p:xfrm>
              <a:off x="2058092" y="5349371"/>
              <a:ext cx="1854200" cy="14177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100658" r="-658" b="-2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100658" t="-101724" r="-658" b="-2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100658" t="-198305" r="-658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100658" t="-303448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1" name="Table 210">
                <a:extLst>
                  <a:ext uri="{FF2B5EF4-FFF2-40B4-BE49-F238E27FC236}">
                    <a16:creationId xmlns:a16="http://schemas.microsoft.com/office/drawing/2014/main" id="{1DBF55ED-99C8-4E49-8071-D5E6BE1EBB1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5194738"/>
                  </p:ext>
                </p:extLst>
              </p:nvPr>
            </p:nvGraphicFramePr>
            <p:xfrm>
              <a:off x="4017775" y="5349372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40−3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×4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−7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1" name="Table 210">
                <a:extLst>
                  <a:ext uri="{FF2B5EF4-FFF2-40B4-BE49-F238E27FC236}">
                    <a16:creationId xmlns:a16="http://schemas.microsoft.com/office/drawing/2014/main" id="{1DBF55ED-99C8-4E49-8071-D5E6BE1EBB1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5194738"/>
                  </p:ext>
                </p:extLst>
              </p:nvPr>
            </p:nvGraphicFramePr>
            <p:xfrm>
              <a:off x="4017775" y="5349372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100658" r="-658" b="-3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100658" t="-98305" r="-658" b="-1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100658" t="-201724" r="-658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100658" t="-301724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2" name="Table 211">
                <a:extLst>
                  <a:ext uri="{FF2B5EF4-FFF2-40B4-BE49-F238E27FC236}">
                    <a16:creationId xmlns:a16="http://schemas.microsoft.com/office/drawing/2014/main" id="{5BD80F5A-2DDB-4EB3-877E-31ADB2BA406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8203536"/>
                  </p:ext>
                </p:extLst>
              </p:nvPr>
            </p:nvGraphicFramePr>
            <p:xfrm>
              <a:off x="5986250" y="5349372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−6÷3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÷4×6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÷4+2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2" name="Table 211">
                <a:extLst>
                  <a:ext uri="{FF2B5EF4-FFF2-40B4-BE49-F238E27FC236}">
                    <a16:creationId xmlns:a16="http://schemas.microsoft.com/office/drawing/2014/main" id="{5BD80F5A-2DDB-4EB3-877E-31ADB2BA406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8203536"/>
                  </p:ext>
                </p:extLst>
              </p:nvPr>
            </p:nvGraphicFramePr>
            <p:xfrm>
              <a:off x="5986250" y="5349372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100000" r="-654" b="-3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100000" t="-98305" r="-654" b="-1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100000" t="-201724" r="-654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100000" t="-301724" r="-654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3" name="Table 212">
                <a:extLst>
                  <a:ext uri="{FF2B5EF4-FFF2-40B4-BE49-F238E27FC236}">
                    <a16:creationId xmlns:a16="http://schemas.microsoft.com/office/drawing/2014/main" id="{B756BCF0-C008-4C52-869A-12BFD57E01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79445382"/>
                  </p:ext>
                </p:extLst>
              </p:nvPr>
            </p:nvGraphicFramePr>
            <p:xfrm>
              <a:off x="7945934" y="5349372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+14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18−3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×7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×(1+4)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3" name="Table 212">
                <a:extLst>
                  <a:ext uri="{FF2B5EF4-FFF2-40B4-BE49-F238E27FC236}">
                    <a16:creationId xmlns:a16="http://schemas.microsoft.com/office/drawing/2014/main" id="{B756BCF0-C008-4C52-869A-12BFD57E01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79445382"/>
                  </p:ext>
                </p:extLst>
              </p:nvPr>
            </p:nvGraphicFramePr>
            <p:xfrm>
              <a:off x="7945934" y="5349372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5"/>
                          <a:stretch>
                            <a:fillRect l="-100658" r="-658" b="-3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5"/>
                          <a:stretch>
                            <a:fillRect l="-100658" t="-98305" r="-658" b="-1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5"/>
                          <a:stretch>
                            <a:fillRect l="-100658" t="-201724" r="-658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5"/>
                          <a:stretch>
                            <a:fillRect l="-100658" t="-301724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161244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C734DE8-1A9B-4AEC-84EE-00797A7E797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43962"/>
          <a:ext cx="9829800" cy="67876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1689889844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55321562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4128030677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3710962476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1704429954"/>
                    </a:ext>
                  </a:extLst>
                </a:gridCol>
              </a:tblGrid>
              <a:tr h="2262554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920217"/>
                  </a:ext>
                </a:extLst>
              </a:tr>
              <a:tr h="2262554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899232"/>
                  </a:ext>
                </a:extLst>
              </a:tr>
              <a:tr h="2262554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308405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C4B625EF-5257-46EB-B6CC-5EE9F5E6AF65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3930" y="59905"/>
            <a:ext cx="606451" cy="72653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64B0BB6-F19A-4B8E-BD4B-394521B76EB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5574"/>
          <a:stretch/>
        </p:blipFill>
        <p:spPr>
          <a:xfrm>
            <a:off x="77922" y="139109"/>
            <a:ext cx="792743" cy="53962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F7CF535-2CDE-4D2C-B5E0-26035088C703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8215" y="111542"/>
            <a:ext cx="697365" cy="64125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B3A9620-3C10-42D1-AAD4-0F6A17824747}"/>
              </a:ext>
            </a:extLst>
          </p:cNvPr>
          <p:cNvPicPr>
            <a:picLocks noChangeAspect="1"/>
          </p:cNvPicPr>
          <p:nvPr/>
        </p:nvPicPr>
        <p:blipFill>
          <a:blip r:embed="rId8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4223" y="65654"/>
            <a:ext cx="565168" cy="72021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F7A20DD-4F30-4728-9340-3CB3D65D3ACB}"/>
              </a:ext>
            </a:extLst>
          </p:cNvPr>
          <p:cNvPicPr>
            <a:picLocks noChangeAspect="1"/>
          </p:cNvPicPr>
          <p:nvPr/>
        </p:nvPicPr>
        <p:blipFill>
          <a:blip r:embed="rId9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534" y="4598670"/>
            <a:ext cx="404835" cy="709196"/>
          </a:xfrm>
          <a:prstGeom prst="rect">
            <a:avLst/>
          </a:prstGeom>
          <a:noFill/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2D5D7E5-1319-46CC-ACA8-1F316A438BF1}"/>
              </a:ext>
            </a:extLst>
          </p:cNvPr>
          <p:cNvPicPr>
            <a:picLocks noChangeAspect="1"/>
          </p:cNvPicPr>
          <p:nvPr/>
        </p:nvPicPr>
        <p:blipFill>
          <a:blip r:embed="rId10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2007" y="75145"/>
            <a:ext cx="550494" cy="67868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D192CCE-A793-4405-A4F3-F079D94FAE4D}"/>
              </a:ext>
            </a:extLst>
          </p:cNvPr>
          <p:cNvPicPr>
            <a:picLocks noChangeAspect="1"/>
          </p:cNvPicPr>
          <p:nvPr/>
        </p:nvPicPr>
        <p:blipFill>
          <a:blip r:embed="rId11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36" y="2305050"/>
            <a:ext cx="616055" cy="769318"/>
          </a:xfrm>
          <a:prstGeom prst="rect">
            <a:avLst/>
          </a:prstGeom>
          <a:noFill/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5BD2F36-452E-42B0-9E91-6A17D9318A2D}"/>
              </a:ext>
            </a:extLst>
          </p:cNvPr>
          <p:cNvPicPr>
            <a:picLocks noChangeAspect="1"/>
          </p:cNvPicPr>
          <p:nvPr/>
        </p:nvPicPr>
        <p:blipFill>
          <a:blip r:embed="rId1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021212" y="2328804"/>
            <a:ext cx="709288" cy="707625"/>
          </a:xfrm>
          <a:prstGeom prst="rect">
            <a:avLst/>
          </a:prstGeom>
          <a:noFill/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1113577-624F-409D-8BD5-994EFD761E95}"/>
              </a:ext>
            </a:extLst>
          </p:cNvPr>
          <p:cNvPicPr>
            <a:picLocks noChangeAspect="1"/>
          </p:cNvPicPr>
          <p:nvPr/>
        </p:nvPicPr>
        <p:blipFill>
          <a:blip r:embed="rId1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1420" y="4610274"/>
            <a:ext cx="753210" cy="693777"/>
          </a:xfrm>
          <a:prstGeom prst="rect">
            <a:avLst/>
          </a:prstGeom>
          <a:noFill/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FCA34CF-8AE3-481D-A156-E1C3A1FD94A4}"/>
              </a:ext>
            </a:extLst>
          </p:cNvPr>
          <p:cNvPicPr>
            <a:picLocks noChangeAspect="1"/>
          </p:cNvPicPr>
          <p:nvPr/>
        </p:nvPicPr>
        <p:blipFill>
          <a:blip r:embed="rId1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6782" y="2343946"/>
            <a:ext cx="762886" cy="669034"/>
          </a:xfrm>
          <a:prstGeom prst="rect">
            <a:avLst/>
          </a:prstGeom>
          <a:noFill/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0BD77CB-72F0-40A3-8C55-328EFE191E19}"/>
              </a:ext>
            </a:extLst>
          </p:cNvPr>
          <p:cNvPicPr>
            <a:picLocks noChangeAspect="1"/>
          </p:cNvPicPr>
          <p:nvPr/>
        </p:nvPicPr>
        <p:blipFill>
          <a:blip r:embed="rId1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1225" y="2329467"/>
            <a:ext cx="624115" cy="735453"/>
          </a:xfrm>
          <a:prstGeom prst="rect">
            <a:avLst/>
          </a:prstGeom>
          <a:noFill/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1668BA7-BA37-43F4-ABFF-0F2C15729FDC}"/>
              </a:ext>
            </a:extLst>
          </p:cNvPr>
          <p:cNvPicPr>
            <a:picLocks noChangeAspect="1"/>
          </p:cNvPicPr>
          <p:nvPr/>
        </p:nvPicPr>
        <p:blipFill>
          <a:blip r:embed="rId16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901894" y="2323541"/>
            <a:ext cx="781095" cy="726601"/>
          </a:xfrm>
          <a:prstGeom prst="rect">
            <a:avLst/>
          </a:prstGeom>
          <a:noFill/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B810E93-CD09-4D47-BFA9-16E762224750}"/>
              </a:ext>
            </a:extLst>
          </p:cNvPr>
          <p:cNvPicPr>
            <a:picLocks noChangeAspect="1"/>
          </p:cNvPicPr>
          <p:nvPr/>
        </p:nvPicPr>
        <p:blipFill>
          <a:blip r:embed="rId17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034" y="4591050"/>
            <a:ext cx="578528" cy="739858"/>
          </a:xfrm>
          <a:prstGeom prst="rect">
            <a:avLst/>
          </a:prstGeom>
          <a:noFill/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89E55F6-1170-4EE4-A130-E94E0404EA44}"/>
              </a:ext>
            </a:extLst>
          </p:cNvPr>
          <p:cNvPicPr>
            <a:picLocks noChangeAspect="1"/>
          </p:cNvPicPr>
          <p:nvPr/>
        </p:nvPicPr>
        <p:blipFill>
          <a:blip r:embed="rId18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9510" y="4606290"/>
            <a:ext cx="521746" cy="703476"/>
          </a:xfrm>
          <a:prstGeom prst="rect">
            <a:avLst/>
          </a:prstGeom>
          <a:noFill/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466B4A0-580F-4315-A232-299A29F7D2E1}"/>
              </a:ext>
            </a:extLst>
          </p:cNvPr>
          <p:cNvPicPr>
            <a:picLocks noChangeAspect="1"/>
          </p:cNvPicPr>
          <p:nvPr/>
        </p:nvPicPr>
        <p:blipFill>
          <a:blip r:embed="rId19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170" y="4606290"/>
            <a:ext cx="656586" cy="699322"/>
          </a:xfrm>
          <a:prstGeom prst="rect">
            <a:avLst/>
          </a:prstGeom>
          <a:noFill/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296205F-0A4E-42B7-97D5-A7E5D2AEC684}"/>
              </a:ext>
            </a:extLst>
          </p:cNvPr>
          <p:cNvSpPr/>
          <p:nvPr/>
        </p:nvSpPr>
        <p:spPr>
          <a:xfrm>
            <a:off x="87634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77C32DEE-C8A6-49AE-984B-A5F7D4C33111}"/>
              </a:ext>
            </a:extLst>
          </p:cNvPr>
          <p:cNvSpPr/>
          <p:nvPr/>
        </p:nvSpPr>
        <p:spPr>
          <a:xfrm>
            <a:off x="1632610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A212992-D35C-4FED-A067-931439C38A84}"/>
              </a:ext>
            </a:extLst>
          </p:cNvPr>
          <p:cNvSpPr txBox="1"/>
          <p:nvPr/>
        </p:nvSpPr>
        <p:spPr>
          <a:xfrm>
            <a:off x="1581287" y="527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16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FA1CB5EA-585F-4D32-9660-8C0B8D670721}"/>
              </a:ext>
            </a:extLst>
          </p:cNvPr>
          <p:cNvSpPr/>
          <p:nvPr/>
        </p:nvSpPr>
        <p:spPr>
          <a:xfrm>
            <a:off x="7950011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5756E4A6-9389-41AF-9119-F18985BE43B7}"/>
              </a:ext>
            </a:extLst>
          </p:cNvPr>
          <p:cNvSpPr/>
          <p:nvPr/>
        </p:nvSpPr>
        <p:spPr>
          <a:xfrm>
            <a:off x="9494987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3551E97-2DEC-4E82-9962-77664839D1BB}"/>
              </a:ext>
            </a:extLst>
          </p:cNvPr>
          <p:cNvSpPr txBox="1"/>
          <p:nvPr/>
        </p:nvSpPr>
        <p:spPr>
          <a:xfrm>
            <a:off x="9443664" y="527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20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F22EBC3D-0424-41B8-AE34-C706C79EE6F2}"/>
              </a:ext>
            </a:extLst>
          </p:cNvPr>
          <p:cNvSpPr/>
          <p:nvPr/>
        </p:nvSpPr>
        <p:spPr>
          <a:xfrm>
            <a:off x="5988812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C174E581-8EC1-491E-9B13-3023DC951F78}"/>
              </a:ext>
            </a:extLst>
          </p:cNvPr>
          <p:cNvSpPr/>
          <p:nvPr/>
        </p:nvSpPr>
        <p:spPr>
          <a:xfrm>
            <a:off x="7533788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DE4515D-0672-41A8-9014-2C24B2ADF7E8}"/>
              </a:ext>
            </a:extLst>
          </p:cNvPr>
          <p:cNvSpPr txBox="1"/>
          <p:nvPr/>
        </p:nvSpPr>
        <p:spPr>
          <a:xfrm>
            <a:off x="7482465" y="527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19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31037F9-88CD-4F78-A954-05B970FA4828}"/>
              </a:ext>
            </a:extLst>
          </p:cNvPr>
          <p:cNvSpPr/>
          <p:nvPr/>
        </p:nvSpPr>
        <p:spPr>
          <a:xfrm>
            <a:off x="4018822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CE811576-3ECD-4DEB-917B-C207BE989696}"/>
              </a:ext>
            </a:extLst>
          </p:cNvPr>
          <p:cNvSpPr/>
          <p:nvPr/>
        </p:nvSpPr>
        <p:spPr>
          <a:xfrm>
            <a:off x="5563798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9459B41-4F66-42CE-AB70-37495C2F357F}"/>
              </a:ext>
            </a:extLst>
          </p:cNvPr>
          <p:cNvSpPr txBox="1"/>
          <p:nvPr/>
        </p:nvSpPr>
        <p:spPr>
          <a:xfrm>
            <a:off x="5512475" y="527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18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AE6D21A4-A290-4A9B-8A3A-790ABCE49D81}"/>
              </a:ext>
            </a:extLst>
          </p:cNvPr>
          <p:cNvSpPr/>
          <p:nvPr/>
        </p:nvSpPr>
        <p:spPr>
          <a:xfrm>
            <a:off x="2057624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E04D1B38-4306-4CC2-AB02-A94BEDF77864}"/>
              </a:ext>
            </a:extLst>
          </p:cNvPr>
          <p:cNvSpPr/>
          <p:nvPr/>
        </p:nvSpPr>
        <p:spPr>
          <a:xfrm>
            <a:off x="3602600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2A2FA36-685B-4FC5-893E-8D104B209A2B}"/>
              </a:ext>
            </a:extLst>
          </p:cNvPr>
          <p:cNvSpPr txBox="1"/>
          <p:nvPr/>
        </p:nvSpPr>
        <p:spPr>
          <a:xfrm>
            <a:off x="3551277" y="527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17</a:t>
            </a: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5EA00586-63B9-488E-9319-0526DD5D8530}"/>
              </a:ext>
            </a:extLst>
          </p:cNvPr>
          <p:cNvSpPr/>
          <p:nvPr/>
        </p:nvSpPr>
        <p:spPr>
          <a:xfrm>
            <a:off x="87634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E0FAA6E2-CB42-4B29-9EF9-515A33755855}"/>
              </a:ext>
            </a:extLst>
          </p:cNvPr>
          <p:cNvSpPr/>
          <p:nvPr/>
        </p:nvSpPr>
        <p:spPr>
          <a:xfrm>
            <a:off x="1632610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3FB3679-2423-4447-8321-E88E39444657}"/>
              </a:ext>
            </a:extLst>
          </p:cNvPr>
          <p:cNvSpPr txBox="1"/>
          <p:nvPr/>
        </p:nvSpPr>
        <p:spPr>
          <a:xfrm>
            <a:off x="1581287" y="230941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21</a:t>
            </a: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C361F2FE-1F70-429D-B02A-B0D3B304A1D4}"/>
              </a:ext>
            </a:extLst>
          </p:cNvPr>
          <p:cNvSpPr/>
          <p:nvPr/>
        </p:nvSpPr>
        <p:spPr>
          <a:xfrm>
            <a:off x="7950011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5AD69A6B-AE58-473B-B269-0870ABFE710D}"/>
              </a:ext>
            </a:extLst>
          </p:cNvPr>
          <p:cNvSpPr/>
          <p:nvPr/>
        </p:nvSpPr>
        <p:spPr>
          <a:xfrm>
            <a:off x="9494987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73CE59E-08C3-44A5-A3F9-8D4D981FE74B}"/>
              </a:ext>
            </a:extLst>
          </p:cNvPr>
          <p:cNvSpPr txBox="1"/>
          <p:nvPr/>
        </p:nvSpPr>
        <p:spPr>
          <a:xfrm>
            <a:off x="9443664" y="230941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25</a:t>
            </a: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B28133CA-6380-422F-AB23-489B1A899914}"/>
              </a:ext>
            </a:extLst>
          </p:cNvPr>
          <p:cNvSpPr/>
          <p:nvPr/>
        </p:nvSpPr>
        <p:spPr>
          <a:xfrm>
            <a:off x="5988812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6B426BF6-AE8C-46CF-B60C-88DFA0836249}"/>
              </a:ext>
            </a:extLst>
          </p:cNvPr>
          <p:cNvSpPr/>
          <p:nvPr/>
        </p:nvSpPr>
        <p:spPr>
          <a:xfrm>
            <a:off x="7533788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CF027E1-3A36-42FB-809D-8377BB19FF75}"/>
              </a:ext>
            </a:extLst>
          </p:cNvPr>
          <p:cNvSpPr txBox="1"/>
          <p:nvPr/>
        </p:nvSpPr>
        <p:spPr>
          <a:xfrm>
            <a:off x="7482465" y="230941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24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4D32D113-D116-49B1-B9B4-3FC915917359}"/>
              </a:ext>
            </a:extLst>
          </p:cNvPr>
          <p:cNvSpPr/>
          <p:nvPr/>
        </p:nvSpPr>
        <p:spPr>
          <a:xfrm>
            <a:off x="4018822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545A1F7B-81F3-4E1D-9720-028A7CCF76AB}"/>
              </a:ext>
            </a:extLst>
          </p:cNvPr>
          <p:cNvSpPr/>
          <p:nvPr/>
        </p:nvSpPr>
        <p:spPr>
          <a:xfrm>
            <a:off x="5563798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01243C2-6AF8-42B7-8564-DA8A029228B7}"/>
              </a:ext>
            </a:extLst>
          </p:cNvPr>
          <p:cNvSpPr txBox="1"/>
          <p:nvPr/>
        </p:nvSpPr>
        <p:spPr>
          <a:xfrm>
            <a:off x="5512475" y="230941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23</a:t>
            </a: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62CEE66F-74D4-4FCD-9443-F44A11F93C76}"/>
              </a:ext>
            </a:extLst>
          </p:cNvPr>
          <p:cNvSpPr/>
          <p:nvPr/>
        </p:nvSpPr>
        <p:spPr>
          <a:xfrm>
            <a:off x="2057624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4BD389BC-874E-4AA5-831A-770175F2A0C2}"/>
              </a:ext>
            </a:extLst>
          </p:cNvPr>
          <p:cNvSpPr/>
          <p:nvPr/>
        </p:nvSpPr>
        <p:spPr>
          <a:xfrm>
            <a:off x="3602600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D38071E-8CFB-4AED-89F0-6BF2DCDDA524}"/>
              </a:ext>
            </a:extLst>
          </p:cNvPr>
          <p:cNvSpPr txBox="1"/>
          <p:nvPr/>
        </p:nvSpPr>
        <p:spPr>
          <a:xfrm>
            <a:off x="3551277" y="230941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22</a:t>
            </a:r>
          </a:p>
        </p:txBody>
      </p: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5738F7A6-A033-4CF5-9048-90A9098CE9F6}"/>
              </a:ext>
            </a:extLst>
          </p:cNvPr>
          <p:cNvSpPr/>
          <p:nvPr/>
        </p:nvSpPr>
        <p:spPr>
          <a:xfrm>
            <a:off x="87634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AFA4F178-C18E-4B17-97BB-C41244A477A8}"/>
              </a:ext>
            </a:extLst>
          </p:cNvPr>
          <p:cNvSpPr/>
          <p:nvPr/>
        </p:nvSpPr>
        <p:spPr>
          <a:xfrm>
            <a:off x="1632610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4103C6F1-B0D3-420A-AFF2-D15C89F6BD58}"/>
              </a:ext>
            </a:extLst>
          </p:cNvPr>
          <p:cNvSpPr txBox="1"/>
          <p:nvPr/>
        </p:nvSpPr>
        <p:spPr>
          <a:xfrm>
            <a:off x="1581287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26</a:t>
            </a:r>
          </a:p>
        </p:txBody>
      </p: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2480109B-47EC-4FD9-A037-3191938CCB6B}"/>
              </a:ext>
            </a:extLst>
          </p:cNvPr>
          <p:cNvSpPr/>
          <p:nvPr/>
        </p:nvSpPr>
        <p:spPr>
          <a:xfrm>
            <a:off x="7950011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CFE9832E-25A4-4A34-84B7-A548FD64A1C3}"/>
              </a:ext>
            </a:extLst>
          </p:cNvPr>
          <p:cNvSpPr/>
          <p:nvPr/>
        </p:nvSpPr>
        <p:spPr>
          <a:xfrm>
            <a:off x="9494987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76E878B5-DED9-4BF0-8393-3F00A4C6D92C}"/>
              </a:ext>
            </a:extLst>
          </p:cNvPr>
          <p:cNvSpPr txBox="1"/>
          <p:nvPr/>
        </p:nvSpPr>
        <p:spPr>
          <a:xfrm>
            <a:off x="9443664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30</a:t>
            </a:r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1D6C5F1D-3A01-44CE-A370-F9DD013AD3C3}"/>
              </a:ext>
            </a:extLst>
          </p:cNvPr>
          <p:cNvSpPr/>
          <p:nvPr/>
        </p:nvSpPr>
        <p:spPr>
          <a:xfrm>
            <a:off x="5988812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563039EA-7698-49A0-B9B1-67C93F7B8B81}"/>
              </a:ext>
            </a:extLst>
          </p:cNvPr>
          <p:cNvSpPr/>
          <p:nvPr/>
        </p:nvSpPr>
        <p:spPr>
          <a:xfrm>
            <a:off x="7533788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F8D59961-B667-449C-97FB-06753BE278C7}"/>
              </a:ext>
            </a:extLst>
          </p:cNvPr>
          <p:cNvSpPr txBox="1"/>
          <p:nvPr/>
        </p:nvSpPr>
        <p:spPr>
          <a:xfrm>
            <a:off x="7482465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29</a:t>
            </a:r>
          </a:p>
        </p:txBody>
      </p:sp>
      <p:sp>
        <p:nvSpPr>
          <p:cNvPr id="111" name="Rectangle: Rounded Corners 110">
            <a:extLst>
              <a:ext uri="{FF2B5EF4-FFF2-40B4-BE49-F238E27FC236}">
                <a16:creationId xmlns:a16="http://schemas.microsoft.com/office/drawing/2014/main" id="{72875DE7-66EF-4FFD-9689-40193D6DC4F2}"/>
              </a:ext>
            </a:extLst>
          </p:cNvPr>
          <p:cNvSpPr/>
          <p:nvPr/>
        </p:nvSpPr>
        <p:spPr>
          <a:xfrm>
            <a:off x="4018822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BFE952C4-71CE-4F96-98D0-A65DB88BBD4E}"/>
              </a:ext>
            </a:extLst>
          </p:cNvPr>
          <p:cNvSpPr/>
          <p:nvPr/>
        </p:nvSpPr>
        <p:spPr>
          <a:xfrm>
            <a:off x="5563798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BCE17CAE-1E40-4F03-A13B-C70293A2B81C}"/>
              </a:ext>
            </a:extLst>
          </p:cNvPr>
          <p:cNvSpPr txBox="1"/>
          <p:nvPr/>
        </p:nvSpPr>
        <p:spPr>
          <a:xfrm>
            <a:off x="5512475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28</a:t>
            </a:r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83FBFE76-DBEF-47EB-A7D9-B7E5B89D4235}"/>
              </a:ext>
            </a:extLst>
          </p:cNvPr>
          <p:cNvSpPr/>
          <p:nvPr/>
        </p:nvSpPr>
        <p:spPr>
          <a:xfrm>
            <a:off x="2057624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57600F64-E049-47FA-B303-A7263B9C22AF}"/>
              </a:ext>
            </a:extLst>
          </p:cNvPr>
          <p:cNvSpPr/>
          <p:nvPr/>
        </p:nvSpPr>
        <p:spPr>
          <a:xfrm>
            <a:off x="3602600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517DFA2D-61B6-4B1B-8515-028D24DF29C3}"/>
              </a:ext>
            </a:extLst>
          </p:cNvPr>
          <p:cNvSpPr txBox="1"/>
          <p:nvPr/>
        </p:nvSpPr>
        <p:spPr>
          <a:xfrm>
            <a:off x="3551277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D80164CC-6DAE-403A-832C-A0F5D2090B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8129822"/>
                  </p:ext>
                </p:extLst>
              </p:nvPr>
            </p:nvGraphicFramePr>
            <p:xfrm>
              <a:off x="89617" y="827894"/>
              <a:ext cx="1854200" cy="14265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7+6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9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÷6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+10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60÷(2+1)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D80164CC-6DAE-403A-832C-A0F5D2090B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8129822"/>
                  </p:ext>
                </p:extLst>
              </p:nvPr>
            </p:nvGraphicFramePr>
            <p:xfrm>
              <a:off x="89617" y="827894"/>
              <a:ext cx="1854200" cy="14265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0"/>
                          <a:stretch>
                            <a:fillRect l="-100658" r="-658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0"/>
                          <a:stretch>
                            <a:fillRect l="-100658" t="-100000" r="-658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0"/>
                          <a:stretch>
                            <a:fillRect l="-100658" t="-203448" r="-658" b="-1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0"/>
                          <a:stretch>
                            <a:fillRect l="-100658" t="-298305" r="-658" b="-16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9" name="Table 178">
                <a:extLst>
                  <a:ext uri="{FF2B5EF4-FFF2-40B4-BE49-F238E27FC236}">
                    <a16:creationId xmlns:a16="http://schemas.microsoft.com/office/drawing/2014/main" id="{50227AF4-F754-4DF5-B730-94A8D35FFD5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4018787"/>
                  </p:ext>
                </p:extLst>
              </p:nvPr>
            </p:nvGraphicFramePr>
            <p:xfrm>
              <a:off x="2058092" y="827893"/>
              <a:ext cx="1854200" cy="14170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×(15−10)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4+5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÷8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9" name="Table 178">
                <a:extLst>
                  <a:ext uri="{FF2B5EF4-FFF2-40B4-BE49-F238E27FC236}">
                    <a16:creationId xmlns:a16="http://schemas.microsoft.com/office/drawing/2014/main" id="{50227AF4-F754-4DF5-B730-94A8D35FFD5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4018787"/>
                  </p:ext>
                </p:extLst>
              </p:nvPr>
            </p:nvGraphicFramePr>
            <p:xfrm>
              <a:off x="2058092" y="827893"/>
              <a:ext cx="1854200" cy="14170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1"/>
                          <a:stretch>
                            <a:fillRect l="-100658" r="-658" b="-2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1"/>
                          <a:stretch>
                            <a:fillRect l="-100658" t="-101724" r="-658" b="-2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1"/>
                          <a:stretch>
                            <a:fillRect l="-100658" t="-198305" r="-658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1"/>
                          <a:stretch>
                            <a:fillRect l="-100658" t="-303448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0" name="Table 179">
                <a:extLst>
                  <a:ext uri="{FF2B5EF4-FFF2-40B4-BE49-F238E27FC236}">
                    <a16:creationId xmlns:a16="http://schemas.microsoft.com/office/drawing/2014/main" id="{5FA8EB9B-C8F5-4D88-A362-003E4F74B55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46137101"/>
                  </p:ext>
                </p:extLst>
              </p:nvPr>
            </p:nvGraphicFramePr>
            <p:xfrm>
              <a:off x="4017775" y="827893"/>
              <a:ext cx="1854200" cy="14170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×4÷2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5+6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×1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5+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÷6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0" name="Table 179">
                <a:extLst>
                  <a:ext uri="{FF2B5EF4-FFF2-40B4-BE49-F238E27FC236}">
                    <a16:creationId xmlns:a16="http://schemas.microsoft.com/office/drawing/2014/main" id="{5FA8EB9B-C8F5-4D88-A362-003E4F74B55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46137101"/>
                  </p:ext>
                </p:extLst>
              </p:nvPr>
            </p:nvGraphicFramePr>
            <p:xfrm>
              <a:off x="4017775" y="827893"/>
              <a:ext cx="1854200" cy="14170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100658" r="-658" b="-2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100658" t="-101724" r="-658" b="-2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100658" t="-198305" r="-658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100658" t="-303448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1" name="Table 180">
                <a:extLst>
                  <a:ext uri="{FF2B5EF4-FFF2-40B4-BE49-F238E27FC236}">
                    <a16:creationId xmlns:a16="http://schemas.microsoft.com/office/drawing/2014/main" id="{4856DC82-DABE-4F57-8A1B-6E4CD10A3D9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6714750"/>
                  </p:ext>
                </p:extLst>
              </p:nvPr>
            </p:nvGraphicFramePr>
            <p:xfrm>
              <a:off x="5986250" y="827893"/>
              <a:ext cx="1854200" cy="1418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×6−20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×(20−15)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÷8+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5+6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×4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1" name="Table 180">
                <a:extLst>
                  <a:ext uri="{FF2B5EF4-FFF2-40B4-BE49-F238E27FC236}">
                    <a16:creationId xmlns:a16="http://schemas.microsoft.com/office/drawing/2014/main" id="{4856DC82-DABE-4F57-8A1B-6E4CD10A3D9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6714750"/>
                  </p:ext>
                </p:extLst>
              </p:nvPr>
            </p:nvGraphicFramePr>
            <p:xfrm>
              <a:off x="5986250" y="827893"/>
              <a:ext cx="1854200" cy="1418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100000" r="-654" b="-2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100000" t="-101724" r="-654" b="-2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100000" t="-198305" r="-654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100000" t="-303448" r="-654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2" name="Table 181">
                <a:extLst>
                  <a:ext uri="{FF2B5EF4-FFF2-40B4-BE49-F238E27FC236}">
                    <a16:creationId xmlns:a16="http://schemas.microsoft.com/office/drawing/2014/main" id="{2DCF14A0-90F2-4CE0-A361-7CD43437972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5808438"/>
                  </p:ext>
                </p:extLst>
              </p:nvPr>
            </p:nvGraphicFramePr>
            <p:xfrm>
              <a:off x="7945934" y="827893"/>
              <a:ext cx="1854200" cy="14162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(7−3)×3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×5÷3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−6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2" name="Table 181">
                <a:extLst>
                  <a:ext uri="{FF2B5EF4-FFF2-40B4-BE49-F238E27FC236}">
                    <a16:creationId xmlns:a16="http://schemas.microsoft.com/office/drawing/2014/main" id="{2DCF14A0-90F2-4CE0-A361-7CD43437972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5808438"/>
                  </p:ext>
                </p:extLst>
              </p:nvPr>
            </p:nvGraphicFramePr>
            <p:xfrm>
              <a:off x="7945934" y="827893"/>
              <a:ext cx="1854200" cy="14162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100658" r="-658" b="-2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100658" t="-101724" r="-658" b="-2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100658" t="-198305" r="-658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100658" t="-303448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3" name="Table 182">
                <a:extLst>
                  <a:ext uri="{FF2B5EF4-FFF2-40B4-BE49-F238E27FC236}">
                    <a16:creationId xmlns:a16="http://schemas.microsoft.com/office/drawing/2014/main" id="{E6640761-C915-4740-B1F4-3BBFD11A0A3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12982166"/>
                  </p:ext>
                </p:extLst>
              </p:nvPr>
            </p:nvGraphicFramePr>
            <p:xfrm>
              <a:off x="89617" y="3088213"/>
              <a:ext cx="1854200" cy="14072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(2+1)×3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×(6+2)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3" name="Table 182">
                <a:extLst>
                  <a:ext uri="{FF2B5EF4-FFF2-40B4-BE49-F238E27FC236}">
                    <a16:creationId xmlns:a16="http://schemas.microsoft.com/office/drawing/2014/main" id="{E6640761-C915-4740-B1F4-3BBFD11A0A3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12982166"/>
                  </p:ext>
                </p:extLst>
              </p:nvPr>
            </p:nvGraphicFramePr>
            <p:xfrm>
              <a:off x="89617" y="3088213"/>
              <a:ext cx="1854200" cy="14072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100658" r="-658" b="-3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100658" t="-100000" r="-658" b="-2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100658" t="-200000" r="-658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100658" t="-300000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4" name="Table 183">
                <a:extLst>
                  <a:ext uri="{FF2B5EF4-FFF2-40B4-BE49-F238E27FC236}">
                    <a16:creationId xmlns:a16="http://schemas.microsoft.com/office/drawing/2014/main" id="{A3F27023-9A12-4F9F-A59D-7BDED81CB8F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51663493"/>
                  </p:ext>
                </p:extLst>
              </p:nvPr>
            </p:nvGraphicFramePr>
            <p:xfrm>
              <a:off x="2058092" y="3088213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9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3+4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×7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+15÷5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×6−21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4" name="Table 183">
                <a:extLst>
                  <a:ext uri="{FF2B5EF4-FFF2-40B4-BE49-F238E27FC236}">
                    <a16:creationId xmlns:a16="http://schemas.microsoft.com/office/drawing/2014/main" id="{A3F27023-9A12-4F9F-A59D-7BDED81CB8F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51663493"/>
                  </p:ext>
                </p:extLst>
              </p:nvPr>
            </p:nvGraphicFramePr>
            <p:xfrm>
              <a:off x="2058092" y="3088213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100658" r="-658" b="-3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100658" t="-98305" r="-658" b="-1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100658" t="-201724" r="-658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100658" t="-301724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5" name="Table 184">
                <a:extLst>
                  <a:ext uri="{FF2B5EF4-FFF2-40B4-BE49-F238E27FC236}">
                    <a16:creationId xmlns:a16="http://schemas.microsoft.com/office/drawing/2014/main" id="{BE98B312-A640-40CF-B524-B06C3D5892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24318509"/>
                  </p:ext>
                </p:extLst>
              </p:nvPr>
            </p:nvGraphicFramePr>
            <p:xfrm>
              <a:off x="4017775" y="3088213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−7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50−4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×9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5" name="Table 184">
                <a:extLst>
                  <a:ext uri="{FF2B5EF4-FFF2-40B4-BE49-F238E27FC236}">
                    <a16:creationId xmlns:a16="http://schemas.microsoft.com/office/drawing/2014/main" id="{BE98B312-A640-40CF-B524-B06C3D5892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24318509"/>
                  </p:ext>
                </p:extLst>
              </p:nvPr>
            </p:nvGraphicFramePr>
            <p:xfrm>
              <a:off x="4017775" y="3088213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100658" r="-658" b="-3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100658" t="-98305" r="-658" b="-1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100658" t="-201724" r="-658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100658" t="-301724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6" name="Table 185">
                <a:extLst>
                  <a:ext uri="{FF2B5EF4-FFF2-40B4-BE49-F238E27FC236}">
                    <a16:creationId xmlns:a16="http://schemas.microsoft.com/office/drawing/2014/main" id="{CC55B4A9-7F4C-4665-841B-901D640B97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74033413"/>
                  </p:ext>
                </p:extLst>
              </p:nvPr>
            </p:nvGraphicFramePr>
            <p:xfrm>
              <a:off x="5986250" y="3088213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÷6×3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50−4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×8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6" name="Table 185">
                <a:extLst>
                  <a:ext uri="{FF2B5EF4-FFF2-40B4-BE49-F238E27FC236}">
                    <a16:creationId xmlns:a16="http://schemas.microsoft.com/office/drawing/2014/main" id="{CC55B4A9-7F4C-4665-841B-901D640B97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74033413"/>
                  </p:ext>
                </p:extLst>
              </p:nvPr>
            </p:nvGraphicFramePr>
            <p:xfrm>
              <a:off x="5986250" y="3088213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100000" r="-654" b="-3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100000" t="-98305" r="-654" b="-1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100000" t="-201724" r="-654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100000" t="-301724" r="-654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7" name="Table 186">
                <a:extLst>
                  <a:ext uri="{FF2B5EF4-FFF2-40B4-BE49-F238E27FC236}">
                    <a16:creationId xmlns:a16="http://schemas.microsoft.com/office/drawing/2014/main" id="{3E42C391-B735-40E8-8873-FBE495A90F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83954995"/>
                  </p:ext>
                </p:extLst>
              </p:nvPr>
            </p:nvGraphicFramePr>
            <p:xfrm>
              <a:off x="7945934" y="3088213"/>
              <a:ext cx="1854200" cy="14072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60−10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(20+4)÷3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×5−22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÷5−1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7" name="Table 186">
                <a:extLst>
                  <a:ext uri="{FF2B5EF4-FFF2-40B4-BE49-F238E27FC236}">
                    <a16:creationId xmlns:a16="http://schemas.microsoft.com/office/drawing/2014/main" id="{3E42C391-B735-40E8-8873-FBE495A90F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83954995"/>
                  </p:ext>
                </p:extLst>
              </p:nvPr>
            </p:nvGraphicFramePr>
            <p:xfrm>
              <a:off x="7945934" y="3088213"/>
              <a:ext cx="1854200" cy="14072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100658" r="-658" b="-3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100658" t="-100000" r="-658" b="-2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100658" t="-200000" r="-658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100658" t="-300000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8" name="Table 187">
                <a:extLst>
                  <a:ext uri="{FF2B5EF4-FFF2-40B4-BE49-F238E27FC236}">
                    <a16:creationId xmlns:a16="http://schemas.microsoft.com/office/drawing/2014/main" id="{253D88DE-84E1-462C-8CC7-21E1305D31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05590665"/>
                  </p:ext>
                </p:extLst>
              </p:nvPr>
            </p:nvGraphicFramePr>
            <p:xfrm>
              <a:off x="89617" y="5349371"/>
              <a:ext cx="1854200" cy="14177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9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÷3×10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(50−10)÷2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28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÷7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8" name="Table 187">
                <a:extLst>
                  <a:ext uri="{FF2B5EF4-FFF2-40B4-BE49-F238E27FC236}">
                    <a16:creationId xmlns:a16="http://schemas.microsoft.com/office/drawing/2014/main" id="{253D88DE-84E1-462C-8CC7-21E1305D31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05590665"/>
                  </p:ext>
                </p:extLst>
              </p:nvPr>
            </p:nvGraphicFramePr>
            <p:xfrm>
              <a:off x="89617" y="5349371"/>
              <a:ext cx="1854200" cy="14177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100658" r="-658" b="-2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100658" t="-101724" r="-658" b="-2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100658" t="-198305" r="-658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100658" t="-303448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9" name="Table 188">
                <a:extLst>
                  <a:ext uri="{FF2B5EF4-FFF2-40B4-BE49-F238E27FC236}">
                    <a16:creationId xmlns:a16="http://schemas.microsoft.com/office/drawing/2014/main" id="{4E81F13A-776C-40A8-8FE6-0466EF8FCB7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89762391"/>
                  </p:ext>
                </p:extLst>
              </p:nvPr>
            </p:nvGraphicFramePr>
            <p:xfrm>
              <a:off x="2058092" y="5349371"/>
              <a:ext cx="1854200" cy="14177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−4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40÷(8−6)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+4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÷6×2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9" name="Table 188">
                <a:extLst>
                  <a:ext uri="{FF2B5EF4-FFF2-40B4-BE49-F238E27FC236}">
                    <a16:creationId xmlns:a16="http://schemas.microsoft.com/office/drawing/2014/main" id="{4E81F13A-776C-40A8-8FE6-0466EF8FCB7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89762391"/>
                  </p:ext>
                </p:extLst>
              </p:nvPr>
            </p:nvGraphicFramePr>
            <p:xfrm>
              <a:off x="2058092" y="5349371"/>
              <a:ext cx="1854200" cy="14177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100658" r="-658" b="-2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100658" t="-101724" r="-658" b="-2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100658" t="-198305" r="-658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100658" t="-303448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0" name="Table 189">
                <a:extLst>
                  <a:ext uri="{FF2B5EF4-FFF2-40B4-BE49-F238E27FC236}">
                    <a16:creationId xmlns:a16="http://schemas.microsoft.com/office/drawing/2014/main" id="{ED712BBD-34FE-40A9-BD54-8915BB4910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08555050"/>
                  </p:ext>
                </p:extLst>
              </p:nvPr>
            </p:nvGraphicFramePr>
            <p:xfrm>
              <a:off x="4017775" y="5349372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÷10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60−25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70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−20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0" name="Table 189">
                <a:extLst>
                  <a:ext uri="{FF2B5EF4-FFF2-40B4-BE49-F238E27FC236}">
                    <a16:creationId xmlns:a16="http://schemas.microsoft.com/office/drawing/2014/main" id="{ED712BBD-34FE-40A9-BD54-8915BB4910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08555050"/>
                  </p:ext>
                </p:extLst>
              </p:nvPr>
            </p:nvGraphicFramePr>
            <p:xfrm>
              <a:off x="4017775" y="5349372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100658" r="-658" b="-3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100658" t="-98305" r="-658" b="-1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100658" t="-201724" r="-658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100658" t="-301724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1" name="Table 190">
                <a:extLst>
                  <a:ext uri="{FF2B5EF4-FFF2-40B4-BE49-F238E27FC236}">
                    <a16:creationId xmlns:a16="http://schemas.microsoft.com/office/drawing/2014/main" id="{28B4C066-09BD-4BAA-ADE9-F85743EC0A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80663229"/>
                  </p:ext>
                </p:extLst>
              </p:nvPr>
            </p:nvGraphicFramePr>
            <p:xfrm>
              <a:off x="5986250" y="5349372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+4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+21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1" name="Table 190">
                <a:extLst>
                  <a:ext uri="{FF2B5EF4-FFF2-40B4-BE49-F238E27FC236}">
                    <a16:creationId xmlns:a16="http://schemas.microsoft.com/office/drawing/2014/main" id="{28B4C066-09BD-4BAA-ADE9-F85743EC0A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80663229"/>
                  </p:ext>
                </p:extLst>
              </p:nvPr>
            </p:nvGraphicFramePr>
            <p:xfrm>
              <a:off x="5986250" y="5349372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100000" r="-654" b="-3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100000" t="-98305" r="-654" b="-1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100000" t="-201724" r="-654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100000" t="-301724" r="-654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2" name="Table 191">
                <a:extLst>
                  <a:ext uri="{FF2B5EF4-FFF2-40B4-BE49-F238E27FC236}">
                    <a16:creationId xmlns:a16="http://schemas.microsoft.com/office/drawing/2014/main" id="{0240F633-51FB-40FE-8D0E-DC752A43A1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75906183"/>
                  </p:ext>
                </p:extLst>
              </p:nvPr>
            </p:nvGraphicFramePr>
            <p:xfrm>
              <a:off x="7945934" y="5349372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20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18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÷9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35−6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×4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×(6+0)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2" name="Table 191">
                <a:extLst>
                  <a:ext uri="{FF2B5EF4-FFF2-40B4-BE49-F238E27FC236}">
                    <a16:creationId xmlns:a16="http://schemas.microsoft.com/office/drawing/2014/main" id="{0240F633-51FB-40FE-8D0E-DC752A43A1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75906183"/>
                  </p:ext>
                </p:extLst>
              </p:nvPr>
            </p:nvGraphicFramePr>
            <p:xfrm>
              <a:off x="7945934" y="5349372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100658" r="-658" b="-3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100658" t="-98305" r="-658" b="-1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100658" t="-201724" r="-658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100658" t="-301724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D565658C-BF4B-4B04-8B43-1AD1F24AF493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20314" y="-23606"/>
            <a:ext cx="714402" cy="467581"/>
          </a:xfrm>
          <a:prstGeom prst="rect">
            <a:avLst/>
          </a:prstGeom>
        </p:spPr>
      </p:pic>
      <p:pic>
        <p:nvPicPr>
          <p:cNvPr id="130" name="Picture 129">
            <a:extLst>
              <a:ext uri="{FF2B5EF4-FFF2-40B4-BE49-F238E27FC236}">
                <a16:creationId xmlns:a16="http://schemas.microsoft.com/office/drawing/2014/main" id="{D0B7802B-C907-4E50-BF7E-EB549FBE92DB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2880938" y="-23606"/>
            <a:ext cx="714402" cy="467581"/>
          </a:xfrm>
          <a:prstGeom prst="rect">
            <a:avLst/>
          </a:prstGeom>
        </p:spPr>
      </p:pic>
      <p:pic>
        <p:nvPicPr>
          <p:cNvPr id="131" name="Picture 130">
            <a:extLst>
              <a:ext uri="{FF2B5EF4-FFF2-40B4-BE49-F238E27FC236}">
                <a16:creationId xmlns:a16="http://schemas.microsoft.com/office/drawing/2014/main" id="{8DF9EBAB-ACCF-4770-9B65-EE01C414D898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841562" y="-23606"/>
            <a:ext cx="714402" cy="467581"/>
          </a:xfrm>
          <a:prstGeom prst="rect">
            <a:avLst/>
          </a:prstGeom>
        </p:spPr>
      </p:pic>
      <p:pic>
        <p:nvPicPr>
          <p:cNvPr id="132" name="Picture 131">
            <a:extLst>
              <a:ext uri="{FF2B5EF4-FFF2-40B4-BE49-F238E27FC236}">
                <a16:creationId xmlns:a16="http://schemas.microsoft.com/office/drawing/2014/main" id="{2590F30D-41CD-42D5-9FCF-D7DE40B37028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802186" y="-23606"/>
            <a:ext cx="714402" cy="467581"/>
          </a:xfrm>
          <a:prstGeom prst="rect">
            <a:avLst/>
          </a:prstGeom>
        </p:spPr>
      </p:pic>
      <p:pic>
        <p:nvPicPr>
          <p:cNvPr id="133" name="Picture 132">
            <a:extLst>
              <a:ext uri="{FF2B5EF4-FFF2-40B4-BE49-F238E27FC236}">
                <a16:creationId xmlns:a16="http://schemas.microsoft.com/office/drawing/2014/main" id="{9D45A673-EB29-4C8C-8700-EF9DE2AF8935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762810" y="-23606"/>
            <a:ext cx="714402" cy="467581"/>
          </a:xfrm>
          <a:prstGeom prst="rect">
            <a:avLst/>
          </a:prstGeom>
        </p:spPr>
      </p:pic>
      <p:pic>
        <p:nvPicPr>
          <p:cNvPr id="134" name="Picture 133">
            <a:extLst>
              <a:ext uri="{FF2B5EF4-FFF2-40B4-BE49-F238E27FC236}">
                <a16:creationId xmlns:a16="http://schemas.microsoft.com/office/drawing/2014/main" id="{1CD0A7C6-3F0C-4970-96C4-793B4BCFE666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20314" y="2237929"/>
            <a:ext cx="714402" cy="467581"/>
          </a:xfrm>
          <a:prstGeom prst="rect">
            <a:avLst/>
          </a:prstGeom>
        </p:spPr>
      </p:pic>
      <p:pic>
        <p:nvPicPr>
          <p:cNvPr id="135" name="Picture 134">
            <a:extLst>
              <a:ext uri="{FF2B5EF4-FFF2-40B4-BE49-F238E27FC236}">
                <a16:creationId xmlns:a16="http://schemas.microsoft.com/office/drawing/2014/main" id="{B70F9538-F418-4DEB-8A40-F57FBAEF5E47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2880938" y="2237929"/>
            <a:ext cx="714402" cy="467581"/>
          </a:xfrm>
          <a:prstGeom prst="rect">
            <a:avLst/>
          </a:prstGeom>
        </p:spPr>
      </p:pic>
      <p:pic>
        <p:nvPicPr>
          <p:cNvPr id="136" name="Picture 135">
            <a:extLst>
              <a:ext uri="{FF2B5EF4-FFF2-40B4-BE49-F238E27FC236}">
                <a16:creationId xmlns:a16="http://schemas.microsoft.com/office/drawing/2014/main" id="{107AAEAB-F9D9-4F88-BBE4-E4EBB4BB7E9D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841562" y="2237929"/>
            <a:ext cx="714402" cy="467581"/>
          </a:xfrm>
          <a:prstGeom prst="rect">
            <a:avLst/>
          </a:prstGeom>
        </p:spPr>
      </p:pic>
      <p:pic>
        <p:nvPicPr>
          <p:cNvPr id="137" name="Picture 136">
            <a:extLst>
              <a:ext uri="{FF2B5EF4-FFF2-40B4-BE49-F238E27FC236}">
                <a16:creationId xmlns:a16="http://schemas.microsoft.com/office/drawing/2014/main" id="{D596FC87-ABF4-42CB-96E6-45FB4EEE0C64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802186" y="2237929"/>
            <a:ext cx="714402" cy="467581"/>
          </a:xfrm>
          <a:prstGeom prst="rect">
            <a:avLst/>
          </a:prstGeom>
        </p:spPr>
      </p:pic>
      <p:pic>
        <p:nvPicPr>
          <p:cNvPr id="138" name="Picture 137">
            <a:extLst>
              <a:ext uri="{FF2B5EF4-FFF2-40B4-BE49-F238E27FC236}">
                <a16:creationId xmlns:a16="http://schemas.microsoft.com/office/drawing/2014/main" id="{FB8A5F99-7CF0-4792-B883-90EBB573D24D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762810" y="2237929"/>
            <a:ext cx="714402" cy="467581"/>
          </a:xfrm>
          <a:prstGeom prst="rect">
            <a:avLst/>
          </a:prstGeom>
        </p:spPr>
      </p:pic>
      <p:pic>
        <p:nvPicPr>
          <p:cNvPr id="139" name="Picture 138">
            <a:extLst>
              <a:ext uri="{FF2B5EF4-FFF2-40B4-BE49-F238E27FC236}">
                <a16:creationId xmlns:a16="http://schemas.microsoft.com/office/drawing/2014/main" id="{C1BD2E41-2627-46B6-90F3-9938F6873BBF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25394" y="4498641"/>
            <a:ext cx="714402" cy="467581"/>
          </a:xfrm>
          <a:prstGeom prst="rect">
            <a:avLst/>
          </a:prstGeom>
        </p:spPr>
      </p:pic>
      <p:pic>
        <p:nvPicPr>
          <p:cNvPr id="140" name="Picture 139">
            <a:extLst>
              <a:ext uri="{FF2B5EF4-FFF2-40B4-BE49-F238E27FC236}">
                <a16:creationId xmlns:a16="http://schemas.microsoft.com/office/drawing/2014/main" id="{DFA53B7E-8BE4-491E-80E0-F889A9377162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2886018" y="4498641"/>
            <a:ext cx="714402" cy="467581"/>
          </a:xfrm>
          <a:prstGeom prst="rect">
            <a:avLst/>
          </a:prstGeom>
        </p:spPr>
      </p:pic>
      <p:pic>
        <p:nvPicPr>
          <p:cNvPr id="141" name="Picture 140">
            <a:extLst>
              <a:ext uri="{FF2B5EF4-FFF2-40B4-BE49-F238E27FC236}">
                <a16:creationId xmlns:a16="http://schemas.microsoft.com/office/drawing/2014/main" id="{8C1F3D0C-BBEE-4973-9508-29D9E9D5BCDC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846642" y="4498641"/>
            <a:ext cx="714402" cy="467581"/>
          </a:xfrm>
          <a:prstGeom prst="rect">
            <a:avLst/>
          </a:prstGeom>
        </p:spPr>
      </p:pic>
      <p:pic>
        <p:nvPicPr>
          <p:cNvPr id="142" name="Picture 141">
            <a:extLst>
              <a:ext uri="{FF2B5EF4-FFF2-40B4-BE49-F238E27FC236}">
                <a16:creationId xmlns:a16="http://schemas.microsoft.com/office/drawing/2014/main" id="{DDC4F632-5763-4D02-8EAD-3A01DB200228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807266" y="4498641"/>
            <a:ext cx="714402" cy="467581"/>
          </a:xfrm>
          <a:prstGeom prst="rect">
            <a:avLst/>
          </a:prstGeom>
        </p:spPr>
      </p:pic>
      <p:pic>
        <p:nvPicPr>
          <p:cNvPr id="143" name="Picture 142">
            <a:extLst>
              <a:ext uri="{FF2B5EF4-FFF2-40B4-BE49-F238E27FC236}">
                <a16:creationId xmlns:a16="http://schemas.microsoft.com/office/drawing/2014/main" id="{E6445DC3-17D1-4B75-8AD1-8E17626D1DD5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767890" y="4498641"/>
            <a:ext cx="714402" cy="467581"/>
          </a:xfrm>
          <a:prstGeom prst="rect">
            <a:avLst/>
          </a:prstGeom>
        </p:spPr>
      </p:pic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D6E26B4A-995D-44AB-B108-F854C37E3CD0}"/>
              </a:ext>
            </a:extLst>
          </p:cNvPr>
          <p:cNvSpPr/>
          <p:nvPr/>
        </p:nvSpPr>
        <p:spPr>
          <a:xfrm>
            <a:off x="655602" y="480229"/>
            <a:ext cx="1269926" cy="303101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Шамдагай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0A5CF9DF-8679-4EC0-A118-0DFF234AA807}"/>
              </a:ext>
            </a:extLst>
          </p:cNvPr>
          <p:cNvSpPr/>
          <p:nvPr/>
        </p:nvSpPr>
        <p:spPr>
          <a:xfrm>
            <a:off x="8490322" y="427899"/>
            <a:ext cx="1354378" cy="32635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Баракелде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CAAB8D03-6293-4ECE-A2B4-AC4C1EF24934}"/>
              </a:ext>
            </a:extLst>
          </p:cNvPr>
          <p:cNvSpPr/>
          <p:nvPr/>
        </p:nvSpPr>
        <p:spPr>
          <a:xfrm>
            <a:off x="6688876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Ой-Ой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414CC6FE-94FD-4AF7-A55F-EABC9F479E81}"/>
              </a:ext>
            </a:extLst>
          </p:cNvPr>
          <p:cNvSpPr/>
          <p:nvPr/>
        </p:nvSpPr>
        <p:spPr>
          <a:xfrm>
            <a:off x="4718886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Ай-Ай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45" name="Rectangle: Rounded Corners 144">
            <a:extLst>
              <a:ext uri="{FF2B5EF4-FFF2-40B4-BE49-F238E27FC236}">
                <a16:creationId xmlns:a16="http://schemas.microsoft.com/office/drawing/2014/main" id="{F88451C4-F5E4-4BB9-8867-30DD7286988C}"/>
              </a:ext>
            </a:extLst>
          </p:cNvPr>
          <p:cNvSpPr/>
          <p:nvPr/>
        </p:nvSpPr>
        <p:spPr>
          <a:xfrm>
            <a:off x="2657196" y="521560"/>
            <a:ext cx="1280482" cy="220438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Чыдамкай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2CFDAFE1-6DED-4D76-A958-046E240C5C80}"/>
              </a:ext>
            </a:extLst>
          </p:cNvPr>
          <p:cNvSpPr/>
          <p:nvPr/>
        </p:nvSpPr>
        <p:spPr>
          <a:xfrm>
            <a:off x="787698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Балбан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6CD86AE3-0DAA-48F6-A2CB-285D1BA5BAAE}"/>
              </a:ext>
            </a:extLst>
          </p:cNvPr>
          <p:cNvSpPr/>
          <p:nvPr/>
        </p:nvSpPr>
        <p:spPr>
          <a:xfrm>
            <a:off x="8650075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Зер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48" name="Rectangle: Rounded Corners 147">
            <a:extLst>
              <a:ext uri="{FF2B5EF4-FFF2-40B4-BE49-F238E27FC236}">
                <a16:creationId xmlns:a16="http://schemas.microsoft.com/office/drawing/2014/main" id="{8338621F-334A-4996-92FB-E48012379954}"/>
              </a:ext>
            </a:extLst>
          </p:cNvPr>
          <p:cNvSpPr/>
          <p:nvPr/>
        </p:nvSpPr>
        <p:spPr>
          <a:xfrm>
            <a:off x="6688876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Уста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49" name="Rectangle: Rounded Corners 148">
            <a:extLst>
              <a:ext uri="{FF2B5EF4-FFF2-40B4-BE49-F238E27FC236}">
                <a16:creationId xmlns:a16="http://schemas.microsoft.com/office/drawing/2014/main" id="{CCF788D5-BAEA-4355-B860-FE94AC5D46F3}"/>
              </a:ext>
            </a:extLst>
          </p:cNvPr>
          <p:cNvSpPr/>
          <p:nvPr/>
        </p:nvSpPr>
        <p:spPr>
          <a:xfrm>
            <a:off x="4718886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Дыйкан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50" name="Rectangle: Rounded Corners 149">
            <a:extLst>
              <a:ext uri="{FF2B5EF4-FFF2-40B4-BE49-F238E27FC236}">
                <a16:creationId xmlns:a16="http://schemas.microsoft.com/office/drawing/2014/main" id="{5A31EF50-0827-47B1-AED9-3172CF4FE443}"/>
              </a:ext>
            </a:extLst>
          </p:cNvPr>
          <p:cNvSpPr/>
          <p:nvPr/>
        </p:nvSpPr>
        <p:spPr>
          <a:xfrm>
            <a:off x="2757688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Багбан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51" name="Rectangle: Rounded Corners 150">
            <a:extLst>
              <a:ext uri="{FF2B5EF4-FFF2-40B4-BE49-F238E27FC236}">
                <a16:creationId xmlns:a16="http://schemas.microsoft.com/office/drawing/2014/main" id="{ED018939-D1FB-4AFB-B9FF-E7FDA3542694}"/>
              </a:ext>
            </a:extLst>
          </p:cNvPr>
          <p:cNvSpPr/>
          <p:nvPr/>
        </p:nvSpPr>
        <p:spPr>
          <a:xfrm>
            <a:off x="787698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Тапалак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52" name="Rectangle: Rounded Corners 151">
            <a:extLst>
              <a:ext uri="{FF2B5EF4-FFF2-40B4-BE49-F238E27FC236}">
                <a16:creationId xmlns:a16="http://schemas.microsoft.com/office/drawing/2014/main" id="{B585BE43-3325-4371-A684-55D6FF04BECE}"/>
              </a:ext>
            </a:extLst>
          </p:cNvPr>
          <p:cNvSpPr/>
          <p:nvPr/>
        </p:nvSpPr>
        <p:spPr>
          <a:xfrm>
            <a:off x="8650075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Адам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53" name="Rectangle: Rounded Corners 152">
            <a:extLst>
              <a:ext uri="{FF2B5EF4-FFF2-40B4-BE49-F238E27FC236}">
                <a16:creationId xmlns:a16="http://schemas.microsoft.com/office/drawing/2014/main" id="{2C55A339-D70D-4847-9C57-B7E2F332F026}"/>
              </a:ext>
            </a:extLst>
          </p:cNvPr>
          <p:cNvSpPr/>
          <p:nvPr/>
        </p:nvSpPr>
        <p:spPr>
          <a:xfrm>
            <a:off x="6688876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Байкуш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54" name="Rectangle: Rounded Corners 153">
            <a:extLst>
              <a:ext uri="{FF2B5EF4-FFF2-40B4-BE49-F238E27FC236}">
                <a16:creationId xmlns:a16="http://schemas.microsoft.com/office/drawing/2014/main" id="{AE064236-3F47-4838-BAFA-1816DCD0FEFB}"/>
              </a:ext>
            </a:extLst>
          </p:cNvPr>
          <p:cNvSpPr/>
          <p:nvPr/>
        </p:nvSpPr>
        <p:spPr>
          <a:xfrm>
            <a:off x="4718886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К</a:t>
            </a:r>
            <a:r>
              <a:rPr lang="ru-RU" sz="16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ө</a:t>
            </a:r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с</a:t>
            </a:r>
            <a:r>
              <a:rPr lang="ru-RU" sz="16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ө</a:t>
            </a:r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м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55" name="Rectangle: Rounded Corners 154">
            <a:extLst>
              <a:ext uri="{FF2B5EF4-FFF2-40B4-BE49-F238E27FC236}">
                <a16:creationId xmlns:a16="http://schemas.microsoft.com/office/drawing/2014/main" id="{4BF6C087-29AA-4EAF-A2B1-405BC6B192CB}"/>
              </a:ext>
            </a:extLst>
          </p:cNvPr>
          <p:cNvSpPr/>
          <p:nvPr/>
        </p:nvSpPr>
        <p:spPr>
          <a:xfrm>
            <a:off x="2757688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Чыр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687243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572F9F4-DFA1-3E52-2D76-A6E77B044D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814437" y="1039117"/>
            <a:ext cx="6806552" cy="47283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DFE321D-EE13-7655-38B7-AC12491042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118003" y="1070002"/>
            <a:ext cx="6847673" cy="472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133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67E3972-07FE-258A-FD64-751016D92144}"/>
              </a:ext>
            </a:extLst>
          </p:cNvPr>
          <p:cNvSpPr txBox="1">
            <a:spLocks/>
          </p:cNvSpPr>
          <p:nvPr/>
        </p:nvSpPr>
        <p:spPr>
          <a:xfrm>
            <a:off x="-304800" y="1165225"/>
            <a:ext cx="10515600" cy="4351338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 dirty="0"/>
              <a:t>Сунуштар?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 dirty="0"/>
              <a:t>Түрдүү пикирлер үчүн ыраазычылык билдиребиз.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265019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10706</TotalTime>
  <Words>800</Words>
  <Application>Microsoft Office PowerPoint</Application>
  <PresentationFormat>A4 Paper (210x297 mm)</PresentationFormat>
  <Paragraphs>383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Verdana</vt:lpstr>
      <vt:lpstr>Aharoni</vt:lpstr>
      <vt:lpstr>Calibri</vt:lpstr>
      <vt:lpstr>Snap ITC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522</cp:revision>
  <cp:lastPrinted>2023-09-25T18:13:31Z</cp:lastPrinted>
  <dcterms:created xsi:type="dcterms:W3CDTF">2017-01-17T16:57:04Z</dcterms:created>
  <dcterms:modified xsi:type="dcterms:W3CDTF">2024-01-13T03:42:38Z</dcterms:modified>
</cp:coreProperties>
</file>