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  <p:sldMasterId id="2147483717" r:id="rId2"/>
  </p:sldMasterIdLst>
  <p:notesMasterIdLst>
    <p:notesMasterId r:id="rId11"/>
  </p:notesMasterIdLst>
  <p:sldIdLst>
    <p:sldId id="257" r:id="rId3"/>
    <p:sldId id="951" r:id="rId4"/>
    <p:sldId id="952" r:id="rId5"/>
    <p:sldId id="955" r:id="rId6"/>
    <p:sldId id="956" r:id="rId7"/>
    <p:sldId id="957" r:id="rId8"/>
    <p:sldId id="954" r:id="rId9"/>
    <p:sldId id="274" r:id="rId10"/>
  </p:sldIdLst>
  <p:sldSz cx="9906000" cy="6858000" type="A4"/>
  <p:notesSz cx="7104063" cy="10234613"/>
  <p:embeddedFontLst>
    <p:embeddedFont>
      <p:font typeface="Bauhaus 93" panose="04030905020B02020C02" pitchFamily="82" charset="0"/>
      <p:regular r:id="rId12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00"/>
    <a:srgbClr val="FF3300"/>
    <a:srgbClr val="FF0066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691" autoAdjust="0"/>
    <p:restoredTop sz="92935" autoAdjust="0"/>
  </p:normalViewPr>
  <p:slideViewPr>
    <p:cSldViewPr snapToGrid="0" showGuides="1">
      <p:cViewPr varScale="1">
        <p:scale>
          <a:sx n="63" d="100"/>
          <a:sy n="63" d="100"/>
        </p:scale>
        <p:origin x="1380" y="56"/>
      </p:cViewPr>
      <p:guideLst>
        <p:guide orient="horz" pos="2160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-424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presProps" Target="pres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font" Target="fonts/font1.fntdata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theme" Target="theme/theme1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993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r">
              <a:defRPr sz="1300"/>
            </a:lvl1pPr>
          </a:lstStyle>
          <a:p>
            <a:fld id="{9C6A85EB-AF26-437E-8488-94E19A13AA79}" type="datetimeFigureOut">
              <a:rPr lang="en-GB" smtClean="0"/>
              <a:t>19/05/2024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057275" y="1279525"/>
            <a:ext cx="4989513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637" tIns="47319" rIns="94637" bIns="47319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407" y="4925410"/>
            <a:ext cx="5683250" cy="4029878"/>
          </a:xfrm>
          <a:prstGeom prst="rect">
            <a:avLst/>
          </a:prstGeom>
        </p:spPr>
        <p:txBody>
          <a:bodyPr vert="horz" lIns="94637" tIns="47319" rIns="94637" bIns="47319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993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r">
              <a:defRPr sz="13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293F4D-D01F-93A3-9EB0-D06BC57F79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38250" y="1122363"/>
            <a:ext cx="7429500" cy="2387600"/>
          </a:xfrm>
        </p:spPr>
        <p:txBody>
          <a:bodyPr anchor="b"/>
          <a:lstStyle>
            <a:lvl1pPr algn="ctr">
              <a:defRPr sz="4875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D812B11-7E4E-839A-04E0-02C24D9550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1950"/>
            </a:lvl1pPr>
            <a:lvl2pPr marL="371475" indent="0" algn="ctr">
              <a:buNone/>
              <a:defRPr sz="1625"/>
            </a:lvl2pPr>
            <a:lvl3pPr marL="742950" indent="0" algn="ctr">
              <a:buNone/>
              <a:defRPr sz="1463"/>
            </a:lvl3pPr>
            <a:lvl4pPr marL="1114425" indent="0" algn="ctr">
              <a:buNone/>
              <a:defRPr sz="1300"/>
            </a:lvl4pPr>
            <a:lvl5pPr marL="1485900" indent="0" algn="ctr">
              <a:buNone/>
              <a:defRPr sz="1300"/>
            </a:lvl5pPr>
            <a:lvl6pPr marL="1857375" indent="0" algn="ctr">
              <a:buNone/>
              <a:defRPr sz="1300"/>
            </a:lvl6pPr>
            <a:lvl7pPr marL="2228850" indent="0" algn="ctr">
              <a:buNone/>
              <a:defRPr sz="1300"/>
            </a:lvl7pPr>
            <a:lvl8pPr marL="2600325" indent="0" algn="ctr">
              <a:buNone/>
              <a:defRPr sz="1300"/>
            </a:lvl8pPr>
            <a:lvl9pPr marL="2971800" indent="0" algn="ctr">
              <a:buNone/>
              <a:defRPr sz="13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ABD867-CBFE-B60E-94FE-5E77AFA187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6662E-FAF4-44BC-88B5-85A7CBFB6D30}" type="datetime1">
              <a:rPr lang="en-US" smtClean="0"/>
              <a:pPr/>
              <a:t>5/19/2024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F92923-5691-201D-9863-7C30507532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37E006-83CA-71CA-8D81-D81C549A4A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00601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B602F-6E81-0690-42B3-F319961306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3CCCDD-EFAD-983F-26E9-4DF01E94A6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6BEF54-E3A6-3438-FB70-CA9F728400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0CF6C-748E-4B7A-BC8B-3011EF78ED13}" type="datetime1">
              <a:rPr lang="en-US" smtClean="0"/>
              <a:pPr/>
              <a:t>5/19/2024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DC804C-59EB-58AD-19D6-DD91BE1A2D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2E3ABE-C108-D63B-0C80-FF56F17F34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2460550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3461F2-375D-397C-903D-1C9A6DC949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879" y="1709741"/>
            <a:ext cx="8543925" cy="2852737"/>
          </a:xfrm>
        </p:spPr>
        <p:txBody>
          <a:bodyPr anchor="b"/>
          <a:lstStyle>
            <a:lvl1pPr>
              <a:defRPr sz="4875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55F7C1-DA44-F885-7F76-6AEF872F4E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5879" y="4589466"/>
            <a:ext cx="8543925" cy="1500187"/>
          </a:xfrm>
        </p:spPr>
        <p:txBody>
          <a:bodyPr/>
          <a:lstStyle>
            <a:lvl1pPr marL="0" indent="0">
              <a:buNone/>
              <a:defRPr sz="1950">
                <a:solidFill>
                  <a:schemeClr val="tx1">
                    <a:tint val="75000"/>
                  </a:schemeClr>
                </a:solidFill>
              </a:defRPr>
            </a:lvl1pPr>
            <a:lvl2pPr marL="371475" indent="0">
              <a:buNone/>
              <a:defRPr sz="1625">
                <a:solidFill>
                  <a:schemeClr val="tx1">
                    <a:tint val="75000"/>
                  </a:schemeClr>
                </a:solidFill>
              </a:defRPr>
            </a:lvl2pPr>
            <a:lvl3pPr marL="742950" indent="0">
              <a:buNone/>
              <a:defRPr sz="1463">
                <a:solidFill>
                  <a:schemeClr val="tx1">
                    <a:tint val="75000"/>
                  </a:schemeClr>
                </a:solidFill>
              </a:defRPr>
            </a:lvl3pPr>
            <a:lvl4pPr marL="111442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4pPr>
            <a:lvl5pPr marL="148590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5pPr>
            <a:lvl6pPr marL="185737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6pPr>
            <a:lvl7pPr marL="222885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7pPr>
            <a:lvl8pPr marL="260032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8pPr>
            <a:lvl9pPr marL="297180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8A5E7A-3C4E-B0FF-6048-2428F13D7E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0CF6C-748E-4B7A-BC8B-3011EF78ED13}" type="datetime1">
              <a:rPr lang="en-US" smtClean="0"/>
              <a:pPr/>
              <a:t>5/19/2024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4EF43D-AA59-6F72-6E99-24BACA4DB0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20488E-9575-AA10-6650-5EFF64A311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0905584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4C236-4D6A-F50F-F96A-0B33FAF755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9B67EB-5934-4033-C48B-523183C75E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70EE30-BC22-BA32-5555-2D92711BBE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7A8EA1-F6CD-6BFF-8918-10BD9D7CB1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1DA2F-80B8-49CF-99FB-5ABCA53A607A}" type="datetime1">
              <a:rPr lang="en-US" smtClean="0"/>
              <a:t>5/19/2024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A52A51-170D-0A97-76E8-C96E6E36F4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4E1132-9890-0200-7169-348F438F01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64812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B23700-5056-34AA-A2B1-5A0B192AE8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28" y="365128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BE887B-58EA-8D7A-9294-12B7F549D8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1950" b="1"/>
            </a:lvl1pPr>
            <a:lvl2pPr marL="371475" indent="0">
              <a:buNone/>
              <a:defRPr sz="1625" b="1"/>
            </a:lvl2pPr>
            <a:lvl3pPr marL="742950" indent="0">
              <a:buNone/>
              <a:defRPr sz="1463" b="1"/>
            </a:lvl3pPr>
            <a:lvl4pPr marL="1114425" indent="0">
              <a:buNone/>
              <a:defRPr sz="1300" b="1"/>
            </a:lvl4pPr>
            <a:lvl5pPr marL="1485900" indent="0">
              <a:buNone/>
              <a:defRPr sz="1300" b="1"/>
            </a:lvl5pPr>
            <a:lvl6pPr marL="1857375" indent="0">
              <a:buNone/>
              <a:defRPr sz="1300" b="1"/>
            </a:lvl6pPr>
            <a:lvl7pPr marL="2228850" indent="0">
              <a:buNone/>
              <a:defRPr sz="1300" b="1"/>
            </a:lvl7pPr>
            <a:lvl8pPr marL="2600325" indent="0">
              <a:buNone/>
              <a:defRPr sz="1300" b="1"/>
            </a:lvl8pPr>
            <a:lvl9pPr marL="2971800" indent="0">
              <a:buNone/>
              <a:defRPr sz="13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2AF15E-9662-63E9-7EFD-AAF9E53714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4A126DF-2F27-AAE9-509B-33B91D26E72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1950" b="1"/>
            </a:lvl1pPr>
            <a:lvl2pPr marL="371475" indent="0">
              <a:buNone/>
              <a:defRPr sz="1625" b="1"/>
            </a:lvl2pPr>
            <a:lvl3pPr marL="742950" indent="0">
              <a:buNone/>
              <a:defRPr sz="1463" b="1"/>
            </a:lvl3pPr>
            <a:lvl4pPr marL="1114425" indent="0">
              <a:buNone/>
              <a:defRPr sz="1300" b="1"/>
            </a:lvl4pPr>
            <a:lvl5pPr marL="1485900" indent="0">
              <a:buNone/>
              <a:defRPr sz="1300" b="1"/>
            </a:lvl5pPr>
            <a:lvl6pPr marL="1857375" indent="0">
              <a:buNone/>
              <a:defRPr sz="1300" b="1"/>
            </a:lvl6pPr>
            <a:lvl7pPr marL="2228850" indent="0">
              <a:buNone/>
              <a:defRPr sz="1300" b="1"/>
            </a:lvl7pPr>
            <a:lvl8pPr marL="2600325" indent="0">
              <a:buNone/>
              <a:defRPr sz="1300" b="1"/>
            </a:lvl8pPr>
            <a:lvl9pPr marL="2971800" indent="0">
              <a:buNone/>
              <a:defRPr sz="13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0A3A8AA-F2AC-1915-04A9-63EC756842D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0AD720E-DDCF-A042-525A-A95B33AF83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852172-E6C9-4B6C-929A-A9DE3837BBF1}" type="datetime1">
              <a:rPr lang="en-US" smtClean="0"/>
              <a:t>5/19/2024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1CC3DD1-3866-8861-C983-17EB374372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9F36F28-5B8B-A0E8-06F7-3F5B93025A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7068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66B005-13E9-BCAA-22F3-54833121B4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B7409B5-5904-AB68-A3D2-EEE55612CD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41CFF-90C9-47B3-9DA1-F2BF8D839F7E}" type="datetime1">
              <a:rPr lang="en-US" smtClean="0"/>
              <a:t>5/19/2024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65F024-0351-150D-CE65-CA2A74137C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6FD2D2-622D-EAB7-F9F1-A6687F2A6D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30592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85E6D05-C3FE-5D83-ABAE-5EA740EFA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048FA-06AB-4884-A69B-986B96E68A24}" type="datetime1">
              <a:rPr lang="en-US" smtClean="0"/>
              <a:t>5/19/2024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248A5EF-28C1-DD13-2869-594EA5A3D2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D7AFC8-9655-DD74-E767-245E9A7B17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15844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63982C-0085-BA19-333E-A713270422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2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201765-BF41-54B2-CCAB-9A893B528A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11340" y="987428"/>
            <a:ext cx="5014913" cy="4873625"/>
          </a:xfrm>
        </p:spPr>
        <p:txBody>
          <a:bodyPr/>
          <a:lstStyle>
            <a:lvl1pPr>
              <a:defRPr sz="2600"/>
            </a:lvl1pPr>
            <a:lvl2pPr>
              <a:defRPr sz="2275"/>
            </a:lvl2pPr>
            <a:lvl3pPr>
              <a:defRPr sz="1950"/>
            </a:lvl3pPr>
            <a:lvl4pPr>
              <a:defRPr sz="1625"/>
            </a:lvl4pPr>
            <a:lvl5pPr>
              <a:defRPr sz="1625"/>
            </a:lvl5pPr>
            <a:lvl6pPr>
              <a:defRPr sz="1625"/>
            </a:lvl6pPr>
            <a:lvl7pPr>
              <a:defRPr sz="1625"/>
            </a:lvl7pPr>
            <a:lvl8pPr>
              <a:defRPr sz="1625"/>
            </a:lvl8pPr>
            <a:lvl9pPr>
              <a:defRPr sz="162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94472CA-71AC-D0BD-DA67-C0026E7E70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300"/>
            </a:lvl1pPr>
            <a:lvl2pPr marL="371475" indent="0">
              <a:buNone/>
              <a:defRPr sz="1138"/>
            </a:lvl2pPr>
            <a:lvl3pPr marL="742950" indent="0">
              <a:buNone/>
              <a:defRPr sz="975"/>
            </a:lvl3pPr>
            <a:lvl4pPr marL="1114425" indent="0">
              <a:buNone/>
              <a:defRPr sz="813"/>
            </a:lvl4pPr>
            <a:lvl5pPr marL="1485900" indent="0">
              <a:buNone/>
              <a:defRPr sz="813"/>
            </a:lvl5pPr>
            <a:lvl6pPr marL="1857375" indent="0">
              <a:buNone/>
              <a:defRPr sz="813"/>
            </a:lvl6pPr>
            <a:lvl7pPr marL="2228850" indent="0">
              <a:buNone/>
              <a:defRPr sz="813"/>
            </a:lvl7pPr>
            <a:lvl8pPr marL="2600325" indent="0">
              <a:buNone/>
              <a:defRPr sz="813"/>
            </a:lvl8pPr>
            <a:lvl9pPr marL="2971800" indent="0">
              <a:buNone/>
              <a:defRPr sz="81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2DE5CC-1DCA-74E9-1894-D78E49D297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B7ABA-0172-4F9C-889D-567164F66BCD}" type="datetime1">
              <a:rPr lang="en-US" smtClean="0"/>
              <a:t>5/19/2024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BBF998-C4E1-7D1D-7798-8E64EF3552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D4DEEC-F443-F9CC-3C71-43B43309D0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55694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8275CA-C16C-F543-5FBE-94BA8E7485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2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05EFBD-08DC-FEC5-DB7F-889F30898BB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211340" y="987428"/>
            <a:ext cx="5014913" cy="4873625"/>
          </a:xfrm>
        </p:spPr>
        <p:txBody>
          <a:bodyPr/>
          <a:lstStyle>
            <a:lvl1pPr marL="0" indent="0">
              <a:buNone/>
              <a:defRPr sz="2600"/>
            </a:lvl1pPr>
            <a:lvl2pPr marL="371475" indent="0">
              <a:buNone/>
              <a:defRPr sz="2275"/>
            </a:lvl2pPr>
            <a:lvl3pPr marL="742950" indent="0">
              <a:buNone/>
              <a:defRPr sz="1950"/>
            </a:lvl3pPr>
            <a:lvl4pPr marL="1114425" indent="0">
              <a:buNone/>
              <a:defRPr sz="1625"/>
            </a:lvl4pPr>
            <a:lvl5pPr marL="1485900" indent="0">
              <a:buNone/>
              <a:defRPr sz="1625"/>
            </a:lvl5pPr>
            <a:lvl6pPr marL="1857375" indent="0">
              <a:buNone/>
              <a:defRPr sz="1625"/>
            </a:lvl6pPr>
            <a:lvl7pPr marL="2228850" indent="0">
              <a:buNone/>
              <a:defRPr sz="1625"/>
            </a:lvl7pPr>
            <a:lvl8pPr marL="2600325" indent="0">
              <a:buNone/>
              <a:defRPr sz="1625"/>
            </a:lvl8pPr>
            <a:lvl9pPr marL="2971800" indent="0">
              <a:buNone/>
              <a:defRPr sz="1625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255E3FE-8205-A0D3-E364-AE2329A9A7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300"/>
            </a:lvl1pPr>
            <a:lvl2pPr marL="371475" indent="0">
              <a:buNone/>
              <a:defRPr sz="1138"/>
            </a:lvl2pPr>
            <a:lvl3pPr marL="742950" indent="0">
              <a:buNone/>
              <a:defRPr sz="975"/>
            </a:lvl3pPr>
            <a:lvl4pPr marL="1114425" indent="0">
              <a:buNone/>
              <a:defRPr sz="813"/>
            </a:lvl4pPr>
            <a:lvl5pPr marL="1485900" indent="0">
              <a:buNone/>
              <a:defRPr sz="813"/>
            </a:lvl5pPr>
            <a:lvl6pPr marL="1857375" indent="0">
              <a:buNone/>
              <a:defRPr sz="813"/>
            </a:lvl6pPr>
            <a:lvl7pPr marL="2228850" indent="0">
              <a:buNone/>
              <a:defRPr sz="813"/>
            </a:lvl7pPr>
            <a:lvl8pPr marL="2600325" indent="0">
              <a:buNone/>
              <a:defRPr sz="813"/>
            </a:lvl8pPr>
            <a:lvl9pPr marL="2971800" indent="0">
              <a:buNone/>
              <a:defRPr sz="81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973538-62E9-2462-AC52-41FA61FD5E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C6A5B-8AE7-4A41-B5A7-9ADC6686DC18}" type="datetime1">
              <a:rPr lang="en-US" smtClean="0"/>
              <a:t>5/19/2024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D01BD5-559A-AC1D-5F9F-FFE05E5E7A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7CE6E5-78E7-6241-E001-F0C758D0CC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7870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613D88-2BF6-614B-3079-2C6D332154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1328EC6-2893-E93C-61E9-FBB8B8BEFF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F8F509-5F7D-165D-0064-2BDE7D928B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59632-1575-4E14-B53B-3DC3D5ED3947}" type="datetime1">
              <a:rPr lang="en-US" smtClean="0"/>
              <a:t>5/19/2024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AE5BE3-6897-E183-83EE-24E2A66D85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A6FFAB-F65C-AA1B-F804-E5137C3FFB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022941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DB1A297-8AFF-A561-0BCF-DFDC8411431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98CB72B-897C-F259-A022-BD779EA2AC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9C401B-ED7F-8920-B7DE-5D74C0C21D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A6868-2568-4CC9-B302-F37117B01A6E}" type="datetime1">
              <a:rPr lang="en-US" smtClean="0"/>
              <a:t>5/19/2024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596E29-87BB-96E5-3FFA-F963A867B6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2EF2CD-2735-30BE-2465-466EEE1C46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830800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5F08A-1E71-4B2B-BB49-E743F2903911}" type="datetime1">
              <a:rPr lang="en-US" smtClean="0"/>
              <a:t>5/19/2024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408797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5F08A-1E71-4B2B-BB49-E743F2903911}" type="datetime1">
              <a:rPr lang="en-US" smtClean="0"/>
              <a:t>5/19/2024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277216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38401" y="4777381"/>
            <a:ext cx="7170848" cy="860400"/>
          </a:xfrm>
        </p:spPr>
        <p:txBody>
          <a:bodyPr anchor="t"/>
          <a:lstStyle>
            <a:lvl1pPr marL="0" indent="0" algn="l">
              <a:buNone/>
              <a:defRPr sz="1625" cap="all">
                <a:solidFill>
                  <a:schemeClr val="accent1"/>
                </a:solidFill>
              </a:defRPr>
            </a:lvl1pPr>
            <a:lvl2pPr marL="371475" indent="0">
              <a:buNone/>
              <a:defRPr sz="1463">
                <a:solidFill>
                  <a:schemeClr val="tx1">
                    <a:tint val="75000"/>
                  </a:schemeClr>
                </a:solidFill>
              </a:defRPr>
            </a:lvl2pPr>
            <a:lvl3pPr marL="74295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3pPr>
            <a:lvl4pPr marL="1114425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4pPr>
            <a:lvl5pPr marL="1485900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5pPr>
            <a:lvl6pPr marL="1857375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6pPr>
            <a:lvl7pPr marL="2228850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7pPr>
            <a:lvl8pPr marL="2600325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8pPr>
            <a:lvl9pPr marL="2971800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3679944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4.xml"/><Relationship Id="rId3" Type="http://schemas.openxmlformats.org/officeDocument/2006/relationships/slideLayout" Target="../slideLayouts/slideLayout4.xml"/><Relationship Id="rId7" Type="http://schemas.openxmlformats.org/officeDocument/2006/relationships/slideLayout" Target="../slideLayouts/slideLayout8.xml"/><Relationship Id="rId12" Type="http://schemas.openxmlformats.org/officeDocument/2006/relationships/slideLayout" Target="../slideLayouts/slideLayout13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6" Type="http://schemas.openxmlformats.org/officeDocument/2006/relationships/slideLayout" Target="../slideLayouts/slideLayout7.xml"/><Relationship Id="rId11" Type="http://schemas.openxmlformats.org/officeDocument/2006/relationships/slideLayout" Target="../slideLayouts/slideLayout12.xml"/><Relationship Id="rId5" Type="http://schemas.openxmlformats.org/officeDocument/2006/relationships/slideLayout" Target="../slideLayouts/slideLayout6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11.xml"/><Relationship Id="rId4" Type="http://schemas.openxmlformats.org/officeDocument/2006/relationships/slideLayout" Target="../slideLayouts/slideLayout5.xml"/><Relationship Id="rId9" Type="http://schemas.openxmlformats.org/officeDocument/2006/relationships/slideLayout" Target="../slideLayouts/slideLayout10.xml"/><Relationship Id="rId14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6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D783609-0CE5-670D-75C4-4EB473A033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1038" y="365128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96DF15-2EE1-DB9D-BDD5-2BEDF4A946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09A8A0-7FAC-CC94-B820-32410EC442E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81038" y="6356353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E0CF6C-748E-4B7A-BC8B-3011EF78ED13}" type="datetime1">
              <a:rPr lang="en-US" smtClean="0"/>
              <a:pPr/>
              <a:t>5/19/2024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ED8C11-3CED-972F-4CCA-6920830ACC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81363" y="6356353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93F2AE-352A-A10E-B208-93514C0EF2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996113" y="6356353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18299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8" r:id="rId1"/>
    <p:sldLayoutId id="2147483719" r:id="rId2"/>
    <p:sldLayoutId id="2147483720" r:id="rId3"/>
    <p:sldLayoutId id="2147483721" r:id="rId4"/>
    <p:sldLayoutId id="2147483722" r:id="rId5"/>
    <p:sldLayoutId id="2147483723" r:id="rId6"/>
    <p:sldLayoutId id="2147483724" r:id="rId7"/>
    <p:sldLayoutId id="2147483725" r:id="rId8"/>
    <p:sldLayoutId id="2147483726" r:id="rId9"/>
    <p:sldLayoutId id="2147483727" r:id="rId10"/>
    <p:sldLayoutId id="2147483728" r:id="rId11"/>
    <p:sldLayoutId id="2147483729" r:id="rId12"/>
    <p:sldLayoutId id="2147483730" r:id="rId13"/>
    <p:sldLayoutId id="2147483731" r:id="rId14"/>
  </p:sldLayoutIdLst>
  <p:hf sldNum="0" hdr="0" ftr="0" dt="0"/>
  <p:txStyles>
    <p:titleStyle>
      <a:lvl1pPr algn="l" defTabSz="742950" rtl="0" eaLnBrk="1" latinLnBrk="0" hangingPunct="1">
        <a:lnSpc>
          <a:spcPct val="90000"/>
        </a:lnSpc>
        <a:spcBef>
          <a:spcPct val="0"/>
        </a:spcBef>
        <a:buNone/>
        <a:defRPr sz="357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5738" indent="-185738" algn="l" defTabSz="742950" rtl="0" eaLnBrk="1" latinLnBrk="0" hangingPunct="1">
        <a:lnSpc>
          <a:spcPct val="90000"/>
        </a:lnSpc>
        <a:spcBef>
          <a:spcPts val="813"/>
        </a:spcBef>
        <a:buFont typeface="Arial" panose="020B0604020202020204" pitchFamily="34" charset="0"/>
        <a:buChar char="•"/>
        <a:defRPr sz="2275" kern="12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950" kern="1200">
          <a:solidFill>
            <a:schemeClr val="tx1"/>
          </a:solidFill>
          <a:latin typeface="+mn-lt"/>
          <a:ea typeface="+mn-ea"/>
          <a:cs typeface="+mn-cs"/>
        </a:defRPr>
      </a:lvl2pPr>
      <a:lvl3pPr marL="92868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625" kern="1200">
          <a:solidFill>
            <a:schemeClr val="tx1"/>
          </a:solidFill>
          <a:latin typeface="+mn-lt"/>
          <a:ea typeface="+mn-ea"/>
          <a:cs typeface="+mn-cs"/>
        </a:defRPr>
      </a:lvl3pPr>
      <a:lvl4pPr marL="130016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4pPr>
      <a:lvl5pPr marL="167163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5pPr>
      <a:lvl6pPr marL="204311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6pPr>
      <a:lvl7pPr marL="241458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7pPr>
      <a:lvl8pPr marL="278606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8pPr>
      <a:lvl9pPr marL="315753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1pPr>
      <a:lvl2pPr marL="37147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2pPr>
      <a:lvl3pPr marL="74295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3pPr>
      <a:lvl4pPr marL="111442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4pPr>
      <a:lvl5pPr marL="148590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5pPr>
      <a:lvl6pPr marL="185737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7pPr>
      <a:lvl8pPr marL="260032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8pPr>
      <a:lvl9pPr marL="297180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C884C22-E567-2E46-13CA-C26DA13A27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5600" y="1396346"/>
            <a:ext cx="9123680" cy="4780617"/>
          </a:xfrm>
        </p:spPr>
        <p:txBody>
          <a:bodyPr>
            <a:normAutofit/>
          </a:bodyPr>
          <a:lstStyle/>
          <a:p>
            <a:r>
              <a:rPr lang="ru-RU" dirty="0"/>
              <a:t>2 Сандуу Ондуктар – Кошуу – Көнүгүү А</a:t>
            </a:r>
          </a:p>
          <a:p>
            <a:endParaRPr lang="ru-RU" dirty="0"/>
          </a:p>
          <a:p>
            <a:r>
              <a:rPr lang="ru-RU" dirty="0"/>
              <a:t>Иш барагы 2 өлчөмдө.</a:t>
            </a:r>
          </a:p>
          <a:p>
            <a:endParaRPr lang="ru-RU" dirty="0"/>
          </a:p>
          <a:p>
            <a:r>
              <a:rPr lang="ru-RU" dirty="0"/>
              <a:t>Анимацияларды текшерип, </a:t>
            </a:r>
            <a:r>
              <a:rPr lang="ky-KG" dirty="0"/>
              <a:t>сабагы</a:t>
            </a:r>
            <a:r>
              <a:rPr lang="ru-RU" dirty="0"/>
              <a:t>ң</a:t>
            </a:r>
            <a:r>
              <a:rPr lang="ky-KG" dirty="0"/>
              <a:t>ызга </a:t>
            </a:r>
            <a:r>
              <a:rPr lang="ru-RU" b="1" dirty="0">
                <a:solidFill>
                  <a:srgbClr val="FF0000"/>
                </a:solidFill>
              </a:rPr>
              <a:t>КЕРЕГИ ЖОК </a:t>
            </a:r>
            <a:r>
              <a:rPr lang="ru-RU" dirty="0"/>
              <a:t>слайддарды </a:t>
            </a:r>
            <a:r>
              <a:rPr lang="ru-RU" sz="2600" b="1" dirty="0">
                <a:solidFill>
                  <a:srgbClr val="FF0000"/>
                </a:solidFill>
              </a:rPr>
              <a:t>ӨЧҮРҮ</a:t>
            </a:r>
            <a:r>
              <a:rPr lang="ky-KG" sz="2600" b="1" dirty="0">
                <a:solidFill>
                  <a:srgbClr val="FF0000"/>
                </a:solidFill>
              </a:rPr>
              <a:t>П САЛЫ</a:t>
            </a:r>
            <a:r>
              <a:rPr lang="ru-RU" sz="2600" b="1" dirty="0">
                <a:solidFill>
                  <a:srgbClr val="FF0000"/>
                </a:solidFill>
              </a:rPr>
              <a:t>ҢЫЗ.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9C32CF0-A8B2-1442-8506-9CB94EBCF53A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254000" y="258704"/>
            <a:ext cx="7641034" cy="1137642"/>
          </a:xfrm>
        </p:spPr>
        <p:txBody>
          <a:bodyPr>
            <a:normAutofit/>
          </a:bodyPr>
          <a:lstStyle/>
          <a:p>
            <a:r>
              <a:rPr lang="en-US" sz="5363" dirty="0" err="1">
                <a:solidFill>
                  <a:srgbClr val="00B0F0"/>
                </a:solidFill>
              </a:rPr>
              <a:t>MathKGZ</a:t>
            </a:r>
            <a:r>
              <a:rPr lang="en-US" sz="4225" dirty="0">
                <a:solidFill>
                  <a:srgbClr val="00B0F0"/>
                </a:solidFill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40756886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D6FFCF0D-4EC5-7764-1BDC-A2059535B3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834880" cy="7200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19653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F25A42F1-035D-4220-8486-BD9E60CA5899}"/>
              </a:ext>
            </a:extLst>
          </p:cNvPr>
          <p:cNvSpPr txBox="1"/>
          <p:nvPr/>
        </p:nvSpPr>
        <p:spPr>
          <a:xfrm>
            <a:off x="1270494" y="-1761"/>
            <a:ext cx="24272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b="1" dirty="0">
                <a:solidFill>
                  <a:schemeClr val="tx1">
                    <a:lumMod val="95000"/>
                    <a:lumOff val="5000"/>
                  </a:schemeClr>
                </a:solidFill>
                <a:latin typeface="Bauhaus 93" panose="04030905020B02020C02" pitchFamily="82" charset="0"/>
              </a:rPr>
              <a:t>Сандар жана сөздөр</a:t>
            </a:r>
            <a:endParaRPr lang="en-GB" b="1" dirty="0">
              <a:solidFill>
                <a:schemeClr val="tx1">
                  <a:lumMod val="95000"/>
                  <a:lumOff val="5000"/>
                </a:schemeClr>
              </a:solidFill>
              <a:latin typeface="Bauhaus 93" panose="04030905020B02020C02" pitchFamily="82" charset="0"/>
            </a:endParaRP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B25118E8-0B37-1A36-5422-B6810B6E9A53}"/>
              </a:ext>
            </a:extLst>
          </p:cNvPr>
          <p:cNvSpPr/>
          <p:nvPr/>
        </p:nvSpPr>
        <p:spPr>
          <a:xfrm>
            <a:off x="1994809" y="422155"/>
            <a:ext cx="1959933" cy="326824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400" b="1" dirty="0">
                <a:solidFill>
                  <a:schemeClr val="tx1"/>
                </a:solidFill>
              </a:rPr>
              <a:t>Нөл бүтүн ондон төрт</a:t>
            </a:r>
            <a:endParaRPr lang="en-GB" sz="1400" b="1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7F2E84D-7C44-ED0E-2684-B347844A331A}"/>
              </a:ext>
            </a:extLst>
          </p:cNvPr>
          <p:cNvSpPr txBox="1"/>
          <p:nvPr/>
        </p:nvSpPr>
        <p:spPr>
          <a:xfrm>
            <a:off x="1609184" y="383166"/>
            <a:ext cx="3129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+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FB45864-BD7C-A628-7C85-C6C79724F96B}"/>
              </a:ext>
            </a:extLst>
          </p:cNvPr>
          <p:cNvSpPr txBox="1"/>
          <p:nvPr/>
        </p:nvSpPr>
        <p:spPr>
          <a:xfrm>
            <a:off x="4093553" y="380252"/>
            <a:ext cx="3129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=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1147E015-FB8E-A1EC-FE21-B2F224063E74}"/>
              </a:ext>
            </a:extLst>
          </p:cNvPr>
          <p:cNvSpPr/>
          <p:nvPr/>
        </p:nvSpPr>
        <p:spPr>
          <a:xfrm>
            <a:off x="4453333" y="422155"/>
            <a:ext cx="736094" cy="326824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600" b="1" dirty="0">
              <a:solidFill>
                <a:srgbClr val="0070C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C328DC0-6BB3-0C3B-E991-A658F01F243C}"/>
              </a:ext>
            </a:extLst>
          </p:cNvPr>
          <p:cNvSpPr txBox="1"/>
          <p:nvPr/>
        </p:nvSpPr>
        <p:spPr>
          <a:xfrm>
            <a:off x="556111" y="444722"/>
            <a:ext cx="30970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1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FEF0B028-11C2-64A9-9C5A-ACF6E3B4E025}"/>
              </a:ext>
            </a:extLst>
          </p:cNvPr>
          <p:cNvSpPr/>
          <p:nvPr/>
        </p:nvSpPr>
        <p:spPr>
          <a:xfrm>
            <a:off x="855445" y="437749"/>
            <a:ext cx="736094" cy="2909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chemeClr val="tx1"/>
                </a:solidFill>
              </a:rPr>
              <a:t>0,17</a:t>
            </a:r>
            <a:endParaRPr lang="en-GB" sz="1200" b="1" dirty="0">
              <a:solidFill>
                <a:schemeClr val="tx1"/>
              </a:solidFill>
            </a:endParaRPr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2F9CC5A0-ED51-CE11-960E-D675AF5F9899}"/>
              </a:ext>
            </a:extLst>
          </p:cNvPr>
          <p:cNvSpPr/>
          <p:nvPr/>
        </p:nvSpPr>
        <p:spPr>
          <a:xfrm>
            <a:off x="1939736" y="991095"/>
            <a:ext cx="2022164" cy="283971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400" b="1" dirty="0">
                <a:solidFill>
                  <a:schemeClr val="tx1"/>
                </a:solidFill>
              </a:rPr>
              <a:t>Нөл бүтүн жүздөн эки</a:t>
            </a:r>
            <a:endParaRPr lang="en-GB" sz="1400" b="1" dirty="0">
              <a:solidFill>
                <a:schemeClr val="tx1"/>
              </a:solidFill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0FD9EBC4-AAEF-EFC4-E85E-DB865F4C73D8}"/>
              </a:ext>
            </a:extLst>
          </p:cNvPr>
          <p:cNvSpPr txBox="1"/>
          <p:nvPr/>
        </p:nvSpPr>
        <p:spPr>
          <a:xfrm>
            <a:off x="1609184" y="929539"/>
            <a:ext cx="3129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+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6801B88D-61B7-598B-2CB6-1159A6B10412}"/>
              </a:ext>
            </a:extLst>
          </p:cNvPr>
          <p:cNvSpPr txBox="1"/>
          <p:nvPr/>
        </p:nvSpPr>
        <p:spPr>
          <a:xfrm>
            <a:off x="4093553" y="917945"/>
            <a:ext cx="3129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=</a:t>
            </a:r>
          </a:p>
        </p:txBody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3B13EC74-3BA2-5FCC-45EF-27A8A590B3CB}"/>
              </a:ext>
            </a:extLst>
          </p:cNvPr>
          <p:cNvSpPr/>
          <p:nvPr/>
        </p:nvSpPr>
        <p:spPr>
          <a:xfrm>
            <a:off x="4453333" y="972528"/>
            <a:ext cx="736094" cy="2909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600" b="1" dirty="0">
              <a:solidFill>
                <a:srgbClr val="0070C0"/>
              </a:solidFill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85B21C4D-E630-CE8C-2D2A-9CB51D4980E4}"/>
              </a:ext>
            </a:extLst>
          </p:cNvPr>
          <p:cNvSpPr txBox="1"/>
          <p:nvPr/>
        </p:nvSpPr>
        <p:spPr>
          <a:xfrm>
            <a:off x="556111" y="991095"/>
            <a:ext cx="30970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2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0D00B9E2-2B3C-2145-1764-8BD60417205B}"/>
              </a:ext>
            </a:extLst>
          </p:cNvPr>
          <p:cNvSpPr/>
          <p:nvPr/>
        </p:nvSpPr>
        <p:spPr>
          <a:xfrm>
            <a:off x="855445" y="984122"/>
            <a:ext cx="736094" cy="2909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chemeClr val="tx1"/>
                </a:solidFill>
              </a:rPr>
              <a:t>0,81</a:t>
            </a:r>
            <a:endParaRPr lang="en-GB" sz="1200" b="1" dirty="0">
              <a:solidFill>
                <a:schemeClr val="tx1"/>
              </a:solidFill>
            </a:endParaRPr>
          </a:p>
        </p:txBody>
      </p:sp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D5D87490-0E11-1C68-1002-6FAB38452C83}"/>
              </a:ext>
            </a:extLst>
          </p:cNvPr>
          <p:cNvSpPr/>
          <p:nvPr/>
        </p:nvSpPr>
        <p:spPr>
          <a:xfrm>
            <a:off x="1939736" y="1530493"/>
            <a:ext cx="2015006" cy="308501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400" b="1" dirty="0">
                <a:solidFill>
                  <a:schemeClr val="tx1"/>
                </a:solidFill>
              </a:rPr>
              <a:t>Нөл бүтүн ондон үч</a:t>
            </a:r>
            <a:endParaRPr lang="en-GB" sz="1400" b="1" dirty="0">
              <a:solidFill>
                <a:schemeClr val="tx1"/>
              </a:solidFill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7FE1A9F9-97C4-5DB4-ACAB-0ECD2DA9BA0E}"/>
              </a:ext>
            </a:extLst>
          </p:cNvPr>
          <p:cNvSpPr txBox="1"/>
          <p:nvPr/>
        </p:nvSpPr>
        <p:spPr>
          <a:xfrm>
            <a:off x="1609184" y="1475912"/>
            <a:ext cx="3129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+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65CC6ADB-41C5-4D66-BE75-C0944AE35297}"/>
              </a:ext>
            </a:extLst>
          </p:cNvPr>
          <p:cNvSpPr txBox="1"/>
          <p:nvPr/>
        </p:nvSpPr>
        <p:spPr>
          <a:xfrm>
            <a:off x="4067641" y="1484688"/>
            <a:ext cx="3129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=</a:t>
            </a: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E002E5E5-EED5-5B86-875D-38AF0FC825D1}"/>
              </a:ext>
            </a:extLst>
          </p:cNvPr>
          <p:cNvSpPr/>
          <p:nvPr/>
        </p:nvSpPr>
        <p:spPr>
          <a:xfrm>
            <a:off x="4453333" y="1546146"/>
            <a:ext cx="736094" cy="2909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600" b="1" dirty="0">
              <a:solidFill>
                <a:srgbClr val="0070C0"/>
              </a:solidFill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F6B25C5B-A629-0B9B-0339-F3C052B891BC}"/>
              </a:ext>
            </a:extLst>
          </p:cNvPr>
          <p:cNvSpPr txBox="1"/>
          <p:nvPr/>
        </p:nvSpPr>
        <p:spPr>
          <a:xfrm>
            <a:off x="556111" y="1537468"/>
            <a:ext cx="30970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3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70CAEB52-8F7E-6075-CA59-A836E4D81E32}"/>
              </a:ext>
            </a:extLst>
          </p:cNvPr>
          <p:cNvSpPr/>
          <p:nvPr/>
        </p:nvSpPr>
        <p:spPr>
          <a:xfrm>
            <a:off x="855445" y="1530495"/>
            <a:ext cx="736094" cy="2909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chemeClr val="tx1"/>
                </a:solidFill>
              </a:rPr>
              <a:t>0,8</a:t>
            </a:r>
            <a:endParaRPr lang="en-GB" sz="1200" b="1" dirty="0">
              <a:solidFill>
                <a:schemeClr val="tx1"/>
              </a:solidFill>
            </a:endParaRPr>
          </a:p>
        </p:txBody>
      </p:sp>
      <p:sp>
        <p:nvSpPr>
          <p:cNvPr id="53" name="Rectangle: Rounded Corners 52">
            <a:extLst>
              <a:ext uri="{FF2B5EF4-FFF2-40B4-BE49-F238E27FC236}">
                <a16:creationId xmlns:a16="http://schemas.microsoft.com/office/drawing/2014/main" id="{ED0C1B87-E993-3C9D-964D-E7DCB33EEC82}"/>
              </a:ext>
            </a:extLst>
          </p:cNvPr>
          <p:cNvSpPr/>
          <p:nvPr/>
        </p:nvSpPr>
        <p:spPr>
          <a:xfrm>
            <a:off x="1939736" y="2059312"/>
            <a:ext cx="2015006" cy="308501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400" b="1" dirty="0">
                <a:solidFill>
                  <a:schemeClr val="tx1"/>
                </a:solidFill>
              </a:rPr>
              <a:t>Нөл бүтүн ондон эки</a:t>
            </a:r>
            <a:endParaRPr lang="en-GB" sz="1400" b="1" dirty="0">
              <a:solidFill>
                <a:schemeClr val="tx1"/>
              </a:solidFill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8EC51673-7BE2-0532-C441-EFB0DFB80551}"/>
              </a:ext>
            </a:extLst>
          </p:cNvPr>
          <p:cNvSpPr txBox="1"/>
          <p:nvPr/>
        </p:nvSpPr>
        <p:spPr>
          <a:xfrm>
            <a:off x="1609184" y="2022285"/>
            <a:ext cx="3129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+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4B40C4CD-696E-35AA-3B15-C5DCB1576A6F}"/>
              </a:ext>
            </a:extLst>
          </p:cNvPr>
          <p:cNvSpPr txBox="1"/>
          <p:nvPr/>
        </p:nvSpPr>
        <p:spPr>
          <a:xfrm>
            <a:off x="4055014" y="2048120"/>
            <a:ext cx="3129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=</a:t>
            </a:r>
          </a:p>
        </p:txBody>
      </p: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E0A377B4-962B-8F97-7679-C038289A66C5}"/>
              </a:ext>
            </a:extLst>
          </p:cNvPr>
          <p:cNvSpPr/>
          <p:nvPr/>
        </p:nvSpPr>
        <p:spPr>
          <a:xfrm>
            <a:off x="4453333" y="2069895"/>
            <a:ext cx="736094" cy="2909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600" b="1" dirty="0">
              <a:solidFill>
                <a:srgbClr val="0070C0"/>
              </a:solidFill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877103D7-E446-802E-06F4-9CD2D6584B89}"/>
              </a:ext>
            </a:extLst>
          </p:cNvPr>
          <p:cNvSpPr txBox="1"/>
          <p:nvPr/>
        </p:nvSpPr>
        <p:spPr>
          <a:xfrm>
            <a:off x="556111" y="2083841"/>
            <a:ext cx="30970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4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58" name="Rectangle: Rounded Corners 57">
            <a:extLst>
              <a:ext uri="{FF2B5EF4-FFF2-40B4-BE49-F238E27FC236}">
                <a16:creationId xmlns:a16="http://schemas.microsoft.com/office/drawing/2014/main" id="{5A178E48-042C-0FF3-C367-10F1EB4F975B}"/>
              </a:ext>
            </a:extLst>
          </p:cNvPr>
          <p:cNvSpPr/>
          <p:nvPr/>
        </p:nvSpPr>
        <p:spPr>
          <a:xfrm>
            <a:off x="855445" y="2076868"/>
            <a:ext cx="736094" cy="2909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chemeClr val="tx1"/>
                </a:solidFill>
              </a:rPr>
              <a:t>0,111</a:t>
            </a:r>
          </a:p>
        </p:txBody>
      </p:sp>
      <p:sp>
        <p:nvSpPr>
          <p:cNvPr id="60" name="Rectangle: Rounded Corners 59">
            <a:extLst>
              <a:ext uri="{FF2B5EF4-FFF2-40B4-BE49-F238E27FC236}">
                <a16:creationId xmlns:a16="http://schemas.microsoft.com/office/drawing/2014/main" id="{AE15375C-C796-8AF1-A664-64DBE305DF6C}"/>
              </a:ext>
            </a:extLst>
          </p:cNvPr>
          <p:cNvSpPr/>
          <p:nvPr/>
        </p:nvSpPr>
        <p:spPr>
          <a:xfrm>
            <a:off x="1939736" y="2640794"/>
            <a:ext cx="2022164" cy="273392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400" b="1" dirty="0">
                <a:solidFill>
                  <a:schemeClr val="tx1"/>
                </a:solidFill>
              </a:rPr>
              <a:t>Нөл бүтүн жүздөн эки</a:t>
            </a:r>
            <a:endParaRPr lang="en-GB" sz="1400" b="1" dirty="0">
              <a:solidFill>
                <a:schemeClr val="tx1"/>
              </a:solidFill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3474B9AC-6E8A-69FC-7B42-F144C28162F2}"/>
              </a:ext>
            </a:extLst>
          </p:cNvPr>
          <p:cNvSpPr txBox="1"/>
          <p:nvPr/>
        </p:nvSpPr>
        <p:spPr>
          <a:xfrm>
            <a:off x="1609184" y="2568658"/>
            <a:ext cx="3129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+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B2D8F05A-0026-73EF-C73F-44D17206DF90}"/>
              </a:ext>
            </a:extLst>
          </p:cNvPr>
          <p:cNvSpPr txBox="1"/>
          <p:nvPr/>
        </p:nvSpPr>
        <p:spPr>
          <a:xfrm>
            <a:off x="4066199" y="2597316"/>
            <a:ext cx="3129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=</a:t>
            </a:r>
          </a:p>
        </p:txBody>
      </p:sp>
      <p:sp>
        <p:nvSpPr>
          <p:cNvPr id="63" name="Rectangle: Rounded Corners 62">
            <a:extLst>
              <a:ext uri="{FF2B5EF4-FFF2-40B4-BE49-F238E27FC236}">
                <a16:creationId xmlns:a16="http://schemas.microsoft.com/office/drawing/2014/main" id="{FB08234E-5C1B-39E4-0003-A71C5167CDD4}"/>
              </a:ext>
            </a:extLst>
          </p:cNvPr>
          <p:cNvSpPr/>
          <p:nvPr/>
        </p:nvSpPr>
        <p:spPr>
          <a:xfrm>
            <a:off x="4454442" y="2638892"/>
            <a:ext cx="736094" cy="2909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600" b="1" dirty="0">
              <a:solidFill>
                <a:srgbClr val="0070C0"/>
              </a:solidFill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AC164C30-1242-D8C7-0CAA-79A62B9E6790}"/>
              </a:ext>
            </a:extLst>
          </p:cNvPr>
          <p:cNvSpPr txBox="1"/>
          <p:nvPr/>
        </p:nvSpPr>
        <p:spPr>
          <a:xfrm>
            <a:off x="556111" y="2630214"/>
            <a:ext cx="30970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5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72" name="Rectangle: Rounded Corners 71">
            <a:extLst>
              <a:ext uri="{FF2B5EF4-FFF2-40B4-BE49-F238E27FC236}">
                <a16:creationId xmlns:a16="http://schemas.microsoft.com/office/drawing/2014/main" id="{77BF3F16-A6A1-B9D1-ECB7-4DF9E6AEE273}"/>
              </a:ext>
            </a:extLst>
          </p:cNvPr>
          <p:cNvSpPr/>
          <p:nvPr/>
        </p:nvSpPr>
        <p:spPr>
          <a:xfrm>
            <a:off x="855445" y="2623241"/>
            <a:ext cx="736094" cy="2909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chemeClr val="tx1"/>
                </a:solidFill>
              </a:rPr>
              <a:t>0,19</a:t>
            </a:r>
            <a:endParaRPr lang="en-GB" sz="1200" b="1" dirty="0">
              <a:solidFill>
                <a:schemeClr val="tx1"/>
              </a:solidFill>
            </a:endParaRPr>
          </a:p>
        </p:txBody>
      </p:sp>
      <p:sp>
        <p:nvSpPr>
          <p:cNvPr id="74" name="Rectangle: Rounded Corners 73">
            <a:extLst>
              <a:ext uri="{FF2B5EF4-FFF2-40B4-BE49-F238E27FC236}">
                <a16:creationId xmlns:a16="http://schemas.microsoft.com/office/drawing/2014/main" id="{6C053959-F633-B42B-5B72-725BFB2F13F2}"/>
              </a:ext>
            </a:extLst>
          </p:cNvPr>
          <p:cNvSpPr/>
          <p:nvPr/>
        </p:nvSpPr>
        <p:spPr>
          <a:xfrm>
            <a:off x="1939736" y="3169920"/>
            <a:ext cx="1982024" cy="290638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400" b="1" dirty="0">
                <a:solidFill>
                  <a:schemeClr val="tx1"/>
                </a:solidFill>
              </a:rPr>
              <a:t>Нөл бүтүн ондон жети</a:t>
            </a:r>
            <a:endParaRPr lang="en-GB" sz="1400" b="1" dirty="0">
              <a:solidFill>
                <a:schemeClr val="tx1"/>
              </a:solidFill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E56D7659-B4DB-F46C-19C0-E6630A5C06D6}"/>
              </a:ext>
            </a:extLst>
          </p:cNvPr>
          <p:cNvSpPr txBox="1"/>
          <p:nvPr/>
        </p:nvSpPr>
        <p:spPr>
          <a:xfrm>
            <a:off x="1609184" y="3115031"/>
            <a:ext cx="3129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+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80655C02-80A5-86B3-7244-D1E865FB44B6}"/>
              </a:ext>
            </a:extLst>
          </p:cNvPr>
          <p:cNvSpPr txBox="1"/>
          <p:nvPr/>
        </p:nvSpPr>
        <p:spPr>
          <a:xfrm>
            <a:off x="4044081" y="3142095"/>
            <a:ext cx="3129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=</a:t>
            </a:r>
          </a:p>
        </p:txBody>
      </p:sp>
      <p:sp>
        <p:nvSpPr>
          <p:cNvPr id="101" name="Rectangle: Rounded Corners 100">
            <a:extLst>
              <a:ext uri="{FF2B5EF4-FFF2-40B4-BE49-F238E27FC236}">
                <a16:creationId xmlns:a16="http://schemas.microsoft.com/office/drawing/2014/main" id="{1546902C-AC32-F37D-7253-D4B5C55CB62F}"/>
              </a:ext>
            </a:extLst>
          </p:cNvPr>
          <p:cNvSpPr/>
          <p:nvPr/>
        </p:nvSpPr>
        <p:spPr>
          <a:xfrm>
            <a:off x="4453333" y="3159680"/>
            <a:ext cx="736094" cy="2909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600" b="1" dirty="0">
              <a:solidFill>
                <a:srgbClr val="0070C0"/>
              </a:solidFill>
            </a:endParaRP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52F21717-96F0-F5AF-5223-5914D535B058}"/>
              </a:ext>
            </a:extLst>
          </p:cNvPr>
          <p:cNvSpPr txBox="1"/>
          <p:nvPr/>
        </p:nvSpPr>
        <p:spPr>
          <a:xfrm>
            <a:off x="556110" y="3176587"/>
            <a:ext cx="30970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6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103" name="Rectangle: Rounded Corners 102">
            <a:extLst>
              <a:ext uri="{FF2B5EF4-FFF2-40B4-BE49-F238E27FC236}">
                <a16:creationId xmlns:a16="http://schemas.microsoft.com/office/drawing/2014/main" id="{DC840A30-F30A-AB3A-7E34-5ABE9673345C}"/>
              </a:ext>
            </a:extLst>
          </p:cNvPr>
          <p:cNvSpPr/>
          <p:nvPr/>
        </p:nvSpPr>
        <p:spPr>
          <a:xfrm>
            <a:off x="855445" y="3169614"/>
            <a:ext cx="736094" cy="2909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chemeClr val="tx1"/>
                </a:solidFill>
              </a:rPr>
              <a:t>1,8</a:t>
            </a:r>
            <a:endParaRPr lang="en-GB" sz="1200" b="1" dirty="0">
              <a:solidFill>
                <a:schemeClr val="tx1"/>
              </a:solidFill>
            </a:endParaRPr>
          </a:p>
        </p:txBody>
      </p:sp>
      <p:sp>
        <p:nvSpPr>
          <p:cNvPr id="105" name="Rectangle: Rounded Corners 104">
            <a:extLst>
              <a:ext uri="{FF2B5EF4-FFF2-40B4-BE49-F238E27FC236}">
                <a16:creationId xmlns:a16="http://schemas.microsoft.com/office/drawing/2014/main" id="{D1F83D9F-EA31-E44A-DD82-280895B9DD3D}"/>
              </a:ext>
            </a:extLst>
          </p:cNvPr>
          <p:cNvSpPr/>
          <p:nvPr/>
        </p:nvSpPr>
        <p:spPr>
          <a:xfrm>
            <a:off x="1939735" y="3715985"/>
            <a:ext cx="1982024" cy="290947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400" b="1" dirty="0">
                <a:solidFill>
                  <a:schemeClr val="tx1"/>
                </a:solidFill>
              </a:rPr>
              <a:t>Нөл бүтүн жүздөн он</a:t>
            </a:r>
            <a:endParaRPr lang="en-GB" sz="1400" b="1" dirty="0">
              <a:solidFill>
                <a:schemeClr val="tx1"/>
              </a:solidFill>
            </a:endParaRP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6EA95877-5866-3A73-FCB2-A7685CD82814}"/>
              </a:ext>
            </a:extLst>
          </p:cNvPr>
          <p:cNvSpPr txBox="1"/>
          <p:nvPr/>
        </p:nvSpPr>
        <p:spPr>
          <a:xfrm>
            <a:off x="1609184" y="3661404"/>
            <a:ext cx="3129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+</a:t>
            </a: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785F7E1E-906C-68C6-FF11-8BAC55B03E84}"/>
              </a:ext>
            </a:extLst>
          </p:cNvPr>
          <p:cNvSpPr txBox="1"/>
          <p:nvPr/>
        </p:nvSpPr>
        <p:spPr>
          <a:xfrm>
            <a:off x="4066198" y="3661404"/>
            <a:ext cx="3129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=</a:t>
            </a:r>
          </a:p>
        </p:txBody>
      </p:sp>
      <p:sp>
        <p:nvSpPr>
          <p:cNvPr id="108" name="Rectangle: Rounded Corners 107">
            <a:extLst>
              <a:ext uri="{FF2B5EF4-FFF2-40B4-BE49-F238E27FC236}">
                <a16:creationId xmlns:a16="http://schemas.microsoft.com/office/drawing/2014/main" id="{449E0F49-3EC4-E8BD-CD01-253732A20FB4}"/>
              </a:ext>
            </a:extLst>
          </p:cNvPr>
          <p:cNvSpPr/>
          <p:nvPr/>
        </p:nvSpPr>
        <p:spPr>
          <a:xfrm>
            <a:off x="4454886" y="3706052"/>
            <a:ext cx="736094" cy="2909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600" b="1" dirty="0">
              <a:solidFill>
                <a:srgbClr val="0070C0"/>
              </a:solidFill>
            </a:endParaRP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405A48E0-7002-D2B9-A79A-5CB3A1DBEFCA}"/>
              </a:ext>
            </a:extLst>
          </p:cNvPr>
          <p:cNvSpPr txBox="1"/>
          <p:nvPr/>
        </p:nvSpPr>
        <p:spPr>
          <a:xfrm>
            <a:off x="556111" y="3722960"/>
            <a:ext cx="30970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7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110" name="Rectangle: Rounded Corners 109">
            <a:extLst>
              <a:ext uri="{FF2B5EF4-FFF2-40B4-BE49-F238E27FC236}">
                <a16:creationId xmlns:a16="http://schemas.microsoft.com/office/drawing/2014/main" id="{6DF340AD-ACEC-4FD7-F935-76BC921483CA}"/>
              </a:ext>
            </a:extLst>
          </p:cNvPr>
          <p:cNvSpPr/>
          <p:nvPr/>
        </p:nvSpPr>
        <p:spPr>
          <a:xfrm>
            <a:off x="855445" y="3715987"/>
            <a:ext cx="736094" cy="2909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chemeClr val="tx1"/>
                </a:solidFill>
              </a:rPr>
              <a:t>2,02</a:t>
            </a:r>
            <a:endParaRPr lang="en-GB" sz="1200" b="1" dirty="0">
              <a:solidFill>
                <a:schemeClr val="tx1"/>
              </a:solidFill>
            </a:endParaRPr>
          </a:p>
        </p:txBody>
      </p:sp>
      <p:sp>
        <p:nvSpPr>
          <p:cNvPr id="112" name="Rectangle: Rounded Corners 111">
            <a:extLst>
              <a:ext uri="{FF2B5EF4-FFF2-40B4-BE49-F238E27FC236}">
                <a16:creationId xmlns:a16="http://schemas.microsoft.com/office/drawing/2014/main" id="{3B263F02-747E-4978-A88F-D01CB4F6BEB0}"/>
              </a:ext>
            </a:extLst>
          </p:cNvPr>
          <p:cNvSpPr/>
          <p:nvPr/>
        </p:nvSpPr>
        <p:spPr>
          <a:xfrm>
            <a:off x="1939735" y="4279913"/>
            <a:ext cx="1982024" cy="273392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400" b="1" dirty="0">
                <a:solidFill>
                  <a:schemeClr val="tx1"/>
                </a:solidFill>
              </a:rPr>
              <a:t>Нөл бүтүн жүздөн жети</a:t>
            </a:r>
            <a:endParaRPr lang="en-GB" sz="1400" b="1" dirty="0">
              <a:solidFill>
                <a:schemeClr val="tx1"/>
              </a:solidFill>
            </a:endParaRP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AB4AEFC4-5D47-998D-D933-4CEC839778D6}"/>
              </a:ext>
            </a:extLst>
          </p:cNvPr>
          <p:cNvSpPr txBox="1"/>
          <p:nvPr/>
        </p:nvSpPr>
        <p:spPr>
          <a:xfrm>
            <a:off x="1609184" y="4207777"/>
            <a:ext cx="3129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+</a:t>
            </a: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DB0E6F75-FD63-0D35-30F7-1B5EA0D12B9E}"/>
              </a:ext>
            </a:extLst>
          </p:cNvPr>
          <p:cNvSpPr txBox="1"/>
          <p:nvPr/>
        </p:nvSpPr>
        <p:spPr>
          <a:xfrm>
            <a:off x="4093563" y="4167711"/>
            <a:ext cx="3129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=</a:t>
            </a:r>
          </a:p>
        </p:txBody>
      </p:sp>
      <p:sp>
        <p:nvSpPr>
          <p:cNvPr id="115" name="Rectangle: Rounded Corners 114">
            <a:extLst>
              <a:ext uri="{FF2B5EF4-FFF2-40B4-BE49-F238E27FC236}">
                <a16:creationId xmlns:a16="http://schemas.microsoft.com/office/drawing/2014/main" id="{E026F781-810F-175B-2782-0AE9F0698707}"/>
              </a:ext>
            </a:extLst>
          </p:cNvPr>
          <p:cNvSpPr/>
          <p:nvPr/>
        </p:nvSpPr>
        <p:spPr>
          <a:xfrm>
            <a:off x="4463492" y="4211536"/>
            <a:ext cx="736094" cy="2909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600" b="1" dirty="0">
              <a:solidFill>
                <a:srgbClr val="0070C0"/>
              </a:solidFill>
            </a:endParaRP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8A0BAC1F-C734-293B-C693-F0E22B03BBF1}"/>
              </a:ext>
            </a:extLst>
          </p:cNvPr>
          <p:cNvSpPr txBox="1"/>
          <p:nvPr/>
        </p:nvSpPr>
        <p:spPr>
          <a:xfrm>
            <a:off x="556111" y="4269333"/>
            <a:ext cx="30970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8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117" name="Rectangle: Rounded Corners 116">
            <a:extLst>
              <a:ext uri="{FF2B5EF4-FFF2-40B4-BE49-F238E27FC236}">
                <a16:creationId xmlns:a16="http://schemas.microsoft.com/office/drawing/2014/main" id="{3AD4C492-7790-350A-F752-278DDEE94419}"/>
              </a:ext>
            </a:extLst>
          </p:cNvPr>
          <p:cNvSpPr/>
          <p:nvPr/>
        </p:nvSpPr>
        <p:spPr>
          <a:xfrm>
            <a:off x="855445" y="4262360"/>
            <a:ext cx="736094" cy="2909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chemeClr val="tx1"/>
                </a:solidFill>
              </a:rPr>
              <a:t>2,99</a:t>
            </a:r>
            <a:endParaRPr lang="en-GB" sz="1200" b="1" dirty="0">
              <a:solidFill>
                <a:schemeClr val="tx1"/>
              </a:solidFill>
            </a:endParaRPr>
          </a:p>
        </p:txBody>
      </p:sp>
      <p:sp>
        <p:nvSpPr>
          <p:cNvPr id="119" name="Rectangle: Rounded Corners 118">
            <a:extLst>
              <a:ext uri="{FF2B5EF4-FFF2-40B4-BE49-F238E27FC236}">
                <a16:creationId xmlns:a16="http://schemas.microsoft.com/office/drawing/2014/main" id="{13698FC0-C36D-C0B4-BDCA-A26247EE511D}"/>
              </a:ext>
            </a:extLst>
          </p:cNvPr>
          <p:cNvSpPr/>
          <p:nvPr/>
        </p:nvSpPr>
        <p:spPr>
          <a:xfrm>
            <a:off x="1387286" y="4788115"/>
            <a:ext cx="1894394" cy="311564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400" b="1" dirty="0">
                <a:solidFill>
                  <a:schemeClr val="tx1"/>
                </a:solidFill>
              </a:rPr>
              <a:t>Нөл бүтүн ондон үч</a:t>
            </a:r>
            <a:endParaRPr lang="en-GB" sz="1400" b="1" dirty="0">
              <a:solidFill>
                <a:schemeClr val="tx1"/>
              </a:solidFill>
            </a:endParaRPr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66E8A1A1-3AB3-8B90-0892-D6FEDD116E6A}"/>
              </a:ext>
            </a:extLst>
          </p:cNvPr>
          <p:cNvSpPr txBox="1"/>
          <p:nvPr/>
        </p:nvSpPr>
        <p:spPr>
          <a:xfrm>
            <a:off x="1056734" y="4754150"/>
            <a:ext cx="3129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+</a:t>
            </a:r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DCEF8BDB-7F74-51DC-8682-C4611AA855FB}"/>
              </a:ext>
            </a:extLst>
          </p:cNvPr>
          <p:cNvSpPr txBox="1"/>
          <p:nvPr/>
        </p:nvSpPr>
        <p:spPr>
          <a:xfrm>
            <a:off x="5939511" y="4724727"/>
            <a:ext cx="3129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=</a:t>
            </a:r>
          </a:p>
        </p:txBody>
      </p:sp>
      <p:sp>
        <p:nvSpPr>
          <p:cNvPr id="122" name="Rectangle: Rounded Corners 121">
            <a:extLst>
              <a:ext uri="{FF2B5EF4-FFF2-40B4-BE49-F238E27FC236}">
                <a16:creationId xmlns:a16="http://schemas.microsoft.com/office/drawing/2014/main" id="{882A1EFB-9B5C-EA61-006E-EA6C1B3EA862}"/>
              </a:ext>
            </a:extLst>
          </p:cNvPr>
          <p:cNvSpPr/>
          <p:nvPr/>
        </p:nvSpPr>
        <p:spPr>
          <a:xfrm>
            <a:off x="6352777" y="4754150"/>
            <a:ext cx="736094" cy="2909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600" b="1" dirty="0">
              <a:solidFill>
                <a:srgbClr val="0070C0"/>
              </a:solidFill>
            </a:endParaRPr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15F7D960-EB7C-09FB-4623-DF6EA2E83691}"/>
              </a:ext>
            </a:extLst>
          </p:cNvPr>
          <p:cNvSpPr txBox="1"/>
          <p:nvPr/>
        </p:nvSpPr>
        <p:spPr>
          <a:xfrm>
            <a:off x="3660" y="4815706"/>
            <a:ext cx="30970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9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124" name="Rectangle: Rounded Corners 123">
            <a:extLst>
              <a:ext uri="{FF2B5EF4-FFF2-40B4-BE49-F238E27FC236}">
                <a16:creationId xmlns:a16="http://schemas.microsoft.com/office/drawing/2014/main" id="{1C4BB8C2-0689-AE6C-CE7A-EC7DCD98EB5A}"/>
              </a:ext>
            </a:extLst>
          </p:cNvPr>
          <p:cNvSpPr/>
          <p:nvPr/>
        </p:nvSpPr>
        <p:spPr>
          <a:xfrm>
            <a:off x="302995" y="4808733"/>
            <a:ext cx="736094" cy="2909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chemeClr val="tx1"/>
                </a:solidFill>
              </a:rPr>
              <a:t>0,25</a:t>
            </a:r>
          </a:p>
        </p:txBody>
      </p:sp>
      <p:sp>
        <p:nvSpPr>
          <p:cNvPr id="126" name="Rectangle: Rounded Corners 125">
            <a:extLst>
              <a:ext uri="{FF2B5EF4-FFF2-40B4-BE49-F238E27FC236}">
                <a16:creationId xmlns:a16="http://schemas.microsoft.com/office/drawing/2014/main" id="{6C3DA86E-7E98-6C5E-92B0-2B61E54169EE}"/>
              </a:ext>
            </a:extLst>
          </p:cNvPr>
          <p:cNvSpPr/>
          <p:nvPr/>
        </p:nvSpPr>
        <p:spPr>
          <a:xfrm>
            <a:off x="1387285" y="5355104"/>
            <a:ext cx="1925823" cy="290947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400" b="1" dirty="0">
                <a:solidFill>
                  <a:schemeClr val="tx1"/>
                </a:solidFill>
              </a:rPr>
              <a:t>Нөл бүтүн ондон беш</a:t>
            </a:r>
            <a:endParaRPr lang="en-GB" sz="1400" b="1" dirty="0">
              <a:solidFill>
                <a:schemeClr val="tx1"/>
              </a:solidFill>
            </a:endParaRPr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9BDABF49-89A8-672F-117F-1E296A25BC95}"/>
              </a:ext>
            </a:extLst>
          </p:cNvPr>
          <p:cNvSpPr txBox="1"/>
          <p:nvPr/>
        </p:nvSpPr>
        <p:spPr>
          <a:xfrm>
            <a:off x="1056734" y="5300523"/>
            <a:ext cx="3129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+</a:t>
            </a:r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F2FCBE34-8BE8-FBC7-1F1D-5750D1753174}"/>
              </a:ext>
            </a:extLst>
          </p:cNvPr>
          <p:cNvSpPr txBox="1"/>
          <p:nvPr/>
        </p:nvSpPr>
        <p:spPr>
          <a:xfrm>
            <a:off x="5949258" y="5300523"/>
            <a:ext cx="3129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=</a:t>
            </a:r>
          </a:p>
        </p:txBody>
      </p:sp>
      <p:sp>
        <p:nvSpPr>
          <p:cNvPr id="129" name="Rectangle: Rounded Corners 128">
            <a:extLst>
              <a:ext uri="{FF2B5EF4-FFF2-40B4-BE49-F238E27FC236}">
                <a16:creationId xmlns:a16="http://schemas.microsoft.com/office/drawing/2014/main" id="{18956078-B54D-9E70-5B31-398374F7EC30}"/>
              </a:ext>
            </a:extLst>
          </p:cNvPr>
          <p:cNvSpPr/>
          <p:nvPr/>
        </p:nvSpPr>
        <p:spPr>
          <a:xfrm>
            <a:off x="6352777" y="5348133"/>
            <a:ext cx="736094" cy="2909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600" b="1" dirty="0">
              <a:solidFill>
                <a:srgbClr val="0070C0"/>
              </a:solidFill>
            </a:endParaRPr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E5101AE1-A486-54DC-1E6D-23C32B47CF58}"/>
              </a:ext>
            </a:extLst>
          </p:cNvPr>
          <p:cNvSpPr txBox="1"/>
          <p:nvPr/>
        </p:nvSpPr>
        <p:spPr>
          <a:xfrm>
            <a:off x="-35614" y="5362079"/>
            <a:ext cx="38824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10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131" name="Rectangle: Rounded Corners 130">
            <a:extLst>
              <a:ext uri="{FF2B5EF4-FFF2-40B4-BE49-F238E27FC236}">
                <a16:creationId xmlns:a16="http://schemas.microsoft.com/office/drawing/2014/main" id="{F64C9246-7CD9-A7C2-943C-50F8457ACFA2}"/>
              </a:ext>
            </a:extLst>
          </p:cNvPr>
          <p:cNvSpPr/>
          <p:nvPr/>
        </p:nvSpPr>
        <p:spPr>
          <a:xfrm>
            <a:off x="302995" y="5355106"/>
            <a:ext cx="736094" cy="2909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chemeClr val="tx1"/>
                </a:solidFill>
              </a:rPr>
              <a:t>1,25</a:t>
            </a:r>
          </a:p>
        </p:txBody>
      </p:sp>
      <p:sp>
        <p:nvSpPr>
          <p:cNvPr id="133" name="Rectangle: Rounded Corners 132">
            <a:extLst>
              <a:ext uri="{FF2B5EF4-FFF2-40B4-BE49-F238E27FC236}">
                <a16:creationId xmlns:a16="http://schemas.microsoft.com/office/drawing/2014/main" id="{10A44AA1-7267-6F2D-521D-CF68055E3976}"/>
              </a:ext>
            </a:extLst>
          </p:cNvPr>
          <p:cNvSpPr/>
          <p:nvPr/>
        </p:nvSpPr>
        <p:spPr>
          <a:xfrm>
            <a:off x="1387285" y="5880860"/>
            <a:ext cx="1894395" cy="311564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400" b="1" dirty="0">
                <a:solidFill>
                  <a:schemeClr val="tx1"/>
                </a:solidFill>
              </a:rPr>
              <a:t>Нөл бүтүн жүздөн алты</a:t>
            </a:r>
            <a:endParaRPr lang="en-GB" sz="1400" b="1" dirty="0">
              <a:solidFill>
                <a:schemeClr val="tx1"/>
              </a:solidFill>
            </a:endParaRPr>
          </a:p>
        </p:txBody>
      </p:sp>
      <p:sp>
        <p:nvSpPr>
          <p:cNvPr id="134" name="TextBox 133">
            <a:extLst>
              <a:ext uri="{FF2B5EF4-FFF2-40B4-BE49-F238E27FC236}">
                <a16:creationId xmlns:a16="http://schemas.microsoft.com/office/drawing/2014/main" id="{17016F41-175C-1248-D8FF-A644B2E80051}"/>
              </a:ext>
            </a:extLst>
          </p:cNvPr>
          <p:cNvSpPr txBox="1"/>
          <p:nvPr/>
        </p:nvSpPr>
        <p:spPr>
          <a:xfrm>
            <a:off x="1056734" y="5846896"/>
            <a:ext cx="3129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+</a:t>
            </a:r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FC28B861-185B-CB5A-093B-31F00532BAC6}"/>
              </a:ext>
            </a:extLst>
          </p:cNvPr>
          <p:cNvSpPr txBox="1"/>
          <p:nvPr/>
        </p:nvSpPr>
        <p:spPr>
          <a:xfrm>
            <a:off x="5949258" y="5846896"/>
            <a:ext cx="3129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=</a:t>
            </a:r>
          </a:p>
        </p:txBody>
      </p:sp>
      <p:sp>
        <p:nvSpPr>
          <p:cNvPr id="136" name="Rectangle: Rounded Corners 135">
            <a:extLst>
              <a:ext uri="{FF2B5EF4-FFF2-40B4-BE49-F238E27FC236}">
                <a16:creationId xmlns:a16="http://schemas.microsoft.com/office/drawing/2014/main" id="{42CA18BF-8B38-E136-288B-0D43FFFE3562}"/>
              </a:ext>
            </a:extLst>
          </p:cNvPr>
          <p:cNvSpPr/>
          <p:nvPr/>
        </p:nvSpPr>
        <p:spPr>
          <a:xfrm>
            <a:off x="6352777" y="5849728"/>
            <a:ext cx="736094" cy="2909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600" b="1" dirty="0">
              <a:solidFill>
                <a:srgbClr val="0070C0"/>
              </a:solidFill>
            </a:endParaRPr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FCFF5AA9-DF2B-CA69-2204-C02BC747DFD9}"/>
              </a:ext>
            </a:extLst>
          </p:cNvPr>
          <p:cNvSpPr txBox="1"/>
          <p:nvPr/>
        </p:nvSpPr>
        <p:spPr>
          <a:xfrm>
            <a:off x="-35613" y="5908452"/>
            <a:ext cx="38824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11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138" name="Rectangle: Rounded Corners 137">
            <a:extLst>
              <a:ext uri="{FF2B5EF4-FFF2-40B4-BE49-F238E27FC236}">
                <a16:creationId xmlns:a16="http://schemas.microsoft.com/office/drawing/2014/main" id="{CEA317FE-89A7-9ABD-B9DC-06E22D78B36B}"/>
              </a:ext>
            </a:extLst>
          </p:cNvPr>
          <p:cNvSpPr/>
          <p:nvPr/>
        </p:nvSpPr>
        <p:spPr>
          <a:xfrm>
            <a:off x="302995" y="5901479"/>
            <a:ext cx="736094" cy="2909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chemeClr val="tx1"/>
                </a:solidFill>
              </a:rPr>
              <a:t>0,82</a:t>
            </a:r>
          </a:p>
        </p:txBody>
      </p:sp>
      <p:sp>
        <p:nvSpPr>
          <p:cNvPr id="140" name="Rectangle: Rounded Corners 139">
            <a:extLst>
              <a:ext uri="{FF2B5EF4-FFF2-40B4-BE49-F238E27FC236}">
                <a16:creationId xmlns:a16="http://schemas.microsoft.com/office/drawing/2014/main" id="{80A947EB-13F0-9E9B-C78F-480BF0082BDC}"/>
              </a:ext>
            </a:extLst>
          </p:cNvPr>
          <p:cNvSpPr/>
          <p:nvPr/>
        </p:nvSpPr>
        <p:spPr>
          <a:xfrm>
            <a:off x="1387286" y="6427233"/>
            <a:ext cx="1894394" cy="311564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400" b="1" dirty="0">
                <a:solidFill>
                  <a:schemeClr val="tx1"/>
                </a:solidFill>
              </a:rPr>
              <a:t>Нөл бүтүн ондон жети</a:t>
            </a:r>
            <a:endParaRPr lang="en-GB" sz="1400" b="1" dirty="0">
              <a:solidFill>
                <a:schemeClr val="tx1"/>
              </a:solidFill>
            </a:endParaRPr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id="{D9AB8E1A-4439-BF57-BDE5-B73FF07E59B2}"/>
              </a:ext>
            </a:extLst>
          </p:cNvPr>
          <p:cNvSpPr txBox="1"/>
          <p:nvPr/>
        </p:nvSpPr>
        <p:spPr>
          <a:xfrm>
            <a:off x="1056734" y="6393268"/>
            <a:ext cx="3129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+</a:t>
            </a:r>
          </a:p>
        </p:txBody>
      </p:sp>
      <p:sp>
        <p:nvSpPr>
          <p:cNvPr id="142" name="TextBox 141">
            <a:extLst>
              <a:ext uri="{FF2B5EF4-FFF2-40B4-BE49-F238E27FC236}">
                <a16:creationId xmlns:a16="http://schemas.microsoft.com/office/drawing/2014/main" id="{CD209C94-51FF-C0B0-5934-0C7F4254DF58}"/>
              </a:ext>
            </a:extLst>
          </p:cNvPr>
          <p:cNvSpPr txBox="1"/>
          <p:nvPr/>
        </p:nvSpPr>
        <p:spPr>
          <a:xfrm>
            <a:off x="5939510" y="6454824"/>
            <a:ext cx="3129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=</a:t>
            </a:r>
          </a:p>
        </p:txBody>
      </p:sp>
      <p:sp>
        <p:nvSpPr>
          <p:cNvPr id="143" name="Rectangle: Rounded Corners 142">
            <a:extLst>
              <a:ext uri="{FF2B5EF4-FFF2-40B4-BE49-F238E27FC236}">
                <a16:creationId xmlns:a16="http://schemas.microsoft.com/office/drawing/2014/main" id="{8D015A86-B7E1-2D9A-7F70-C20F547BE5F8}"/>
              </a:ext>
            </a:extLst>
          </p:cNvPr>
          <p:cNvSpPr/>
          <p:nvPr/>
        </p:nvSpPr>
        <p:spPr>
          <a:xfrm>
            <a:off x="6352777" y="6458048"/>
            <a:ext cx="736094" cy="2909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600" b="1" dirty="0">
              <a:solidFill>
                <a:srgbClr val="0070C0"/>
              </a:solidFill>
            </a:endParaRPr>
          </a:p>
        </p:txBody>
      </p:sp>
      <p:sp>
        <p:nvSpPr>
          <p:cNvPr id="144" name="TextBox 143">
            <a:extLst>
              <a:ext uri="{FF2B5EF4-FFF2-40B4-BE49-F238E27FC236}">
                <a16:creationId xmlns:a16="http://schemas.microsoft.com/office/drawing/2014/main" id="{57FBBA55-56EC-E348-5BF0-41948D4A1637}"/>
              </a:ext>
            </a:extLst>
          </p:cNvPr>
          <p:cNvSpPr txBox="1"/>
          <p:nvPr/>
        </p:nvSpPr>
        <p:spPr>
          <a:xfrm>
            <a:off x="-35614" y="6454824"/>
            <a:ext cx="38824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>
                <a:solidFill>
                  <a:schemeClr val="bg1">
                    <a:lumMod val="50000"/>
                  </a:schemeClr>
                </a:solidFill>
              </a:rPr>
              <a:t>12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145" name="Rectangle: Rounded Corners 144">
            <a:extLst>
              <a:ext uri="{FF2B5EF4-FFF2-40B4-BE49-F238E27FC236}">
                <a16:creationId xmlns:a16="http://schemas.microsoft.com/office/drawing/2014/main" id="{B1788891-D85E-25BC-9E40-43973F40C37F}"/>
              </a:ext>
            </a:extLst>
          </p:cNvPr>
          <p:cNvSpPr/>
          <p:nvPr/>
        </p:nvSpPr>
        <p:spPr>
          <a:xfrm>
            <a:off x="302995" y="6447851"/>
            <a:ext cx="736094" cy="2909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chemeClr val="tx1"/>
                </a:solidFill>
              </a:rPr>
              <a:t>1,78</a:t>
            </a:r>
          </a:p>
        </p:txBody>
      </p:sp>
      <p:sp>
        <p:nvSpPr>
          <p:cNvPr id="146" name="Rectangle: Rounded Corners 145">
            <a:extLst>
              <a:ext uri="{FF2B5EF4-FFF2-40B4-BE49-F238E27FC236}">
                <a16:creationId xmlns:a16="http://schemas.microsoft.com/office/drawing/2014/main" id="{7EC4EB63-0D08-D81E-0D39-54C7B2145CB1}"/>
              </a:ext>
            </a:extLst>
          </p:cNvPr>
          <p:cNvSpPr/>
          <p:nvPr/>
        </p:nvSpPr>
        <p:spPr>
          <a:xfrm>
            <a:off x="3816988" y="4764882"/>
            <a:ext cx="2022164" cy="30338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400" b="1" dirty="0">
                <a:solidFill>
                  <a:schemeClr val="tx1"/>
                </a:solidFill>
              </a:rPr>
              <a:t>Нөл бүтүн жүздөн эки</a:t>
            </a:r>
            <a:endParaRPr lang="en-GB" sz="1400" b="1" dirty="0">
              <a:solidFill>
                <a:schemeClr val="tx1"/>
              </a:solidFill>
            </a:endParaRPr>
          </a:p>
        </p:txBody>
      </p:sp>
      <p:sp>
        <p:nvSpPr>
          <p:cNvPr id="151" name="TextBox 150">
            <a:extLst>
              <a:ext uri="{FF2B5EF4-FFF2-40B4-BE49-F238E27FC236}">
                <a16:creationId xmlns:a16="http://schemas.microsoft.com/office/drawing/2014/main" id="{4800897B-32BD-FBF7-FD8B-D00541EE9B4B}"/>
              </a:ext>
            </a:extLst>
          </p:cNvPr>
          <p:cNvSpPr txBox="1"/>
          <p:nvPr/>
        </p:nvSpPr>
        <p:spPr>
          <a:xfrm>
            <a:off x="3403722" y="4743842"/>
            <a:ext cx="3129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+</a:t>
            </a:r>
          </a:p>
        </p:txBody>
      </p:sp>
      <p:sp>
        <p:nvSpPr>
          <p:cNvPr id="154" name="Rectangle: Rounded Corners 153">
            <a:extLst>
              <a:ext uri="{FF2B5EF4-FFF2-40B4-BE49-F238E27FC236}">
                <a16:creationId xmlns:a16="http://schemas.microsoft.com/office/drawing/2014/main" id="{FFE093F4-FCD6-E9AA-63C8-DDDBDA8784C0}"/>
              </a:ext>
            </a:extLst>
          </p:cNvPr>
          <p:cNvSpPr/>
          <p:nvPr/>
        </p:nvSpPr>
        <p:spPr>
          <a:xfrm>
            <a:off x="3816988" y="5362079"/>
            <a:ext cx="2041658" cy="283972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400" b="1" dirty="0">
                <a:solidFill>
                  <a:schemeClr val="tx1"/>
                </a:solidFill>
              </a:rPr>
              <a:t>Нөл бүтүн жүздөн беш</a:t>
            </a:r>
            <a:endParaRPr lang="en-GB" sz="1400" b="1" dirty="0">
              <a:solidFill>
                <a:schemeClr val="tx1"/>
              </a:solidFill>
            </a:endParaRPr>
          </a:p>
        </p:txBody>
      </p:sp>
      <p:sp>
        <p:nvSpPr>
          <p:cNvPr id="155" name="TextBox 154">
            <a:extLst>
              <a:ext uri="{FF2B5EF4-FFF2-40B4-BE49-F238E27FC236}">
                <a16:creationId xmlns:a16="http://schemas.microsoft.com/office/drawing/2014/main" id="{99E9104B-DDE8-A0B1-4B42-133C71345692}"/>
              </a:ext>
            </a:extLst>
          </p:cNvPr>
          <p:cNvSpPr txBox="1"/>
          <p:nvPr/>
        </p:nvSpPr>
        <p:spPr>
          <a:xfrm>
            <a:off x="3403721" y="5293550"/>
            <a:ext cx="3129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+</a:t>
            </a:r>
          </a:p>
        </p:txBody>
      </p:sp>
      <p:sp>
        <p:nvSpPr>
          <p:cNvPr id="156" name="Rectangle: Rounded Corners 155">
            <a:extLst>
              <a:ext uri="{FF2B5EF4-FFF2-40B4-BE49-F238E27FC236}">
                <a16:creationId xmlns:a16="http://schemas.microsoft.com/office/drawing/2014/main" id="{7296F239-D6D0-FDB0-73B7-7466B88B11CD}"/>
              </a:ext>
            </a:extLst>
          </p:cNvPr>
          <p:cNvSpPr/>
          <p:nvPr/>
        </p:nvSpPr>
        <p:spPr>
          <a:xfrm>
            <a:off x="3816988" y="5938045"/>
            <a:ext cx="2022164" cy="254379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400" b="1" dirty="0">
                <a:solidFill>
                  <a:schemeClr val="tx1"/>
                </a:solidFill>
              </a:rPr>
              <a:t>Нөл бүтүн ондон жети</a:t>
            </a:r>
            <a:endParaRPr lang="en-GB" sz="1400" b="1" dirty="0">
              <a:solidFill>
                <a:schemeClr val="tx1"/>
              </a:solidFill>
            </a:endParaRPr>
          </a:p>
        </p:txBody>
      </p:sp>
      <p:sp>
        <p:nvSpPr>
          <p:cNvPr id="157" name="TextBox 156">
            <a:extLst>
              <a:ext uri="{FF2B5EF4-FFF2-40B4-BE49-F238E27FC236}">
                <a16:creationId xmlns:a16="http://schemas.microsoft.com/office/drawing/2014/main" id="{F6A23FB5-5946-918F-B6D4-74679E5575F6}"/>
              </a:ext>
            </a:extLst>
          </p:cNvPr>
          <p:cNvSpPr txBox="1"/>
          <p:nvPr/>
        </p:nvSpPr>
        <p:spPr>
          <a:xfrm>
            <a:off x="3403721" y="5871503"/>
            <a:ext cx="3129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+</a:t>
            </a:r>
          </a:p>
        </p:txBody>
      </p:sp>
      <p:sp>
        <p:nvSpPr>
          <p:cNvPr id="158" name="Rectangle: Rounded Corners 157">
            <a:extLst>
              <a:ext uri="{FF2B5EF4-FFF2-40B4-BE49-F238E27FC236}">
                <a16:creationId xmlns:a16="http://schemas.microsoft.com/office/drawing/2014/main" id="{7CAD991F-3D5C-BF40-E871-3F64B3BF9374}"/>
              </a:ext>
            </a:extLst>
          </p:cNvPr>
          <p:cNvSpPr/>
          <p:nvPr/>
        </p:nvSpPr>
        <p:spPr>
          <a:xfrm>
            <a:off x="3816988" y="6444253"/>
            <a:ext cx="2041658" cy="304739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400" b="1" dirty="0">
                <a:solidFill>
                  <a:schemeClr val="tx1"/>
                </a:solidFill>
              </a:rPr>
              <a:t>Нөл бүтүн жүздөн он</a:t>
            </a:r>
            <a:endParaRPr lang="en-GB" sz="1400" b="1" dirty="0">
              <a:solidFill>
                <a:schemeClr val="tx1"/>
              </a:solidFill>
            </a:endParaRPr>
          </a:p>
        </p:txBody>
      </p:sp>
      <p:sp>
        <p:nvSpPr>
          <p:cNvPr id="159" name="TextBox 158">
            <a:extLst>
              <a:ext uri="{FF2B5EF4-FFF2-40B4-BE49-F238E27FC236}">
                <a16:creationId xmlns:a16="http://schemas.microsoft.com/office/drawing/2014/main" id="{EBE751CB-8B7B-BB10-688A-60D4A33A38A1}"/>
              </a:ext>
            </a:extLst>
          </p:cNvPr>
          <p:cNvSpPr txBox="1"/>
          <p:nvPr/>
        </p:nvSpPr>
        <p:spPr>
          <a:xfrm>
            <a:off x="3403721" y="6391987"/>
            <a:ext cx="3129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+</a:t>
            </a:r>
          </a:p>
        </p:txBody>
      </p:sp>
    </p:spTree>
    <p:extLst>
      <p:ext uri="{BB962C8B-B14F-4D97-AF65-F5344CB8AC3E}">
        <p14:creationId xmlns:p14="http://schemas.microsoft.com/office/powerpoint/2010/main" val="10068033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F25A42F1-035D-4220-8486-BD9E60CA5899}"/>
              </a:ext>
            </a:extLst>
          </p:cNvPr>
          <p:cNvSpPr txBox="1"/>
          <p:nvPr/>
        </p:nvSpPr>
        <p:spPr>
          <a:xfrm>
            <a:off x="1270494" y="-1761"/>
            <a:ext cx="24272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Bauhaus 93" panose="04030905020B02020C02" pitchFamily="82" charset="0"/>
                <a:ea typeface="+mn-ea"/>
                <a:cs typeface="+mn-cs"/>
              </a:rPr>
              <a:t>Сандар жана сөздөр</a:t>
            </a:r>
            <a:endParaRPr kumimoji="0" lang="en-GB" sz="18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Bauhaus 93" panose="04030905020B02020C02" pitchFamily="82" charset="0"/>
              <a:ea typeface="+mn-ea"/>
              <a:cs typeface="+mn-cs"/>
            </a:endParaRP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B25118E8-0B37-1A36-5422-B6810B6E9A53}"/>
              </a:ext>
            </a:extLst>
          </p:cNvPr>
          <p:cNvSpPr/>
          <p:nvPr/>
        </p:nvSpPr>
        <p:spPr>
          <a:xfrm>
            <a:off x="1994809" y="422155"/>
            <a:ext cx="1959933" cy="326824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Нөл бүтүн ондон төрт</a:t>
            </a: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7F2E84D-7C44-ED0E-2684-B347844A331A}"/>
              </a:ext>
            </a:extLst>
          </p:cNvPr>
          <p:cNvSpPr txBox="1"/>
          <p:nvPr/>
        </p:nvSpPr>
        <p:spPr>
          <a:xfrm>
            <a:off x="1609184" y="383166"/>
            <a:ext cx="3129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+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FB45864-BD7C-A628-7C85-C6C79724F96B}"/>
              </a:ext>
            </a:extLst>
          </p:cNvPr>
          <p:cNvSpPr txBox="1"/>
          <p:nvPr/>
        </p:nvSpPr>
        <p:spPr>
          <a:xfrm>
            <a:off x="4093553" y="380252"/>
            <a:ext cx="3129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=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1147E015-FB8E-A1EC-FE21-B2F224063E74}"/>
              </a:ext>
            </a:extLst>
          </p:cNvPr>
          <p:cNvSpPr/>
          <p:nvPr/>
        </p:nvSpPr>
        <p:spPr>
          <a:xfrm>
            <a:off x="4453333" y="422155"/>
            <a:ext cx="736094" cy="326824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b="1">
                <a:solidFill>
                  <a:srgbClr val="0070C0"/>
                </a:solidFill>
              </a:rPr>
              <a:t>0,57</a:t>
            </a:r>
            <a:endParaRPr lang="en-GB" sz="1600" b="1" dirty="0">
              <a:solidFill>
                <a:srgbClr val="0070C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C328DC0-6BB3-0C3B-E991-A658F01F243C}"/>
              </a:ext>
            </a:extLst>
          </p:cNvPr>
          <p:cNvSpPr txBox="1"/>
          <p:nvPr/>
        </p:nvSpPr>
        <p:spPr>
          <a:xfrm>
            <a:off x="556111" y="444722"/>
            <a:ext cx="30970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y-KG" sz="1200" dirty="0">
                <a:solidFill>
                  <a:prstClr val="white">
                    <a:lumMod val="50000"/>
                  </a:prstClr>
                </a:solidFill>
                <a:latin typeface="Calibri" panose="020F0502020204030204"/>
              </a:rPr>
              <a:t>1</a:t>
            </a: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)</a:t>
            </a: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FEF0B028-11C2-64A9-9C5A-ACF6E3B4E025}"/>
              </a:ext>
            </a:extLst>
          </p:cNvPr>
          <p:cNvSpPr/>
          <p:nvPr/>
        </p:nvSpPr>
        <p:spPr>
          <a:xfrm>
            <a:off x="855445" y="437749"/>
            <a:ext cx="736094" cy="2909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0,17</a:t>
            </a:r>
            <a:endParaRPr kumimoji="0" lang="en-GB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2F9CC5A0-ED51-CE11-960E-D675AF5F9899}"/>
              </a:ext>
            </a:extLst>
          </p:cNvPr>
          <p:cNvSpPr/>
          <p:nvPr/>
        </p:nvSpPr>
        <p:spPr>
          <a:xfrm>
            <a:off x="1939736" y="991095"/>
            <a:ext cx="2022164" cy="283971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Нөл бүтүн жүздөн эки</a:t>
            </a: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0FD9EBC4-AAEF-EFC4-E85E-DB865F4C73D8}"/>
              </a:ext>
            </a:extLst>
          </p:cNvPr>
          <p:cNvSpPr txBox="1"/>
          <p:nvPr/>
        </p:nvSpPr>
        <p:spPr>
          <a:xfrm>
            <a:off x="1609184" y="929539"/>
            <a:ext cx="3129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+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6801B88D-61B7-598B-2CB6-1159A6B10412}"/>
              </a:ext>
            </a:extLst>
          </p:cNvPr>
          <p:cNvSpPr txBox="1"/>
          <p:nvPr/>
        </p:nvSpPr>
        <p:spPr>
          <a:xfrm>
            <a:off x="4093553" y="917945"/>
            <a:ext cx="3129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=</a:t>
            </a:r>
          </a:p>
        </p:txBody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3B13EC74-3BA2-5FCC-45EF-27A8A590B3CB}"/>
              </a:ext>
            </a:extLst>
          </p:cNvPr>
          <p:cNvSpPr/>
          <p:nvPr/>
        </p:nvSpPr>
        <p:spPr>
          <a:xfrm>
            <a:off x="4453333" y="972528"/>
            <a:ext cx="736094" cy="2909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b="1" dirty="0">
                <a:solidFill>
                  <a:srgbClr val="0070C0"/>
                </a:solidFill>
              </a:rPr>
              <a:t>0,83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85B21C4D-E630-CE8C-2D2A-9CB51D4980E4}"/>
              </a:ext>
            </a:extLst>
          </p:cNvPr>
          <p:cNvSpPr txBox="1"/>
          <p:nvPr/>
        </p:nvSpPr>
        <p:spPr>
          <a:xfrm>
            <a:off x="556111" y="991095"/>
            <a:ext cx="30970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y-KG" sz="1200" dirty="0">
                <a:solidFill>
                  <a:prstClr val="white">
                    <a:lumMod val="50000"/>
                  </a:prstClr>
                </a:solidFill>
                <a:latin typeface="Calibri" panose="020F0502020204030204"/>
              </a:rPr>
              <a:t>2</a:t>
            </a: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)</a:t>
            </a:r>
          </a:p>
        </p:txBody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0D00B9E2-2B3C-2145-1764-8BD60417205B}"/>
              </a:ext>
            </a:extLst>
          </p:cNvPr>
          <p:cNvSpPr/>
          <p:nvPr/>
        </p:nvSpPr>
        <p:spPr>
          <a:xfrm>
            <a:off x="855445" y="984122"/>
            <a:ext cx="736094" cy="2909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0,81</a:t>
            </a:r>
            <a:endParaRPr kumimoji="0" lang="en-GB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D5D87490-0E11-1C68-1002-6FAB38452C83}"/>
              </a:ext>
            </a:extLst>
          </p:cNvPr>
          <p:cNvSpPr/>
          <p:nvPr/>
        </p:nvSpPr>
        <p:spPr>
          <a:xfrm>
            <a:off x="1939736" y="1530493"/>
            <a:ext cx="2015006" cy="308501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Нөл бүтүн ондон үч</a:t>
            </a: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7FE1A9F9-97C4-5DB4-ACAB-0ECD2DA9BA0E}"/>
              </a:ext>
            </a:extLst>
          </p:cNvPr>
          <p:cNvSpPr txBox="1"/>
          <p:nvPr/>
        </p:nvSpPr>
        <p:spPr>
          <a:xfrm>
            <a:off x="1609184" y="1475912"/>
            <a:ext cx="3129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+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65CC6ADB-41C5-4D66-BE75-C0944AE35297}"/>
              </a:ext>
            </a:extLst>
          </p:cNvPr>
          <p:cNvSpPr txBox="1"/>
          <p:nvPr/>
        </p:nvSpPr>
        <p:spPr>
          <a:xfrm>
            <a:off x="4067641" y="1484688"/>
            <a:ext cx="3129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=</a:t>
            </a: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E002E5E5-EED5-5B86-875D-38AF0FC825D1}"/>
              </a:ext>
            </a:extLst>
          </p:cNvPr>
          <p:cNvSpPr/>
          <p:nvPr/>
        </p:nvSpPr>
        <p:spPr>
          <a:xfrm>
            <a:off x="4453333" y="1546146"/>
            <a:ext cx="736094" cy="2909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b="1">
                <a:solidFill>
                  <a:srgbClr val="0070C0"/>
                </a:solidFill>
              </a:rPr>
              <a:t>1,2</a:t>
            </a:r>
            <a:endParaRPr lang="en-GB" sz="1600" b="1" dirty="0">
              <a:solidFill>
                <a:srgbClr val="0070C0"/>
              </a:solidFill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F6B25C5B-A629-0B9B-0339-F3C052B891BC}"/>
              </a:ext>
            </a:extLst>
          </p:cNvPr>
          <p:cNvSpPr txBox="1"/>
          <p:nvPr/>
        </p:nvSpPr>
        <p:spPr>
          <a:xfrm>
            <a:off x="556111" y="1537468"/>
            <a:ext cx="30970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y-KG" sz="1200" dirty="0">
                <a:solidFill>
                  <a:prstClr val="white">
                    <a:lumMod val="50000"/>
                  </a:prstClr>
                </a:solidFill>
                <a:latin typeface="Calibri" panose="020F0502020204030204"/>
              </a:rPr>
              <a:t>3</a:t>
            </a: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)</a:t>
            </a: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70CAEB52-8F7E-6075-CA59-A836E4D81E32}"/>
              </a:ext>
            </a:extLst>
          </p:cNvPr>
          <p:cNvSpPr/>
          <p:nvPr/>
        </p:nvSpPr>
        <p:spPr>
          <a:xfrm>
            <a:off x="855445" y="1530495"/>
            <a:ext cx="736094" cy="2909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0,8</a:t>
            </a:r>
            <a:endParaRPr kumimoji="0" lang="en-GB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3" name="Rectangle: Rounded Corners 52">
            <a:extLst>
              <a:ext uri="{FF2B5EF4-FFF2-40B4-BE49-F238E27FC236}">
                <a16:creationId xmlns:a16="http://schemas.microsoft.com/office/drawing/2014/main" id="{ED0C1B87-E993-3C9D-964D-E7DCB33EEC82}"/>
              </a:ext>
            </a:extLst>
          </p:cNvPr>
          <p:cNvSpPr/>
          <p:nvPr/>
        </p:nvSpPr>
        <p:spPr>
          <a:xfrm>
            <a:off x="1939736" y="2059312"/>
            <a:ext cx="2015006" cy="308501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Нөл бүтүн ондон эки</a:t>
            </a: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8EC51673-7BE2-0532-C441-EFB0DFB80551}"/>
              </a:ext>
            </a:extLst>
          </p:cNvPr>
          <p:cNvSpPr txBox="1"/>
          <p:nvPr/>
        </p:nvSpPr>
        <p:spPr>
          <a:xfrm>
            <a:off x="1609184" y="2022285"/>
            <a:ext cx="3129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+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4B40C4CD-696E-35AA-3B15-C5DCB1576A6F}"/>
              </a:ext>
            </a:extLst>
          </p:cNvPr>
          <p:cNvSpPr txBox="1"/>
          <p:nvPr/>
        </p:nvSpPr>
        <p:spPr>
          <a:xfrm>
            <a:off x="4055014" y="2048120"/>
            <a:ext cx="3129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=</a:t>
            </a:r>
          </a:p>
        </p:txBody>
      </p: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E0A377B4-962B-8F97-7679-C038289A66C5}"/>
              </a:ext>
            </a:extLst>
          </p:cNvPr>
          <p:cNvSpPr/>
          <p:nvPr/>
        </p:nvSpPr>
        <p:spPr>
          <a:xfrm>
            <a:off x="4453333" y="2069895"/>
            <a:ext cx="736094" cy="2909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b="1">
                <a:solidFill>
                  <a:srgbClr val="0070C0"/>
                </a:solidFill>
              </a:rPr>
              <a:t>0,311</a:t>
            </a:r>
            <a:endParaRPr lang="en-GB" sz="1600" b="1" dirty="0">
              <a:solidFill>
                <a:srgbClr val="0070C0"/>
              </a:solidFill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877103D7-E446-802E-06F4-9CD2D6584B89}"/>
              </a:ext>
            </a:extLst>
          </p:cNvPr>
          <p:cNvSpPr txBox="1"/>
          <p:nvPr/>
        </p:nvSpPr>
        <p:spPr>
          <a:xfrm>
            <a:off x="556111" y="2083841"/>
            <a:ext cx="30970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y-KG" sz="1200" dirty="0">
                <a:solidFill>
                  <a:prstClr val="white">
                    <a:lumMod val="50000"/>
                  </a:prstClr>
                </a:solidFill>
                <a:latin typeface="Calibri" panose="020F0502020204030204"/>
              </a:rPr>
              <a:t>4</a:t>
            </a: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)</a:t>
            </a:r>
          </a:p>
        </p:txBody>
      </p:sp>
      <p:sp>
        <p:nvSpPr>
          <p:cNvPr id="58" name="Rectangle: Rounded Corners 57">
            <a:extLst>
              <a:ext uri="{FF2B5EF4-FFF2-40B4-BE49-F238E27FC236}">
                <a16:creationId xmlns:a16="http://schemas.microsoft.com/office/drawing/2014/main" id="{5A178E48-042C-0FF3-C367-10F1EB4F975B}"/>
              </a:ext>
            </a:extLst>
          </p:cNvPr>
          <p:cNvSpPr/>
          <p:nvPr/>
        </p:nvSpPr>
        <p:spPr>
          <a:xfrm>
            <a:off x="855445" y="2076868"/>
            <a:ext cx="736094" cy="2909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0,111</a:t>
            </a:r>
          </a:p>
        </p:txBody>
      </p:sp>
      <p:sp>
        <p:nvSpPr>
          <p:cNvPr id="60" name="Rectangle: Rounded Corners 59">
            <a:extLst>
              <a:ext uri="{FF2B5EF4-FFF2-40B4-BE49-F238E27FC236}">
                <a16:creationId xmlns:a16="http://schemas.microsoft.com/office/drawing/2014/main" id="{AE15375C-C796-8AF1-A664-64DBE305DF6C}"/>
              </a:ext>
            </a:extLst>
          </p:cNvPr>
          <p:cNvSpPr/>
          <p:nvPr/>
        </p:nvSpPr>
        <p:spPr>
          <a:xfrm>
            <a:off x="1939736" y="2640794"/>
            <a:ext cx="2022164" cy="273392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Нөл бүтүн жүздөн эки</a:t>
            </a: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3474B9AC-6E8A-69FC-7B42-F144C28162F2}"/>
              </a:ext>
            </a:extLst>
          </p:cNvPr>
          <p:cNvSpPr txBox="1"/>
          <p:nvPr/>
        </p:nvSpPr>
        <p:spPr>
          <a:xfrm>
            <a:off x="1609184" y="2568658"/>
            <a:ext cx="3129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+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B2D8F05A-0026-73EF-C73F-44D17206DF90}"/>
              </a:ext>
            </a:extLst>
          </p:cNvPr>
          <p:cNvSpPr txBox="1"/>
          <p:nvPr/>
        </p:nvSpPr>
        <p:spPr>
          <a:xfrm>
            <a:off x="4066199" y="2597316"/>
            <a:ext cx="3129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=</a:t>
            </a:r>
          </a:p>
        </p:txBody>
      </p:sp>
      <p:sp>
        <p:nvSpPr>
          <p:cNvPr id="63" name="Rectangle: Rounded Corners 62">
            <a:extLst>
              <a:ext uri="{FF2B5EF4-FFF2-40B4-BE49-F238E27FC236}">
                <a16:creationId xmlns:a16="http://schemas.microsoft.com/office/drawing/2014/main" id="{FB08234E-5C1B-39E4-0003-A71C5167CDD4}"/>
              </a:ext>
            </a:extLst>
          </p:cNvPr>
          <p:cNvSpPr/>
          <p:nvPr/>
        </p:nvSpPr>
        <p:spPr>
          <a:xfrm>
            <a:off x="4454442" y="2638892"/>
            <a:ext cx="736094" cy="2909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b="1">
                <a:solidFill>
                  <a:srgbClr val="0070C0"/>
                </a:solidFill>
              </a:rPr>
              <a:t>0,21</a:t>
            </a:r>
            <a:endParaRPr lang="en-GB" sz="1600" b="1" dirty="0">
              <a:solidFill>
                <a:srgbClr val="0070C0"/>
              </a:solidFill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AC164C30-1242-D8C7-0CAA-79A62B9E6790}"/>
              </a:ext>
            </a:extLst>
          </p:cNvPr>
          <p:cNvSpPr txBox="1"/>
          <p:nvPr/>
        </p:nvSpPr>
        <p:spPr>
          <a:xfrm>
            <a:off x="556111" y="2630214"/>
            <a:ext cx="30970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y-KG" sz="1200" dirty="0">
                <a:solidFill>
                  <a:prstClr val="white">
                    <a:lumMod val="50000"/>
                  </a:prstClr>
                </a:solidFill>
                <a:latin typeface="Calibri" panose="020F0502020204030204"/>
              </a:rPr>
              <a:t>5</a:t>
            </a: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)</a:t>
            </a:r>
          </a:p>
        </p:txBody>
      </p:sp>
      <p:sp>
        <p:nvSpPr>
          <p:cNvPr id="72" name="Rectangle: Rounded Corners 71">
            <a:extLst>
              <a:ext uri="{FF2B5EF4-FFF2-40B4-BE49-F238E27FC236}">
                <a16:creationId xmlns:a16="http://schemas.microsoft.com/office/drawing/2014/main" id="{77BF3F16-A6A1-B9D1-ECB7-4DF9E6AEE273}"/>
              </a:ext>
            </a:extLst>
          </p:cNvPr>
          <p:cNvSpPr/>
          <p:nvPr/>
        </p:nvSpPr>
        <p:spPr>
          <a:xfrm>
            <a:off x="855445" y="2623241"/>
            <a:ext cx="736094" cy="2909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0,19</a:t>
            </a:r>
            <a:endParaRPr kumimoji="0" lang="en-GB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4" name="Rectangle: Rounded Corners 73">
            <a:extLst>
              <a:ext uri="{FF2B5EF4-FFF2-40B4-BE49-F238E27FC236}">
                <a16:creationId xmlns:a16="http://schemas.microsoft.com/office/drawing/2014/main" id="{6C053959-F633-B42B-5B72-725BFB2F13F2}"/>
              </a:ext>
            </a:extLst>
          </p:cNvPr>
          <p:cNvSpPr/>
          <p:nvPr/>
        </p:nvSpPr>
        <p:spPr>
          <a:xfrm>
            <a:off x="1939736" y="3169920"/>
            <a:ext cx="1982024" cy="290638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Нөл бүтүн ондон жети</a:t>
            </a: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E56D7659-B4DB-F46C-19C0-E6630A5C06D6}"/>
              </a:ext>
            </a:extLst>
          </p:cNvPr>
          <p:cNvSpPr txBox="1"/>
          <p:nvPr/>
        </p:nvSpPr>
        <p:spPr>
          <a:xfrm>
            <a:off x="1609184" y="3115031"/>
            <a:ext cx="3129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+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80655C02-80A5-86B3-7244-D1E865FB44B6}"/>
              </a:ext>
            </a:extLst>
          </p:cNvPr>
          <p:cNvSpPr txBox="1"/>
          <p:nvPr/>
        </p:nvSpPr>
        <p:spPr>
          <a:xfrm>
            <a:off x="4044081" y="3142095"/>
            <a:ext cx="3129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=</a:t>
            </a:r>
          </a:p>
        </p:txBody>
      </p:sp>
      <p:sp>
        <p:nvSpPr>
          <p:cNvPr id="101" name="Rectangle: Rounded Corners 100">
            <a:extLst>
              <a:ext uri="{FF2B5EF4-FFF2-40B4-BE49-F238E27FC236}">
                <a16:creationId xmlns:a16="http://schemas.microsoft.com/office/drawing/2014/main" id="{1546902C-AC32-F37D-7253-D4B5C55CB62F}"/>
              </a:ext>
            </a:extLst>
          </p:cNvPr>
          <p:cNvSpPr/>
          <p:nvPr/>
        </p:nvSpPr>
        <p:spPr>
          <a:xfrm>
            <a:off x="4453333" y="3159680"/>
            <a:ext cx="736094" cy="2909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600" b="1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52F21717-96F0-F5AF-5223-5914D535B058}"/>
              </a:ext>
            </a:extLst>
          </p:cNvPr>
          <p:cNvSpPr txBox="1"/>
          <p:nvPr/>
        </p:nvSpPr>
        <p:spPr>
          <a:xfrm>
            <a:off x="556110" y="3176587"/>
            <a:ext cx="30970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y-KG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6</a:t>
            </a: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)</a:t>
            </a:r>
          </a:p>
        </p:txBody>
      </p:sp>
      <p:sp>
        <p:nvSpPr>
          <p:cNvPr id="103" name="Rectangle: Rounded Corners 102">
            <a:extLst>
              <a:ext uri="{FF2B5EF4-FFF2-40B4-BE49-F238E27FC236}">
                <a16:creationId xmlns:a16="http://schemas.microsoft.com/office/drawing/2014/main" id="{DC840A30-F30A-AB3A-7E34-5ABE9673345C}"/>
              </a:ext>
            </a:extLst>
          </p:cNvPr>
          <p:cNvSpPr/>
          <p:nvPr/>
        </p:nvSpPr>
        <p:spPr>
          <a:xfrm>
            <a:off x="855445" y="3169614"/>
            <a:ext cx="736094" cy="2909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1,8</a:t>
            </a:r>
            <a:endParaRPr kumimoji="0" lang="en-GB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5" name="Rectangle: Rounded Corners 104">
            <a:extLst>
              <a:ext uri="{FF2B5EF4-FFF2-40B4-BE49-F238E27FC236}">
                <a16:creationId xmlns:a16="http://schemas.microsoft.com/office/drawing/2014/main" id="{D1F83D9F-EA31-E44A-DD82-280895B9DD3D}"/>
              </a:ext>
            </a:extLst>
          </p:cNvPr>
          <p:cNvSpPr/>
          <p:nvPr/>
        </p:nvSpPr>
        <p:spPr>
          <a:xfrm>
            <a:off x="1939735" y="3715985"/>
            <a:ext cx="1982024" cy="290947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Нөл бүтүн жүздөн он</a:t>
            </a: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6EA95877-5866-3A73-FCB2-A7685CD82814}"/>
              </a:ext>
            </a:extLst>
          </p:cNvPr>
          <p:cNvSpPr txBox="1"/>
          <p:nvPr/>
        </p:nvSpPr>
        <p:spPr>
          <a:xfrm>
            <a:off x="1609184" y="3661404"/>
            <a:ext cx="3129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+</a:t>
            </a: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785F7E1E-906C-68C6-FF11-8BAC55B03E84}"/>
              </a:ext>
            </a:extLst>
          </p:cNvPr>
          <p:cNvSpPr txBox="1"/>
          <p:nvPr/>
        </p:nvSpPr>
        <p:spPr>
          <a:xfrm>
            <a:off x="4066198" y="3661404"/>
            <a:ext cx="3129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=</a:t>
            </a:r>
          </a:p>
        </p:txBody>
      </p:sp>
      <p:sp>
        <p:nvSpPr>
          <p:cNvPr id="108" name="Rectangle: Rounded Corners 107">
            <a:extLst>
              <a:ext uri="{FF2B5EF4-FFF2-40B4-BE49-F238E27FC236}">
                <a16:creationId xmlns:a16="http://schemas.microsoft.com/office/drawing/2014/main" id="{449E0F49-3EC4-E8BD-CD01-253732A20FB4}"/>
              </a:ext>
            </a:extLst>
          </p:cNvPr>
          <p:cNvSpPr/>
          <p:nvPr/>
        </p:nvSpPr>
        <p:spPr>
          <a:xfrm>
            <a:off x="4454886" y="3706052"/>
            <a:ext cx="736094" cy="2909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600" b="1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405A48E0-7002-D2B9-A79A-5CB3A1DBEFCA}"/>
              </a:ext>
            </a:extLst>
          </p:cNvPr>
          <p:cNvSpPr txBox="1"/>
          <p:nvPr/>
        </p:nvSpPr>
        <p:spPr>
          <a:xfrm>
            <a:off x="556111" y="3722960"/>
            <a:ext cx="30970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y-KG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7</a:t>
            </a: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)</a:t>
            </a:r>
          </a:p>
        </p:txBody>
      </p:sp>
      <p:sp>
        <p:nvSpPr>
          <p:cNvPr id="110" name="Rectangle: Rounded Corners 109">
            <a:extLst>
              <a:ext uri="{FF2B5EF4-FFF2-40B4-BE49-F238E27FC236}">
                <a16:creationId xmlns:a16="http://schemas.microsoft.com/office/drawing/2014/main" id="{6DF340AD-ACEC-4FD7-F935-76BC921483CA}"/>
              </a:ext>
            </a:extLst>
          </p:cNvPr>
          <p:cNvSpPr/>
          <p:nvPr/>
        </p:nvSpPr>
        <p:spPr>
          <a:xfrm>
            <a:off x="855445" y="3715987"/>
            <a:ext cx="736094" cy="2909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2,02</a:t>
            </a:r>
            <a:endParaRPr kumimoji="0" lang="en-GB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2" name="Rectangle: Rounded Corners 111">
            <a:extLst>
              <a:ext uri="{FF2B5EF4-FFF2-40B4-BE49-F238E27FC236}">
                <a16:creationId xmlns:a16="http://schemas.microsoft.com/office/drawing/2014/main" id="{3B263F02-747E-4978-A88F-D01CB4F6BEB0}"/>
              </a:ext>
            </a:extLst>
          </p:cNvPr>
          <p:cNvSpPr/>
          <p:nvPr/>
        </p:nvSpPr>
        <p:spPr>
          <a:xfrm>
            <a:off x="1939735" y="4279913"/>
            <a:ext cx="1982024" cy="273392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Нөл бүтүн жүздөн жети</a:t>
            </a: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AB4AEFC4-5D47-998D-D933-4CEC839778D6}"/>
              </a:ext>
            </a:extLst>
          </p:cNvPr>
          <p:cNvSpPr txBox="1"/>
          <p:nvPr/>
        </p:nvSpPr>
        <p:spPr>
          <a:xfrm>
            <a:off x="1609184" y="4207777"/>
            <a:ext cx="3129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+</a:t>
            </a: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DB0E6F75-FD63-0D35-30F7-1B5EA0D12B9E}"/>
              </a:ext>
            </a:extLst>
          </p:cNvPr>
          <p:cNvSpPr txBox="1"/>
          <p:nvPr/>
        </p:nvSpPr>
        <p:spPr>
          <a:xfrm>
            <a:off x="4093563" y="4167711"/>
            <a:ext cx="3129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=</a:t>
            </a:r>
          </a:p>
        </p:txBody>
      </p:sp>
      <p:sp>
        <p:nvSpPr>
          <p:cNvPr id="115" name="Rectangle: Rounded Corners 114">
            <a:extLst>
              <a:ext uri="{FF2B5EF4-FFF2-40B4-BE49-F238E27FC236}">
                <a16:creationId xmlns:a16="http://schemas.microsoft.com/office/drawing/2014/main" id="{E026F781-810F-175B-2782-0AE9F0698707}"/>
              </a:ext>
            </a:extLst>
          </p:cNvPr>
          <p:cNvSpPr/>
          <p:nvPr/>
        </p:nvSpPr>
        <p:spPr>
          <a:xfrm>
            <a:off x="4463492" y="4211536"/>
            <a:ext cx="736094" cy="2909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600" b="1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8A0BAC1F-C734-293B-C693-F0E22B03BBF1}"/>
              </a:ext>
            </a:extLst>
          </p:cNvPr>
          <p:cNvSpPr txBox="1"/>
          <p:nvPr/>
        </p:nvSpPr>
        <p:spPr>
          <a:xfrm>
            <a:off x="556111" y="4269333"/>
            <a:ext cx="30970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y-KG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8</a:t>
            </a: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)</a:t>
            </a:r>
          </a:p>
        </p:txBody>
      </p:sp>
      <p:sp>
        <p:nvSpPr>
          <p:cNvPr id="117" name="Rectangle: Rounded Corners 116">
            <a:extLst>
              <a:ext uri="{FF2B5EF4-FFF2-40B4-BE49-F238E27FC236}">
                <a16:creationId xmlns:a16="http://schemas.microsoft.com/office/drawing/2014/main" id="{3AD4C492-7790-350A-F752-278DDEE94419}"/>
              </a:ext>
            </a:extLst>
          </p:cNvPr>
          <p:cNvSpPr/>
          <p:nvPr/>
        </p:nvSpPr>
        <p:spPr>
          <a:xfrm>
            <a:off x="855445" y="4262360"/>
            <a:ext cx="736094" cy="2909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2,99</a:t>
            </a:r>
            <a:endParaRPr kumimoji="0" lang="en-GB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9" name="Rectangle: Rounded Corners 118">
            <a:extLst>
              <a:ext uri="{FF2B5EF4-FFF2-40B4-BE49-F238E27FC236}">
                <a16:creationId xmlns:a16="http://schemas.microsoft.com/office/drawing/2014/main" id="{13698FC0-C36D-C0B4-BDCA-A26247EE511D}"/>
              </a:ext>
            </a:extLst>
          </p:cNvPr>
          <p:cNvSpPr/>
          <p:nvPr/>
        </p:nvSpPr>
        <p:spPr>
          <a:xfrm>
            <a:off x="1387286" y="4788115"/>
            <a:ext cx="1894394" cy="311564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Нөл бүтүн ондон үч</a:t>
            </a: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66E8A1A1-3AB3-8B90-0892-D6FEDD116E6A}"/>
              </a:ext>
            </a:extLst>
          </p:cNvPr>
          <p:cNvSpPr txBox="1"/>
          <p:nvPr/>
        </p:nvSpPr>
        <p:spPr>
          <a:xfrm>
            <a:off x="1056734" y="4754150"/>
            <a:ext cx="3129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+</a:t>
            </a:r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DCEF8BDB-7F74-51DC-8682-C4611AA855FB}"/>
              </a:ext>
            </a:extLst>
          </p:cNvPr>
          <p:cNvSpPr txBox="1"/>
          <p:nvPr/>
        </p:nvSpPr>
        <p:spPr>
          <a:xfrm>
            <a:off x="5939511" y="4724727"/>
            <a:ext cx="3129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=</a:t>
            </a:r>
          </a:p>
        </p:txBody>
      </p:sp>
      <p:sp>
        <p:nvSpPr>
          <p:cNvPr id="122" name="Rectangle: Rounded Corners 121">
            <a:extLst>
              <a:ext uri="{FF2B5EF4-FFF2-40B4-BE49-F238E27FC236}">
                <a16:creationId xmlns:a16="http://schemas.microsoft.com/office/drawing/2014/main" id="{882A1EFB-9B5C-EA61-006E-EA6C1B3EA862}"/>
              </a:ext>
            </a:extLst>
          </p:cNvPr>
          <p:cNvSpPr/>
          <p:nvPr/>
        </p:nvSpPr>
        <p:spPr>
          <a:xfrm>
            <a:off x="6352777" y="4754150"/>
            <a:ext cx="736094" cy="2909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600" b="1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15F7D960-EB7C-09FB-4623-DF6EA2E83691}"/>
              </a:ext>
            </a:extLst>
          </p:cNvPr>
          <p:cNvSpPr txBox="1"/>
          <p:nvPr/>
        </p:nvSpPr>
        <p:spPr>
          <a:xfrm>
            <a:off x="3660" y="4815706"/>
            <a:ext cx="30970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y-KG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9</a:t>
            </a: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)</a:t>
            </a:r>
          </a:p>
        </p:txBody>
      </p:sp>
      <p:sp>
        <p:nvSpPr>
          <p:cNvPr id="124" name="Rectangle: Rounded Corners 123">
            <a:extLst>
              <a:ext uri="{FF2B5EF4-FFF2-40B4-BE49-F238E27FC236}">
                <a16:creationId xmlns:a16="http://schemas.microsoft.com/office/drawing/2014/main" id="{1C4BB8C2-0689-AE6C-CE7A-EC7DCD98EB5A}"/>
              </a:ext>
            </a:extLst>
          </p:cNvPr>
          <p:cNvSpPr/>
          <p:nvPr/>
        </p:nvSpPr>
        <p:spPr>
          <a:xfrm>
            <a:off x="302995" y="4808733"/>
            <a:ext cx="736094" cy="2909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0,25</a:t>
            </a:r>
          </a:p>
        </p:txBody>
      </p:sp>
      <p:sp>
        <p:nvSpPr>
          <p:cNvPr id="126" name="Rectangle: Rounded Corners 125">
            <a:extLst>
              <a:ext uri="{FF2B5EF4-FFF2-40B4-BE49-F238E27FC236}">
                <a16:creationId xmlns:a16="http://schemas.microsoft.com/office/drawing/2014/main" id="{6C3DA86E-7E98-6C5E-92B0-2B61E54169EE}"/>
              </a:ext>
            </a:extLst>
          </p:cNvPr>
          <p:cNvSpPr/>
          <p:nvPr/>
        </p:nvSpPr>
        <p:spPr>
          <a:xfrm>
            <a:off x="1387285" y="5355104"/>
            <a:ext cx="1925823" cy="290947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Нөл бүтүн ондон беш</a:t>
            </a: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9BDABF49-89A8-672F-117F-1E296A25BC95}"/>
              </a:ext>
            </a:extLst>
          </p:cNvPr>
          <p:cNvSpPr txBox="1"/>
          <p:nvPr/>
        </p:nvSpPr>
        <p:spPr>
          <a:xfrm>
            <a:off x="1056734" y="5300523"/>
            <a:ext cx="3129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+</a:t>
            </a:r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F2FCBE34-8BE8-FBC7-1F1D-5750D1753174}"/>
              </a:ext>
            </a:extLst>
          </p:cNvPr>
          <p:cNvSpPr txBox="1"/>
          <p:nvPr/>
        </p:nvSpPr>
        <p:spPr>
          <a:xfrm>
            <a:off x="5949258" y="5300523"/>
            <a:ext cx="3129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=</a:t>
            </a:r>
          </a:p>
        </p:txBody>
      </p:sp>
      <p:sp>
        <p:nvSpPr>
          <p:cNvPr id="129" name="Rectangle: Rounded Corners 128">
            <a:extLst>
              <a:ext uri="{FF2B5EF4-FFF2-40B4-BE49-F238E27FC236}">
                <a16:creationId xmlns:a16="http://schemas.microsoft.com/office/drawing/2014/main" id="{18956078-B54D-9E70-5B31-398374F7EC30}"/>
              </a:ext>
            </a:extLst>
          </p:cNvPr>
          <p:cNvSpPr/>
          <p:nvPr/>
        </p:nvSpPr>
        <p:spPr>
          <a:xfrm>
            <a:off x="6352777" y="5348133"/>
            <a:ext cx="736094" cy="2909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600" b="1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E5101AE1-A486-54DC-1E6D-23C32B47CF58}"/>
              </a:ext>
            </a:extLst>
          </p:cNvPr>
          <p:cNvSpPr txBox="1"/>
          <p:nvPr/>
        </p:nvSpPr>
        <p:spPr>
          <a:xfrm>
            <a:off x="-35614" y="5362079"/>
            <a:ext cx="38824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y-KG" sz="1200" dirty="0">
                <a:solidFill>
                  <a:prstClr val="white">
                    <a:lumMod val="50000"/>
                  </a:prstClr>
                </a:solidFill>
                <a:latin typeface="Calibri" panose="020F0502020204030204"/>
              </a:rPr>
              <a:t>10</a:t>
            </a: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)</a:t>
            </a:r>
          </a:p>
        </p:txBody>
      </p:sp>
      <p:sp>
        <p:nvSpPr>
          <p:cNvPr id="131" name="Rectangle: Rounded Corners 130">
            <a:extLst>
              <a:ext uri="{FF2B5EF4-FFF2-40B4-BE49-F238E27FC236}">
                <a16:creationId xmlns:a16="http://schemas.microsoft.com/office/drawing/2014/main" id="{F64C9246-7CD9-A7C2-943C-50F8457ACFA2}"/>
              </a:ext>
            </a:extLst>
          </p:cNvPr>
          <p:cNvSpPr/>
          <p:nvPr/>
        </p:nvSpPr>
        <p:spPr>
          <a:xfrm>
            <a:off x="302995" y="5355106"/>
            <a:ext cx="736094" cy="2909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1,25</a:t>
            </a:r>
          </a:p>
        </p:txBody>
      </p:sp>
      <p:sp>
        <p:nvSpPr>
          <p:cNvPr id="133" name="Rectangle: Rounded Corners 132">
            <a:extLst>
              <a:ext uri="{FF2B5EF4-FFF2-40B4-BE49-F238E27FC236}">
                <a16:creationId xmlns:a16="http://schemas.microsoft.com/office/drawing/2014/main" id="{10A44AA1-7267-6F2D-521D-CF68055E3976}"/>
              </a:ext>
            </a:extLst>
          </p:cNvPr>
          <p:cNvSpPr/>
          <p:nvPr/>
        </p:nvSpPr>
        <p:spPr>
          <a:xfrm>
            <a:off x="1387285" y="5880860"/>
            <a:ext cx="1894395" cy="311564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Нөл бүтүн жүздөн алты</a:t>
            </a: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4" name="TextBox 133">
            <a:extLst>
              <a:ext uri="{FF2B5EF4-FFF2-40B4-BE49-F238E27FC236}">
                <a16:creationId xmlns:a16="http://schemas.microsoft.com/office/drawing/2014/main" id="{17016F41-175C-1248-D8FF-A644B2E80051}"/>
              </a:ext>
            </a:extLst>
          </p:cNvPr>
          <p:cNvSpPr txBox="1"/>
          <p:nvPr/>
        </p:nvSpPr>
        <p:spPr>
          <a:xfrm>
            <a:off x="1056734" y="5846896"/>
            <a:ext cx="3129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+</a:t>
            </a:r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FC28B861-185B-CB5A-093B-31F00532BAC6}"/>
              </a:ext>
            </a:extLst>
          </p:cNvPr>
          <p:cNvSpPr txBox="1"/>
          <p:nvPr/>
        </p:nvSpPr>
        <p:spPr>
          <a:xfrm>
            <a:off x="5949258" y="5846896"/>
            <a:ext cx="3129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=</a:t>
            </a:r>
          </a:p>
        </p:txBody>
      </p:sp>
      <p:sp>
        <p:nvSpPr>
          <p:cNvPr id="136" name="Rectangle: Rounded Corners 135">
            <a:extLst>
              <a:ext uri="{FF2B5EF4-FFF2-40B4-BE49-F238E27FC236}">
                <a16:creationId xmlns:a16="http://schemas.microsoft.com/office/drawing/2014/main" id="{42CA18BF-8B38-E136-288B-0D43FFFE3562}"/>
              </a:ext>
            </a:extLst>
          </p:cNvPr>
          <p:cNvSpPr/>
          <p:nvPr/>
        </p:nvSpPr>
        <p:spPr>
          <a:xfrm>
            <a:off x="6352777" y="5849728"/>
            <a:ext cx="736094" cy="2909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600" b="1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FCFF5AA9-DF2B-CA69-2204-C02BC747DFD9}"/>
              </a:ext>
            </a:extLst>
          </p:cNvPr>
          <p:cNvSpPr txBox="1"/>
          <p:nvPr/>
        </p:nvSpPr>
        <p:spPr>
          <a:xfrm>
            <a:off x="-35613" y="5908452"/>
            <a:ext cx="38824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y-KG" sz="1200" dirty="0">
                <a:solidFill>
                  <a:prstClr val="white">
                    <a:lumMod val="50000"/>
                  </a:prstClr>
                </a:solidFill>
                <a:latin typeface="Calibri" panose="020F0502020204030204"/>
              </a:rPr>
              <a:t>11</a:t>
            </a: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)</a:t>
            </a:r>
          </a:p>
        </p:txBody>
      </p:sp>
      <p:sp>
        <p:nvSpPr>
          <p:cNvPr id="138" name="Rectangle: Rounded Corners 137">
            <a:extLst>
              <a:ext uri="{FF2B5EF4-FFF2-40B4-BE49-F238E27FC236}">
                <a16:creationId xmlns:a16="http://schemas.microsoft.com/office/drawing/2014/main" id="{CEA317FE-89A7-9ABD-B9DC-06E22D78B36B}"/>
              </a:ext>
            </a:extLst>
          </p:cNvPr>
          <p:cNvSpPr/>
          <p:nvPr/>
        </p:nvSpPr>
        <p:spPr>
          <a:xfrm>
            <a:off x="302995" y="5901479"/>
            <a:ext cx="736094" cy="2909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0,82</a:t>
            </a:r>
          </a:p>
        </p:txBody>
      </p:sp>
      <p:sp>
        <p:nvSpPr>
          <p:cNvPr id="140" name="Rectangle: Rounded Corners 139">
            <a:extLst>
              <a:ext uri="{FF2B5EF4-FFF2-40B4-BE49-F238E27FC236}">
                <a16:creationId xmlns:a16="http://schemas.microsoft.com/office/drawing/2014/main" id="{80A947EB-13F0-9E9B-C78F-480BF0082BDC}"/>
              </a:ext>
            </a:extLst>
          </p:cNvPr>
          <p:cNvSpPr/>
          <p:nvPr/>
        </p:nvSpPr>
        <p:spPr>
          <a:xfrm>
            <a:off x="1387286" y="6427233"/>
            <a:ext cx="1894394" cy="311564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Нөл бүтүн ондон жети</a:t>
            </a: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id="{D9AB8E1A-4439-BF57-BDE5-B73FF07E59B2}"/>
              </a:ext>
            </a:extLst>
          </p:cNvPr>
          <p:cNvSpPr txBox="1"/>
          <p:nvPr/>
        </p:nvSpPr>
        <p:spPr>
          <a:xfrm>
            <a:off x="1056734" y="6393268"/>
            <a:ext cx="3129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+</a:t>
            </a:r>
          </a:p>
        </p:txBody>
      </p:sp>
      <p:sp>
        <p:nvSpPr>
          <p:cNvPr id="142" name="TextBox 141">
            <a:extLst>
              <a:ext uri="{FF2B5EF4-FFF2-40B4-BE49-F238E27FC236}">
                <a16:creationId xmlns:a16="http://schemas.microsoft.com/office/drawing/2014/main" id="{CD209C94-51FF-C0B0-5934-0C7F4254DF58}"/>
              </a:ext>
            </a:extLst>
          </p:cNvPr>
          <p:cNvSpPr txBox="1"/>
          <p:nvPr/>
        </p:nvSpPr>
        <p:spPr>
          <a:xfrm>
            <a:off x="5939510" y="6454824"/>
            <a:ext cx="3129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=</a:t>
            </a:r>
          </a:p>
        </p:txBody>
      </p:sp>
      <p:sp>
        <p:nvSpPr>
          <p:cNvPr id="143" name="Rectangle: Rounded Corners 142">
            <a:extLst>
              <a:ext uri="{FF2B5EF4-FFF2-40B4-BE49-F238E27FC236}">
                <a16:creationId xmlns:a16="http://schemas.microsoft.com/office/drawing/2014/main" id="{8D015A86-B7E1-2D9A-7F70-C20F547BE5F8}"/>
              </a:ext>
            </a:extLst>
          </p:cNvPr>
          <p:cNvSpPr/>
          <p:nvPr/>
        </p:nvSpPr>
        <p:spPr>
          <a:xfrm>
            <a:off x="6352777" y="6458048"/>
            <a:ext cx="736094" cy="2909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600" b="1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4" name="TextBox 143">
            <a:extLst>
              <a:ext uri="{FF2B5EF4-FFF2-40B4-BE49-F238E27FC236}">
                <a16:creationId xmlns:a16="http://schemas.microsoft.com/office/drawing/2014/main" id="{57FBBA55-56EC-E348-5BF0-41948D4A1637}"/>
              </a:ext>
            </a:extLst>
          </p:cNvPr>
          <p:cNvSpPr txBox="1"/>
          <p:nvPr/>
        </p:nvSpPr>
        <p:spPr>
          <a:xfrm>
            <a:off x="-35614" y="6454824"/>
            <a:ext cx="38824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y-KG" sz="1200" dirty="0">
                <a:solidFill>
                  <a:prstClr val="white">
                    <a:lumMod val="50000"/>
                  </a:prstClr>
                </a:solidFill>
                <a:latin typeface="Calibri" panose="020F0502020204030204"/>
              </a:rPr>
              <a:t>12</a:t>
            </a: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)</a:t>
            </a:r>
          </a:p>
        </p:txBody>
      </p:sp>
      <p:sp>
        <p:nvSpPr>
          <p:cNvPr id="145" name="Rectangle: Rounded Corners 144">
            <a:extLst>
              <a:ext uri="{FF2B5EF4-FFF2-40B4-BE49-F238E27FC236}">
                <a16:creationId xmlns:a16="http://schemas.microsoft.com/office/drawing/2014/main" id="{B1788891-D85E-25BC-9E40-43973F40C37F}"/>
              </a:ext>
            </a:extLst>
          </p:cNvPr>
          <p:cNvSpPr/>
          <p:nvPr/>
        </p:nvSpPr>
        <p:spPr>
          <a:xfrm>
            <a:off x="302995" y="6447851"/>
            <a:ext cx="736094" cy="2909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1,78</a:t>
            </a:r>
          </a:p>
        </p:txBody>
      </p:sp>
      <p:sp>
        <p:nvSpPr>
          <p:cNvPr id="146" name="Rectangle: Rounded Corners 145">
            <a:extLst>
              <a:ext uri="{FF2B5EF4-FFF2-40B4-BE49-F238E27FC236}">
                <a16:creationId xmlns:a16="http://schemas.microsoft.com/office/drawing/2014/main" id="{7EC4EB63-0D08-D81E-0D39-54C7B2145CB1}"/>
              </a:ext>
            </a:extLst>
          </p:cNvPr>
          <p:cNvSpPr/>
          <p:nvPr/>
        </p:nvSpPr>
        <p:spPr>
          <a:xfrm>
            <a:off x="3816988" y="4764882"/>
            <a:ext cx="2022164" cy="30338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Нөл бүтүн жүздөн эки</a:t>
            </a: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1" name="TextBox 150">
            <a:extLst>
              <a:ext uri="{FF2B5EF4-FFF2-40B4-BE49-F238E27FC236}">
                <a16:creationId xmlns:a16="http://schemas.microsoft.com/office/drawing/2014/main" id="{4800897B-32BD-FBF7-FD8B-D00541EE9B4B}"/>
              </a:ext>
            </a:extLst>
          </p:cNvPr>
          <p:cNvSpPr txBox="1"/>
          <p:nvPr/>
        </p:nvSpPr>
        <p:spPr>
          <a:xfrm>
            <a:off x="3403722" y="4743842"/>
            <a:ext cx="3129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+</a:t>
            </a:r>
          </a:p>
        </p:txBody>
      </p:sp>
      <p:sp>
        <p:nvSpPr>
          <p:cNvPr id="154" name="Rectangle: Rounded Corners 153">
            <a:extLst>
              <a:ext uri="{FF2B5EF4-FFF2-40B4-BE49-F238E27FC236}">
                <a16:creationId xmlns:a16="http://schemas.microsoft.com/office/drawing/2014/main" id="{FFE093F4-FCD6-E9AA-63C8-DDDBDA8784C0}"/>
              </a:ext>
            </a:extLst>
          </p:cNvPr>
          <p:cNvSpPr/>
          <p:nvPr/>
        </p:nvSpPr>
        <p:spPr>
          <a:xfrm>
            <a:off x="3816988" y="5362079"/>
            <a:ext cx="2041658" cy="283972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Нөл бүтүн жүздөн беш</a:t>
            </a: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5" name="TextBox 154">
            <a:extLst>
              <a:ext uri="{FF2B5EF4-FFF2-40B4-BE49-F238E27FC236}">
                <a16:creationId xmlns:a16="http://schemas.microsoft.com/office/drawing/2014/main" id="{99E9104B-DDE8-A0B1-4B42-133C71345692}"/>
              </a:ext>
            </a:extLst>
          </p:cNvPr>
          <p:cNvSpPr txBox="1"/>
          <p:nvPr/>
        </p:nvSpPr>
        <p:spPr>
          <a:xfrm>
            <a:off x="3403721" y="5293550"/>
            <a:ext cx="3129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+</a:t>
            </a:r>
          </a:p>
        </p:txBody>
      </p:sp>
      <p:sp>
        <p:nvSpPr>
          <p:cNvPr id="156" name="Rectangle: Rounded Corners 155">
            <a:extLst>
              <a:ext uri="{FF2B5EF4-FFF2-40B4-BE49-F238E27FC236}">
                <a16:creationId xmlns:a16="http://schemas.microsoft.com/office/drawing/2014/main" id="{7296F239-D6D0-FDB0-73B7-7466B88B11CD}"/>
              </a:ext>
            </a:extLst>
          </p:cNvPr>
          <p:cNvSpPr/>
          <p:nvPr/>
        </p:nvSpPr>
        <p:spPr>
          <a:xfrm>
            <a:off x="3816988" y="5938045"/>
            <a:ext cx="2022164" cy="254379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Нөл бүтүн ондон жети</a:t>
            </a: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7" name="TextBox 156">
            <a:extLst>
              <a:ext uri="{FF2B5EF4-FFF2-40B4-BE49-F238E27FC236}">
                <a16:creationId xmlns:a16="http://schemas.microsoft.com/office/drawing/2014/main" id="{F6A23FB5-5946-918F-B6D4-74679E5575F6}"/>
              </a:ext>
            </a:extLst>
          </p:cNvPr>
          <p:cNvSpPr txBox="1"/>
          <p:nvPr/>
        </p:nvSpPr>
        <p:spPr>
          <a:xfrm>
            <a:off x="3403721" y="5871503"/>
            <a:ext cx="3129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+</a:t>
            </a:r>
          </a:p>
        </p:txBody>
      </p:sp>
      <p:sp>
        <p:nvSpPr>
          <p:cNvPr id="158" name="Rectangle: Rounded Corners 157">
            <a:extLst>
              <a:ext uri="{FF2B5EF4-FFF2-40B4-BE49-F238E27FC236}">
                <a16:creationId xmlns:a16="http://schemas.microsoft.com/office/drawing/2014/main" id="{7CAD991F-3D5C-BF40-E871-3F64B3BF9374}"/>
              </a:ext>
            </a:extLst>
          </p:cNvPr>
          <p:cNvSpPr/>
          <p:nvPr/>
        </p:nvSpPr>
        <p:spPr>
          <a:xfrm>
            <a:off x="3816988" y="6444253"/>
            <a:ext cx="2041658" cy="304739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Нөл бүтүн жүздөн он</a:t>
            </a: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9" name="TextBox 158">
            <a:extLst>
              <a:ext uri="{FF2B5EF4-FFF2-40B4-BE49-F238E27FC236}">
                <a16:creationId xmlns:a16="http://schemas.microsoft.com/office/drawing/2014/main" id="{EBE751CB-8B7B-BB10-688A-60D4A33A38A1}"/>
              </a:ext>
            </a:extLst>
          </p:cNvPr>
          <p:cNvSpPr txBox="1"/>
          <p:nvPr/>
        </p:nvSpPr>
        <p:spPr>
          <a:xfrm>
            <a:off x="3403721" y="6391987"/>
            <a:ext cx="3129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+</a:t>
            </a:r>
          </a:p>
        </p:txBody>
      </p:sp>
    </p:spTree>
    <p:extLst>
      <p:ext uri="{BB962C8B-B14F-4D97-AF65-F5344CB8AC3E}">
        <p14:creationId xmlns:p14="http://schemas.microsoft.com/office/powerpoint/2010/main" val="40805811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F25A42F1-035D-4220-8486-BD9E60CA5899}"/>
              </a:ext>
            </a:extLst>
          </p:cNvPr>
          <p:cNvSpPr txBox="1"/>
          <p:nvPr/>
        </p:nvSpPr>
        <p:spPr>
          <a:xfrm>
            <a:off x="1270494" y="-1761"/>
            <a:ext cx="24272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Bauhaus 93" panose="04030905020B02020C02" pitchFamily="82" charset="0"/>
                <a:ea typeface="+mn-ea"/>
                <a:cs typeface="+mn-cs"/>
              </a:rPr>
              <a:t>Сандар жана сөздөр</a:t>
            </a:r>
            <a:endParaRPr kumimoji="0" lang="en-GB" sz="18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Bauhaus 93" panose="04030905020B02020C02" pitchFamily="82" charset="0"/>
              <a:ea typeface="+mn-ea"/>
              <a:cs typeface="+mn-cs"/>
            </a:endParaRP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B25118E8-0B37-1A36-5422-B6810B6E9A53}"/>
              </a:ext>
            </a:extLst>
          </p:cNvPr>
          <p:cNvSpPr/>
          <p:nvPr/>
        </p:nvSpPr>
        <p:spPr>
          <a:xfrm>
            <a:off x="1994809" y="422155"/>
            <a:ext cx="1959933" cy="326824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Нөл бүтүн ондон төрт</a:t>
            </a: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7F2E84D-7C44-ED0E-2684-B347844A331A}"/>
              </a:ext>
            </a:extLst>
          </p:cNvPr>
          <p:cNvSpPr txBox="1"/>
          <p:nvPr/>
        </p:nvSpPr>
        <p:spPr>
          <a:xfrm>
            <a:off x="1609184" y="383166"/>
            <a:ext cx="3129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+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FB45864-BD7C-A628-7C85-C6C79724F96B}"/>
              </a:ext>
            </a:extLst>
          </p:cNvPr>
          <p:cNvSpPr txBox="1"/>
          <p:nvPr/>
        </p:nvSpPr>
        <p:spPr>
          <a:xfrm>
            <a:off x="4093553" y="380252"/>
            <a:ext cx="3129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=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1147E015-FB8E-A1EC-FE21-B2F224063E74}"/>
              </a:ext>
            </a:extLst>
          </p:cNvPr>
          <p:cNvSpPr/>
          <p:nvPr/>
        </p:nvSpPr>
        <p:spPr>
          <a:xfrm>
            <a:off x="4453333" y="422155"/>
            <a:ext cx="736094" cy="326824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b="1">
                <a:solidFill>
                  <a:srgbClr val="0070C0"/>
                </a:solidFill>
              </a:rPr>
              <a:t>0,57</a:t>
            </a:r>
            <a:endParaRPr lang="en-GB" sz="1600" b="1" dirty="0">
              <a:solidFill>
                <a:srgbClr val="0070C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C328DC0-6BB3-0C3B-E991-A658F01F243C}"/>
              </a:ext>
            </a:extLst>
          </p:cNvPr>
          <p:cNvSpPr txBox="1"/>
          <p:nvPr/>
        </p:nvSpPr>
        <p:spPr>
          <a:xfrm>
            <a:off x="556111" y="444722"/>
            <a:ext cx="30970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y-KG" sz="1200" dirty="0">
                <a:solidFill>
                  <a:prstClr val="white">
                    <a:lumMod val="50000"/>
                  </a:prstClr>
                </a:solidFill>
                <a:latin typeface="Calibri" panose="020F0502020204030204"/>
              </a:rPr>
              <a:t>1</a:t>
            </a: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)</a:t>
            </a: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FEF0B028-11C2-64A9-9C5A-ACF6E3B4E025}"/>
              </a:ext>
            </a:extLst>
          </p:cNvPr>
          <p:cNvSpPr/>
          <p:nvPr/>
        </p:nvSpPr>
        <p:spPr>
          <a:xfrm>
            <a:off x="855445" y="437749"/>
            <a:ext cx="736094" cy="2909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0,17</a:t>
            </a:r>
            <a:endParaRPr kumimoji="0" lang="en-GB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2F9CC5A0-ED51-CE11-960E-D675AF5F9899}"/>
              </a:ext>
            </a:extLst>
          </p:cNvPr>
          <p:cNvSpPr/>
          <p:nvPr/>
        </p:nvSpPr>
        <p:spPr>
          <a:xfrm>
            <a:off x="1939736" y="991095"/>
            <a:ext cx="2022164" cy="283971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Нөл бүтүн жүздөн эки</a:t>
            </a: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0FD9EBC4-AAEF-EFC4-E85E-DB865F4C73D8}"/>
              </a:ext>
            </a:extLst>
          </p:cNvPr>
          <p:cNvSpPr txBox="1"/>
          <p:nvPr/>
        </p:nvSpPr>
        <p:spPr>
          <a:xfrm>
            <a:off x="1609184" y="929539"/>
            <a:ext cx="3129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+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6801B88D-61B7-598B-2CB6-1159A6B10412}"/>
              </a:ext>
            </a:extLst>
          </p:cNvPr>
          <p:cNvSpPr txBox="1"/>
          <p:nvPr/>
        </p:nvSpPr>
        <p:spPr>
          <a:xfrm>
            <a:off x="4093553" y="917945"/>
            <a:ext cx="3129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=</a:t>
            </a:r>
          </a:p>
        </p:txBody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3B13EC74-3BA2-5FCC-45EF-27A8A590B3CB}"/>
              </a:ext>
            </a:extLst>
          </p:cNvPr>
          <p:cNvSpPr/>
          <p:nvPr/>
        </p:nvSpPr>
        <p:spPr>
          <a:xfrm>
            <a:off x="4453333" y="972528"/>
            <a:ext cx="736094" cy="2909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b="1" dirty="0">
                <a:solidFill>
                  <a:srgbClr val="0070C0"/>
                </a:solidFill>
              </a:rPr>
              <a:t>0,83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85B21C4D-E630-CE8C-2D2A-9CB51D4980E4}"/>
              </a:ext>
            </a:extLst>
          </p:cNvPr>
          <p:cNvSpPr txBox="1"/>
          <p:nvPr/>
        </p:nvSpPr>
        <p:spPr>
          <a:xfrm>
            <a:off x="556111" y="991095"/>
            <a:ext cx="30970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y-KG" sz="1200" dirty="0">
                <a:solidFill>
                  <a:prstClr val="white">
                    <a:lumMod val="50000"/>
                  </a:prstClr>
                </a:solidFill>
                <a:latin typeface="Calibri" panose="020F0502020204030204"/>
              </a:rPr>
              <a:t>2</a:t>
            </a: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)</a:t>
            </a:r>
          </a:p>
        </p:txBody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0D00B9E2-2B3C-2145-1764-8BD60417205B}"/>
              </a:ext>
            </a:extLst>
          </p:cNvPr>
          <p:cNvSpPr/>
          <p:nvPr/>
        </p:nvSpPr>
        <p:spPr>
          <a:xfrm>
            <a:off x="855445" y="984122"/>
            <a:ext cx="736094" cy="2909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0,81</a:t>
            </a:r>
            <a:endParaRPr kumimoji="0" lang="en-GB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D5D87490-0E11-1C68-1002-6FAB38452C83}"/>
              </a:ext>
            </a:extLst>
          </p:cNvPr>
          <p:cNvSpPr/>
          <p:nvPr/>
        </p:nvSpPr>
        <p:spPr>
          <a:xfrm>
            <a:off x="1939736" y="1530493"/>
            <a:ext cx="2015006" cy="308501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Нөл бүтүн ондон үч</a:t>
            </a: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7FE1A9F9-97C4-5DB4-ACAB-0ECD2DA9BA0E}"/>
              </a:ext>
            </a:extLst>
          </p:cNvPr>
          <p:cNvSpPr txBox="1"/>
          <p:nvPr/>
        </p:nvSpPr>
        <p:spPr>
          <a:xfrm>
            <a:off x="1609184" y="1475912"/>
            <a:ext cx="3129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+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65CC6ADB-41C5-4D66-BE75-C0944AE35297}"/>
              </a:ext>
            </a:extLst>
          </p:cNvPr>
          <p:cNvSpPr txBox="1"/>
          <p:nvPr/>
        </p:nvSpPr>
        <p:spPr>
          <a:xfrm>
            <a:off x="4067641" y="1484688"/>
            <a:ext cx="3129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=</a:t>
            </a: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E002E5E5-EED5-5B86-875D-38AF0FC825D1}"/>
              </a:ext>
            </a:extLst>
          </p:cNvPr>
          <p:cNvSpPr/>
          <p:nvPr/>
        </p:nvSpPr>
        <p:spPr>
          <a:xfrm>
            <a:off x="4453333" y="1546146"/>
            <a:ext cx="736094" cy="2909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b="1">
                <a:solidFill>
                  <a:srgbClr val="0070C0"/>
                </a:solidFill>
              </a:rPr>
              <a:t>1,2</a:t>
            </a:r>
            <a:endParaRPr lang="en-GB" sz="1600" b="1" dirty="0">
              <a:solidFill>
                <a:srgbClr val="0070C0"/>
              </a:solidFill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F6B25C5B-A629-0B9B-0339-F3C052B891BC}"/>
              </a:ext>
            </a:extLst>
          </p:cNvPr>
          <p:cNvSpPr txBox="1"/>
          <p:nvPr/>
        </p:nvSpPr>
        <p:spPr>
          <a:xfrm>
            <a:off x="556111" y="1537468"/>
            <a:ext cx="30970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y-KG" sz="1200" dirty="0">
                <a:solidFill>
                  <a:prstClr val="white">
                    <a:lumMod val="50000"/>
                  </a:prstClr>
                </a:solidFill>
                <a:latin typeface="Calibri" panose="020F0502020204030204"/>
              </a:rPr>
              <a:t>3</a:t>
            </a: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)</a:t>
            </a: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70CAEB52-8F7E-6075-CA59-A836E4D81E32}"/>
              </a:ext>
            </a:extLst>
          </p:cNvPr>
          <p:cNvSpPr/>
          <p:nvPr/>
        </p:nvSpPr>
        <p:spPr>
          <a:xfrm>
            <a:off x="855445" y="1530495"/>
            <a:ext cx="736094" cy="2909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0,8</a:t>
            </a:r>
            <a:endParaRPr kumimoji="0" lang="en-GB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3" name="Rectangle: Rounded Corners 52">
            <a:extLst>
              <a:ext uri="{FF2B5EF4-FFF2-40B4-BE49-F238E27FC236}">
                <a16:creationId xmlns:a16="http://schemas.microsoft.com/office/drawing/2014/main" id="{ED0C1B87-E993-3C9D-964D-E7DCB33EEC82}"/>
              </a:ext>
            </a:extLst>
          </p:cNvPr>
          <p:cNvSpPr/>
          <p:nvPr/>
        </p:nvSpPr>
        <p:spPr>
          <a:xfrm>
            <a:off x="1939736" y="2059312"/>
            <a:ext cx="2015006" cy="308501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Нөл бүтүн ондон эки</a:t>
            </a: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8EC51673-7BE2-0532-C441-EFB0DFB80551}"/>
              </a:ext>
            </a:extLst>
          </p:cNvPr>
          <p:cNvSpPr txBox="1"/>
          <p:nvPr/>
        </p:nvSpPr>
        <p:spPr>
          <a:xfrm>
            <a:off x="1609184" y="2022285"/>
            <a:ext cx="3129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+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4B40C4CD-696E-35AA-3B15-C5DCB1576A6F}"/>
              </a:ext>
            </a:extLst>
          </p:cNvPr>
          <p:cNvSpPr txBox="1"/>
          <p:nvPr/>
        </p:nvSpPr>
        <p:spPr>
          <a:xfrm>
            <a:off x="4055014" y="2048120"/>
            <a:ext cx="3129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=</a:t>
            </a:r>
          </a:p>
        </p:txBody>
      </p: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E0A377B4-962B-8F97-7679-C038289A66C5}"/>
              </a:ext>
            </a:extLst>
          </p:cNvPr>
          <p:cNvSpPr/>
          <p:nvPr/>
        </p:nvSpPr>
        <p:spPr>
          <a:xfrm>
            <a:off x="4453333" y="2069895"/>
            <a:ext cx="736094" cy="2909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b="1">
                <a:solidFill>
                  <a:srgbClr val="0070C0"/>
                </a:solidFill>
              </a:rPr>
              <a:t>0,311</a:t>
            </a:r>
            <a:endParaRPr lang="en-GB" sz="1600" b="1" dirty="0">
              <a:solidFill>
                <a:srgbClr val="0070C0"/>
              </a:solidFill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877103D7-E446-802E-06F4-9CD2D6584B89}"/>
              </a:ext>
            </a:extLst>
          </p:cNvPr>
          <p:cNvSpPr txBox="1"/>
          <p:nvPr/>
        </p:nvSpPr>
        <p:spPr>
          <a:xfrm>
            <a:off x="556111" y="2083841"/>
            <a:ext cx="30970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y-KG" sz="1200" dirty="0">
                <a:solidFill>
                  <a:prstClr val="white">
                    <a:lumMod val="50000"/>
                  </a:prstClr>
                </a:solidFill>
                <a:latin typeface="Calibri" panose="020F0502020204030204"/>
              </a:rPr>
              <a:t>4</a:t>
            </a: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)</a:t>
            </a:r>
          </a:p>
        </p:txBody>
      </p:sp>
      <p:sp>
        <p:nvSpPr>
          <p:cNvPr id="58" name="Rectangle: Rounded Corners 57">
            <a:extLst>
              <a:ext uri="{FF2B5EF4-FFF2-40B4-BE49-F238E27FC236}">
                <a16:creationId xmlns:a16="http://schemas.microsoft.com/office/drawing/2014/main" id="{5A178E48-042C-0FF3-C367-10F1EB4F975B}"/>
              </a:ext>
            </a:extLst>
          </p:cNvPr>
          <p:cNvSpPr/>
          <p:nvPr/>
        </p:nvSpPr>
        <p:spPr>
          <a:xfrm>
            <a:off x="855445" y="2076868"/>
            <a:ext cx="736094" cy="2909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0,111</a:t>
            </a:r>
          </a:p>
        </p:txBody>
      </p:sp>
      <p:sp>
        <p:nvSpPr>
          <p:cNvPr id="60" name="Rectangle: Rounded Corners 59">
            <a:extLst>
              <a:ext uri="{FF2B5EF4-FFF2-40B4-BE49-F238E27FC236}">
                <a16:creationId xmlns:a16="http://schemas.microsoft.com/office/drawing/2014/main" id="{AE15375C-C796-8AF1-A664-64DBE305DF6C}"/>
              </a:ext>
            </a:extLst>
          </p:cNvPr>
          <p:cNvSpPr/>
          <p:nvPr/>
        </p:nvSpPr>
        <p:spPr>
          <a:xfrm>
            <a:off x="1939736" y="2640794"/>
            <a:ext cx="2022164" cy="273392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Нөл бүтүн жүздөн эки</a:t>
            </a: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3474B9AC-6E8A-69FC-7B42-F144C28162F2}"/>
              </a:ext>
            </a:extLst>
          </p:cNvPr>
          <p:cNvSpPr txBox="1"/>
          <p:nvPr/>
        </p:nvSpPr>
        <p:spPr>
          <a:xfrm>
            <a:off x="1609184" y="2568658"/>
            <a:ext cx="3129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+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B2D8F05A-0026-73EF-C73F-44D17206DF90}"/>
              </a:ext>
            </a:extLst>
          </p:cNvPr>
          <p:cNvSpPr txBox="1"/>
          <p:nvPr/>
        </p:nvSpPr>
        <p:spPr>
          <a:xfrm>
            <a:off x="4066199" y="2597316"/>
            <a:ext cx="3129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=</a:t>
            </a:r>
          </a:p>
        </p:txBody>
      </p:sp>
      <p:sp>
        <p:nvSpPr>
          <p:cNvPr id="63" name="Rectangle: Rounded Corners 62">
            <a:extLst>
              <a:ext uri="{FF2B5EF4-FFF2-40B4-BE49-F238E27FC236}">
                <a16:creationId xmlns:a16="http://schemas.microsoft.com/office/drawing/2014/main" id="{FB08234E-5C1B-39E4-0003-A71C5167CDD4}"/>
              </a:ext>
            </a:extLst>
          </p:cNvPr>
          <p:cNvSpPr/>
          <p:nvPr/>
        </p:nvSpPr>
        <p:spPr>
          <a:xfrm>
            <a:off x="4454442" y="2638892"/>
            <a:ext cx="736094" cy="2909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b="1">
                <a:solidFill>
                  <a:srgbClr val="0070C0"/>
                </a:solidFill>
              </a:rPr>
              <a:t>0,21</a:t>
            </a:r>
            <a:endParaRPr lang="en-GB" sz="1600" b="1" dirty="0">
              <a:solidFill>
                <a:srgbClr val="0070C0"/>
              </a:solidFill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AC164C30-1242-D8C7-0CAA-79A62B9E6790}"/>
              </a:ext>
            </a:extLst>
          </p:cNvPr>
          <p:cNvSpPr txBox="1"/>
          <p:nvPr/>
        </p:nvSpPr>
        <p:spPr>
          <a:xfrm>
            <a:off x="556111" y="2630214"/>
            <a:ext cx="30970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y-KG" sz="1200" dirty="0">
                <a:solidFill>
                  <a:prstClr val="white">
                    <a:lumMod val="50000"/>
                  </a:prstClr>
                </a:solidFill>
                <a:latin typeface="Calibri" panose="020F0502020204030204"/>
              </a:rPr>
              <a:t>5</a:t>
            </a: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)</a:t>
            </a:r>
          </a:p>
        </p:txBody>
      </p:sp>
      <p:sp>
        <p:nvSpPr>
          <p:cNvPr id="72" name="Rectangle: Rounded Corners 71">
            <a:extLst>
              <a:ext uri="{FF2B5EF4-FFF2-40B4-BE49-F238E27FC236}">
                <a16:creationId xmlns:a16="http://schemas.microsoft.com/office/drawing/2014/main" id="{77BF3F16-A6A1-B9D1-ECB7-4DF9E6AEE273}"/>
              </a:ext>
            </a:extLst>
          </p:cNvPr>
          <p:cNvSpPr/>
          <p:nvPr/>
        </p:nvSpPr>
        <p:spPr>
          <a:xfrm>
            <a:off x="855445" y="2623241"/>
            <a:ext cx="736094" cy="2909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0,19</a:t>
            </a:r>
            <a:endParaRPr kumimoji="0" lang="en-GB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4" name="Rectangle: Rounded Corners 73">
            <a:extLst>
              <a:ext uri="{FF2B5EF4-FFF2-40B4-BE49-F238E27FC236}">
                <a16:creationId xmlns:a16="http://schemas.microsoft.com/office/drawing/2014/main" id="{6C053959-F633-B42B-5B72-725BFB2F13F2}"/>
              </a:ext>
            </a:extLst>
          </p:cNvPr>
          <p:cNvSpPr/>
          <p:nvPr/>
        </p:nvSpPr>
        <p:spPr>
          <a:xfrm>
            <a:off x="1939736" y="3169920"/>
            <a:ext cx="1982024" cy="290638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Нөл бүтүн ондон жети</a:t>
            </a: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E56D7659-B4DB-F46C-19C0-E6630A5C06D6}"/>
              </a:ext>
            </a:extLst>
          </p:cNvPr>
          <p:cNvSpPr txBox="1"/>
          <p:nvPr/>
        </p:nvSpPr>
        <p:spPr>
          <a:xfrm>
            <a:off x="1609184" y="3115031"/>
            <a:ext cx="3129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+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80655C02-80A5-86B3-7244-D1E865FB44B6}"/>
              </a:ext>
            </a:extLst>
          </p:cNvPr>
          <p:cNvSpPr txBox="1"/>
          <p:nvPr/>
        </p:nvSpPr>
        <p:spPr>
          <a:xfrm>
            <a:off x="4044081" y="3142095"/>
            <a:ext cx="3129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=</a:t>
            </a:r>
          </a:p>
        </p:txBody>
      </p:sp>
      <p:sp>
        <p:nvSpPr>
          <p:cNvPr id="101" name="Rectangle: Rounded Corners 100">
            <a:extLst>
              <a:ext uri="{FF2B5EF4-FFF2-40B4-BE49-F238E27FC236}">
                <a16:creationId xmlns:a16="http://schemas.microsoft.com/office/drawing/2014/main" id="{1546902C-AC32-F37D-7253-D4B5C55CB62F}"/>
              </a:ext>
            </a:extLst>
          </p:cNvPr>
          <p:cNvSpPr/>
          <p:nvPr/>
        </p:nvSpPr>
        <p:spPr>
          <a:xfrm>
            <a:off x="4453333" y="3159680"/>
            <a:ext cx="736094" cy="2909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600" b="1">
                <a:solidFill>
                  <a:srgbClr val="0070C0"/>
                </a:solidFill>
              </a:rPr>
              <a:t>2,5</a:t>
            </a:r>
            <a:endParaRPr kumimoji="0" lang="en-GB" sz="1600" b="1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52F21717-96F0-F5AF-5223-5914D535B058}"/>
              </a:ext>
            </a:extLst>
          </p:cNvPr>
          <p:cNvSpPr txBox="1"/>
          <p:nvPr/>
        </p:nvSpPr>
        <p:spPr>
          <a:xfrm>
            <a:off x="556110" y="3176587"/>
            <a:ext cx="30970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y-KG" sz="1200" dirty="0">
                <a:solidFill>
                  <a:prstClr val="white">
                    <a:lumMod val="50000"/>
                  </a:prstClr>
                </a:solidFill>
                <a:latin typeface="Calibri" panose="020F0502020204030204"/>
              </a:rPr>
              <a:t>6</a:t>
            </a: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)</a:t>
            </a:r>
          </a:p>
        </p:txBody>
      </p:sp>
      <p:sp>
        <p:nvSpPr>
          <p:cNvPr id="103" name="Rectangle: Rounded Corners 102">
            <a:extLst>
              <a:ext uri="{FF2B5EF4-FFF2-40B4-BE49-F238E27FC236}">
                <a16:creationId xmlns:a16="http://schemas.microsoft.com/office/drawing/2014/main" id="{DC840A30-F30A-AB3A-7E34-5ABE9673345C}"/>
              </a:ext>
            </a:extLst>
          </p:cNvPr>
          <p:cNvSpPr/>
          <p:nvPr/>
        </p:nvSpPr>
        <p:spPr>
          <a:xfrm>
            <a:off x="855445" y="3169614"/>
            <a:ext cx="736094" cy="2909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1,8</a:t>
            </a:r>
            <a:endParaRPr kumimoji="0" lang="en-GB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5" name="Rectangle: Rounded Corners 104">
            <a:extLst>
              <a:ext uri="{FF2B5EF4-FFF2-40B4-BE49-F238E27FC236}">
                <a16:creationId xmlns:a16="http://schemas.microsoft.com/office/drawing/2014/main" id="{D1F83D9F-EA31-E44A-DD82-280895B9DD3D}"/>
              </a:ext>
            </a:extLst>
          </p:cNvPr>
          <p:cNvSpPr/>
          <p:nvPr/>
        </p:nvSpPr>
        <p:spPr>
          <a:xfrm>
            <a:off x="1939735" y="3715985"/>
            <a:ext cx="1982024" cy="290947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Нөл бүтүн жүздөн он</a:t>
            </a: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6EA95877-5866-3A73-FCB2-A7685CD82814}"/>
              </a:ext>
            </a:extLst>
          </p:cNvPr>
          <p:cNvSpPr txBox="1"/>
          <p:nvPr/>
        </p:nvSpPr>
        <p:spPr>
          <a:xfrm>
            <a:off x="1609184" y="3661404"/>
            <a:ext cx="3129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+</a:t>
            </a: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785F7E1E-906C-68C6-FF11-8BAC55B03E84}"/>
              </a:ext>
            </a:extLst>
          </p:cNvPr>
          <p:cNvSpPr txBox="1"/>
          <p:nvPr/>
        </p:nvSpPr>
        <p:spPr>
          <a:xfrm>
            <a:off x="4066198" y="3661404"/>
            <a:ext cx="3129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=</a:t>
            </a:r>
          </a:p>
        </p:txBody>
      </p:sp>
      <p:sp>
        <p:nvSpPr>
          <p:cNvPr id="108" name="Rectangle: Rounded Corners 107">
            <a:extLst>
              <a:ext uri="{FF2B5EF4-FFF2-40B4-BE49-F238E27FC236}">
                <a16:creationId xmlns:a16="http://schemas.microsoft.com/office/drawing/2014/main" id="{449E0F49-3EC4-E8BD-CD01-253732A20FB4}"/>
              </a:ext>
            </a:extLst>
          </p:cNvPr>
          <p:cNvSpPr/>
          <p:nvPr/>
        </p:nvSpPr>
        <p:spPr>
          <a:xfrm>
            <a:off x="4454886" y="3706052"/>
            <a:ext cx="736094" cy="2909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b="1">
                <a:solidFill>
                  <a:srgbClr val="0070C0"/>
                </a:solidFill>
              </a:rPr>
              <a:t>2,12</a:t>
            </a:r>
            <a:endParaRPr lang="en-GB" sz="1600" b="1" dirty="0">
              <a:solidFill>
                <a:srgbClr val="0070C0"/>
              </a:solidFill>
            </a:endParaRP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405A48E0-7002-D2B9-A79A-5CB3A1DBEFCA}"/>
              </a:ext>
            </a:extLst>
          </p:cNvPr>
          <p:cNvSpPr txBox="1"/>
          <p:nvPr/>
        </p:nvSpPr>
        <p:spPr>
          <a:xfrm>
            <a:off x="556111" y="3722960"/>
            <a:ext cx="30970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y-KG" sz="1200" dirty="0">
                <a:solidFill>
                  <a:prstClr val="white">
                    <a:lumMod val="50000"/>
                  </a:prstClr>
                </a:solidFill>
                <a:latin typeface="Calibri" panose="020F0502020204030204"/>
              </a:rPr>
              <a:t>7</a:t>
            </a: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)</a:t>
            </a:r>
          </a:p>
        </p:txBody>
      </p:sp>
      <p:sp>
        <p:nvSpPr>
          <p:cNvPr id="110" name="Rectangle: Rounded Corners 109">
            <a:extLst>
              <a:ext uri="{FF2B5EF4-FFF2-40B4-BE49-F238E27FC236}">
                <a16:creationId xmlns:a16="http://schemas.microsoft.com/office/drawing/2014/main" id="{6DF340AD-ACEC-4FD7-F935-76BC921483CA}"/>
              </a:ext>
            </a:extLst>
          </p:cNvPr>
          <p:cNvSpPr/>
          <p:nvPr/>
        </p:nvSpPr>
        <p:spPr>
          <a:xfrm>
            <a:off x="855445" y="3715987"/>
            <a:ext cx="736094" cy="2909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2,02</a:t>
            </a:r>
            <a:endParaRPr kumimoji="0" lang="en-GB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2" name="Rectangle: Rounded Corners 111">
            <a:extLst>
              <a:ext uri="{FF2B5EF4-FFF2-40B4-BE49-F238E27FC236}">
                <a16:creationId xmlns:a16="http://schemas.microsoft.com/office/drawing/2014/main" id="{3B263F02-747E-4978-A88F-D01CB4F6BEB0}"/>
              </a:ext>
            </a:extLst>
          </p:cNvPr>
          <p:cNvSpPr/>
          <p:nvPr/>
        </p:nvSpPr>
        <p:spPr>
          <a:xfrm>
            <a:off x="1939735" y="4279913"/>
            <a:ext cx="1982024" cy="273392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Нөл бүтүн жүздөн жети</a:t>
            </a: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AB4AEFC4-5D47-998D-D933-4CEC839778D6}"/>
              </a:ext>
            </a:extLst>
          </p:cNvPr>
          <p:cNvSpPr txBox="1"/>
          <p:nvPr/>
        </p:nvSpPr>
        <p:spPr>
          <a:xfrm>
            <a:off x="1609184" y="4207777"/>
            <a:ext cx="3129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+</a:t>
            </a: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DB0E6F75-FD63-0D35-30F7-1B5EA0D12B9E}"/>
              </a:ext>
            </a:extLst>
          </p:cNvPr>
          <p:cNvSpPr txBox="1"/>
          <p:nvPr/>
        </p:nvSpPr>
        <p:spPr>
          <a:xfrm>
            <a:off x="4093563" y="4167711"/>
            <a:ext cx="3129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=</a:t>
            </a:r>
          </a:p>
        </p:txBody>
      </p:sp>
      <p:sp>
        <p:nvSpPr>
          <p:cNvPr id="115" name="Rectangle: Rounded Corners 114">
            <a:extLst>
              <a:ext uri="{FF2B5EF4-FFF2-40B4-BE49-F238E27FC236}">
                <a16:creationId xmlns:a16="http://schemas.microsoft.com/office/drawing/2014/main" id="{E026F781-810F-175B-2782-0AE9F0698707}"/>
              </a:ext>
            </a:extLst>
          </p:cNvPr>
          <p:cNvSpPr/>
          <p:nvPr/>
        </p:nvSpPr>
        <p:spPr>
          <a:xfrm>
            <a:off x="4463492" y="4211536"/>
            <a:ext cx="736094" cy="2909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b="1">
                <a:solidFill>
                  <a:srgbClr val="0070C0"/>
                </a:solidFill>
              </a:rPr>
              <a:t>3,06</a:t>
            </a:r>
            <a:endParaRPr lang="en-GB" sz="1600" b="1" dirty="0">
              <a:solidFill>
                <a:srgbClr val="0070C0"/>
              </a:solidFill>
            </a:endParaRP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8A0BAC1F-C734-293B-C693-F0E22B03BBF1}"/>
              </a:ext>
            </a:extLst>
          </p:cNvPr>
          <p:cNvSpPr txBox="1"/>
          <p:nvPr/>
        </p:nvSpPr>
        <p:spPr>
          <a:xfrm>
            <a:off x="556111" y="4269333"/>
            <a:ext cx="30970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y-KG" sz="1200" dirty="0">
                <a:solidFill>
                  <a:prstClr val="white">
                    <a:lumMod val="50000"/>
                  </a:prstClr>
                </a:solidFill>
                <a:latin typeface="Calibri" panose="020F0502020204030204"/>
              </a:rPr>
              <a:t>8</a:t>
            </a: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)</a:t>
            </a:r>
          </a:p>
        </p:txBody>
      </p:sp>
      <p:sp>
        <p:nvSpPr>
          <p:cNvPr id="117" name="Rectangle: Rounded Corners 116">
            <a:extLst>
              <a:ext uri="{FF2B5EF4-FFF2-40B4-BE49-F238E27FC236}">
                <a16:creationId xmlns:a16="http://schemas.microsoft.com/office/drawing/2014/main" id="{3AD4C492-7790-350A-F752-278DDEE94419}"/>
              </a:ext>
            </a:extLst>
          </p:cNvPr>
          <p:cNvSpPr/>
          <p:nvPr/>
        </p:nvSpPr>
        <p:spPr>
          <a:xfrm>
            <a:off x="855445" y="4262360"/>
            <a:ext cx="736094" cy="2909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2,99</a:t>
            </a:r>
            <a:endParaRPr kumimoji="0" lang="en-GB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9" name="Rectangle: Rounded Corners 118">
            <a:extLst>
              <a:ext uri="{FF2B5EF4-FFF2-40B4-BE49-F238E27FC236}">
                <a16:creationId xmlns:a16="http://schemas.microsoft.com/office/drawing/2014/main" id="{13698FC0-C36D-C0B4-BDCA-A26247EE511D}"/>
              </a:ext>
            </a:extLst>
          </p:cNvPr>
          <p:cNvSpPr/>
          <p:nvPr/>
        </p:nvSpPr>
        <p:spPr>
          <a:xfrm>
            <a:off x="1387286" y="4788115"/>
            <a:ext cx="1894394" cy="311564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Нөл бүтүн ондон үч</a:t>
            </a: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66E8A1A1-3AB3-8B90-0892-D6FEDD116E6A}"/>
              </a:ext>
            </a:extLst>
          </p:cNvPr>
          <p:cNvSpPr txBox="1"/>
          <p:nvPr/>
        </p:nvSpPr>
        <p:spPr>
          <a:xfrm>
            <a:off x="1056734" y="4754150"/>
            <a:ext cx="3129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+</a:t>
            </a:r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DCEF8BDB-7F74-51DC-8682-C4611AA855FB}"/>
              </a:ext>
            </a:extLst>
          </p:cNvPr>
          <p:cNvSpPr txBox="1"/>
          <p:nvPr/>
        </p:nvSpPr>
        <p:spPr>
          <a:xfrm>
            <a:off x="5939511" y="4724727"/>
            <a:ext cx="3129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=</a:t>
            </a:r>
          </a:p>
        </p:txBody>
      </p:sp>
      <p:sp>
        <p:nvSpPr>
          <p:cNvPr id="122" name="Rectangle: Rounded Corners 121">
            <a:extLst>
              <a:ext uri="{FF2B5EF4-FFF2-40B4-BE49-F238E27FC236}">
                <a16:creationId xmlns:a16="http://schemas.microsoft.com/office/drawing/2014/main" id="{882A1EFB-9B5C-EA61-006E-EA6C1B3EA862}"/>
              </a:ext>
            </a:extLst>
          </p:cNvPr>
          <p:cNvSpPr/>
          <p:nvPr/>
        </p:nvSpPr>
        <p:spPr>
          <a:xfrm>
            <a:off x="6352777" y="4754150"/>
            <a:ext cx="736094" cy="2909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b="1">
                <a:solidFill>
                  <a:srgbClr val="0070C0"/>
                </a:solidFill>
              </a:rPr>
              <a:t>0,57</a:t>
            </a:r>
            <a:endParaRPr lang="en-GB" sz="1600" b="1" dirty="0">
              <a:solidFill>
                <a:srgbClr val="0070C0"/>
              </a:solidFill>
            </a:endParaRPr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15F7D960-EB7C-09FB-4623-DF6EA2E83691}"/>
              </a:ext>
            </a:extLst>
          </p:cNvPr>
          <p:cNvSpPr txBox="1"/>
          <p:nvPr/>
        </p:nvSpPr>
        <p:spPr>
          <a:xfrm>
            <a:off x="3660" y="4815706"/>
            <a:ext cx="30970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y-KG" sz="1200" dirty="0">
                <a:solidFill>
                  <a:prstClr val="white">
                    <a:lumMod val="50000"/>
                  </a:prstClr>
                </a:solidFill>
                <a:latin typeface="Calibri" panose="020F0502020204030204"/>
              </a:rPr>
              <a:t>9</a:t>
            </a: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)</a:t>
            </a:r>
          </a:p>
        </p:txBody>
      </p:sp>
      <p:sp>
        <p:nvSpPr>
          <p:cNvPr id="124" name="Rectangle: Rounded Corners 123">
            <a:extLst>
              <a:ext uri="{FF2B5EF4-FFF2-40B4-BE49-F238E27FC236}">
                <a16:creationId xmlns:a16="http://schemas.microsoft.com/office/drawing/2014/main" id="{1C4BB8C2-0689-AE6C-CE7A-EC7DCD98EB5A}"/>
              </a:ext>
            </a:extLst>
          </p:cNvPr>
          <p:cNvSpPr/>
          <p:nvPr/>
        </p:nvSpPr>
        <p:spPr>
          <a:xfrm>
            <a:off x="302995" y="4808733"/>
            <a:ext cx="736094" cy="2909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0,25</a:t>
            </a:r>
          </a:p>
        </p:txBody>
      </p:sp>
      <p:sp>
        <p:nvSpPr>
          <p:cNvPr id="126" name="Rectangle: Rounded Corners 125">
            <a:extLst>
              <a:ext uri="{FF2B5EF4-FFF2-40B4-BE49-F238E27FC236}">
                <a16:creationId xmlns:a16="http://schemas.microsoft.com/office/drawing/2014/main" id="{6C3DA86E-7E98-6C5E-92B0-2B61E54169EE}"/>
              </a:ext>
            </a:extLst>
          </p:cNvPr>
          <p:cNvSpPr/>
          <p:nvPr/>
        </p:nvSpPr>
        <p:spPr>
          <a:xfrm>
            <a:off x="1387285" y="5355104"/>
            <a:ext cx="1925823" cy="290947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Нөл бүтүн ондон беш</a:t>
            </a: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9BDABF49-89A8-672F-117F-1E296A25BC95}"/>
              </a:ext>
            </a:extLst>
          </p:cNvPr>
          <p:cNvSpPr txBox="1"/>
          <p:nvPr/>
        </p:nvSpPr>
        <p:spPr>
          <a:xfrm>
            <a:off x="1056734" y="5300523"/>
            <a:ext cx="3129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+</a:t>
            </a:r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F2FCBE34-8BE8-FBC7-1F1D-5750D1753174}"/>
              </a:ext>
            </a:extLst>
          </p:cNvPr>
          <p:cNvSpPr txBox="1"/>
          <p:nvPr/>
        </p:nvSpPr>
        <p:spPr>
          <a:xfrm>
            <a:off x="5949258" y="5300523"/>
            <a:ext cx="3129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=</a:t>
            </a:r>
          </a:p>
        </p:txBody>
      </p:sp>
      <p:sp>
        <p:nvSpPr>
          <p:cNvPr id="129" name="Rectangle: Rounded Corners 128">
            <a:extLst>
              <a:ext uri="{FF2B5EF4-FFF2-40B4-BE49-F238E27FC236}">
                <a16:creationId xmlns:a16="http://schemas.microsoft.com/office/drawing/2014/main" id="{18956078-B54D-9E70-5B31-398374F7EC30}"/>
              </a:ext>
            </a:extLst>
          </p:cNvPr>
          <p:cNvSpPr/>
          <p:nvPr/>
        </p:nvSpPr>
        <p:spPr>
          <a:xfrm>
            <a:off x="6352777" y="5348133"/>
            <a:ext cx="736094" cy="2909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600" b="1" dirty="0">
                <a:solidFill>
                  <a:srgbClr val="0070C0"/>
                </a:solidFill>
              </a:rPr>
              <a:t>1,8</a:t>
            </a:r>
            <a:endParaRPr kumimoji="0" lang="en-GB" sz="1600" b="1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E5101AE1-A486-54DC-1E6D-23C32B47CF58}"/>
              </a:ext>
            </a:extLst>
          </p:cNvPr>
          <p:cNvSpPr txBox="1"/>
          <p:nvPr/>
        </p:nvSpPr>
        <p:spPr>
          <a:xfrm>
            <a:off x="-35614" y="5362079"/>
            <a:ext cx="38824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y-KG" sz="1200" dirty="0">
                <a:solidFill>
                  <a:prstClr val="white">
                    <a:lumMod val="50000"/>
                  </a:prstClr>
                </a:solidFill>
                <a:latin typeface="Calibri" panose="020F0502020204030204"/>
              </a:rPr>
              <a:t>10</a:t>
            </a: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)</a:t>
            </a:r>
          </a:p>
        </p:txBody>
      </p:sp>
      <p:sp>
        <p:nvSpPr>
          <p:cNvPr id="131" name="Rectangle: Rounded Corners 130">
            <a:extLst>
              <a:ext uri="{FF2B5EF4-FFF2-40B4-BE49-F238E27FC236}">
                <a16:creationId xmlns:a16="http://schemas.microsoft.com/office/drawing/2014/main" id="{F64C9246-7CD9-A7C2-943C-50F8457ACFA2}"/>
              </a:ext>
            </a:extLst>
          </p:cNvPr>
          <p:cNvSpPr/>
          <p:nvPr/>
        </p:nvSpPr>
        <p:spPr>
          <a:xfrm>
            <a:off x="302995" y="5355106"/>
            <a:ext cx="736094" cy="2909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1,25</a:t>
            </a:r>
          </a:p>
        </p:txBody>
      </p:sp>
      <p:sp>
        <p:nvSpPr>
          <p:cNvPr id="133" name="Rectangle: Rounded Corners 132">
            <a:extLst>
              <a:ext uri="{FF2B5EF4-FFF2-40B4-BE49-F238E27FC236}">
                <a16:creationId xmlns:a16="http://schemas.microsoft.com/office/drawing/2014/main" id="{10A44AA1-7267-6F2D-521D-CF68055E3976}"/>
              </a:ext>
            </a:extLst>
          </p:cNvPr>
          <p:cNvSpPr/>
          <p:nvPr/>
        </p:nvSpPr>
        <p:spPr>
          <a:xfrm>
            <a:off x="1387285" y="5880860"/>
            <a:ext cx="1894395" cy="311564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Нөл бүтүн жүздөн алты</a:t>
            </a: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4" name="TextBox 133">
            <a:extLst>
              <a:ext uri="{FF2B5EF4-FFF2-40B4-BE49-F238E27FC236}">
                <a16:creationId xmlns:a16="http://schemas.microsoft.com/office/drawing/2014/main" id="{17016F41-175C-1248-D8FF-A644B2E80051}"/>
              </a:ext>
            </a:extLst>
          </p:cNvPr>
          <p:cNvSpPr txBox="1"/>
          <p:nvPr/>
        </p:nvSpPr>
        <p:spPr>
          <a:xfrm>
            <a:off x="1056734" y="5846896"/>
            <a:ext cx="3129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+</a:t>
            </a:r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FC28B861-185B-CB5A-093B-31F00532BAC6}"/>
              </a:ext>
            </a:extLst>
          </p:cNvPr>
          <p:cNvSpPr txBox="1"/>
          <p:nvPr/>
        </p:nvSpPr>
        <p:spPr>
          <a:xfrm>
            <a:off x="5949258" y="5846896"/>
            <a:ext cx="3129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=</a:t>
            </a:r>
          </a:p>
        </p:txBody>
      </p:sp>
      <p:sp>
        <p:nvSpPr>
          <p:cNvPr id="136" name="Rectangle: Rounded Corners 135">
            <a:extLst>
              <a:ext uri="{FF2B5EF4-FFF2-40B4-BE49-F238E27FC236}">
                <a16:creationId xmlns:a16="http://schemas.microsoft.com/office/drawing/2014/main" id="{42CA18BF-8B38-E136-288B-0D43FFFE3562}"/>
              </a:ext>
            </a:extLst>
          </p:cNvPr>
          <p:cNvSpPr/>
          <p:nvPr/>
        </p:nvSpPr>
        <p:spPr>
          <a:xfrm>
            <a:off x="6352777" y="5849728"/>
            <a:ext cx="736094" cy="2909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b="1">
                <a:solidFill>
                  <a:srgbClr val="0070C0"/>
                </a:solidFill>
              </a:rPr>
              <a:t>1,58</a:t>
            </a:r>
            <a:endParaRPr lang="en-GB" sz="1600" b="1" dirty="0">
              <a:solidFill>
                <a:srgbClr val="0070C0"/>
              </a:solidFill>
            </a:endParaRPr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FCFF5AA9-DF2B-CA69-2204-C02BC747DFD9}"/>
              </a:ext>
            </a:extLst>
          </p:cNvPr>
          <p:cNvSpPr txBox="1"/>
          <p:nvPr/>
        </p:nvSpPr>
        <p:spPr>
          <a:xfrm>
            <a:off x="-35613" y="5908452"/>
            <a:ext cx="38824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y-KG" sz="1200" dirty="0">
                <a:solidFill>
                  <a:prstClr val="white">
                    <a:lumMod val="50000"/>
                  </a:prstClr>
                </a:solidFill>
                <a:latin typeface="Calibri" panose="020F0502020204030204"/>
              </a:rPr>
              <a:t>11</a:t>
            </a: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)</a:t>
            </a:r>
          </a:p>
        </p:txBody>
      </p:sp>
      <p:sp>
        <p:nvSpPr>
          <p:cNvPr id="138" name="Rectangle: Rounded Corners 137">
            <a:extLst>
              <a:ext uri="{FF2B5EF4-FFF2-40B4-BE49-F238E27FC236}">
                <a16:creationId xmlns:a16="http://schemas.microsoft.com/office/drawing/2014/main" id="{CEA317FE-89A7-9ABD-B9DC-06E22D78B36B}"/>
              </a:ext>
            </a:extLst>
          </p:cNvPr>
          <p:cNvSpPr/>
          <p:nvPr/>
        </p:nvSpPr>
        <p:spPr>
          <a:xfrm>
            <a:off x="302995" y="5901479"/>
            <a:ext cx="736094" cy="2909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0,82</a:t>
            </a:r>
          </a:p>
        </p:txBody>
      </p:sp>
      <p:sp>
        <p:nvSpPr>
          <p:cNvPr id="140" name="Rectangle: Rounded Corners 139">
            <a:extLst>
              <a:ext uri="{FF2B5EF4-FFF2-40B4-BE49-F238E27FC236}">
                <a16:creationId xmlns:a16="http://schemas.microsoft.com/office/drawing/2014/main" id="{80A947EB-13F0-9E9B-C78F-480BF0082BDC}"/>
              </a:ext>
            </a:extLst>
          </p:cNvPr>
          <p:cNvSpPr/>
          <p:nvPr/>
        </p:nvSpPr>
        <p:spPr>
          <a:xfrm>
            <a:off x="1387286" y="6427233"/>
            <a:ext cx="1894394" cy="311564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Нөл бүтүн ондон жети</a:t>
            </a: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id="{D9AB8E1A-4439-BF57-BDE5-B73FF07E59B2}"/>
              </a:ext>
            </a:extLst>
          </p:cNvPr>
          <p:cNvSpPr txBox="1"/>
          <p:nvPr/>
        </p:nvSpPr>
        <p:spPr>
          <a:xfrm>
            <a:off x="1056734" y="6393268"/>
            <a:ext cx="3129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+</a:t>
            </a:r>
          </a:p>
        </p:txBody>
      </p:sp>
      <p:sp>
        <p:nvSpPr>
          <p:cNvPr id="142" name="TextBox 141">
            <a:extLst>
              <a:ext uri="{FF2B5EF4-FFF2-40B4-BE49-F238E27FC236}">
                <a16:creationId xmlns:a16="http://schemas.microsoft.com/office/drawing/2014/main" id="{CD209C94-51FF-C0B0-5934-0C7F4254DF58}"/>
              </a:ext>
            </a:extLst>
          </p:cNvPr>
          <p:cNvSpPr txBox="1"/>
          <p:nvPr/>
        </p:nvSpPr>
        <p:spPr>
          <a:xfrm>
            <a:off x="5939510" y="6454824"/>
            <a:ext cx="3129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=</a:t>
            </a:r>
          </a:p>
        </p:txBody>
      </p:sp>
      <p:sp>
        <p:nvSpPr>
          <p:cNvPr id="143" name="Rectangle: Rounded Corners 142">
            <a:extLst>
              <a:ext uri="{FF2B5EF4-FFF2-40B4-BE49-F238E27FC236}">
                <a16:creationId xmlns:a16="http://schemas.microsoft.com/office/drawing/2014/main" id="{8D015A86-B7E1-2D9A-7F70-C20F547BE5F8}"/>
              </a:ext>
            </a:extLst>
          </p:cNvPr>
          <p:cNvSpPr/>
          <p:nvPr/>
        </p:nvSpPr>
        <p:spPr>
          <a:xfrm>
            <a:off x="6352777" y="6458048"/>
            <a:ext cx="736094" cy="2909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b="1" dirty="0">
                <a:solidFill>
                  <a:srgbClr val="0070C0"/>
                </a:solidFill>
              </a:rPr>
              <a:t>2,45</a:t>
            </a:r>
          </a:p>
        </p:txBody>
      </p:sp>
      <p:sp>
        <p:nvSpPr>
          <p:cNvPr id="144" name="TextBox 143">
            <a:extLst>
              <a:ext uri="{FF2B5EF4-FFF2-40B4-BE49-F238E27FC236}">
                <a16:creationId xmlns:a16="http://schemas.microsoft.com/office/drawing/2014/main" id="{57FBBA55-56EC-E348-5BF0-41948D4A1637}"/>
              </a:ext>
            </a:extLst>
          </p:cNvPr>
          <p:cNvSpPr txBox="1"/>
          <p:nvPr/>
        </p:nvSpPr>
        <p:spPr>
          <a:xfrm>
            <a:off x="-35614" y="6454824"/>
            <a:ext cx="38824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y-KG" sz="1200" dirty="0">
                <a:solidFill>
                  <a:prstClr val="white">
                    <a:lumMod val="50000"/>
                  </a:prstClr>
                </a:solidFill>
                <a:latin typeface="Calibri" panose="020F0502020204030204"/>
              </a:rPr>
              <a:t>12</a:t>
            </a: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)</a:t>
            </a:r>
          </a:p>
        </p:txBody>
      </p:sp>
      <p:sp>
        <p:nvSpPr>
          <p:cNvPr id="145" name="Rectangle: Rounded Corners 144">
            <a:extLst>
              <a:ext uri="{FF2B5EF4-FFF2-40B4-BE49-F238E27FC236}">
                <a16:creationId xmlns:a16="http://schemas.microsoft.com/office/drawing/2014/main" id="{B1788891-D85E-25BC-9E40-43973F40C37F}"/>
              </a:ext>
            </a:extLst>
          </p:cNvPr>
          <p:cNvSpPr/>
          <p:nvPr/>
        </p:nvSpPr>
        <p:spPr>
          <a:xfrm>
            <a:off x="302995" y="6447851"/>
            <a:ext cx="736094" cy="2909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1,78</a:t>
            </a:r>
          </a:p>
        </p:txBody>
      </p:sp>
      <p:sp>
        <p:nvSpPr>
          <p:cNvPr id="146" name="Rectangle: Rounded Corners 145">
            <a:extLst>
              <a:ext uri="{FF2B5EF4-FFF2-40B4-BE49-F238E27FC236}">
                <a16:creationId xmlns:a16="http://schemas.microsoft.com/office/drawing/2014/main" id="{7EC4EB63-0D08-D81E-0D39-54C7B2145CB1}"/>
              </a:ext>
            </a:extLst>
          </p:cNvPr>
          <p:cNvSpPr/>
          <p:nvPr/>
        </p:nvSpPr>
        <p:spPr>
          <a:xfrm>
            <a:off x="3816988" y="4764882"/>
            <a:ext cx="2022164" cy="30338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Нөл бүтүн жүздөн эки</a:t>
            </a: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1" name="TextBox 150">
            <a:extLst>
              <a:ext uri="{FF2B5EF4-FFF2-40B4-BE49-F238E27FC236}">
                <a16:creationId xmlns:a16="http://schemas.microsoft.com/office/drawing/2014/main" id="{4800897B-32BD-FBF7-FD8B-D00541EE9B4B}"/>
              </a:ext>
            </a:extLst>
          </p:cNvPr>
          <p:cNvSpPr txBox="1"/>
          <p:nvPr/>
        </p:nvSpPr>
        <p:spPr>
          <a:xfrm>
            <a:off x="3403722" y="4743842"/>
            <a:ext cx="3129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+</a:t>
            </a:r>
          </a:p>
        </p:txBody>
      </p:sp>
      <p:sp>
        <p:nvSpPr>
          <p:cNvPr id="154" name="Rectangle: Rounded Corners 153">
            <a:extLst>
              <a:ext uri="{FF2B5EF4-FFF2-40B4-BE49-F238E27FC236}">
                <a16:creationId xmlns:a16="http://schemas.microsoft.com/office/drawing/2014/main" id="{FFE093F4-FCD6-E9AA-63C8-DDDBDA8784C0}"/>
              </a:ext>
            </a:extLst>
          </p:cNvPr>
          <p:cNvSpPr/>
          <p:nvPr/>
        </p:nvSpPr>
        <p:spPr>
          <a:xfrm>
            <a:off x="3816988" y="5362079"/>
            <a:ext cx="2041658" cy="283972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Нөл бүтүн жүздөн беш</a:t>
            </a: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5" name="TextBox 154">
            <a:extLst>
              <a:ext uri="{FF2B5EF4-FFF2-40B4-BE49-F238E27FC236}">
                <a16:creationId xmlns:a16="http://schemas.microsoft.com/office/drawing/2014/main" id="{99E9104B-DDE8-A0B1-4B42-133C71345692}"/>
              </a:ext>
            </a:extLst>
          </p:cNvPr>
          <p:cNvSpPr txBox="1"/>
          <p:nvPr/>
        </p:nvSpPr>
        <p:spPr>
          <a:xfrm>
            <a:off x="3403721" y="5293550"/>
            <a:ext cx="3129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+</a:t>
            </a:r>
          </a:p>
        </p:txBody>
      </p:sp>
      <p:sp>
        <p:nvSpPr>
          <p:cNvPr id="156" name="Rectangle: Rounded Corners 155">
            <a:extLst>
              <a:ext uri="{FF2B5EF4-FFF2-40B4-BE49-F238E27FC236}">
                <a16:creationId xmlns:a16="http://schemas.microsoft.com/office/drawing/2014/main" id="{7296F239-D6D0-FDB0-73B7-7466B88B11CD}"/>
              </a:ext>
            </a:extLst>
          </p:cNvPr>
          <p:cNvSpPr/>
          <p:nvPr/>
        </p:nvSpPr>
        <p:spPr>
          <a:xfrm>
            <a:off x="3816988" y="5938045"/>
            <a:ext cx="2022164" cy="254379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Нөл бүтүн ондон жети</a:t>
            </a: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7" name="TextBox 156">
            <a:extLst>
              <a:ext uri="{FF2B5EF4-FFF2-40B4-BE49-F238E27FC236}">
                <a16:creationId xmlns:a16="http://schemas.microsoft.com/office/drawing/2014/main" id="{F6A23FB5-5946-918F-B6D4-74679E5575F6}"/>
              </a:ext>
            </a:extLst>
          </p:cNvPr>
          <p:cNvSpPr txBox="1"/>
          <p:nvPr/>
        </p:nvSpPr>
        <p:spPr>
          <a:xfrm>
            <a:off x="3403721" y="5871503"/>
            <a:ext cx="3129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+</a:t>
            </a:r>
          </a:p>
        </p:txBody>
      </p:sp>
      <p:sp>
        <p:nvSpPr>
          <p:cNvPr id="158" name="Rectangle: Rounded Corners 157">
            <a:extLst>
              <a:ext uri="{FF2B5EF4-FFF2-40B4-BE49-F238E27FC236}">
                <a16:creationId xmlns:a16="http://schemas.microsoft.com/office/drawing/2014/main" id="{7CAD991F-3D5C-BF40-E871-3F64B3BF9374}"/>
              </a:ext>
            </a:extLst>
          </p:cNvPr>
          <p:cNvSpPr/>
          <p:nvPr/>
        </p:nvSpPr>
        <p:spPr>
          <a:xfrm>
            <a:off x="3816988" y="6444253"/>
            <a:ext cx="2041658" cy="304739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Нөл бүтүн жүздөн он</a:t>
            </a: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9" name="TextBox 158">
            <a:extLst>
              <a:ext uri="{FF2B5EF4-FFF2-40B4-BE49-F238E27FC236}">
                <a16:creationId xmlns:a16="http://schemas.microsoft.com/office/drawing/2014/main" id="{EBE751CB-8B7B-BB10-688A-60D4A33A38A1}"/>
              </a:ext>
            </a:extLst>
          </p:cNvPr>
          <p:cNvSpPr txBox="1"/>
          <p:nvPr/>
        </p:nvSpPr>
        <p:spPr>
          <a:xfrm>
            <a:off x="3403721" y="6391987"/>
            <a:ext cx="3129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+</a:t>
            </a:r>
          </a:p>
        </p:txBody>
      </p:sp>
    </p:spTree>
    <p:extLst>
      <p:ext uri="{BB962C8B-B14F-4D97-AF65-F5344CB8AC3E}">
        <p14:creationId xmlns:p14="http://schemas.microsoft.com/office/powerpoint/2010/main" val="38430186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850741A-B047-A5C3-2A46-03C62E9268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223520"/>
            <a:ext cx="4856480" cy="65024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923532B-B5E6-51A5-808C-DE7B0E5BEF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6481" y="355600"/>
            <a:ext cx="4856480" cy="650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86962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AAFFF5F-3365-ACCC-CC5D-9A18850200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-1080383" y="1175396"/>
            <a:ext cx="6725922" cy="463928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8B95CD93-C6C9-10FA-D9D7-B6443F53A5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4141858" y="1043318"/>
            <a:ext cx="6725922" cy="46392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05445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94EE51F-7A9F-BBA6-4D52-96A950D8E4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2271" y="365760"/>
            <a:ext cx="9429569" cy="6350000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ru-RU" dirty="0"/>
              <a:t>Суроолор барбы?</a:t>
            </a:r>
          </a:p>
          <a:p>
            <a:pPr marL="0" indent="0" algn="ctr">
              <a:buNone/>
            </a:pPr>
            <a:r>
              <a:rPr lang="ru-RU" dirty="0"/>
              <a:t>Комментарийлер?</a:t>
            </a:r>
          </a:p>
          <a:p>
            <a:pPr marL="0" indent="0" algn="ctr">
              <a:buNone/>
            </a:pPr>
            <a:r>
              <a:rPr lang="ru-RU" dirty="0"/>
              <a:t>Сунуштар?</a:t>
            </a:r>
          </a:p>
          <a:p>
            <a:pPr marL="0" indent="0" algn="ctr">
              <a:buNone/>
            </a:pPr>
            <a:endParaRPr lang="ru-RU" dirty="0"/>
          </a:p>
          <a:p>
            <a:pPr marL="0" indent="0" algn="ctr">
              <a:buNone/>
            </a:pPr>
            <a:r>
              <a:rPr lang="ru-RU" dirty="0"/>
              <a:t>…же ката таптыңызбы!?</a:t>
            </a:r>
          </a:p>
          <a:p>
            <a:pPr marL="0" indent="0" algn="ctr">
              <a:buNone/>
            </a:pPr>
            <a:endParaRPr lang="ru-RU" dirty="0"/>
          </a:p>
          <a:p>
            <a:pPr marL="0" indent="0" algn="ctr" defTabSz="371475">
              <a:lnSpc>
                <a:spcPct val="100000"/>
              </a:lnSpc>
              <a:spcBef>
                <a:spcPts val="0"/>
              </a:spcBef>
              <a:buNone/>
              <a:defRPr/>
            </a:pPr>
            <a:r>
              <a:rPr lang="ru-RU" dirty="0">
                <a:solidFill>
                  <a:prstClr val="black"/>
                </a:solidFill>
                <a:latin typeface="Calibri" panose="020F0502020204030204"/>
              </a:rPr>
              <a:t>Түрдүү пикирлер үчүн ыраазычылык билдиребиз.</a:t>
            </a:r>
          </a:p>
          <a:p>
            <a:pPr marL="0" indent="0" algn="ctr">
              <a:buNone/>
            </a:pPr>
            <a:endParaRPr lang="ru-RU" dirty="0"/>
          </a:p>
          <a:p>
            <a:pPr marL="0" indent="0" algn="ctr">
              <a:buNone/>
            </a:pPr>
            <a:r>
              <a:rPr lang="ru-RU" dirty="0"/>
              <a:t>Сураныч, электрондук кат жөнөтүңүз:</a:t>
            </a:r>
          </a:p>
          <a:p>
            <a:pPr marL="0" indent="0" algn="ctr">
              <a:buNone/>
            </a:pPr>
            <a:endParaRPr lang="ru-RU" dirty="0"/>
          </a:p>
          <a:p>
            <a:pPr marL="0" indent="0" algn="ctr">
              <a:buNone/>
            </a:pPr>
            <a:r>
              <a:rPr lang="en-US" dirty="0"/>
              <a:t>mathematicskgz@gmail.com</a:t>
            </a:r>
          </a:p>
        </p:txBody>
      </p:sp>
    </p:spTree>
    <p:extLst>
      <p:ext uri="{BB962C8B-B14F-4D97-AF65-F5344CB8AC3E}">
        <p14:creationId xmlns:p14="http://schemas.microsoft.com/office/powerpoint/2010/main" val="15155844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12700">
          <a:solidFill>
            <a:schemeClr val="bg1">
              <a:lumMod val="50000"/>
            </a:schemeClr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200" dirty="0" err="1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  <a:headEnd type="none" w="sm" len="sm"/>
          <a:tailEnd type="none" w="sm" len="sm"/>
        </a:ln>
      </a:spPr>
      <a:bodyPr/>
      <a:lstStyle/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defRPr sz="120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10902</TotalTime>
  <Words>468</Words>
  <Application>Microsoft Office PowerPoint</Application>
  <PresentationFormat>A4 Paper (210x297 mm)</PresentationFormat>
  <Paragraphs>241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Calibri</vt:lpstr>
      <vt:lpstr>Arial</vt:lpstr>
      <vt:lpstr>Calibri Light</vt:lpstr>
      <vt:lpstr>Bauhaus 93</vt:lpstr>
      <vt:lpstr>Office Theme</vt:lpstr>
      <vt:lpstr>1_Office Theme</vt:lpstr>
      <vt:lpstr>MathKGZ  --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546</cp:revision>
  <cp:lastPrinted>2022-10-11T08:35:11Z</cp:lastPrinted>
  <dcterms:created xsi:type="dcterms:W3CDTF">2017-01-17T16:57:04Z</dcterms:created>
  <dcterms:modified xsi:type="dcterms:W3CDTF">2024-05-18T17:05:52Z</dcterms:modified>
</cp:coreProperties>
</file>