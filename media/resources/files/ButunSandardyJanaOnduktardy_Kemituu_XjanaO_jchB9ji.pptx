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704" r:id="rId1"/>
  </p:sldMasterIdLst>
  <p:notesMasterIdLst>
    <p:notesMasterId r:id="rId8"/>
  </p:notesMasterIdLst>
  <p:sldIdLst>
    <p:sldId id="947" r:id="rId2"/>
    <p:sldId id="948" r:id="rId3"/>
    <p:sldId id="943" r:id="rId4"/>
    <p:sldId id="941" r:id="rId5"/>
    <p:sldId id="946" r:id="rId6"/>
    <p:sldId id="949" r:id="rId7"/>
  </p:sldIdLst>
  <p:sldSz cx="9906000" cy="6858000" type="A4"/>
  <p:notesSz cx="6669088" cy="9926638"/>
  <p:embeddedFontLst>
    <p:embeddedFont>
      <p:font typeface="Comic Sans MS" panose="030F0702030302020204" pitchFamily="66" charset="0"/>
      <p:regular r:id="rId9"/>
      <p:bold r:id="rId10"/>
      <p:italic r:id="rId11"/>
      <p:boldItalic r:id="rId12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Капкак слайд" id="{23FC69DB-E2C3-459F-AF24-54A41796DE8D}">
          <p14:sldIdLst>
            <p14:sldId id="947"/>
          </p14:sldIdLst>
        </p14:section>
        <p14:section name="Титулдук слайд" id="{4526232E-BE25-4629-85A8-49CC3B4A2D28}">
          <p14:sldIdLst>
            <p14:sldId id="948"/>
          </p14:sldIdLst>
        </p14:section>
        <p14:section name="Оюн" id="{197FF5E7-57A8-40D7-8FA0-8A089C366947}">
          <p14:sldIdLst>
            <p14:sldId id="943"/>
          </p14:sldIdLst>
        </p14:section>
        <p14:section name="Жооп баракчасы" id="{411D3605-D9E8-4479-810F-9FCE82E3AFDB}">
          <p14:sldIdLst>
            <p14:sldId id="941"/>
          </p14:sldIdLst>
        </p14:section>
        <p14:section name="Чыгарып таратуу үчүн" id="{627A7875-ACBC-4333-B580-4A1285613FDF}">
          <p14:sldIdLst>
            <p14:sldId id="946"/>
          </p14:sldIdLst>
        </p14:section>
        <p14:section name="Кайтарым байланыш" id="{AB07A4C2-769B-44EC-86CC-DF7BF6CEE6B9}">
          <p14:sldIdLst>
            <p14:sldId id="949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12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3300"/>
    <a:srgbClr val="FF0066"/>
    <a:srgbClr val="00FF00"/>
    <a:srgbClr val="4472C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1691" autoAdjust="0"/>
    <p:restoredTop sz="94660"/>
  </p:normalViewPr>
  <p:slideViewPr>
    <p:cSldViewPr snapToGrid="0" showGuides="1">
      <p:cViewPr varScale="1">
        <p:scale>
          <a:sx n="63" d="100"/>
          <a:sy n="63" d="100"/>
        </p:scale>
        <p:origin x="1380" y="32"/>
      </p:cViewPr>
      <p:guideLst>
        <p:guide orient="horz" pos="2160"/>
        <p:guide pos="312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25" d="100"/>
        <a:sy n="25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4.fntdata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3.fntdata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font" Target="fonts/font2.fntdata"/><Relationship Id="rId4" Type="http://schemas.openxmlformats.org/officeDocument/2006/relationships/slide" Target="slides/slide3.xml"/><Relationship Id="rId9" Type="http://schemas.openxmlformats.org/officeDocument/2006/relationships/font" Target="fonts/font1.fntdata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1" y="0"/>
            <a:ext cx="2889938" cy="498056"/>
          </a:xfrm>
          <a:prstGeom prst="rect">
            <a:avLst/>
          </a:prstGeom>
        </p:spPr>
        <p:txBody>
          <a:bodyPr vert="horz" lIns="90589" tIns="45294" rIns="90589" bIns="45294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777607" y="0"/>
            <a:ext cx="2889938" cy="498056"/>
          </a:xfrm>
          <a:prstGeom prst="rect">
            <a:avLst/>
          </a:prstGeom>
        </p:spPr>
        <p:txBody>
          <a:bodyPr vert="horz" lIns="90589" tIns="45294" rIns="90589" bIns="45294" rtlCol="0"/>
          <a:lstStyle>
            <a:lvl1pPr algn="r">
              <a:defRPr sz="1200"/>
            </a:lvl1pPr>
          </a:lstStyle>
          <a:p>
            <a:fld id="{9C6A85EB-AF26-437E-8488-94E19A13AA79}" type="datetimeFigureOut">
              <a:rPr lang="en-GB" smtClean="0"/>
              <a:t>27/08/2024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915988" y="1241425"/>
            <a:ext cx="4837112" cy="33496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0589" tIns="45294" rIns="90589" bIns="45294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66909" y="4777196"/>
            <a:ext cx="5335270" cy="3908613"/>
          </a:xfrm>
          <a:prstGeom prst="rect">
            <a:avLst/>
          </a:prstGeom>
        </p:spPr>
        <p:txBody>
          <a:bodyPr vert="horz" lIns="90589" tIns="45294" rIns="90589" bIns="45294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1" y="9428586"/>
            <a:ext cx="2889938" cy="498055"/>
          </a:xfrm>
          <a:prstGeom prst="rect">
            <a:avLst/>
          </a:prstGeom>
        </p:spPr>
        <p:txBody>
          <a:bodyPr vert="horz" lIns="90589" tIns="45294" rIns="90589" bIns="45294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777607" y="9428586"/>
            <a:ext cx="2889938" cy="498055"/>
          </a:xfrm>
          <a:prstGeom prst="rect">
            <a:avLst/>
          </a:prstGeom>
        </p:spPr>
        <p:txBody>
          <a:bodyPr vert="horz" lIns="90589" tIns="45294" rIns="90589" bIns="45294" rtlCol="0" anchor="b"/>
          <a:lstStyle>
            <a:lvl1pPr algn="r">
              <a:defRPr sz="1200"/>
            </a:lvl1pPr>
          </a:lstStyle>
          <a:p>
            <a:fld id="{DD4EDCD2-601A-461C-9AB5-639C33E3F98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94927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42950" y="1122363"/>
            <a:ext cx="84201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38250" y="3602038"/>
            <a:ext cx="74295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8/27/2024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491471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8/27/2024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7299539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5879" y="1709740"/>
            <a:ext cx="8543925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879" y="4589465"/>
            <a:ext cx="8543925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8/27/2024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748310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1038" y="1825625"/>
            <a:ext cx="421005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14913" y="1825625"/>
            <a:ext cx="421005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8/27/2024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8989402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365127"/>
            <a:ext cx="8543925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2329" y="1681163"/>
            <a:ext cx="4190702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2329" y="2505075"/>
            <a:ext cx="4190702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14913" y="1681163"/>
            <a:ext cx="4211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14913" y="2505075"/>
            <a:ext cx="4211340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8/27/2024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510504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8/27/2024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067655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8/27/2024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0677498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11340" y="987427"/>
            <a:ext cx="5014913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8/27/2024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3568098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211340" y="987427"/>
            <a:ext cx="5014913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8/27/2024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8621591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8/27/2024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180174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088982" y="365125"/>
            <a:ext cx="2135981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1038" y="365125"/>
            <a:ext cx="6284119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8/27/2024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3514273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739882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1038" y="365127"/>
            <a:ext cx="8543925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1038" y="1825625"/>
            <a:ext cx="8543925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81038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764DE79-268F-4C1A-8933-263129D2AF90}" type="datetimeFigureOut">
              <a:rPr lang="en-US" smtClean="0"/>
              <a:t>8/27/2024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281363" y="6356352"/>
            <a:ext cx="334327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996113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300797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5" r:id="rId1"/>
    <p:sldLayoutId id="2147483706" r:id="rId2"/>
    <p:sldLayoutId id="2147483707" r:id="rId3"/>
    <p:sldLayoutId id="2147483708" r:id="rId4"/>
    <p:sldLayoutId id="2147483709" r:id="rId5"/>
    <p:sldLayoutId id="2147483710" r:id="rId6"/>
    <p:sldLayoutId id="2147483711" r:id="rId7"/>
    <p:sldLayoutId id="2147483712" r:id="rId8"/>
    <p:sldLayoutId id="2147483713" r:id="rId9"/>
    <p:sldLayoutId id="2147483714" r:id="rId10"/>
    <p:sldLayoutId id="2147483715" r:id="rId11"/>
    <p:sldLayoutId id="2147483716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049DD828-9816-48D5-8793-DAFED5357886}"/>
              </a:ext>
            </a:extLst>
          </p:cNvPr>
          <p:cNvSpPr/>
          <p:nvPr/>
        </p:nvSpPr>
        <p:spPr>
          <a:xfrm>
            <a:off x="0" y="1081956"/>
            <a:ext cx="9906000" cy="532453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marR="0" lvl="0" indent="-342900" algn="l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ru-RU" sz="2000" u="sng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Ондуктар – бүтүн сандар менен – </a:t>
            </a:r>
            <a:r>
              <a:rPr lang="ky-KG" sz="2000" u="sng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Кемитүү</a:t>
            </a:r>
            <a:r>
              <a:rPr lang="en-US" sz="2000" u="sng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0" lang="ru-RU" sz="20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– </a:t>
            </a:r>
            <a:r>
              <a:rPr kumimoji="0" lang="en-US" sz="20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X</a:t>
            </a:r>
            <a:r>
              <a:rPr kumimoji="0" lang="en-GB" sz="20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&amp; </a:t>
            </a:r>
            <a:r>
              <a:rPr kumimoji="0" lang="en-US" sz="20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O</a:t>
            </a:r>
            <a:endParaRPr kumimoji="0" lang="en-GB" sz="2000" b="0" i="0" u="sng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0" marR="0" lvl="0" indent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2000" b="0" i="0" u="sng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0" marR="0" lvl="0" indent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2000" b="0" i="0" u="sng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342900" marR="0" lvl="0" indent="-342900" algn="l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20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Бул оюнда окуучулардын эки командасы катары менен үч </a:t>
            </a:r>
            <a:r>
              <a:rPr kumimoji="0" lang="en-GB" sz="20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O </a:t>
            </a:r>
            <a:r>
              <a:rPr kumimoji="0" lang="ru-RU" sz="20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же </a:t>
            </a:r>
            <a:r>
              <a:rPr kumimoji="0" lang="en-GB" sz="20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X </a:t>
            </a:r>
            <a:r>
              <a:rPr kumimoji="0" lang="ru-RU" sz="20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алууга аракет кылышат.</a:t>
            </a:r>
          </a:p>
          <a:p>
            <a:pPr marL="0" marR="0" lvl="0" indent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2000" b="0" i="0" u="sng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342900" marR="0" lvl="0" indent="-342900" algn="l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20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Окуучулар мүмкүн болушунча көп суроолорду чыгарып, анан өз командасына жооп берүүгө мүмкүнчүлүк алышат.</a:t>
            </a:r>
          </a:p>
          <a:p>
            <a:pPr marL="0" marR="0" lvl="0" indent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2000" b="0" i="0" u="sng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342900" marR="0" lvl="0" indent="-342900" algn="l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20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Болбосо, суроолор кезеги менен тандалып, же мугалим тарабынан багытталышы мүмкүн.</a:t>
            </a:r>
          </a:p>
          <a:p>
            <a:pPr marL="0" marR="0" lvl="0" indent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2000" b="0" i="0" u="sng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342900" marR="0" lvl="0" indent="-342900" algn="l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20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Мугалим үчүн жооп баракчасы жана таратма материалдар камтылган.</a:t>
            </a:r>
          </a:p>
          <a:p>
            <a:pPr marL="0" marR="0" lvl="0" indent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2000" b="0" i="0" u="sng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342900" marR="0" lvl="0" indent="-342900" algn="l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20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Кайсы команда туура жооп бергенине жараша '</a:t>
            </a:r>
            <a:r>
              <a:rPr kumimoji="0" lang="en-GB" sz="20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X' </a:t>
            </a:r>
            <a:r>
              <a:rPr kumimoji="0" lang="ru-RU" sz="20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же '</a:t>
            </a:r>
            <a:r>
              <a:rPr kumimoji="0" lang="en-GB" sz="20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O' </a:t>
            </a:r>
            <a:r>
              <a:rPr kumimoji="0" lang="ru-RU" sz="20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баскычын басыңыз/тийип коюңуз</a:t>
            </a:r>
            <a:r>
              <a:rPr kumimoji="0" lang="en-GB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.</a:t>
            </a:r>
          </a:p>
          <a:p>
            <a:pPr marL="0" marR="0" lvl="0" indent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2" name="Title 3">
            <a:extLst>
              <a:ext uri="{FF2B5EF4-FFF2-40B4-BE49-F238E27FC236}">
                <a16:creationId xmlns:a16="http://schemas.microsoft.com/office/drawing/2014/main" id="{87B125FC-EF16-674C-CC56-D5D7C6AF970B}"/>
              </a:ext>
            </a:extLst>
          </p:cNvPr>
          <p:cNvSpPr txBox="1">
            <a:spLocks/>
          </p:cNvSpPr>
          <p:nvPr/>
        </p:nvSpPr>
        <p:spPr>
          <a:xfrm>
            <a:off x="0" y="-30480"/>
            <a:ext cx="9404350" cy="140017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600" b="0" i="0" u="none" strike="noStrike" kern="1200" cap="none" spc="0" normalizeH="0" baseline="0" noProof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MathKGZ</a:t>
            </a:r>
            <a:r>
              <a:rPr kumimoji="0" lang="en-US" sz="5200" b="0" i="0" u="none" strike="noStrike" kern="1200" cap="none" spc="0" normalizeH="0" baseline="0" noProof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  -- </a:t>
            </a:r>
            <a:endParaRPr kumimoji="0" lang="en-US" sz="5200" b="0" i="0" u="none" strike="noStrike" kern="1200" cap="none" spc="0" normalizeH="0" baseline="0" noProof="0" dirty="0">
              <a:ln>
                <a:noFill/>
              </a:ln>
              <a:solidFill>
                <a:srgbClr val="00B0F0"/>
              </a:solidFill>
              <a:effectLst/>
              <a:uLnTx/>
              <a:uFillTx/>
              <a:latin typeface="Calibri Light" panose="020F0302020204030204"/>
              <a:ea typeface="+mj-ea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29940086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DF576673-8E76-412B-AC89-F763204866D9}"/>
              </a:ext>
            </a:extLst>
          </p:cNvPr>
          <p:cNvGrpSpPr/>
          <p:nvPr/>
        </p:nvGrpSpPr>
        <p:grpSpPr>
          <a:xfrm>
            <a:off x="1558778" y="2377664"/>
            <a:ext cx="6751875" cy="4480335"/>
            <a:chOff x="1558778" y="2120996"/>
            <a:chExt cx="6751875" cy="4737004"/>
          </a:xfrm>
        </p:grpSpPr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5511F1D1-4C6E-4C81-8FD3-D4A7522CFFF6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558778" y="2120996"/>
              <a:ext cx="6751875" cy="4737004"/>
            </a:xfrm>
            <a:prstGeom prst="rect">
              <a:avLst/>
            </a:prstGeom>
          </p:spPr>
        </p:pic>
        <p:sp>
          <p:nvSpPr>
            <p:cNvPr id="6" name="Freeform: Shape 5">
              <a:extLst>
                <a:ext uri="{FF2B5EF4-FFF2-40B4-BE49-F238E27FC236}">
                  <a16:creationId xmlns:a16="http://schemas.microsoft.com/office/drawing/2014/main" id="{0ECB0E04-E563-4B9A-805A-CAD8FE4AE4E9}"/>
                </a:ext>
              </a:extLst>
            </p:cNvPr>
            <p:cNvSpPr/>
            <p:nvPr/>
          </p:nvSpPr>
          <p:spPr>
            <a:xfrm>
              <a:off x="1934698" y="2590800"/>
              <a:ext cx="5821680" cy="4043680"/>
            </a:xfrm>
            <a:custGeom>
              <a:avLst/>
              <a:gdLst>
                <a:gd name="connsiteX0" fmla="*/ 0 w 5821680"/>
                <a:gd name="connsiteY0" fmla="*/ 0 h 4043680"/>
                <a:gd name="connsiteX1" fmla="*/ 2865120 w 5821680"/>
                <a:gd name="connsiteY1" fmla="*/ 1473200 h 4043680"/>
                <a:gd name="connsiteX2" fmla="*/ 5821680 w 5821680"/>
                <a:gd name="connsiteY2" fmla="*/ 4043680 h 40436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821680" h="4043680">
                  <a:moveTo>
                    <a:pt x="0" y="0"/>
                  </a:moveTo>
                  <a:cubicBezTo>
                    <a:pt x="947420" y="399626"/>
                    <a:pt x="1894840" y="799253"/>
                    <a:pt x="2865120" y="1473200"/>
                  </a:cubicBezTo>
                  <a:cubicBezTo>
                    <a:pt x="3835400" y="2147147"/>
                    <a:pt x="4828540" y="3095413"/>
                    <a:pt x="5821680" y="4043680"/>
                  </a:cubicBezTo>
                </a:path>
              </a:pathLst>
            </a:custGeom>
            <a:noFill/>
            <a:ln w="2032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sp>
        <p:nvSpPr>
          <p:cNvPr id="7" name="TextBox 6">
            <a:extLst>
              <a:ext uri="{FF2B5EF4-FFF2-40B4-BE49-F238E27FC236}">
                <a16:creationId xmlns:a16="http://schemas.microsoft.com/office/drawing/2014/main" id="{5DE2B6BB-3168-A74F-3E7D-F71288AA683F}"/>
              </a:ext>
            </a:extLst>
          </p:cNvPr>
          <p:cNvSpPr txBox="1"/>
          <p:nvPr/>
        </p:nvSpPr>
        <p:spPr>
          <a:xfrm>
            <a:off x="1934698" y="76590"/>
            <a:ext cx="4953000" cy="11079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6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mic Sans MS" panose="030F0702030302020204" pitchFamily="66" charset="0"/>
                <a:ea typeface="+mn-ea"/>
                <a:cs typeface="+mn-cs"/>
              </a:rPr>
              <a:t>Х жана О </a:t>
            </a:r>
            <a:endParaRPr kumimoji="0" lang="en-GB" sz="66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omic Sans MS" panose="030F0702030302020204" pitchFamily="66" charset="0"/>
              <a:ea typeface="+mn-ea"/>
              <a:cs typeface="+mn-cs"/>
            </a:endParaRP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16BA71F7-1780-4E84-B56A-10238795619B}"/>
              </a:ext>
            </a:extLst>
          </p:cNvPr>
          <p:cNvSpPr txBox="1"/>
          <p:nvPr/>
        </p:nvSpPr>
        <p:spPr>
          <a:xfrm>
            <a:off x="1890615" y="1057850"/>
            <a:ext cx="5506636" cy="144655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4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mic Sans MS" panose="030F0702030302020204" pitchFamily="66" charset="0"/>
                <a:ea typeface="+mn-ea"/>
                <a:cs typeface="+mn-cs"/>
              </a:rPr>
              <a:t>Ондуктарды бүтүн 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4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mic Sans MS" panose="030F0702030302020204" pitchFamily="66" charset="0"/>
                <a:ea typeface="+mn-ea"/>
                <a:cs typeface="+mn-cs"/>
              </a:rPr>
              <a:t>сандардан кемитүү</a:t>
            </a:r>
            <a:endParaRPr kumimoji="0" lang="en-GB" sz="4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omic Sans MS" panose="030F0702030302020204" pitchFamily="66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29432572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TextBox 62">
            <a:extLst>
              <a:ext uri="{FF2B5EF4-FFF2-40B4-BE49-F238E27FC236}">
                <a16:creationId xmlns:a16="http://schemas.microsoft.com/office/drawing/2014/main" id="{273FEAA2-B46D-41DB-8132-C0D679AB1F08}"/>
              </a:ext>
            </a:extLst>
          </p:cNvPr>
          <p:cNvSpPr txBox="1"/>
          <p:nvPr/>
        </p:nvSpPr>
        <p:spPr>
          <a:xfrm>
            <a:off x="433358" y="652674"/>
            <a:ext cx="2448107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800" dirty="0"/>
              <a:t>4 – 3.4 = 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55110EF1-0789-4EE1-B690-2A7DCD6E1BCE}"/>
              </a:ext>
            </a:extLst>
          </p:cNvPr>
          <p:cNvSpPr txBox="1"/>
          <p:nvPr/>
        </p:nvSpPr>
        <p:spPr>
          <a:xfrm>
            <a:off x="7166667" y="652674"/>
            <a:ext cx="2448107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800" dirty="0"/>
              <a:t>2 – 1.8 = 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52A26517-9228-4561-85F7-B70513EC980F}"/>
              </a:ext>
            </a:extLst>
          </p:cNvPr>
          <p:cNvSpPr txBox="1"/>
          <p:nvPr/>
        </p:nvSpPr>
        <p:spPr>
          <a:xfrm>
            <a:off x="3648339" y="652674"/>
            <a:ext cx="2760692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800" dirty="0"/>
              <a:t>7 – 2.15 = 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BFE822DB-CC60-4D05-9104-5F06F9FC42D6}"/>
              </a:ext>
            </a:extLst>
          </p:cNvPr>
          <p:cNvSpPr txBox="1"/>
          <p:nvPr/>
        </p:nvSpPr>
        <p:spPr>
          <a:xfrm>
            <a:off x="277066" y="2943292"/>
            <a:ext cx="2760692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800" dirty="0"/>
              <a:t>6 – 2.28 = 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0194A75A-7B6C-4C8E-979B-CBE0B59EDA30}"/>
              </a:ext>
            </a:extLst>
          </p:cNvPr>
          <p:cNvSpPr txBox="1"/>
          <p:nvPr/>
        </p:nvSpPr>
        <p:spPr>
          <a:xfrm>
            <a:off x="7010375" y="2943292"/>
            <a:ext cx="2760692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800" dirty="0"/>
              <a:t>8 – 1.64 = 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B3C05FE7-7537-48C5-B74F-1CBF8479B28A}"/>
              </a:ext>
            </a:extLst>
          </p:cNvPr>
          <p:cNvSpPr txBox="1"/>
          <p:nvPr/>
        </p:nvSpPr>
        <p:spPr>
          <a:xfrm>
            <a:off x="3648339" y="2943292"/>
            <a:ext cx="2760692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800" dirty="0"/>
              <a:t>5 – 3.71 = 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6F132E79-A62E-4D40-92FB-43737864EF5E}"/>
              </a:ext>
            </a:extLst>
          </p:cNvPr>
          <p:cNvSpPr txBox="1"/>
          <p:nvPr/>
        </p:nvSpPr>
        <p:spPr>
          <a:xfrm>
            <a:off x="433359" y="5233911"/>
            <a:ext cx="2448106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800" dirty="0"/>
              <a:t>7 – 5.1 = 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EAEFBBE4-BFAA-450F-B4D8-52803D7F2900}"/>
              </a:ext>
            </a:extLst>
          </p:cNvPr>
          <p:cNvSpPr txBox="1"/>
          <p:nvPr/>
        </p:nvSpPr>
        <p:spPr>
          <a:xfrm>
            <a:off x="7166668" y="5233911"/>
            <a:ext cx="2448106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800" dirty="0"/>
              <a:t>3 – 2.3 = 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4AA64B11-4D02-49A6-98CD-01BDFF9DE78B}"/>
              </a:ext>
            </a:extLst>
          </p:cNvPr>
          <p:cNvSpPr txBox="1"/>
          <p:nvPr/>
        </p:nvSpPr>
        <p:spPr>
          <a:xfrm>
            <a:off x="3648339" y="5233911"/>
            <a:ext cx="2760692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800" dirty="0"/>
              <a:t>9 – 4.37 = 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1533E3BD-6FB5-476F-99F1-02450F530E47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450" t="11629" r="4691" b="35910"/>
          <a:stretch/>
        </p:blipFill>
        <p:spPr>
          <a:xfrm>
            <a:off x="3331511" y="-17584"/>
            <a:ext cx="748800" cy="52065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6CAA8117-CC01-4D05-B844-0D0CDB17C6E8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577" t="14829" r="5565" b="33299"/>
          <a:stretch/>
        </p:blipFill>
        <p:spPr>
          <a:xfrm>
            <a:off x="5836997" y="-17584"/>
            <a:ext cx="748800" cy="514800"/>
          </a:xfrm>
          <a:prstGeom prst="rect">
            <a:avLst/>
          </a:prstGeom>
        </p:spPr>
      </p:pic>
      <p:pic>
        <p:nvPicPr>
          <p:cNvPr id="31" name="Picture 30">
            <a:extLst>
              <a:ext uri="{FF2B5EF4-FFF2-40B4-BE49-F238E27FC236}">
                <a16:creationId xmlns:a16="http://schemas.microsoft.com/office/drawing/2014/main" id="{B8FB2BE1-27D2-431B-BCED-7E68410FEA76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450" t="11629" r="4691" b="35910"/>
          <a:stretch/>
        </p:blipFill>
        <p:spPr>
          <a:xfrm>
            <a:off x="-8792" y="-17584"/>
            <a:ext cx="748800" cy="520650"/>
          </a:xfrm>
          <a:prstGeom prst="rect">
            <a:avLst/>
          </a:prstGeom>
        </p:spPr>
      </p:pic>
      <p:pic>
        <p:nvPicPr>
          <p:cNvPr id="32" name="Picture 31">
            <a:extLst>
              <a:ext uri="{FF2B5EF4-FFF2-40B4-BE49-F238E27FC236}">
                <a16:creationId xmlns:a16="http://schemas.microsoft.com/office/drawing/2014/main" id="{548F5291-8825-4946-8CE7-86668EA7283B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577" t="14829" r="5565" b="33299"/>
          <a:stretch/>
        </p:blipFill>
        <p:spPr>
          <a:xfrm>
            <a:off x="2532381" y="-17584"/>
            <a:ext cx="748800" cy="514800"/>
          </a:xfrm>
          <a:prstGeom prst="rect">
            <a:avLst/>
          </a:prstGeom>
        </p:spPr>
      </p:pic>
      <p:pic>
        <p:nvPicPr>
          <p:cNvPr id="49" name="Picture 48">
            <a:extLst>
              <a:ext uri="{FF2B5EF4-FFF2-40B4-BE49-F238E27FC236}">
                <a16:creationId xmlns:a16="http://schemas.microsoft.com/office/drawing/2014/main" id="{5F09684B-D26D-4FFD-8843-604C7B1065BF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450" t="11629" r="4691" b="35910"/>
          <a:stretch/>
        </p:blipFill>
        <p:spPr>
          <a:xfrm>
            <a:off x="6627716" y="-17584"/>
            <a:ext cx="748800" cy="520650"/>
          </a:xfrm>
          <a:prstGeom prst="rect">
            <a:avLst/>
          </a:prstGeom>
        </p:spPr>
      </p:pic>
      <p:pic>
        <p:nvPicPr>
          <p:cNvPr id="50" name="Picture 49">
            <a:extLst>
              <a:ext uri="{FF2B5EF4-FFF2-40B4-BE49-F238E27FC236}">
                <a16:creationId xmlns:a16="http://schemas.microsoft.com/office/drawing/2014/main" id="{A910B27D-EF76-4488-8172-AC2EC2E9F474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577" t="14829" r="5565" b="33299"/>
          <a:stretch/>
        </p:blipFill>
        <p:spPr>
          <a:xfrm>
            <a:off x="9174784" y="-17584"/>
            <a:ext cx="748800" cy="514800"/>
          </a:xfrm>
          <a:prstGeom prst="rect">
            <a:avLst/>
          </a:prstGeom>
        </p:spPr>
      </p:pic>
      <p:pic>
        <p:nvPicPr>
          <p:cNvPr id="51" name="Picture 50">
            <a:extLst>
              <a:ext uri="{FF2B5EF4-FFF2-40B4-BE49-F238E27FC236}">
                <a16:creationId xmlns:a16="http://schemas.microsoft.com/office/drawing/2014/main" id="{452FFC8B-106E-4F91-88D7-7A4568D45932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450" t="11629" r="4691" b="35910"/>
          <a:stretch/>
        </p:blipFill>
        <p:spPr>
          <a:xfrm>
            <a:off x="3331511" y="2284984"/>
            <a:ext cx="748800" cy="520650"/>
          </a:xfrm>
          <a:prstGeom prst="rect">
            <a:avLst/>
          </a:prstGeom>
        </p:spPr>
      </p:pic>
      <p:pic>
        <p:nvPicPr>
          <p:cNvPr id="52" name="Picture 51">
            <a:extLst>
              <a:ext uri="{FF2B5EF4-FFF2-40B4-BE49-F238E27FC236}">
                <a16:creationId xmlns:a16="http://schemas.microsoft.com/office/drawing/2014/main" id="{31C0B2D8-22A1-4AA9-B63F-F33D6D96D045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577" t="14829" r="5565" b="33299"/>
          <a:stretch/>
        </p:blipFill>
        <p:spPr>
          <a:xfrm>
            <a:off x="5836997" y="2284984"/>
            <a:ext cx="748800" cy="514800"/>
          </a:xfrm>
          <a:prstGeom prst="rect">
            <a:avLst/>
          </a:prstGeom>
        </p:spPr>
      </p:pic>
      <p:pic>
        <p:nvPicPr>
          <p:cNvPr id="53" name="Picture 52">
            <a:extLst>
              <a:ext uri="{FF2B5EF4-FFF2-40B4-BE49-F238E27FC236}">
                <a16:creationId xmlns:a16="http://schemas.microsoft.com/office/drawing/2014/main" id="{1A85A9E0-7D4F-4280-A3B0-2FFE87C658E3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450" t="11629" r="4691" b="35910"/>
          <a:stretch/>
        </p:blipFill>
        <p:spPr>
          <a:xfrm>
            <a:off x="-17584" y="2284984"/>
            <a:ext cx="748800" cy="520650"/>
          </a:xfrm>
          <a:prstGeom prst="rect">
            <a:avLst/>
          </a:prstGeom>
        </p:spPr>
      </p:pic>
      <p:pic>
        <p:nvPicPr>
          <p:cNvPr id="54" name="Picture 53">
            <a:extLst>
              <a:ext uri="{FF2B5EF4-FFF2-40B4-BE49-F238E27FC236}">
                <a16:creationId xmlns:a16="http://schemas.microsoft.com/office/drawing/2014/main" id="{16AD6BD5-771A-45EA-9994-86ABE2D04084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577" t="14829" r="5565" b="33299"/>
          <a:stretch/>
        </p:blipFill>
        <p:spPr>
          <a:xfrm>
            <a:off x="2532381" y="2284984"/>
            <a:ext cx="748800" cy="514800"/>
          </a:xfrm>
          <a:prstGeom prst="rect">
            <a:avLst/>
          </a:prstGeom>
        </p:spPr>
      </p:pic>
      <p:pic>
        <p:nvPicPr>
          <p:cNvPr id="55" name="Picture 54">
            <a:extLst>
              <a:ext uri="{FF2B5EF4-FFF2-40B4-BE49-F238E27FC236}">
                <a16:creationId xmlns:a16="http://schemas.microsoft.com/office/drawing/2014/main" id="{333545A9-4061-4000-976E-5C60F567ECB1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450" t="11629" r="4691" b="35910"/>
          <a:stretch/>
        </p:blipFill>
        <p:spPr>
          <a:xfrm>
            <a:off x="6604566" y="2284984"/>
            <a:ext cx="748800" cy="520650"/>
          </a:xfrm>
          <a:prstGeom prst="rect">
            <a:avLst/>
          </a:prstGeom>
        </p:spPr>
      </p:pic>
      <p:pic>
        <p:nvPicPr>
          <p:cNvPr id="56" name="Picture 55">
            <a:extLst>
              <a:ext uri="{FF2B5EF4-FFF2-40B4-BE49-F238E27FC236}">
                <a16:creationId xmlns:a16="http://schemas.microsoft.com/office/drawing/2014/main" id="{C86412B9-A43A-45D0-87CD-3CC3D659E324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577" t="14829" r="5565" b="33299"/>
          <a:stretch/>
        </p:blipFill>
        <p:spPr>
          <a:xfrm>
            <a:off x="9174784" y="2284984"/>
            <a:ext cx="748800" cy="514800"/>
          </a:xfrm>
          <a:prstGeom prst="rect">
            <a:avLst/>
          </a:prstGeom>
        </p:spPr>
      </p:pic>
      <p:pic>
        <p:nvPicPr>
          <p:cNvPr id="57" name="Picture 56">
            <a:extLst>
              <a:ext uri="{FF2B5EF4-FFF2-40B4-BE49-F238E27FC236}">
                <a16:creationId xmlns:a16="http://schemas.microsoft.com/office/drawing/2014/main" id="{AA21651F-B3D7-404C-B2A8-5BDAF1608D5B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450" t="11629" r="4691" b="35910"/>
          <a:stretch/>
        </p:blipFill>
        <p:spPr>
          <a:xfrm>
            <a:off x="3331511" y="4588628"/>
            <a:ext cx="748800" cy="520650"/>
          </a:xfrm>
          <a:prstGeom prst="rect">
            <a:avLst/>
          </a:prstGeom>
        </p:spPr>
      </p:pic>
      <p:pic>
        <p:nvPicPr>
          <p:cNvPr id="58" name="Picture 57">
            <a:extLst>
              <a:ext uri="{FF2B5EF4-FFF2-40B4-BE49-F238E27FC236}">
                <a16:creationId xmlns:a16="http://schemas.microsoft.com/office/drawing/2014/main" id="{3F90451B-46EB-4B60-B7A6-38DEF9C97AC6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577" t="14829" r="5565" b="33299"/>
          <a:stretch/>
        </p:blipFill>
        <p:spPr>
          <a:xfrm>
            <a:off x="5836997" y="4588628"/>
            <a:ext cx="748800" cy="514800"/>
          </a:xfrm>
          <a:prstGeom prst="rect">
            <a:avLst/>
          </a:prstGeom>
        </p:spPr>
      </p:pic>
      <p:pic>
        <p:nvPicPr>
          <p:cNvPr id="59" name="Picture 58">
            <a:extLst>
              <a:ext uri="{FF2B5EF4-FFF2-40B4-BE49-F238E27FC236}">
                <a16:creationId xmlns:a16="http://schemas.microsoft.com/office/drawing/2014/main" id="{E66DD8D3-8980-483B-AB5B-4E43B81A6A41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450" t="11629" r="4691" b="35910"/>
          <a:stretch/>
        </p:blipFill>
        <p:spPr>
          <a:xfrm>
            <a:off x="-8792" y="4588628"/>
            <a:ext cx="748800" cy="520650"/>
          </a:xfrm>
          <a:prstGeom prst="rect">
            <a:avLst/>
          </a:prstGeom>
        </p:spPr>
      </p:pic>
      <p:pic>
        <p:nvPicPr>
          <p:cNvPr id="60" name="Picture 59">
            <a:extLst>
              <a:ext uri="{FF2B5EF4-FFF2-40B4-BE49-F238E27FC236}">
                <a16:creationId xmlns:a16="http://schemas.microsoft.com/office/drawing/2014/main" id="{610621DB-3885-45EE-A697-D015014BE93D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577" t="14829" r="5565" b="33299"/>
          <a:stretch/>
        </p:blipFill>
        <p:spPr>
          <a:xfrm>
            <a:off x="2532381" y="4588628"/>
            <a:ext cx="748800" cy="514800"/>
          </a:xfrm>
          <a:prstGeom prst="rect">
            <a:avLst/>
          </a:prstGeom>
        </p:spPr>
      </p:pic>
      <p:pic>
        <p:nvPicPr>
          <p:cNvPr id="61" name="Picture 60">
            <a:extLst>
              <a:ext uri="{FF2B5EF4-FFF2-40B4-BE49-F238E27FC236}">
                <a16:creationId xmlns:a16="http://schemas.microsoft.com/office/drawing/2014/main" id="{03BE1C65-5624-48BF-B228-A8D20E7C0AF0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450" t="11629" r="4691" b="35910"/>
          <a:stretch/>
        </p:blipFill>
        <p:spPr>
          <a:xfrm>
            <a:off x="6627716" y="4588628"/>
            <a:ext cx="748800" cy="520650"/>
          </a:xfrm>
          <a:prstGeom prst="rect">
            <a:avLst/>
          </a:prstGeom>
        </p:spPr>
      </p:pic>
      <p:pic>
        <p:nvPicPr>
          <p:cNvPr id="62" name="Picture 61">
            <a:extLst>
              <a:ext uri="{FF2B5EF4-FFF2-40B4-BE49-F238E27FC236}">
                <a16:creationId xmlns:a16="http://schemas.microsoft.com/office/drawing/2014/main" id="{FA457B3C-027D-4301-B349-D79F6CE54910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577" t="14829" r="5565" b="33299"/>
          <a:stretch/>
        </p:blipFill>
        <p:spPr>
          <a:xfrm>
            <a:off x="9174784" y="4588628"/>
            <a:ext cx="748800" cy="514800"/>
          </a:xfrm>
          <a:prstGeom prst="rect">
            <a:avLst/>
          </a:prstGeom>
        </p:spPr>
      </p:pic>
      <p:pic>
        <p:nvPicPr>
          <p:cNvPr id="29" name="Picture 28">
            <a:extLst>
              <a:ext uri="{FF2B5EF4-FFF2-40B4-BE49-F238E27FC236}">
                <a16:creationId xmlns:a16="http://schemas.microsoft.com/office/drawing/2014/main" id="{7C057B65-CF6C-417A-91D6-B16402ED0381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642" t="13568" r="6282" b="36001"/>
          <a:stretch/>
        </p:blipFill>
        <p:spPr>
          <a:xfrm>
            <a:off x="3319643" y="-29860"/>
            <a:ext cx="3300450" cy="2316762"/>
          </a:xfrm>
          <a:prstGeom prst="rect">
            <a:avLst/>
          </a:prstGeom>
        </p:spPr>
      </p:pic>
      <p:pic>
        <p:nvPicPr>
          <p:cNvPr id="34" name="Picture 33">
            <a:extLst>
              <a:ext uri="{FF2B5EF4-FFF2-40B4-BE49-F238E27FC236}">
                <a16:creationId xmlns:a16="http://schemas.microsoft.com/office/drawing/2014/main" id="{A860A6D9-023D-4552-A308-9F1CEBB876A3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642" t="13568" r="6282" b="36001"/>
          <a:stretch/>
        </p:blipFill>
        <p:spPr>
          <a:xfrm>
            <a:off x="-22496" y="-33156"/>
            <a:ext cx="3338364" cy="2319156"/>
          </a:xfrm>
          <a:prstGeom prst="rect">
            <a:avLst/>
          </a:prstGeom>
        </p:spPr>
      </p:pic>
      <p:pic>
        <p:nvPicPr>
          <p:cNvPr id="35" name="Picture 34">
            <a:extLst>
              <a:ext uri="{FF2B5EF4-FFF2-40B4-BE49-F238E27FC236}">
                <a16:creationId xmlns:a16="http://schemas.microsoft.com/office/drawing/2014/main" id="{5FB1334F-526E-4577-902A-6CA5B314915C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642" t="13568" r="6282" b="36001"/>
          <a:stretch/>
        </p:blipFill>
        <p:spPr>
          <a:xfrm>
            <a:off x="6562877" y="-43757"/>
            <a:ext cx="3351989" cy="2341624"/>
          </a:xfrm>
          <a:prstGeom prst="rect">
            <a:avLst/>
          </a:prstGeom>
        </p:spPr>
      </p:pic>
      <p:pic>
        <p:nvPicPr>
          <p:cNvPr id="36" name="Picture 35">
            <a:extLst>
              <a:ext uri="{FF2B5EF4-FFF2-40B4-BE49-F238E27FC236}">
                <a16:creationId xmlns:a16="http://schemas.microsoft.com/office/drawing/2014/main" id="{7A93432C-CAEA-4CAA-9FB7-41AE15566C10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642" t="13568" r="6282" b="36001"/>
          <a:stretch/>
        </p:blipFill>
        <p:spPr>
          <a:xfrm>
            <a:off x="3322692" y="2321441"/>
            <a:ext cx="3296443" cy="2241285"/>
          </a:xfrm>
          <a:prstGeom prst="rect">
            <a:avLst/>
          </a:prstGeom>
        </p:spPr>
      </p:pic>
      <p:pic>
        <p:nvPicPr>
          <p:cNvPr id="38" name="Picture 37">
            <a:extLst>
              <a:ext uri="{FF2B5EF4-FFF2-40B4-BE49-F238E27FC236}">
                <a16:creationId xmlns:a16="http://schemas.microsoft.com/office/drawing/2014/main" id="{15A821DC-E3C2-43A7-978D-5DCD7A6A9E55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642" t="13568" r="6282" b="36001"/>
          <a:stretch/>
        </p:blipFill>
        <p:spPr>
          <a:xfrm>
            <a:off x="6563790" y="2312844"/>
            <a:ext cx="3400467" cy="2241063"/>
          </a:xfrm>
          <a:prstGeom prst="rect">
            <a:avLst/>
          </a:prstGeom>
        </p:spPr>
      </p:pic>
      <p:pic>
        <p:nvPicPr>
          <p:cNvPr id="39" name="Picture 38">
            <a:extLst>
              <a:ext uri="{FF2B5EF4-FFF2-40B4-BE49-F238E27FC236}">
                <a16:creationId xmlns:a16="http://schemas.microsoft.com/office/drawing/2014/main" id="{3031BDBF-1BB6-4F5C-8AB5-1632B6FA279B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642" t="13568" r="6282" b="36001"/>
          <a:stretch/>
        </p:blipFill>
        <p:spPr>
          <a:xfrm>
            <a:off x="3307307" y="4601523"/>
            <a:ext cx="3287617" cy="2384091"/>
          </a:xfrm>
          <a:prstGeom prst="rect">
            <a:avLst/>
          </a:prstGeom>
        </p:spPr>
      </p:pic>
      <p:pic>
        <p:nvPicPr>
          <p:cNvPr id="40" name="Picture 39">
            <a:extLst>
              <a:ext uri="{FF2B5EF4-FFF2-40B4-BE49-F238E27FC236}">
                <a16:creationId xmlns:a16="http://schemas.microsoft.com/office/drawing/2014/main" id="{A359483D-5E67-4A02-BDEC-F00993613A98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642" t="13568" r="6282" b="36001"/>
          <a:stretch/>
        </p:blipFill>
        <p:spPr>
          <a:xfrm>
            <a:off x="-47691" y="4578155"/>
            <a:ext cx="3338093" cy="2387888"/>
          </a:xfrm>
          <a:prstGeom prst="rect">
            <a:avLst/>
          </a:prstGeom>
        </p:spPr>
      </p:pic>
      <p:pic>
        <p:nvPicPr>
          <p:cNvPr id="41" name="Picture 40">
            <a:extLst>
              <a:ext uri="{FF2B5EF4-FFF2-40B4-BE49-F238E27FC236}">
                <a16:creationId xmlns:a16="http://schemas.microsoft.com/office/drawing/2014/main" id="{63017E59-96F0-4344-835B-C929863A3244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642" t="13568" r="6282" b="36001"/>
          <a:stretch/>
        </p:blipFill>
        <p:spPr>
          <a:xfrm>
            <a:off x="6556077" y="4582111"/>
            <a:ext cx="3381871" cy="2390890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9E252C0A-C003-4D42-AC38-BCEB7F1FEDA4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745" t="13568" r="4057" b="36001"/>
          <a:stretch/>
        </p:blipFill>
        <p:spPr>
          <a:xfrm>
            <a:off x="-21772" y="-23428"/>
            <a:ext cx="3362380" cy="2299269"/>
          </a:xfrm>
          <a:prstGeom prst="rect">
            <a:avLst/>
          </a:prstGeom>
          <a:ln>
            <a:noFill/>
          </a:ln>
        </p:spPr>
      </p:pic>
      <p:pic>
        <p:nvPicPr>
          <p:cNvPr id="43" name="Picture 42">
            <a:extLst>
              <a:ext uri="{FF2B5EF4-FFF2-40B4-BE49-F238E27FC236}">
                <a16:creationId xmlns:a16="http://schemas.microsoft.com/office/drawing/2014/main" id="{77FE297C-0FA4-4943-9851-898303B7BF54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745" t="13568" r="4057" b="36001"/>
          <a:stretch/>
        </p:blipFill>
        <p:spPr>
          <a:xfrm>
            <a:off x="3324370" y="2292931"/>
            <a:ext cx="3283694" cy="2260781"/>
          </a:xfrm>
          <a:prstGeom prst="rect">
            <a:avLst/>
          </a:prstGeom>
          <a:ln>
            <a:noFill/>
          </a:ln>
        </p:spPr>
      </p:pic>
      <p:pic>
        <p:nvPicPr>
          <p:cNvPr id="42" name="Picture 41">
            <a:extLst>
              <a:ext uri="{FF2B5EF4-FFF2-40B4-BE49-F238E27FC236}">
                <a16:creationId xmlns:a16="http://schemas.microsoft.com/office/drawing/2014/main" id="{1F8E161A-BF60-4395-B336-5094B3E0144E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745" t="13568" r="4057" b="36001"/>
          <a:stretch/>
        </p:blipFill>
        <p:spPr>
          <a:xfrm>
            <a:off x="6608360" y="1"/>
            <a:ext cx="3315600" cy="2280920"/>
          </a:xfrm>
          <a:prstGeom prst="rect">
            <a:avLst/>
          </a:prstGeom>
          <a:ln>
            <a:noFill/>
          </a:ln>
        </p:spPr>
      </p:pic>
      <p:pic>
        <p:nvPicPr>
          <p:cNvPr id="45" name="Picture 44">
            <a:extLst>
              <a:ext uri="{FF2B5EF4-FFF2-40B4-BE49-F238E27FC236}">
                <a16:creationId xmlns:a16="http://schemas.microsoft.com/office/drawing/2014/main" id="{FC76379A-DD27-4914-B9B1-BAAAAF706D67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745" t="13568" r="4057" b="36001"/>
          <a:stretch/>
        </p:blipFill>
        <p:spPr>
          <a:xfrm>
            <a:off x="6611726" y="2285877"/>
            <a:ext cx="3298285" cy="2232321"/>
          </a:xfrm>
          <a:prstGeom prst="rect">
            <a:avLst/>
          </a:prstGeom>
          <a:ln>
            <a:noFill/>
          </a:ln>
        </p:spPr>
      </p:pic>
      <p:pic>
        <p:nvPicPr>
          <p:cNvPr id="46" name="Picture 45">
            <a:extLst>
              <a:ext uri="{FF2B5EF4-FFF2-40B4-BE49-F238E27FC236}">
                <a16:creationId xmlns:a16="http://schemas.microsoft.com/office/drawing/2014/main" id="{C135B140-237C-43DF-BED2-95BCB8AB362B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745" t="13568" r="4057" b="36001"/>
          <a:stretch/>
        </p:blipFill>
        <p:spPr>
          <a:xfrm>
            <a:off x="3327801" y="4585686"/>
            <a:ext cx="3280263" cy="2377220"/>
          </a:xfrm>
          <a:prstGeom prst="rect">
            <a:avLst/>
          </a:prstGeom>
          <a:ln>
            <a:noFill/>
          </a:ln>
        </p:spPr>
      </p:pic>
      <p:pic>
        <p:nvPicPr>
          <p:cNvPr id="47" name="Picture 46">
            <a:extLst>
              <a:ext uri="{FF2B5EF4-FFF2-40B4-BE49-F238E27FC236}">
                <a16:creationId xmlns:a16="http://schemas.microsoft.com/office/drawing/2014/main" id="{2D486A0B-73A9-44D6-A2C5-D93D65D9FFCA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745" t="13568" r="4057" b="36001"/>
          <a:stretch/>
        </p:blipFill>
        <p:spPr>
          <a:xfrm>
            <a:off x="-19508" y="4589392"/>
            <a:ext cx="3315600" cy="2289696"/>
          </a:xfrm>
          <a:prstGeom prst="rect">
            <a:avLst/>
          </a:prstGeom>
          <a:ln>
            <a:noFill/>
          </a:ln>
        </p:spPr>
      </p:pic>
      <p:pic>
        <p:nvPicPr>
          <p:cNvPr id="48" name="Picture 47">
            <a:extLst>
              <a:ext uri="{FF2B5EF4-FFF2-40B4-BE49-F238E27FC236}">
                <a16:creationId xmlns:a16="http://schemas.microsoft.com/office/drawing/2014/main" id="{21E27D5D-2DA8-4D09-B9ED-9E57F99A4350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745" t="13568" r="4057" b="36001"/>
          <a:stretch/>
        </p:blipFill>
        <p:spPr>
          <a:xfrm>
            <a:off x="6623917" y="4562173"/>
            <a:ext cx="3377550" cy="2358061"/>
          </a:xfrm>
          <a:prstGeom prst="rect">
            <a:avLst/>
          </a:prstGeom>
          <a:ln>
            <a:noFill/>
          </a:ln>
        </p:spPr>
      </p:pic>
      <p:pic>
        <p:nvPicPr>
          <p:cNvPr id="28" name="Picture 27">
            <a:extLst>
              <a:ext uri="{FF2B5EF4-FFF2-40B4-BE49-F238E27FC236}">
                <a16:creationId xmlns:a16="http://schemas.microsoft.com/office/drawing/2014/main" id="{B5AA96D2-A2EA-4A66-B82B-E29A3AC10A89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745" t="13568" r="4057" b="36001"/>
          <a:stretch/>
        </p:blipFill>
        <p:spPr>
          <a:xfrm>
            <a:off x="3345353" y="-5581"/>
            <a:ext cx="3269009" cy="2281422"/>
          </a:xfrm>
          <a:prstGeom prst="rect">
            <a:avLst/>
          </a:prstGeom>
          <a:ln>
            <a:noFill/>
          </a:ln>
        </p:spPr>
      </p:pic>
      <p:pic>
        <p:nvPicPr>
          <p:cNvPr id="37" name="Picture 36">
            <a:extLst>
              <a:ext uri="{FF2B5EF4-FFF2-40B4-BE49-F238E27FC236}">
                <a16:creationId xmlns:a16="http://schemas.microsoft.com/office/drawing/2014/main" id="{C54EDC71-D725-4807-9829-7D2648956DB5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642" t="13568" r="6282" b="36001"/>
          <a:stretch/>
        </p:blipFill>
        <p:spPr>
          <a:xfrm>
            <a:off x="-55499" y="2279116"/>
            <a:ext cx="3348882" cy="2250073"/>
          </a:xfrm>
          <a:prstGeom prst="rect">
            <a:avLst/>
          </a:prstGeom>
        </p:spPr>
      </p:pic>
      <p:pic>
        <p:nvPicPr>
          <p:cNvPr id="44" name="Picture 43">
            <a:extLst>
              <a:ext uri="{FF2B5EF4-FFF2-40B4-BE49-F238E27FC236}">
                <a16:creationId xmlns:a16="http://schemas.microsoft.com/office/drawing/2014/main" id="{12E0FDA8-2F44-429A-B98A-DDB8AE088F6D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745" t="13568" r="4057" b="36001"/>
          <a:stretch/>
        </p:blipFill>
        <p:spPr>
          <a:xfrm>
            <a:off x="2413" y="2293384"/>
            <a:ext cx="3296034" cy="2264290"/>
          </a:xfrm>
          <a:prstGeom prst="rect">
            <a:avLst/>
          </a:prstGeom>
          <a:ln>
            <a:noFill/>
          </a:ln>
        </p:spPr>
      </p:pic>
      <p:grpSp>
        <p:nvGrpSpPr>
          <p:cNvPr id="5" name="Group 4">
            <a:extLst>
              <a:ext uri="{FF2B5EF4-FFF2-40B4-BE49-F238E27FC236}">
                <a16:creationId xmlns:a16="http://schemas.microsoft.com/office/drawing/2014/main" id="{E0CD2FD4-E7C8-4C3D-8AA1-CD53E7524950}"/>
              </a:ext>
            </a:extLst>
          </p:cNvPr>
          <p:cNvGrpSpPr/>
          <p:nvPr/>
        </p:nvGrpSpPr>
        <p:grpSpPr>
          <a:xfrm>
            <a:off x="-131885" y="-47908"/>
            <a:ext cx="10152824" cy="7033522"/>
            <a:chOff x="-131885" y="-47908"/>
            <a:chExt cx="10152824" cy="7033522"/>
          </a:xfrm>
        </p:grpSpPr>
        <p:cxnSp>
          <p:nvCxnSpPr>
            <p:cNvPr id="83" name="Straight Connector 82">
              <a:extLst>
                <a:ext uri="{FF2B5EF4-FFF2-40B4-BE49-F238E27FC236}">
                  <a16:creationId xmlns:a16="http://schemas.microsoft.com/office/drawing/2014/main" id="{27B5165D-BBB1-460D-B34D-531FC4E1CB2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-131885" y="2275387"/>
              <a:ext cx="10114724" cy="0"/>
            </a:xfrm>
            <a:prstGeom prst="line">
              <a:avLst/>
            </a:prstGeom>
            <a:ln w="762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4" name="Straight Connector 83">
              <a:extLst>
                <a:ext uri="{FF2B5EF4-FFF2-40B4-BE49-F238E27FC236}">
                  <a16:creationId xmlns:a16="http://schemas.microsoft.com/office/drawing/2014/main" id="{2FEBB0BD-04AC-4360-9D9B-25EEA1B611A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-93785" y="4564317"/>
              <a:ext cx="10114724" cy="0"/>
            </a:xfrm>
            <a:prstGeom prst="line">
              <a:avLst/>
            </a:prstGeom>
            <a:ln w="762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5" name="Straight Connector 84">
              <a:extLst>
                <a:ext uri="{FF2B5EF4-FFF2-40B4-BE49-F238E27FC236}">
                  <a16:creationId xmlns:a16="http://schemas.microsoft.com/office/drawing/2014/main" id="{0C2E692D-BCA6-44E1-A316-9AA41FFC1A6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310022" y="-33254"/>
              <a:ext cx="628" cy="6996160"/>
            </a:xfrm>
            <a:prstGeom prst="line">
              <a:avLst/>
            </a:prstGeom>
            <a:ln w="762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6" name="Straight Connector 85">
              <a:extLst>
                <a:ext uri="{FF2B5EF4-FFF2-40B4-BE49-F238E27FC236}">
                  <a16:creationId xmlns:a16="http://schemas.microsoft.com/office/drawing/2014/main" id="{CF86DCD8-F0B3-4D8F-BC37-1D7575107C4C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6599119" y="-47908"/>
              <a:ext cx="0" cy="7033522"/>
            </a:xfrm>
            <a:prstGeom prst="line">
              <a:avLst/>
            </a:prstGeom>
            <a:ln w="762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5642069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3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1"/>
                  </p:tgtEl>
                </p:cond>
              </p:nextCondLst>
            </p:seq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3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2"/>
                  </p:tgtEl>
                </p:cond>
              </p:nextCondLst>
            </p:seq>
            <p:seq concurrent="1" nextAc="seek">
              <p:cTn id="14" restart="whenNotActive" fill="hold" evtFilter="cancelBubble" nodeType="interactiveSeq">
                <p:stCondLst>
                  <p:cond evt="onClick" delay="0">
                    <p:tgtEl>
                      <p:spTgt spid="2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5" fill="hold">
                      <p:stCondLst>
                        <p:cond delay="0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9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6"/>
                  </p:tgtEl>
                </p:cond>
              </p:nextCondLst>
            </p:seq>
            <p:seq concurrent="1" nextAc="seek">
              <p:cTn id="20" restart="whenNotActive" fill="hold" evtFilter="cancelBubble" nodeType="interactiveSeq">
                <p:stCondLst>
                  <p:cond evt="onClick" delay="0">
                    <p:tgtEl>
                      <p:spTgt spid="2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1" fill="hold">
                      <p:stCondLst>
                        <p:cond delay="0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5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7"/>
                  </p:tgtEl>
                </p:cond>
              </p:nextCondLst>
            </p:seq>
            <p:seq concurrent="1" nextAc="seek">
              <p:cTn id="26" restart="whenNotActive" fill="hold" evtFilter="cancelBubble" nodeType="interactiveSeq">
                <p:stCondLst>
                  <p:cond evt="onClick" delay="0">
                    <p:tgtEl>
                      <p:spTgt spid="5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7" fill="hold">
                      <p:stCondLst>
                        <p:cond delay="0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1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3"/>
                  </p:tgtEl>
                </p:cond>
              </p:nextCondLst>
            </p:seq>
            <p:seq concurrent="1" nextAc="seek">
              <p:cTn id="32" restart="whenNotActive" fill="hold" evtFilter="cancelBubble" nodeType="interactiveSeq">
                <p:stCondLst>
                  <p:cond evt="onClick" delay="0">
                    <p:tgtEl>
                      <p:spTgt spid="5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3" fill="hold">
                      <p:stCondLst>
                        <p:cond delay="0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7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4"/>
                  </p:tgtEl>
                </p:cond>
              </p:nextCondLst>
            </p:seq>
            <p:seq concurrent="1" nextAc="seek">
              <p:cTn id="38" restart="whenNotActive" fill="hold" evtFilter="cancelBubble" nodeType="interactiveSeq">
                <p:stCondLst>
                  <p:cond evt="onClick" delay="0">
                    <p:tgtEl>
                      <p:spTgt spid="5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9" fill="hold">
                      <p:stCondLst>
                        <p:cond delay="0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3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1"/>
                  </p:tgtEl>
                </p:cond>
              </p:nextCondLst>
            </p:seq>
            <p:seq concurrent="1" nextAc="seek">
              <p:cTn id="44" restart="whenNotActive" fill="hold" evtFilter="cancelBubble" nodeType="interactiveSeq">
                <p:stCondLst>
                  <p:cond evt="onClick" delay="0">
                    <p:tgtEl>
                      <p:spTgt spid="5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5" fill="hold">
                      <p:stCondLst>
                        <p:cond delay="0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9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2"/>
                  </p:tgtEl>
                </p:cond>
              </p:nextCondLst>
            </p:seq>
            <p:seq concurrent="1" nextAc="seek">
              <p:cTn id="50" restart="whenNotActive" fill="hold" evtFilter="cancelBubble" nodeType="interactiveSeq">
                <p:stCondLst>
                  <p:cond evt="onClick" delay="0">
                    <p:tgtEl>
                      <p:spTgt spid="5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1" fill="hold">
                      <p:stCondLst>
                        <p:cond delay="0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5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5"/>
                  </p:tgtEl>
                </p:cond>
              </p:nextCondLst>
            </p:seq>
            <p:seq concurrent="1" nextAc="seek">
              <p:cTn id="56" restart="whenNotActive" fill="hold" evtFilter="cancelBubble" nodeType="interactiveSeq">
                <p:stCondLst>
                  <p:cond evt="onClick" delay="0">
                    <p:tgtEl>
                      <p:spTgt spid="5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7" fill="hold">
                      <p:stCondLst>
                        <p:cond delay="0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1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6"/>
                  </p:tgtEl>
                </p:cond>
              </p:nextCondLst>
            </p:seq>
            <p:seq concurrent="1" nextAc="seek">
              <p:cTn id="62" restart="whenNotActive" fill="hold" evtFilter="cancelBubble" nodeType="interactiveSeq">
                <p:stCondLst>
                  <p:cond evt="onClick" delay="0">
                    <p:tgtEl>
                      <p:spTgt spid="5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3" fill="hold">
                      <p:stCondLst>
                        <p:cond delay="0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7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9"/>
                  </p:tgtEl>
                </p:cond>
              </p:nextCondLst>
            </p:seq>
            <p:seq concurrent="1" nextAc="seek">
              <p:cTn id="68" restart="whenNotActive" fill="hold" evtFilter="cancelBubble" nodeType="interactiveSeq">
                <p:stCondLst>
                  <p:cond evt="onClick" delay="0">
                    <p:tgtEl>
                      <p:spTgt spid="6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9" fill="hold">
                      <p:stCondLst>
                        <p:cond delay="0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3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0"/>
                  </p:tgtEl>
                </p:cond>
              </p:nextCondLst>
            </p:seq>
            <p:seq concurrent="1" nextAc="seek">
              <p:cTn id="74" restart="whenNotActive" fill="hold" evtFilter="cancelBubble" nodeType="interactiveSeq">
                <p:stCondLst>
                  <p:cond evt="onClick" delay="0">
                    <p:tgtEl>
                      <p:spTgt spid="5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75" fill="hold">
                      <p:stCondLst>
                        <p:cond delay="0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9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7"/>
                  </p:tgtEl>
                </p:cond>
              </p:nextCondLst>
            </p:seq>
            <p:seq concurrent="1" nextAc="seek">
              <p:cTn id="80" restart="whenNotActive" fill="hold" evtFilter="cancelBubble" nodeType="interactiveSeq">
                <p:stCondLst>
                  <p:cond evt="onClick" delay="0">
                    <p:tgtEl>
                      <p:spTgt spid="5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1" fill="hold">
                      <p:stCondLst>
                        <p:cond delay="0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5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8"/>
                  </p:tgtEl>
                </p:cond>
              </p:nextCondLst>
            </p:seq>
            <p:seq concurrent="1" nextAc="seek">
              <p:cTn id="86" restart="whenNotActive" fill="hold" evtFilter="cancelBubble" nodeType="interactiveSeq">
                <p:stCondLst>
                  <p:cond evt="onClick" delay="0">
                    <p:tgtEl>
                      <p:spTgt spid="6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7" fill="hold">
                      <p:stCondLst>
                        <p:cond delay="0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1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1"/>
                  </p:tgtEl>
                </p:cond>
              </p:nextCondLst>
            </p:seq>
            <p:seq concurrent="1" nextAc="seek">
              <p:cTn id="92" restart="whenNotActive" fill="hold" evtFilter="cancelBubble" nodeType="interactiveSeq">
                <p:stCondLst>
                  <p:cond evt="onClick" delay="0">
                    <p:tgtEl>
                      <p:spTgt spid="6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3" fill="hold">
                      <p:stCondLst>
                        <p:cond delay="0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7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2"/>
                  </p:tgtEl>
                </p:cond>
              </p:nextCondLst>
            </p:seq>
            <p:seq concurrent="1" nextAc="seek">
              <p:cTn id="98" restart="whenNotActive" fill="hold" evtFilter="cancelBubble" nodeType="interactiveSeq">
                <p:stCondLst>
                  <p:cond evt="onClick" delay="0">
                    <p:tgtEl>
                      <p:spTgt spid="4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9" fill="hold">
                      <p:stCondLst>
                        <p:cond delay="0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3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9"/>
                  </p:tgtEl>
                </p:cond>
              </p:nextCondLst>
            </p:seq>
            <p:seq concurrent="1" nextAc="seek">
              <p:cTn id="104" restart="whenNotActive" fill="hold" evtFilter="cancelBubble" nodeType="interactiveSeq">
                <p:stCondLst>
                  <p:cond evt="onClick" delay="0">
                    <p:tgtEl>
                      <p:spTgt spid="5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05" fill="hold">
                      <p:stCondLst>
                        <p:cond delay="0"/>
                      </p:stCondLst>
                      <p:childTnLst>
                        <p:par>
                          <p:cTn id="106" fill="hold">
                            <p:stCondLst>
                              <p:cond delay="0"/>
                            </p:stCondLst>
                            <p:childTnLst>
                              <p:par>
                                <p:cTn id="107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9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0"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5695D71A-24A5-49A6-9C98-9450B6DA1604}"/>
              </a:ext>
            </a:extLst>
          </p:cNvPr>
          <p:cNvSpPr txBox="1"/>
          <p:nvPr/>
        </p:nvSpPr>
        <p:spPr>
          <a:xfrm>
            <a:off x="3626258" y="6484249"/>
            <a:ext cx="305910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000" u="sng" dirty="0"/>
              <a:t>Мугалимдин жооп барагы</a:t>
            </a:r>
            <a:endParaRPr lang="en-GB" sz="2000" u="sng"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B25E5141-0898-435F-9312-C3FA0BB5865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6290" y="0"/>
            <a:ext cx="9373420" cy="6604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961414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0EAC94F5-FAEF-4E16-8C81-33C5E59817B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11" y="0"/>
            <a:ext cx="4876590" cy="3383280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31A04951-29BE-41BE-84B3-5B4A20AD3D4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39711" y="0"/>
            <a:ext cx="4876590" cy="338328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CD0AD471-FA4B-4607-A916-06DECFDE8AB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11" y="3464560"/>
            <a:ext cx="4876590" cy="338328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8A5F0AA2-6B46-44DF-B15E-ACAE6DD96CD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39711" y="3464560"/>
            <a:ext cx="4876590" cy="33832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7961206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049DD828-9816-48D5-8793-DAFED5357886}"/>
              </a:ext>
            </a:extLst>
          </p:cNvPr>
          <p:cNvSpPr/>
          <p:nvPr/>
        </p:nvSpPr>
        <p:spPr>
          <a:xfrm>
            <a:off x="495118" y="534760"/>
            <a:ext cx="9240883" cy="55092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Суроолор барбы?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Комментарийлер?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Сунуштар?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…же ката таптыңызбы!?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Түрдүү пикирлер үчүн ыраазычылык билдиребиз.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Сураныч, электрондук кат жөнөтүңүз: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mathematicskgz@gmail.com</a:t>
            </a:r>
          </a:p>
        </p:txBody>
      </p:sp>
    </p:spTree>
    <p:extLst>
      <p:ext uri="{BB962C8B-B14F-4D97-AF65-F5344CB8AC3E}">
        <p14:creationId xmlns:p14="http://schemas.microsoft.com/office/powerpoint/2010/main" val="204210030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noFill/>
        <a:ln w="28575">
          <a:solidFill>
            <a:schemeClr val="tx1"/>
          </a:solidFill>
        </a:ln>
      </a:spPr>
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 sz="195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28575">
          <a:solidFill>
            <a:schemeClr val="tx1"/>
          </a:solidFill>
          <a:tailEnd type="arrow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TM04033937[[fn=Vapor Trail]]</Template>
  <TotalTime>8362</TotalTime>
  <Words>159</Words>
  <Application>Microsoft Office PowerPoint</Application>
  <PresentationFormat>A4 Paper (210x297 mm)</PresentationFormat>
  <Paragraphs>37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1" baseType="lpstr">
      <vt:lpstr>Calibri</vt:lpstr>
      <vt:lpstr>Calibri Light</vt:lpstr>
      <vt:lpstr>Comic Sans MS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Kite</dc:creator>
  <cp:lastModifiedBy>Isa Amanov</cp:lastModifiedBy>
  <cp:revision>379</cp:revision>
  <cp:lastPrinted>2017-12-31T22:38:51Z</cp:lastPrinted>
  <dcterms:created xsi:type="dcterms:W3CDTF">2017-01-17T16:57:04Z</dcterms:created>
  <dcterms:modified xsi:type="dcterms:W3CDTF">2024-08-27T10:40:54Z</dcterms:modified>
</cp:coreProperties>
</file>