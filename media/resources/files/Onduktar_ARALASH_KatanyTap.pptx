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0" r:id="rId2"/>
    <p:sldId id="831" r:id="rId3"/>
    <p:sldId id="939" r:id="rId4"/>
    <p:sldId id="832" r:id="rId5"/>
    <p:sldId id="833" r:id="rId6"/>
    <p:sldId id="944" r:id="rId7"/>
  </p:sldIdLst>
  <p:sldSz cx="9906000" cy="6858000" type="A4"/>
  <p:notesSz cx="6889750" cy="100218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9" d="100"/>
          <a:sy n="69" d="100"/>
        </p:scale>
        <p:origin x="1410" y="6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85558" cy="502835"/>
          </a:xfrm>
          <a:prstGeom prst="rect">
            <a:avLst/>
          </a:prstGeom>
        </p:spPr>
        <p:txBody>
          <a:bodyPr vert="horz" lIns="92298" tIns="46149" rIns="92298" bIns="46149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598" y="1"/>
            <a:ext cx="2985558" cy="502835"/>
          </a:xfrm>
          <a:prstGeom prst="rect">
            <a:avLst/>
          </a:prstGeom>
        </p:spPr>
        <p:txBody>
          <a:bodyPr vert="horz" lIns="92298" tIns="46149" rIns="92298" bIns="46149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13/05/2024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3300" y="1254125"/>
            <a:ext cx="4883150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98" tIns="46149" rIns="92298" bIns="4614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5" y="4823035"/>
            <a:ext cx="5511800" cy="3946118"/>
          </a:xfrm>
          <a:prstGeom prst="rect">
            <a:avLst/>
          </a:prstGeom>
        </p:spPr>
        <p:txBody>
          <a:bodyPr vert="horz" lIns="92298" tIns="46149" rIns="92298" bIns="4614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519058"/>
            <a:ext cx="2985558" cy="502834"/>
          </a:xfrm>
          <a:prstGeom prst="rect">
            <a:avLst/>
          </a:prstGeom>
        </p:spPr>
        <p:txBody>
          <a:bodyPr vert="horz" lIns="92298" tIns="46149" rIns="92298" bIns="46149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598" y="9519058"/>
            <a:ext cx="2985558" cy="502834"/>
          </a:xfrm>
          <a:prstGeom prst="rect">
            <a:avLst/>
          </a:prstGeom>
        </p:spPr>
        <p:txBody>
          <a:bodyPr vert="horz" lIns="92298" tIns="46149" rIns="92298" bIns="46149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Two worksheets 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035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754505"/>
            <a:ext cx="10490200" cy="435133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 орундуу ондуктар - аралаш - катаны табыңыз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кандай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 жана форматта.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17EB607-9032-4763-85E1-7ABD2537FDF1}"/>
              </a:ext>
            </a:extLst>
          </p:cNvPr>
          <p:cNvSpPr/>
          <p:nvPr/>
        </p:nvSpPr>
        <p:spPr>
          <a:xfrm>
            <a:off x="97423" y="158821"/>
            <a:ext cx="5775940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600" b="1" i="0" u="none" strike="noStrike" kern="120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ED7D31">
                    <a:lumMod val="40000"/>
                    <a:lumOff val="60000"/>
                  </a:srgbClr>
                </a:solidFill>
                <a:effectLst>
                  <a:glow rad="228600">
                    <a:srgbClr val="70AD47">
                      <a:satMod val="175000"/>
                      <a:alpha val="40000"/>
                    </a:srgbClr>
                  </a:glow>
                  <a:reflection blurRad="6350" stA="55000" endA="50" endPos="85000" dist="29997" dir="5400000" sy="-100000" algn="bl" rotWithShape="0"/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Катаны тап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411641" y="547212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6047171" y="2061681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37526F-D929-B583-9776-C6570049D6BD}"/>
              </a:ext>
            </a:extLst>
          </p:cNvPr>
          <p:cNvSpPr txBox="1"/>
          <p:nvPr/>
        </p:nvSpPr>
        <p:spPr>
          <a:xfrm>
            <a:off x="222931" y="2334865"/>
            <a:ext cx="3887604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Үч бурчтукта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айрым каталар бар!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Сен алардын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баарын таба аласы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бы?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7198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6F21C1-34E9-4685-B532-15A60AE3DE99}"/>
              </a:ext>
            </a:extLst>
          </p:cNvPr>
          <p:cNvSpPr txBox="1"/>
          <p:nvPr/>
        </p:nvSpPr>
        <p:spPr>
          <a:xfrm>
            <a:off x="731835" y="1950289"/>
            <a:ext cx="285764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Каталарды таба аласызбы?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Аларды оңдоңуз!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D090E1E-E00D-47A7-ACD6-3EA5FDE60ACC}"/>
              </a:ext>
            </a:extLst>
          </p:cNvPr>
          <p:cNvGrpSpPr/>
          <p:nvPr/>
        </p:nvGrpSpPr>
        <p:grpSpPr>
          <a:xfrm>
            <a:off x="1960880" y="18205"/>
            <a:ext cx="7939024" cy="6839796"/>
            <a:chOff x="1922780" y="2058616"/>
            <a:chExt cx="4220308" cy="363596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D92EB95-7769-4ABE-B7BF-CA668C0879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24909" y="2058616"/>
              <a:ext cx="2172872" cy="1827649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6E139D4-0FBD-4DDB-B242-FA6C3E3D7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22780" y="3871026"/>
              <a:ext cx="4220308" cy="1823559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C6970D4-4D23-B68F-4EC0-6FF34BC36444}"/>
              </a:ext>
            </a:extLst>
          </p:cNvPr>
          <p:cNvSpPr txBox="1"/>
          <p:nvPr/>
        </p:nvSpPr>
        <p:spPr>
          <a:xfrm>
            <a:off x="135082" y="196482"/>
            <a:ext cx="4953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Каталарды издеп – 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тап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3726C2-24F0-1B92-A642-57F3CBB23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1030894" y="1030896"/>
            <a:ext cx="6758088" cy="46962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36D25C4-C11E-399E-3F87-BEEFF2948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081434" y="1030895"/>
            <a:ext cx="6758088" cy="469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87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5FD481-2697-433F-8BB9-447CE10A454E}"/>
              </a:ext>
            </a:extLst>
          </p:cNvPr>
          <p:cNvGrpSpPr/>
          <p:nvPr/>
        </p:nvGrpSpPr>
        <p:grpSpPr>
          <a:xfrm>
            <a:off x="1960880" y="18205"/>
            <a:ext cx="7939024" cy="6839796"/>
            <a:chOff x="1922780" y="2058616"/>
            <a:chExt cx="4220308" cy="3635969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C06E497-5DF6-4AC0-8DAD-393C8E827D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24909" y="2058616"/>
              <a:ext cx="2172872" cy="1827649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F0E47D5-1B1C-4A20-86D8-340A49B677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22780" y="3871026"/>
              <a:ext cx="4220308" cy="1823559"/>
            </a:xfrm>
            <a:prstGeom prst="rect">
              <a:avLst/>
            </a:prstGeom>
          </p:spPr>
        </p:pic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B3955A4D-0509-4550-BC6B-C46A16E1AF2E}"/>
              </a:ext>
            </a:extLst>
          </p:cNvPr>
          <p:cNvSpPr/>
          <p:nvPr/>
        </p:nvSpPr>
        <p:spPr>
          <a:xfrm>
            <a:off x="5773362" y="373547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7B72457-24FB-4CA8-A750-8B2CECF51C53}"/>
              </a:ext>
            </a:extLst>
          </p:cNvPr>
          <p:cNvSpPr/>
          <p:nvPr/>
        </p:nvSpPr>
        <p:spPr>
          <a:xfrm>
            <a:off x="3786228" y="3625595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4831279" y="193640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46B0C1C-CE7D-4B26-8C7B-77AE7F5253E4}"/>
              </a:ext>
            </a:extLst>
          </p:cNvPr>
          <p:cNvSpPr/>
          <p:nvPr/>
        </p:nvSpPr>
        <p:spPr>
          <a:xfrm>
            <a:off x="6253273" y="286404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BDB949F-0C8B-4297-9C59-C77EC35AFE58}"/>
              </a:ext>
            </a:extLst>
          </p:cNvPr>
          <p:cNvSpPr/>
          <p:nvPr/>
        </p:nvSpPr>
        <p:spPr>
          <a:xfrm>
            <a:off x="145630" y="366742"/>
            <a:ext cx="4570225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9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28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2C5FBDA-1083-4457-A84E-0383319636D9}"/>
              </a:ext>
            </a:extLst>
          </p:cNvPr>
          <p:cNvSpPr/>
          <p:nvPr/>
        </p:nvSpPr>
        <p:spPr>
          <a:xfrm>
            <a:off x="4739210" y="53836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885984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757587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8333</TotalTime>
  <Words>119</Words>
  <Application>Microsoft Office PowerPoint</Application>
  <PresentationFormat>A4 Paper (210x297 mm)</PresentationFormat>
  <Paragraphs>36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Calibri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358</cp:revision>
  <cp:lastPrinted>2024-05-13T09:37:54Z</cp:lastPrinted>
  <dcterms:created xsi:type="dcterms:W3CDTF">2017-01-17T16:57:04Z</dcterms:created>
  <dcterms:modified xsi:type="dcterms:W3CDTF">2024-05-13T09:39:12Z</dcterms:modified>
</cp:coreProperties>
</file>