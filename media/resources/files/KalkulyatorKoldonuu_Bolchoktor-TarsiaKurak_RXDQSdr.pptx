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5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MathKGZ</a:t>
            </a:r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--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Эсептегичте – Тарсия курак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03120"/>
            <a:ext cx="110642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Үч бурчтуктарды кесип, жооптору дал келгендерин жанаштырат.</a:t>
            </a:r>
            <a:endParaRPr lang="en-US" sz="15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 бир кырда бир мисал, эсептегич менен чыгарылат.</a:t>
            </a:r>
            <a:endParaRPr lang="en-US" sz="15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Жуп же тайпа менен иштесе болот.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Тарсия: мисал жана жооп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6400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 бир үч бурчтуктун кырында бир мисал жазылат; каршы кырда башка үч бурчтуктун жообу турат. Окуучулар эсептегич менен чыгарып, дал келген кырларды жанаштырып чоң фигура түзүшөт.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0" y="1280160"/>
            <a:ext cx="1828800" cy="640080"/>
          </a:xfrm>
          <a:prstGeom prst="rect">
            <a:avLst/>
          </a:prstGeom>
          <a:solidFill>
            <a:srgbClr val="E9ECF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0" y="13258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1/4 + 1 1/2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326880" y="1280160"/>
            <a:ext cx="1188720" cy="640080"/>
          </a:xfrm>
          <a:prstGeom prst="rect">
            <a:avLst/>
          </a:prstGeom>
          <a:solidFill>
            <a:srgbClr val="F2A33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326880" y="13258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3/4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0" y="2148840"/>
            <a:ext cx="1828800" cy="640080"/>
          </a:xfrm>
          <a:prstGeom prst="rect">
            <a:avLst/>
          </a:prstGeom>
          <a:solidFill>
            <a:srgbClr val="E9ECF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0" y="2194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3/5 − 2 1/10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326880" y="2148840"/>
            <a:ext cx="1188720" cy="640080"/>
          </a:xfrm>
          <a:prstGeom prst="rect">
            <a:avLst/>
          </a:prstGeom>
          <a:solidFill>
            <a:srgbClr val="F2A33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326880" y="21945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1/2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0" y="3017520"/>
            <a:ext cx="1828800" cy="640080"/>
          </a:xfrm>
          <a:prstGeom prst="rect">
            <a:avLst/>
          </a:prstGeom>
          <a:solidFill>
            <a:srgbClr val="E9ECF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0" y="3063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1/3 × 2 1/4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326880" y="3017520"/>
            <a:ext cx="1188720" cy="640080"/>
          </a:xfrm>
          <a:prstGeom prst="rect">
            <a:avLst/>
          </a:prstGeom>
          <a:solidFill>
            <a:srgbClr val="F2A33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326880" y="30632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0" y="3886200"/>
            <a:ext cx="1828800" cy="640080"/>
          </a:xfrm>
          <a:prstGeom prst="rect">
            <a:avLst/>
          </a:prstGeom>
          <a:solidFill>
            <a:srgbClr val="E9ECF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0" y="3931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2/3 ÷ 1 1/3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326880" y="3886200"/>
            <a:ext cx="1188720" cy="640080"/>
          </a:xfrm>
          <a:prstGeom prst="rect">
            <a:avLst/>
          </a:prstGeom>
          <a:solidFill>
            <a:srgbClr val="F2A33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326880" y="39319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1/2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Суроолор барбы?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Сунуштар?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…же ката таптыңызбы!?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Сураныч, электрондук кат жөнөтүңүз: mathematicskgz@gmail.com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2026-10-14T06:58:07Z</dcterms:created>
  <dcterms:modified xsi:type="dcterms:W3CDTF">2026-10-14T06:58:07Z</dcterms:modified>
</cp:coreProperties>
</file>