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9" r:id="rId2"/>
  </p:sldMasterIdLst>
  <p:notesMasterIdLst>
    <p:notesMasterId r:id="rId34"/>
  </p:notesMasterIdLst>
  <p:sldIdLst>
    <p:sldId id="960" r:id="rId3"/>
    <p:sldId id="961" r:id="rId4"/>
    <p:sldId id="940" r:id="rId5"/>
    <p:sldId id="298" r:id="rId6"/>
    <p:sldId id="302" r:id="rId7"/>
    <p:sldId id="266" r:id="rId8"/>
    <p:sldId id="277" r:id="rId9"/>
    <p:sldId id="279" r:id="rId10"/>
    <p:sldId id="282" r:id="rId11"/>
    <p:sldId id="270" r:id="rId12"/>
    <p:sldId id="269" r:id="rId13"/>
    <p:sldId id="273" r:id="rId14"/>
    <p:sldId id="265" r:id="rId15"/>
    <p:sldId id="272" r:id="rId16"/>
    <p:sldId id="278" r:id="rId17"/>
    <p:sldId id="289" r:id="rId18"/>
    <p:sldId id="271" r:id="rId19"/>
    <p:sldId id="284" r:id="rId20"/>
    <p:sldId id="274" r:id="rId21"/>
    <p:sldId id="287" r:id="rId22"/>
    <p:sldId id="276" r:id="rId23"/>
    <p:sldId id="267" r:id="rId24"/>
    <p:sldId id="285" r:id="rId25"/>
    <p:sldId id="268" r:id="rId26"/>
    <p:sldId id="286" r:id="rId27"/>
    <p:sldId id="275" r:id="rId28"/>
    <p:sldId id="283" r:id="rId29"/>
    <p:sldId id="280" r:id="rId30"/>
    <p:sldId id="288" r:id="rId31"/>
    <p:sldId id="281" r:id="rId32"/>
    <p:sldId id="941" r:id="rId33"/>
  </p:sldIdLst>
  <p:sldSz cx="9906000" cy="6858000" type="A4"/>
  <p:notesSz cx="6889750" cy="10021888"/>
  <p:embeddedFontLst>
    <p:embeddedFont>
      <p:font typeface="Sylfaen" panose="010A0502050306030303" pitchFamily="18" charset="0"/>
      <p:regular r:id="rId35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9" d="100"/>
          <a:sy n="69" d="100"/>
        </p:scale>
        <p:origin x="1410" y="48"/>
      </p:cViewPr>
      <p:guideLst>
        <p:guide orient="horz" pos="2137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tableStyles" Target="tableStyle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2985558" cy="502835"/>
          </a:xfrm>
          <a:prstGeom prst="rect">
            <a:avLst/>
          </a:prstGeom>
        </p:spPr>
        <p:txBody>
          <a:bodyPr vert="horz" lIns="92299" tIns="46150" rIns="92299" bIns="46150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02599" y="0"/>
            <a:ext cx="2985558" cy="502835"/>
          </a:xfrm>
          <a:prstGeom prst="rect">
            <a:avLst/>
          </a:prstGeom>
        </p:spPr>
        <p:txBody>
          <a:bodyPr vert="horz" lIns="92299" tIns="46150" rIns="92299" bIns="46150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24/05/2024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01713" y="1252538"/>
            <a:ext cx="4886325" cy="33829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299" tIns="46150" rIns="92299" bIns="4615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8975" y="4823036"/>
            <a:ext cx="5511800" cy="3946118"/>
          </a:xfrm>
          <a:prstGeom prst="rect">
            <a:avLst/>
          </a:prstGeom>
        </p:spPr>
        <p:txBody>
          <a:bodyPr vert="horz" lIns="92299" tIns="46150" rIns="92299" bIns="4615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519058"/>
            <a:ext cx="2985558" cy="502834"/>
          </a:xfrm>
          <a:prstGeom prst="rect">
            <a:avLst/>
          </a:prstGeom>
        </p:spPr>
        <p:txBody>
          <a:bodyPr vert="horz" lIns="92299" tIns="46150" rIns="92299" bIns="46150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02599" y="9519058"/>
            <a:ext cx="2985558" cy="502834"/>
          </a:xfrm>
          <a:prstGeom prst="rect">
            <a:avLst/>
          </a:prstGeom>
        </p:spPr>
        <p:txBody>
          <a:bodyPr vert="horz" lIns="92299" tIns="46150" rIns="92299" bIns="46150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C6DCB-3420-404B-BA48-30C052392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F4C7FD-4222-4E56-95D1-FB8CC3BEE8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B98445BC-7614-453D-A01A-F8989635FC0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CAC6C612-6A2B-4B9B-84A3-DBC672CF04B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9EF8B9DD-8B36-46A8-8239-EA78131ED49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9B49EF2-31D7-4881-9574-46A4BDFC45AD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27143789"/>
      </p:ext>
    </p:extLst>
  </p:cSld>
  <p:clrMapOvr>
    <a:masterClrMapping/>
  </p:clrMapOvr>
  <p:transition spd="med"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E202B51-14E3-4B9E-BCF4-06114956FD5E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495300" y="274639"/>
            <a:ext cx="8915400" cy="585152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DA559ADA-2CF3-49BF-A1E4-34734150173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B72C1751-2801-46B7-8AEE-BF4816B4ADD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A01B47BA-1F59-47A3-BEB1-E7564D1E9D4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3AD5BAA-EBD3-4D62-BC55-C5359C0B4AA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306770140"/>
      </p:ext>
    </p:extLst>
  </p:cSld>
  <p:clrMapOvr>
    <a:masterClrMapping/>
  </p:clrMapOvr>
  <p:transition spd="med"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559557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745485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  <p:sldLayoutId id="2147483717" r:id="rId2"/>
    <p:sldLayoutId id="2147483718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735104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0" r:id="rId1"/>
    <p:sldLayoutId id="2147483721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audio" Target="../media/audio2.wav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slide" Target="slide9.xml"/><Relationship Id="rId13" Type="http://schemas.openxmlformats.org/officeDocument/2006/relationships/slide" Target="slide30.xml"/><Relationship Id="rId18" Type="http://schemas.openxmlformats.org/officeDocument/2006/relationships/slide" Target="slide20.xml"/><Relationship Id="rId26" Type="http://schemas.openxmlformats.org/officeDocument/2006/relationships/slide" Target="slide6.xml"/><Relationship Id="rId3" Type="http://schemas.openxmlformats.org/officeDocument/2006/relationships/audio" Target="../media/audio4.wav"/><Relationship Id="rId21" Type="http://schemas.openxmlformats.org/officeDocument/2006/relationships/slide" Target="slide10.xml"/><Relationship Id="rId7" Type="http://schemas.openxmlformats.org/officeDocument/2006/relationships/slide" Target="slide7.xml"/><Relationship Id="rId12" Type="http://schemas.openxmlformats.org/officeDocument/2006/relationships/slide" Target="slide28.xml"/><Relationship Id="rId17" Type="http://schemas.openxmlformats.org/officeDocument/2006/relationships/slide" Target="slide25.xml"/><Relationship Id="rId25" Type="http://schemas.openxmlformats.org/officeDocument/2006/relationships/slide" Target="slide8.xml"/><Relationship Id="rId2" Type="http://schemas.openxmlformats.org/officeDocument/2006/relationships/audio" Target="../media/audio3.wav"/><Relationship Id="rId16" Type="http://schemas.openxmlformats.org/officeDocument/2006/relationships/slide" Target="slide23.xml"/><Relationship Id="rId20" Type="http://schemas.openxmlformats.org/officeDocument/2006/relationships/slide" Target="slide16.xml"/><Relationship Id="rId29" Type="http://schemas.openxmlformats.org/officeDocument/2006/relationships/slide" Target="slide11.xml"/><Relationship Id="rId1" Type="http://schemas.openxmlformats.org/officeDocument/2006/relationships/slideLayout" Target="../slideLayouts/slideLayout3.xml"/><Relationship Id="rId6" Type="http://schemas.openxmlformats.org/officeDocument/2006/relationships/slide" Target="slide15.xml"/><Relationship Id="rId11" Type="http://schemas.openxmlformats.org/officeDocument/2006/relationships/slide" Target="slide21.xml"/><Relationship Id="rId24" Type="http://schemas.openxmlformats.org/officeDocument/2006/relationships/slide" Target="slide19.xml"/><Relationship Id="rId5" Type="http://schemas.openxmlformats.org/officeDocument/2006/relationships/audio" Target="../media/audio2.wav"/><Relationship Id="rId15" Type="http://schemas.openxmlformats.org/officeDocument/2006/relationships/slide" Target="slide18.xml"/><Relationship Id="rId23" Type="http://schemas.openxmlformats.org/officeDocument/2006/relationships/slide" Target="slide12.xml"/><Relationship Id="rId28" Type="http://schemas.openxmlformats.org/officeDocument/2006/relationships/slide" Target="slide24.xml"/><Relationship Id="rId10" Type="http://schemas.openxmlformats.org/officeDocument/2006/relationships/slide" Target="slide26.xml"/><Relationship Id="rId19" Type="http://schemas.openxmlformats.org/officeDocument/2006/relationships/slide" Target="slide29.xml"/><Relationship Id="rId4" Type="http://schemas.openxmlformats.org/officeDocument/2006/relationships/audio" Target="../media/audio1.wav"/><Relationship Id="rId9" Type="http://schemas.openxmlformats.org/officeDocument/2006/relationships/slide" Target="slide14.xml"/><Relationship Id="rId14" Type="http://schemas.openxmlformats.org/officeDocument/2006/relationships/slide" Target="slide27.xml"/><Relationship Id="rId22" Type="http://schemas.openxmlformats.org/officeDocument/2006/relationships/slide" Target="slide17.xml"/><Relationship Id="rId27" Type="http://schemas.openxmlformats.org/officeDocument/2006/relationships/slide" Target="slide22.xml"/><Relationship Id="rId30" Type="http://schemas.openxmlformats.org/officeDocument/2006/relationships/slide" Target="slide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C86A6EA6-FCB3-2B3A-9830-D09E6E23D499}"/>
              </a:ext>
            </a:extLst>
          </p:cNvPr>
          <p:cNvSpPr txBox="1">
            <a:spLocks/>
          </p:cNvSpPr>
          <p:nvPr/>
        </p:nvSpPr>
        <p:spPr>
          <a:xfrm>
            <a:off x="106680" y="1886586"/>
            <a:ext cx="105156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 Сандуу Ондуктар – Көбөйтүү – Блокбастер оюну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Бул ресурс математикалык ыкманын жандуу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демонстрацияларын камсыз кылат.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94B71E39-D2CD-8137-C98B-785ECD7F1E6F}"/>
              </a:ext>
            </a:extLst>
          </p:cNvPr>
          <p:cNvSpPr txBox="1">
            <a:spLocks/>
          </p:cNvSpPr>
          <p:nvPr/>
        </p:nvSpPr>
        <p:spPr>
          <a:xfrm>
            <a:off x="0" y="452438"/>
            <a:ext cx="9404350" cy="14001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22850604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ack and white sound icon&#10;&#10;Description automatically generated">
            <a:extLst>
              <a:ext uri="{FF2B5EF4-FFF2-40B4-BE49-F238E27FC236}">
                <a16:creationId xmlns:a16="http://schemas.microsoft.com/office/drawing/2014/main" id="{6E78C26A-C6F7-44BC-AEA3-9485874BF56D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5537" y="5444429"/>
            <a:ext cx="839860" cy="83986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F1824E0-2640-46F4-9489-6DFE6C94E7AA}"/>
              </a:ext>
            </a:extLst>
          </p:cNvPr>
          <p:cNvSpPr/>
          <p:nvPr/>
        </p:nvSpPr>
        <p:spPr>
          <a:xfrm>
            <a:off x="2791326" y="5681232"/>
            <a:ext cx="3449587" cy="3662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25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78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оюнда үн бар!</a:t>
            </a: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522815" y="-96849"/>
            <a:ext cx="8860367" cy="45335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25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ru-RU" sz="178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25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ru-RU" sz="178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25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78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оюнда кызыл жана көк команда оюн тактасынын капталдарын бириктирүү үчүн жарышат.</a:t>
            </a:r>
          </a:p>
          <a:p>
            <a:pPr marL="0" marR="0" lvl="0" indent="0" algn="ctr" defTabSz="425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ru-RU" sz="178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25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78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Тиешелүү суроого өтүү үчүн алты бурчтук тамганы басыңыз/тийиңиз.</a:t>
            </a:r>
          </a:p>
          <a:p>
            <a:pPr marL="0" marR="0" lvl="0" indent="0" algn="ctr" defTabSz="425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ru-RU" sz="178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25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78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Жооп үчүн "Жооп" кутучасын басып, оюн тактасына кайра кайтыңыз.</a:t>
            </a:r>
          </a:p>
          <a:p>
            <a:pPr marL="0" marR="0" lvl="0" indent="0" algn="ctr" defTabSz="425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78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Алар үчүн алты бурчтук талап кылуу үчүн команданын түсүн тандаңыз.</a:t>
            </a:r>
          </a:p>
          <a:p>
            <a:pPr marL="0" marR="0" lvl="0" indent="0" algn="ctr" defTabSz="425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ru-RU" sz="178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25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78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Команда шилтемени толтурганда, кызыл же көк жылдызды басыңыз</a:t>
            </a:r>
          </a:p>
          <a:p>
            <a:pPr marL="0" marR="0" lvl="0" indent="0" algn="ctr" defTabSz="425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78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утуп анимация үчүн төмөнкү оң бурчунда.</a:t>
            </a:r>
            <a:endParaRPr kumimoji="0" lang="en-GB" sz="178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0629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F3A34DA-41F4-9408-C500-A39A26313737}"/>
              </a:ext>
            </a:extLst>
          </p:cNvPr>
          <p:cNvSpPr/>
          <p:nvPr/>
        </p:nvSpPr>
        <p:spPr>
          <a:xfrm>
            <a:off x="0" y="369004"/>
            <a:ext cx="9906000" cy="59400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оюн ийкемдүү жана ар кандай жолдор менен ойноого мүмкүн: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Командалар суроолорду өз алдынча тандай алышат жана жооп беришет,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эгерде алардын жообу туура эмес болсо, башка команда суроонун упайын "уурдап" алса болот.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Бүт команда бир суроону жооп берүү үчүн тандалып алынган бир окуучу менен толтурса болот же алмашып жооп беришсе да болот.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Ошол эле учурда ар бир командадан жеке окуучулар тез жооп үчүн да ат салышатю.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Кызыл / Көк команданын окуучулары жупталышы мүмкүн. Андан кийин мугалим баа бере алат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Кайсы команданын көпчүлүгү жоопту тезирээк туура тапты (кичи такталарды колдонуу менен)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же ар бир жупта канча кызыл/көк команданын мүчөлөрү утуп алганы боюнча класстан сурамжылоо жүргүзүңүз, демек, жалпы жеңүүчү команданы аныктаңыз.</a:t>
            </a: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23782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AutoShape 18">
            <a:extLst>
              <a:ext uri="{FF2B5EF4-FFF2-40B4-BE49-F238E27FC236}">
                <a16:creationId xmlns:a16="http://schemas.microsoft.com/office/drawing/2014/main" id="{89A3F9F1-36CD-4D65-9011-20C53D56E8E5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895182" y="28757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099" name="AutoShape 29">
            <a:extLst>
              <a:ext uri="{FF2B5EF4-FFF2-40B4-BE49-F238E27FC236}">
                <a16:creationId xmlns:a16="http://schemas.microsoft.com/office/drawing/2014/main" id="{9588F8F2-228E-4035-A708-4CE6A616EA88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171532" y="2893219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5491" name="AutoShape 83">
            <a:extLst>
              <a:ext uri="{FF2B5EF4-FFF2-40B4-BE49-F238E27FC236}">
                <a16:creationId xmlns:a16="http://schemas.microsoft.com/office/drawing/2014/main" id="{A613E9F2-D6B4-47B4-AFBD-6A88EEB446AF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904707" y="2893219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US" altLang="en-US" sz="60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X</a:t>
            </a:r>
          </a:p>
        </p:txBody>
      </p:sp>
      <p:sp>
        <p:nvSpPr>
          <p:cNvPr id="145492" name="AutoShape 84">
            <a:extLst>
              <a:ext uri="{FF2B5EF4-FFF2-40B4-BE49-F238E27FC236}">
                <a16:creationId xmlns:a16="http://schemas.microsoft.com/office/drawing/2014/main" id="{E11B6C2C-9881-4BE7-BD58-F633390678BC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166769" y="289321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US" altLang="en-US" sz="60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P</a:t>
            </a:r>
          </a:p>
        </p:txBody>
      </p:sp>
      <p:sp>
        <p:nvSpPr>
          <p:cNvPr id="4102" name="AutoShape 99">
            <a:extLst>
              <a:ext uri="{FF2B5EF4-FFF2-40B4-BE49-F238E27FC236}">
                <a16:creationId xmlns:a16="http://schemas.microsoft.com/office/drawing/2014/main" id="{BC7DA489-072D-4BFB-9616-3AE7C2E22C18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1469232" y="17867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5417" name="AutoShape 9">
            <a:extLst>
              <a:ext uri="{FF2B5EF4-FFF2-40B4-BE49-F238E27FC236}">
                <a16:creationId xmlns:a16="http://schemas.microsoft.com/office/drawing/2014/main" id="{22427A3F-81F3-4A21-AF26-D121039C7042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1469232" y="17835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US" altLang="en-US" sz="60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J</a:t>
            </a:r>
          </a:p>
        </p:txBody>
      </p:sp>
      <p:sp>
        <p:nvSpPr>
          <p:cNvPr id="145410" name="AutoShape 2">
            <a:extLst>
              <a:ext uri="{FF2B5EF4-FFF2-40B4-BE49-F238E27FC236}">
                <a16:creationId xmlns:a16="http://schemas.microsoft.com/office/drawing/2014/main" id="{286CC87B-05DC-4211-9689-EE67B38E414D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162007" y="6945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K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4105" name="AutoShape 14">
            <a:extLst>
              <a:ext uri="{FF2B5EF4-FFF2-40B4-BE49-F238E27FC236}">
                <a16:creationId xmlns:a16="http://schemas.microsoft.com/office/drawing/2014/main" id="{0DFC8048-850D-4D2E-B53E-7FD0B9A4A366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22244" y="17867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5493" name="AutoShape 85">
            <a:extLst>
              <a:ext uri="{FF2B5EF4-FFF2-40B4-BE49-F238E27FC236}">
                <a16:creationId xmlns:a16="http://schemas.microsoft.com/office/drawing/2014/main" id="{89B1EDE1-9E74-47C7-9480-CDDB068FD267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22244" y="17867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US" altLang="en-US" sz="60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I</a:t>
            </a:r>
          </a:p>
        </p:txBody>
      </p:sp>
      <p:sp>
        <p:nvSpPr>
          <p:cNvPr id="145411" name="AutoShape 3">
            <a:extLst>
              <a:ext uri="{FF2B5EF4-FFF2-40B4-BE49-F238E27FC236}">
                <a16:creationId xmlns:a16="http://schemas.microsoft.com/office/drawing/2014/main" id="{A80B96F3-4036-4E91-8A38-518BB4554B37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160419" y="50633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S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5412" name="AutoShape 4">
            <a:extLst>
              <a:ext uri="{FF2B5EF4-FFF2-40B4-BE49-F238E27FC236}">
                <a16:creationId xmlns:a16="http://schemas.microsoft.com/office/drawing/2014/main" id="{D29F7BE6-F6B8-48F4-A3CC-84D826F3997E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898357" y="50633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R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5413" name="AutoShape 5">
            <a:extLst>
              <a:ext uri="{FF2B5EF4-FFF2-40B4-BE49-F238E27FC236}">
                <a16:creationId xmlns:a16="http://schemas.microsoft.com/office/drawing/2014/main" id="{8B2ADF94-281C-426E-BDC1-18E6D46CEE36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264944" y="3969544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E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5414" name="AutoShape 6">
            <a:extLst>
              <a:ext uri="{FF2B5EF4-FFF2-40B4-BE49-F238E27FC236}">
                <a16:creationId xmlns:a16="http://schemas.microsoft.com/office/drawing/2014/main" id="{B6D167F4-D2E5-4B57-9DDA-7DA0A32AD008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631532" y="28757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T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5415" name="AutoShape 7">
            <a:extLst>
              <a:ext uri="{FF2B5EF4-FFF2-40B4-BE49-F238E27FC236}">
                <a16:creationId xmlns:a16="http://schemas.microsoft.com/office/drawing/2014/main" id="{9BFB6DFE-D67A-4E09-B721-53D1CB85002A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366294" y="28757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S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5416" name="AutoShape 8">
            <a:extLst>
              <a:ext uri="{FF2B5EF4-FFF2-40B4-BE49-F238E27FC236}">
                <a16:creationId xmlns:a16="http://schemas.microsoft.com/office/drawing/2014/main" id="{78959061-1795-4A5D-8CB8-A205C96369DF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732882" y="17835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U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5418" name="AutoShape 10">
            <a:extLst>
              <a:ext uri="{FF2B5EF4-FFF2-40B4-BE49-F238E27FC236}">
                <a16:creationId xmlns:a16="http://schemas.microsoft.com/office/drawing/2014/main" id="{47CD96B1-78C4-408F-94AE-8FDFD98147DD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892007" y="689769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C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5419" name="AutoShape 11">
            <a:extLst>
              <a:ext uri="{FF2B5EF4-FFF2-40B4-BE49-F238E27FC236}">
                <a16:creationId xmlns:a16="http://schemas.microsoft.com/office/drawing/2014/main" id="{FD538D9A-37D7-455F-B7E5-FA94366931A5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628357" y="689769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O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5420" name="AutoShape 12">
            <a:extLst>
              <a:ext uri="{FF2B5EF4-FFF2-40B4-BE49-F238E27FC236}">
                <a16:creationId xmlns:a16="http://schemas.microsoft.com/office/drawing/2014/main" id="{1A299013-F41E-48AC-8282-4D74B300FC2A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363119" y="68976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L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5421" name="AutoShape 13">
            <a:extLst>
              <a:ext uri="{FF2B5EF4-FFF2-40B4-BE49-F238E27FC236}">
                <a16:creationId xmlns:a16="http://schemas.microsoft.com/office/drawing/2014/main" id="{02B94264-0ACA-4FB7-B150-7790FCF8796D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099469" y="68976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B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4117" name="AutoShape 15">
            <a:extLst>
              <a:ext uri="{FF2B5EF4-FFF2-40B4-BE49-F238E27FC236}">
                <a16:creationId xmlns:a16="http://schemas.microsoft.com/office/drawing/2014/main" id="{FAB97ED0-A10E-47CA-9620-0EDD5C30D885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998119" y="17835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18" name="AutoShape 16">
            <a:extLst>
              <a:ext uri="{FF2B5EF4-FFF2-40B4-BE49-F238E27FC236}">
                <a16:creationId xmlns:a16="http://schemas.microsoft.com/office/drawing/2014/main" id="{EB464E92-129B-4D07-BD07-F59FB7349F86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261769" y="17835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19" name="AutoShape 17">
            <a:extLst>
              <a:ext uri="{FF2B5EF4-FFF2-40B4-BE49-F238E27FC236}">
                <a16:creationId xmlns:a16="http://schemas.microsoft.com/office/drawing/2014/main" id="{BD414733-A061-46BA-AAB4-346807487D93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102644" y="28757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20" name="AutoShape 20">
            <a:extLst>
              <a:ext uri="{FF2B5EF4-FFF2-40B4-BE49-F238E27FC236}">
                <a16:creationId xmlns:a16="http://schemas.microsoft.com/office/drawing/2014/main" id="{2AA21B9C-FCC5-41F9-8063-89712AEC1B61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1472407" y="3969544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21" name="AutoShape 21">
            <a:extLst>
              <a:ext uri="{FF2B5EF4-FFF2-40B4-BE49-F238E27FC236}">
                <a16:creationId xmlns:a16="http://schemas.microsoft.com/office/drawing/2014/main" id="{8B1A73F8-8338-4168-85DA-004B1054CB6D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736057" y="3969544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22" name="AutoShape 22">
            <a:extLst>
              <a:ext uri="{FF2B5EF4-FFF2-40B4-BE49-F238E27FC236}">
                <a16:creationId xmlns:a16="http://schemas.microsoft.com/office/drawing/2014/main" id="{D45BCB61-38F2-49F2-A1C3-BBDA490ECB2D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001294" y="3969544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23" name="AutoShape 23">
            <a:extLst>
              <a:ext uri="{FF2B5EF4-FFF2-40B4-BE49-F238E27FC236}">
                <a16:creationId xmlns:a16="http://schemas.microsoft.com/office/drawing/2014/main" id="{25C27F94-9079-4F0D-8E6A-C0704F4E44D7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27007" y="3969544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24" name="AutoShape 24">
            <a:extLst>
              <a:ext uri="{FF2B5EF4-FFF2-40B4-BE49-F238E27FC236}">
                <a16:creationId xmlns:a16="http://schemas.microsoft.com/office/drawing/2014/main" id="{8E5C01BD-9B4A-435C-98F3-E14B69E3B6EF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105819" y="50633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25" name="AutoShape 25">
            <a:extLst>
              <a:ext uri="{FF2B5EF4-FFF2-40B4-BE49-F238E27FC236}">
                <a16:creationId xmlns:a16="http://schemas.microsoft.com/office/drawing/2014/main" id="{E53EF291-D5E4-4A9A-A536-18C802D3C689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369469" y="50633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26" name="AutoShape 26">
            <a:extLst>
              <a:ext uri="{FF2B5EF4-FFF2-40B4-BE49-F238E27FC236}">
                <a16:creationId xmlns:a16="http://schemas.microsoft.com/office/drawing/2014/main" id="{02622383-1316-49DC-A20A-951686E5B5E8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634707" y="50633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27" name="AutoShape 27">
            <a:extLst>
              <a:ext uri="{FF2B5EF4-FFF2-40B4-BE49-F238E27FC236}">
                <a16:creationId xmlns:a16="http://schemas.microsoft.com/office/drawing/2014/main" id="{DBE67292-E9E1-448A-B98B-CEC124C292D8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998119" y="17835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28" name="AutoShape 28">
            <a:extLst>
              <a:ext uri="{FF2B5EF4-FFF2-40B4-BE49-F238E27FC236}">
                <a16:creationId xmlns:a16="http://schemas.microsoft.com/office/drawing/2014/main" id="{47C5E121-5F21-4E08-AA90-4EDD1EE218AC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102644" y="28757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29" name="AutoShape 30">
            <a:extLst>
              <a:ext uri="{FF2B5EF4-FFF2-40B4-BE49-F238E27FC236}">
                <a16:creationId xmlns:a16="http://schemas.microsoft.com/office/drawing/2014/main" id="{0D571D3C-7D0A-4DA6-8B57-CBDE043C3AAE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001294" y="3969544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30" name="AutoShape 31">
            <a:extLst>
              <a:ext uri="{FF2B5EF4-FFF2-40B4-BE49-F238E27FC236}">
                <a16:creationId xmlns:a16="http://schemas.microsoft.com/office/drawing/2014/main" id="{EBC2C9FA-DF71-431A-B539-F882E1155CE3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27007" y="3969544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31" name="AutoShape 32">
            <a:extLst>
              <a:ext uri="{FF2B5EF4-FFF2-40B4-BE49-F238E27FC236}">
                <a16:creationId xmlns:a16="http://schemas.microsoft.com/office/drawing/2014/main" id="{8F772EC4-1FF0-4764-9CD7-E86CAF58420A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105819" y="50633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32" name="AutoShape 33">
            <a:extLst>
              <a:ext uri="{FF2B5EF4-FFF2-40B4-BE49-F238E27FC236}">
                <a16:creationId xmlns:a16="http://schemas.microsoft.com/office/drawing/2014/main" id="{35C4959E-BFD1-46C7-BC2B-C3B90E73C300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634707" y="50633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33" name="AutoShape 34">
            <a:extLst>
              <a:ext uri="{FF2B5EF4-FFF2-40B4-BE49-F238E27FC236}">
                <a16:creationId xmlns:a16="http://schemas.microsoft.com/office/drawing/2014/main" id="{CC07622E-463B-4666-9EF8-10890EA8FD57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782719" y="3963194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34" name="AutoShape 35">
            <a:extLst>
              <a:ext uri="{FF2B5EF4-FFF2-40B4-BE49-F238E27FC236}">
                <a16:creationId xmlns:a16="http://schemas.microsoft.com/office/drawing/2014/main" id="{8E17127E-C494-40BA-AC59-91BDF5FDDC9F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1477169" y="61555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35" name="AutoShape 36">
            <a:extLst>
              <a:ext uri="{FF2B5EF4-FFF2-40B4-BE49-F238E27FC236}">
                <a16:creationId xmlns:a16="http://schemas.microsoft.com/office/drawing/2014/main" id="{20811E1B-943E-4901-94D1-6203AA25C5B0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1477169" y="61555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36" name="AutoShape 37">
            <a:extLst>
              <a:ext uri="{FF2B5EF4-FFF2-40B4-BE49-F238E27FC236}">
                <a16:creationId xmlns:a16="http://schemas.microsoft.com/office/drawing/2014/main" id="{65AEB7A1-514F-4B60-A6F2-98C58451570B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740819" y="61555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37" name="AutoShape 38">
            <a:extLst>
              <a:ext uri="{FF2B5EF4-FFF2-40B4-BE49-F238E27FC236}">
                <a16:creationId xmlns:a16="http://schemas.microsoft.com/office/drawing/2014/main" id="{2E032EB7-EB24-41CB-9D12-39C4043D7EB3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740819" y="61555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38" name="AutoShape 39">
            <a:extLst>
              <a:ext uri="{FF2B5EF4-FFF2-40B4-BE49-F238E27FC236}">
                <a16:creationId xmlns:a16="http://schemas.microsoft.com/office/drawing/2014/main" id="{A141C549-8691-4BD4-BAB4-4B2681E90F52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006057" y="61555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39" name="AutoShape 40">
            <a:extLst>
              <a:ext uri="{FF2B5EF4-FFF2-40B4-BE49-F238E27FC236}">
                <a16:creationId xmlns:a16="http://schemas.microsoft.com/office/drawing/2014/main" id="{36C16ECD-DF4C-4E47-A063-5FE94A985C2D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269707" y="61555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40" name="AutoShape 41">
            <a:extLst>
              <a:ext uri="{FF2B5EF4-FFF2-40B4-BE49-F238E27FC236}">
                <a16:creationId xmlns:a16="http://schemas.microsoft.com/office/drawing/2014/main" id="{A83B954E-A41A-477A-9D07-A7776709EE18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269707" y="61555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41" name="AutoShape 42">
            <a:extLst>
              <a:ext uri="{FF2B5EF4-FFF2-40B4-BE49-F238E27FC236}">
                <a16:creationId xmlns:a16="http://schemas.microsoft.com/office/drawing/2014/main" id="{30B63415-A6C9-4CF8-B960-6B6EDDEE3D85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31769" y="61555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42" name="AutoShape 43">
            <a:extLst>
              <a:ext uri="{FF2B5EF4-FFF2-40B4-BE49-F238E27FC236}">
                <a16:creationId xmlns:a16="http://schemas.microsoft.com/office/drawing/2014/main" id="{E51AA0C0-6BE1-44F9-9DE5-C680F06E941C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31769" y="61555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43" name="AutoShape 44">
            <a:extLst>
              <a:ext uri="{FF2B5EF4-FFF2-40B4-BE49-F238E27FC236}">
                <a16:creationId xmlns:a16="http://schemas.microsoft.com/office/drawing/2014/main" id="{CFADD535-2D0B-4770-88B1-7467C8DAB8D1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789069" y="1778794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44" name="AutoShape 45">
            <a:extLst>
              <a:ext uri="{FF2B5EF4-FFF2-40B4-BE49-F238E27FC236}">
                <a16:creationId xmlns:a16="http://schemas.microsoft.com/office/drawing/2014/main" id="{65E08344-DD6C-4D54-B196-32248E861CD9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8422482" y="680244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 sz="2000">
              <a:latin typeface="Sylfaen" panose="010A0502050306030303" pitchFamily="18" charset="0"/>
            </a:endParaRPr>
          </a:p>
        </p:txBody>
      </p:sp>
      <p:sp>
        <p:nvSpPr>
          <p:cNvPr id="4145" name="AutoShape 46">
            <a:extLst>
              <a:ext uri="{FF2B5EF4-FFF2-40B4-BE49-F238E27FC236}">
                <a16:creationId xmlns:a16="http://schemas.microsoft.com/office/drawing/2014/main" id="{13690253-A9E2-4B5F-9282-F787E6D3A4CA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842169" y="68976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46" name="AutoShape 47">
            <a:extLst>
              <a:ext uri="{FF2B5EF4-FFF2-40B4-BE49-F238E27FC236}">
                <a16:creationId xmlns:a16="http://schemas.microsoft.com/office/drawing/2014/main" id="{03AE8DA6-0685-4800-A5B4-54317F8CFB8F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827882" y="28789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47" name="AutoShape 48">
            <a:extLst>
              <a:ext uri="{FF2B5EF4-FFF2-40B4-BE49-F238E27FC236}">
                <a16:creationId xmlns:a16="http://schemas.microsoft.com/office/drawing/2014/main" id="{0D89F83B-C173-4C6E-8F49-094188CA465E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37332" y="3998119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48" name="AutoShape 49">
            <a:extLst>
              <a:ext uri="{FF2B5EF4-FFF2-40B4-BE49-F238E27FC236}">
                <a16:creationId xmlns:a16="http://schemas.microsoft.com/office/drawing/2014/main" id="{DE847A7B-AFAB-4C87-8C47-CE53E213F094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842169" y="50633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49" name="AutoShape 50">
            <a:extLst>
              <a:ext uri="{FF2B5EF4-FFF2-40B4-BE49-F238E27FC236}">
                <a16:creationId xmlns:a16="http://schemas.microsoft.com/office/drawing/2014/main" id="{42F5F0D8-A3AA-4D6B-B63C-51D62C19AEE8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37332" y="1769269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50" name="AutoShape 51">
            <a:extLst>
              <a:ext uri="{FF2B5EF4-FFF2-40B4-BE49-F238E27FC236}">
                <a16:creationId xmlns:a16="http://schemas.microsoft.com/office/drawing/2014/main" id="{40AA088E-C6F1-4224-A509-A64A95E73975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1466057" y="-39608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51" name="AutoShape 52">
            <a:extLst>
              <a:ext uri="{FF2B5EF4-FFF2-40B4-BE49-F238E27FC236}">
                <a16:creationId xmlns:a16="http://schemas.microsoft.com/office/drawing/2014/main" id="{187634E4-FCA4-4AEF-B235-5E80A1547550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1466057" y="-39608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52" name="AutoShape 53">
            <a:extLst>
              <a:ext uri="{FF2B5EF4-FFF2-40B4-BE49-F238E27FC236}">
                <a16:creationId xmlns:a16="http://schemas.microsoft.com/office/drawing/2014/main" id="{2024D9D2-2191-4013-8ABA-9B07BB9B2C95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729707" y="-39608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53" name="AutoShape 54">
            <a:extLst>
              <a:ext uri="{FF2B5EF4-FFF2-40B4-BE49-F238E27FC236}">
                <a16:creationId xmlns:a16="http://schemas.microsoft.com/office/drawing/2014/main" id="{B9C0A7D6-9C09-4129-8C35-4472B107BB95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729707" y="-39608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54" name="AutoShape 55">
            <a:extLst>
              <a:ext uri="{FF2B5EF4-FFF2-40B4-BE49-F238E27FC236}">
                <a16:creationId xmlns:a16="http://schemas.microsoft.com/office/drawing/2014/main" id="{DF9ABA15-D7C2-40FD-90CC-F7DA27EFEA82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994944" y="-396081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55" name="AutoShape 56">
            <a:extLst>
              <a:ext uri="{FF2B5EF4-FFF2-40B4-BE49-F238E27FC236}">
                <a16:creationId xmlns:a16="http://schemas.microsoft.com/office/drawing/2014/main" id="{3D619B39-1FE2-46CF-863D-2EB3DAFFD9E5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994944" y="-396081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56" name="AutoShape 57">
            <a:extLst>
              <a:ext uri="{FF2B5EF4-FFF2-40B4-BE49-F238E27FC236}">
                <a16:creationId xmlns:a16="http://schemas.microsoft.com/office/drawing/2014/main" id="{ABE804F0-635E-48C7-847A-42E47D8ACFC4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258594" y="-396081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57" name="AutoShape 58">
            <a:extLst>
              <a:ext uri="{FF2B5EF4-FFF2-40B4-BE49-F238E27FC236}">
                <a16:creationId xmlns:a16="http://schemas.microsoft.com/office/drawing/2014/main" id="{337859B8-C47B-403A-ACCE-230458CE68AE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258594" y="-396081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58" name="AutoShape 59">
            <a:extLst>
              <a:ext uri="{FF2B5EF4-FFF2-40B4-BE49-F238E27FC236}">
                <a16:creationId xmlns:a16="http://schemas.microsoft.com/office/drawing/2014/main" id="{7D45C6F1-24E6-4CEA-855C-C9597E32FEB5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20657" y="-39608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59" name="AutoShape 60">
            <a:extLst>
              <a:ext uri="{FF2B5EF4-FFF2-40B4-BE49-F238E27FC236}">
                <a16:creationId xmlns:a16="http://schemas.microsoft.com/office/drawing/2014/main" id="{7418D087-9875-40E7-ADD6-AE6AFD360B51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20657" y="-39608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60" name="AutoShape 61">
            <a:extLst>
              <a:ext uri="{FF2B5EF4-FFF2-40B4-BE49-F238E27FC236}">
                <a16:creationId xmlns:a16="http://schemas.microsoft.com/office/drawing/2014/main" id="{4EEDA615-ECBD-4ECC-9130-599DD1045DB6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789069" y="-405606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61" name="AutoShape 62">
            <a:extLst>
              <a:ext uri="{FF2B5EF4-FFF2-40B4-BE49-F238E27FC236}">
                <a16:creationId xmlns:a16="http://schemas.microsoft.com/office/drawing/2014/main" id="{7CA7A877-2A81-43DF-8393-2B6F1AEE82DC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789069" y="-405606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62" name="AutoShape 68">
            <a:extLst>
              <a:ext uri="{FF2B5EF4-FFF2-40B4-BE49-F238E27FC236}">
                <a16:creationId xmlns:a16="http://schemas.microsoft.com/office/drawing/2014/main" id="{BB05E90E-6CBB-4D7C-A018-648E5D9B7481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006057" y="61555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63" name="AutoShape 71">
            <a:extLst>
              <a:ext uri="{FF2B5EF4-FFF2-40B4-BE49-F238E27FC236}">
                <a16:creationId xmlns:a16="http://schemas.microsoft.com/office/drawing/2014/main" id="{9CEE8F0F-501D-44BE-AB2D-ACBBE7028E05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8417719" y="287416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5481" name="AutoShape 73">
            <a:extLst>
              <a:ext uri="{FF2B5EF4-FFF2-40B4-BE49-F238E27FC236}">
                <a16:creationId xmlns:a16="http://schemas.microsoft.com/office/drawing/2014/main" id="{B157C365-284F-4D29-8EB4-95599FD7332E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010819" y="398700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US" altLang="en-US" sz="60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N</a:t>
            </a:r>
          </a:p>
        </p:txBody>
      </p:sp>
      <p:sp>
        <p:nvSpPr>
          <p:cNvPr id="145482" name="AutoShape 74">
            <a:extLst>
              <a:ext uri="{FF2B5EF4-FFF2-40B4-BE49-F238E27FC236}">
                <a16:creationId xmlns:a16="http://schemas.microsoft.com/office/drawing/2014/main" id="{F81539DB-A5F1-4BCD-9644-24DBC3273F96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007644" y="180101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US" altLang="en-US" sz="60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Q</a:t>
            </a:r>
          </a:p>
        </p:txBody>
      </p:sp>
      <p:sp>
        <p:nvSpPr>
          <p:cNvPr id="145483" name="AutoShape 75">
            <a:extLst>
              <a:ext uri="{FF2B5EF4-FFF2-40B4-BE49-F238E27FC236}">
                <a16:creationId xmlns:a16="http://schemas.microsoft.com/office/drawing/2014/main" id="{3F67621B-848E-4F6F-A441-6DDFC98D26A0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112169" y="289321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US" altLang="en-US" sz="60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W</a:t>
            </a:r>
          </a:p>
        </p:txBody>
      </p:sp>
      <p:sp>
        <p:nvSpPr>
          <p:cNvPr id="145484" name="AutoShape 76">
            <a:extLst>
              <a:ext uri="{FF2B5EF4-FFF2-40B4-BE49-F238E27FC236}">
                <a16:creationId xmlns:a16="http://schemas.microsoft.com/office/drawing/2014/main" id="{5AF79625-7211-470B-BE83-D9503D211FB0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1481932" y="398700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US" altLang="en-US" sz="60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H</a:t>
            </a:r>
          </a:p>
        </p:txBody>
      </p:sp>
      <p:sp>
        <p:nvSpPr>
          <p:cNvPr id="145485" name="AutoShape 77">
            <a:extLst>
              <a:ext uri="{FF2B5EF4-FFF2-40B4-BE49-F238E27FC236}">
                <a16:creationId xmlns:a16="http://schemas.microsoft.com/office/drawing/2014/main" id="{6E4BD04A-5873-498D-ADAE-305CC8301FDD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745582" y="398700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US" altLang="en-US" sz="60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D</a:t>
            </a:r>
          </a:p>
        </p:txBody>
      </p:sp>
      <p:sp>
        <p:nvSpPr>
          <p:cNvPr id="145486" name="AutoShape 78">
            <a:extLst>
              <a:ext uri="{FF2B5EF4-FFF2-40B4-BE49-F238E27FC236}">
                <a16:creationId xmlns:a16="http://schemas.microsoft.com/office/drawing/2014/main" id="{EEF93245-429E-47CF-8FAB-2F9B4CF83A42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36532" y="398700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US" altLang="en-US" sz="60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M</a:t>
            </a:r>
          </a:p>
        </p:txBody>
      </p:sp>
      <p:sp>
        <p:nvSpPr>
          <p:cNvPr id="145487" name="AutoShape 79">
            <a:extLst>
              <a:ext uri="{FF2B5EF4-FFF2-40B4-BE49-F238E27FC236}">
                <a16:creationId xmlns:a16="http://schemas.microsoft.com/office/drawing/2014/main" id="{57480BC5-4F5C-4E6B-82AE-F8F2D9694B4F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115344" y="5080794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US" altLang="en-US" sz="60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V</a:t>
            </a:r>
          </a:p>
        </p:txBody>
      </p:sp>
      <p:sp>
        <p:nvSpPr>
          <p:cNvPr id="145488" name="AutoShape 80">
            <a:extLst>
              <a:ext uri="{FF2B5EF4-FFF2-40B4-BE49-F238E27FC236}">
                <a16:creationId xmlns:a16="http://schemas.microsoft.com/office/drawing/2014/main" id="{902B6CB0-314C-47F0-BE81-EB4BF0C299EB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378994" y="5080794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US" altLang="en-US" sz="60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G</a:t>
            </a:r>
          </a:p>
        </p:txBody>
      </p:sp>
      <p:sp>
        <p:nvSpPr>
          <p:cNvPr id="145489" name="AutoShape 81">
            <a:extLst>
              <a:ext uri="{FF2B5EF4-FFF2-40B4-BE49-F238E27FC236}">
                <a16:creationId xmlns:a16="http://schemas.microsoft.com/office/drawing/2014/main" id="{0311B575-C387-46FC-8A7B-F5B2510995D7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644232" y="5080794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US" altLang="en-US" sz="60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L</a:t>
            </a:r>
          </a:p>
        </p:txBody>
      </p:sp>
      <p:sp>
        <p:nvSpPr>
          <p:cNvPr id="145490" name="AutoShape 82">
            <a:extLst>
              <a:ext uri="{FF2B5EF4-FFF2-40B4-BE49-F238E27FC236}">
                <a16:creationId xmlns:a16="http://schemas.microsoft.com/office/drawing/2014/main" id="{E8C54490-2AAD-4BFD-9A7A-A0FC7C8BD692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271294" y="180101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US" altLang="en-US" sz="60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A</a:t>
            </a:r>
          </a:p>
        </p:txBody>
      </p:sp>
      <p:sp>
        <p:nvSpPr>
          <p:cNvPr id="4174" name="Rectangle 87">
            <a:extLst>
              <a:ext uri="{FF2B5EF4-FFF2-40B4-BE49-F238E27FC236}">
                <a16:creationId xmlns:a16="http://schemas.microsoft.com/office/drawing/2014/main" id="{5ACB4E82-B5C6-4D99-9415-F3AFF4B172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01151" y="6453188"/>
            <a:ext cx="144463" cy="144462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grpSp>
        <p:nvGrpSpPr>
          <p:cNvPr id="4175" name="Group 89">
            <a:extLst>
              <a:ext uri="{FF2B5EF4-FFF2-40B4-BE49-F238E27FC236}">
                <a16:creationId xmlns:a16="http://schemas.microsoft.com/office/drawing/2014/main" id="{6EE9A1A8-4216-4D10-BE2B-C4349EA39434}"/>
              </a:ext>
            </a:extLst>
          </p:cNvPr>
          <p:cNvGrpSpPr>
            <a:grpSpLocks/>
          </p:cNvGrpSpPr>
          <p:nvPr/>
        </p:nvGrpSpPr>
        <p:grpSpPr bwMode="auto">
          <a:xfrm>
            <a:off x="8507413" y="4975225"/>
            <a:ext cx="1122362" cy="1295400"/>
            <a:chOff x="1746" y="436"/>
            <a:chExt cx="707" cy="816"/>
          </a:xfrm>
        </p:grpSpPr>
        <p:sp>
          <p:nvSpPr>
            <p:cNvPr id="4181" name="AutoShape 90">
              <a:extLst>
                <a:ext uri="{FF2B5EF4-FFF2-40B4-BE49-F238E27FC236}">
                  <a16:creationId xmlns:a16="http://schemas.microsoft.com/office/drawing/2014/main" id="{A4B286C2-FECA-4350-BC94-EA3B05311563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 rot="5400000">
              <a:off x="1692" y="490"/>
              <a:ext cx="816" cy="707"/>
            </a:xfrm>
            <a:prstGeom prst="hexagon">
              <a:avLst>
                <a:gd name="adj" fmla="val 28854"/>
                <a:gd name="vf" fmla="val 115470"/>
              </a:avLst>
            </a:prstGeom>
            <a:gradFill rotWithShape="1">
              <a:gsLst>
                <a:gs pos="0">
                  <a:schemeClr val="accent1"/>
                </a:gs>
                <a:gs pos="100000">
                  <a:srgbClr val="0000FF"/>
                </a:gs>
              </a:gsLst>
              <a:path path="shape">
                <a:fillToRect l="50000" t="50000" r="50000" b="50000"/>
              </a:path>
            </a:gra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rot="10800000" vert="eaVert" wrap="none" anchor="ctr"/>
            <a:lstStyle>
              <a:lvl1pPr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en-US" altLang="en-US" sz="2000">
                <a:latin typeface="Sylfaen" panose="010A0502050306030303" pitchFamily="18" charset="0"/>
              </a:endParaRPr>
            </a:p>
          </p:txBody>
        </p:sp>
        <p:sp>
          <p:nvSpPr>
            <p:cNvPr id="4182" name="AutoShape 91">
              <a:extLst>
                <a:ext uri="{FF2B5EF4-FFF2-40B4-BE49-F238E27FC236}">
                  <a16:creationId xmlns:a16="http://schemas.microsoft.com/office/drawing/2014/main" id="{4FBDF384-9D43-4232-B11D-45DA0DC367F7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 rot="5400000">
              <a:off x="1815" y="596"/>
              <a:ext cx="572" cy="495"/>
            </a:xfrm>
            <a:prstGeom prst="hexagon">
              <a:avLst>
                <a:gd name="adj" fmla="val 28889"/>
                <a:gd name="vf" fmla="val 115470"/>
              </a:avLst>
            </a:prstGeom>
            <a:gradFill rotWithShape="1">
              <a:gsLst>
                <a:gs pos="0">
                  <a:schemeClr val="accent1"/>
                </a:gs>
                <a:gs pos="100000">
                  <a:srgbClr val="0000FF"/>
                </a:gs>
              </a:gsLst>
              <a:path path="shape">
                <a:fillToRect l="50000" t="50000" r="50000" b="50000"/>
              </a:path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1905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rot="10800000" vert="eaVert" wrap="none" anchor="ctr"/>
            <a:lstStyle>
              <a:lvl1pPr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en-US" altLang="en-US" sz="2000">
                <a:latin typeface="Sylfaen" panose="010A0502050306030303" pitchFamily="18" charset="0"/>
              </a:endParaRPr>
            </a:p>
          </p:txBody>
        </p:sp>
        <p:sp>
          <p:nvSpPr>
            <p:cNvPr id="145500" name="AutoShape 92">
              <a:extLst>
                <a:ext uri="{FF2B5EF4-FFF2-40B4-BE49-F238E27FC236}">
                  <a16:creationId xmlns:a16="http://schemas.microsoft.com/office/drawing/2014/main" id="{215DF4FA-EF3C-4308-A284-21C3BC730E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65" y="700"/>
              <a:ext cx="273" cy="255"/>
            </a:xfrm>
            <a:prstGeom prst="star5">
              <a:avLst/>
            </a:prstGeom>
            <a:gradFill rotWithShape="1">
              <a:gsLst>
                <a:gs pos="0">
                  <a:schemeClr val="accent1"/>
                </a:gs>
                <a:gs pos="100000">
                  <a:srgbClr val="0000FF"/>
                </a:gs>
              </a:gsLst>
              <a:path path="shape">
                <a:fillToRect l="50000" t="50000" r="50000" b="50000"/>
              </a:path>
            </a:gra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defRPr/>
              </a:pPr>
              <a:endParaRPr lang="en-GB"/>
            </a:p>
          </p:txBody>
        </p:sp>
      </p:grpSp>
      <p:grpSp>
        <p:nvGrpSpPr>
          <p:cNvPr id="4176" name="Group 93">
            <a:extLst>
              <a:ext uri="{FF2B5EF4-FFF2-40B4-BE49-F238E27FC236}">
                <a16:creationId xmlns:a16="http://schemas.microsoft.com/office/drawing/2014/main" id="{FF1AE10A-B1A2-4B5D-BB40-614B5B7A3690}"/>
              </a:ext>
            </a:extLst>
          </p:cNvPr>
          <p:cNvGrpSpPr>
            <a:grpSpLocks/>
          </p:cNvGrpSpPr>
          <p:nvPr/>
        </p:nvGrpSpPr>
        <p:grpSpPr bwMode="auto">
          <a:xfrm>
            <a:off x="7896226" y="6072188"/>
            <a:ext cx="1122363" cy="1295400"/>
            <a:chOff x="793" y="482"/>
            <a:chExt cx="707" cy="816"/>
          </a:xfrm>
        </p:grpSpPr>
        <p:sp>
          <p:nvSpPr>
            <p:cNvPr id="4178" name="AutoShape 94">
              <a:extLst>
                <a:ext uri="{FF2B5EF4-FFF2-40B4-BE49-F238E27FC236}">
                  <a16:creationId xmlns:a16="http://schemas.microsoft.com/office/drawing/2014/main" id="{10FB3C43-D11A-4EBD-AE61-5D5363817424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 rot="5400000">
              <a:off x="739" y="536"/>
              <a:ext cx="816" cy="707"/>
            </a:xfrm>
            <a:prstGeom prst="hexagon">
              <a:avLst>
                <a:gd name="adj" fmla="val 28854"/>
                <a:gd name="vf" fmla="val 115470"/>
              </a:avLst>
            </a:prstGeom>
            <a:gradFill rotWithShape="1">
              <a:gsLst>
                <a:gs pos="0">
                  <a:srgbClr val="FFCCEC"/>
                </a:gs>
                <a:gs pos="100000">
                  <a:srgbClr val="FF0000"/>
                </a:gs>
              </a:gsLst>
              <a:path path="shape">
                <a:fillToRect l="50000" t="50000" r="50000" b="50000"/>
              </a:path>
            </a:gra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rot="10800000" vert="eaVert" wrap="none" anchor="ctr"/>
            <a:lstStyle>
              <a:lvl1pPr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en-US" altLang="en-US" sz="2000">
                <a:latin typeface="Sylfaen" panose="010A0502050306030303" pitchFamily="18" charset="0"/>
              </a:endParaRPr>
            </a:p>
          </p:txBody>
        </p:sp>
        <p:sp>
          <p:nvSpPr>
            <p:cNvPr id="4179" name="AutoShape 95">
              <a:extLst>
                <a:ext uri="{FF2B5EF4-FFF2-40B4-BE49-F238E27FC236}">
                  <a16:creationId xmlns:a16="http://schemas.microsoft.com/office/drawing/2014/main" id="{BFDD9D6B-DCBA-49CA-8659-27C4F273B7CC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 rot="5400000">
              <a:off x="862" y="641"/>
              <a:ext cx="572" cy="495"/>
            </a:xfrm>
            <a:prstGeom prst="hexagon">
              <a:avLst>
                <a:gd name="adj" fmla="val 28889"/>
                <a:gd name="vf" fmla="val 115470"/>
              </a:avLst>
            </a:prstGeom>
            <a:gradFill rotWithShape="1">
              <a:gsLst>
                <a:gs pos="0">
                  <a:srgbClr val="FFCCEC"/>
                </a:gs>
                <a:gs pos="100000">
                  <a:srgbClr val="FF0000"/>
                </a:gs>
              </a:gsLst>
              <a:path path="shape">
                <a:fillToRect l="50000" t="50000" r="50000" b="50000"/>
              </a:path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1905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rot="10800000" vert="eaVert" wrap="none" anchor="ctr"/>
            <a:lstStyle>
              <a:lvl1pPr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en-US" altLang="en-US" sz="2000">
                <a:latin typeface="Sylfaen" panose="010A0502050306030303" pitchFamily="18" charset="0"/>
              </a:endParaRPr>
            </a:p>
          </p:txBody>
        </p:sp>
        <p:sp>
          <p:nvSpPr>
            <p:cNvPr id="145504" name="AutoShape 96">
              <a:extLst>
                <a:ext uri="{FF2B5EF4-FFF2-40B4-BE49-F238E27FC236}">
                  <a16:creationId xmlns:a16="http://schemas.microsoft.com/office/drawing/2014/main" id="{9E1D8DD7-0CDB-4E55-9C68-3E604399F3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0" y="738"/>
              <a:ext cx="273" cy="255"/>
            </a:xfrm>
            <a:prstGeom prst="star5">
              <a:avLst/>
            </a:prstGeom>
            <a:gradFill rotWithShape="1">
              <a:gsLst>
                <a:gs pos="0">
                  <a:srgbClr val="FFCCEC"/>
                </a:gs>
                <a:gs pos="100000">
                  <a:srgbClr val="FF3300"/>
                </a:gs>
              </a:gsLst>
              <a:path path="shape">
                <a:fillToRect l="50000" t="50000" r="50000" b="50000"/>
              </a:path>
            </a:gra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defRPr/>
              </a:pPr>
              <a:endParaRPr lang="en-GB"/>
            </a:p>
          </p:txBody>
        </p:sp>
      </p:grpSp>
      <p:sp>
        <p:nvSpPr>
          <p:cNvPr id="145509" name="Oval 101">
            <a:extLst>
              <a:ext uri="{FF2B5EF4-FFF2-40B4-BE49-F238E27FC236}">
                <a16:creationId xmlns:a16="http://schemas.microsoft.com/office/drawing/2014/main" id="{2303F102-914E-4FEC-BF32-0E27CBC650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01150" y="6453188"/>
            <a:ext cx="323850" cy="404812"/>
          </a:xfrm>
          <a:prstGeom prst="ellipse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454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1454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/>
                                        <p:tgtEl>
                                          <p:spTgt spid="14549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500"/>
                                        <p:tgtEl>
                                          <p:spTgt spid="1454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/>
                                        <p:tgtEl>
                                          <p:spTgt spid="1454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14548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1454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1454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/>
                                        <p:tgtEl>
                                          <p:spTgt spid="14548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500"/>
                                        <p:tgtEl>
                                          <p:spTgt spid="1454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1454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500"/>
                                        <p:tgtEl>
                                          <p:spTgt spid="14548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" dur="500"/>
                                        <p:tgtEl>
                                          <p:spTgt spid="14549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500"/>
                                        <p:tgtEl>
                                          <p:spTgt spid="1454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48" presetID="26" presetClass="emph" presetSubtype="0" repeatCount="3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500" tmFilter="0, 0; .2, .5; .8, .5; 1, 0"/>
                                        <p:tgtEl>
                                          <p:spTgt spid="14542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0" dur="250" autoRev="1" fill="hold"/>
                                        <p:tgtEl>
                                          <p:spTgt spid="14542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ufo2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1" presetID="26" presetClass="emph" presetSubtype="0" repeatCount="3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500" tmFilter="0, 0; .2, .5; .8, .5; 1, 0"/>
                                        <p:tgtEl>
                                          <p:spTgt spid="14542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3" dur="250" autoRev="1" fill="hold"/>
                                        <p:tgtEl>
                                          <p:spTgt spid="14542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54" presetID="26" presetClass="emph" presetSubtype="0" repeatCount="3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500" tmFilter="0, 0; .2, .5; .8, .5; 1, 0"/>
                                        <p:tgtEl>
                                          <p:spTgt spid="14541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6" dur="250" autoRev="1" fill="hold"/>
                                        <p:tgtEl>
                                          <p:spTgt spid="14541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57" presetID="26" presetClass="emph" presetSubtype="0" repeatCount="3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500" tmFilter="0, 0; .2, .5; .8, .5; 1, 0"/>
                                        <p:tgtEl>
                                          <p:spTgt spid="14541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9" dur="250" autoRev="1" fill="hold"/>
                                        <p:tgtEl>
                                          <p:spTgt spid="14541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0" presetID="26" presetClass="emph" presetSubtype="0" repeatCount="3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500" tmFilter="0, 0; .2, .5; .8, .5; 1, 0"/>
                                        <p:tgtEl>
                                          <p:spTgt spid="14541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2" dur="250" autoRev="1" fill="hold"/>
                                        <p:tgtEl>
                                          <p:spTgt spid="14541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3" presetID="26" presetClass="emph" presetSubtype="0" repeatCount="3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" dur="500" tmFilter="0, 0; .2, .5; .8, .5; 1, 0"/>
                                        <p:tgtEl>
                                          <p:spTgt spid="14541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5" dur="250" autoRev="1" fill="hold"/>
                                        <p:tgtEl>
                                          <p:spTgt spid="14541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6" presetID="26" presetClass="emph" presetSubtype="0" repeatCount="3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500" tmFilter="0, 0; .2, .5; .8, .5; 1, 0"/>
                                        <p:tgtEl>
                                          <p:spTgt spid="14541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8" dur="250" autoRev="1" fill="hold"/>
                                        <p:tgtEl>
                                          <p:spTgt spid="14541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9" presetID="26" presetClass="emph" presetSubtype="0" repeatCount="3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" dur="500" tmFilter="0, 0; .2, .5; .8, .5; 1, 0"/>
                                        <p:tgtEl>
                                          <p:spTgt spid="14541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1" dur="250" autoRev="1" fill="hold"/>
                                        <p:tgtEl>
                                          <p:spTgt spid="14541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72" presetID="26" presetClass="emph" presetSubtype="0" repeatCount="3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" dur="500" tmFilter="0, 0; .2, .5; .8, .5; 1, 0"/>
                                        <p:tgtEl>
                                          <p:spTgt spid="14541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4" dur="250" autoRev="1" fill="hold"/>
                                        <p:tgtEl>
                                          <p:spTgt spid="14541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75" presetID="26" presetClass="emph" presetSubtype="0" repeatCount="3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" dur="500" tmFilter="0, 0; .2, .5; .8, .5; 1, 0"/>
                                        <p:tgtEl>
                                          <p:spTgt spid="14541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7" dur="250" autoRev="1" fill="hold"/>
                                        <p:tgtEl>
                                          <p:spTgt spid="14541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78" presetID="26" presetClass="emph" presetSubtype="0" repeatCount="3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" dur="500" tmFilter="0, 0; .2, .5; .8, .5; 1, 0"/>
                                        <p:tgtEl>
                                          <p:spTgt spid="14541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0" dur="250" autoRev="1" fill="hold"/>
                                        <p:tgtEl>
                                          <p:spTgt spid="14541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 nodeType="afterGroup">
                            <p:stCondLst>
                              <p:cond delay="200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82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Blockbusters theme tune variation 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5491" grpId="0" animBg="1"/>
      <p:bldP spid="145492" grpId="0" animBg="1"/>
      <p:bldP spid="145417" grpId="0" animBg="1"/>
      <p:bldP spid="145410" grpId="0" animBg="1"/>
      <p:bldP spid="145493" grpId="0" animBg="1"/>
      <p:bldP spid="145411" grpId="0" animBg="1"/>
      <p:bldP spid="145412" grpId="0" animBg="1"/>
      <p:bldP spid="145413" grpId="0" animBg="1"/>
      <p:bldP spid="145414" grpId="0" animBg="1"/>
      <p:bldP spid="145416" grpId="0" animBg="1"/>
      <p:bldP spid="145418" grpId="0" animBg="1"/>
      <p:bldP spid="145419" grpId="0" animBg="1"/>
      <p:bldP spid="145420" grpId="0" animBg="1"/>
      <p:bldP spid="145421" grpId="0" animBg="1"/>
      <p:bldP spid="145481" grpId="0" animBg="1"/>
      <p:bldP spid="145483" grpId="0" animBg="1"/>
      <p:bldP spid="145484" grpId="0" animBg="1"/>
      <p:bldP spid="145485" grpId="0" animBg="1"/>
      <p:bldP spid="145486" grpId="0" animBg="1"/>
      <p:bldP spid="145487" grpId="0" animBg="1"/>
      <p:bldP spid="145488" grpId="0" animBg="1"/>
      <p:bldP spid="145489" grpId="0" animBg="1"/>
      <p:bldP spid="14549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54" name="AutoShape 18">
            <a:extLst>
              <a:ext uri="{FF2B5EF4-FFF2-40B4-BE49-F238E27FC236}">
                <a16:creationId xmlns:a16="http://schemas.microsoft.com/office/drawing/2014/main" id="{94CB55C7-D023-4E02-A673-4503381CB7BE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895182" y="28757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78" name="AutoShape 42">
            <a:extLst>
              <a:ext uri="{FF2B5EF4-FFF2-40B4-BE49-F238E27FC236}">
                <a16:creationId xmlns:a16="http://schemas.microsoft.com/office/drawing/2014/main" id="{EA9367F7-4DA6-4B6F-9C22-1D0FC85F3639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895182" y="28757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24" name="AutoShape 88">
            <a:hlinkClick r:id="rId6" action="ppaction://hlinksldjump"/>
            <a:extLst>
              <a:ext uri="{FF2B5EF4-FFF2-40B4-BE49-F238E27FC236}">
                <a16:creationId xmlns:a16="http://schemas.microsoft.com/office/drawing/2014/main" id="{E89974BF-047D-4A98-944F-9C935A4EEF04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895182" y="28757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Z</a:t>
            </a:r>
            <a:endParaRPr lang="en-US" altLang="en-US" sz="6000" b="1" dirty="0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25" name="AutoShape 89">
            <a:extLst>
              <a:ext uri="{FF2B5EF4-FFF2-40B4-BE49-F238E27FC236}">
                <a16:creationId xmlns:a16="http://schemas.microsoft.com/office/drawing/2014/main" id="{48863F31-7926-4A9D-B5B2-DA1F241C8461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6046789" y="2928939"/>
            <a:ext cx="1260475" cy="541337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7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26" name="AutoShape 90">
            <a:extLst>
              <a:ext uri="{FF2B5EF4-FFF2-40B4-BE49-F238E27FC236}">
                <a16:creationId xmlns:a16="http://schemas.microsoft.com/office/drawing/2014/main" id="{1A2B5510-2A42-4C9C-8F42-735509B35888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5770563" y="3402013"/>
            <a:ext cx="1281112" cy="538162"/>
          </a:xfrm>
          <a:custGeom>
            <a:avLst/>
            <a:gdLst>
              <a:gd name="T0" fmla="*/ 1116584 w 21600"/>
              <a:gd name="T1" fmla="*/ 269081 h 21600"/>
              <a:gd name="T2" fmla="*/ 640556 w 21600"/>
              <a:gd name="T3" fmla="*/ 538162 h 21600"/>
              <a:gd name="T4" fmla="*/ 164528 w 21600"/>
              <a:gd name="T5" fmla="*/ 269081 h 21600"/>
              <a:gd name="T6" fmla="*/ 640556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142567" name="Group 231">
            <a:extLst>
              <a:ext uri="{FF2B5EF4-FFF2-40B4-BE49-F238E27FC236}">
                <a16:creationId xmlns:a16="http://schemas.microsoft.com/office/drawing/2014/main" id="{2D271F4A-9849-446D-885E-E5E15EAFB69D}"/>
              </a:ext>
            </a:extLst>
          </p:cNvPr>
          <p:cNvGrpSpPr>
            <a:grpSpLocks/>
          </p:cNvGrpSpPr>
          <p:nvPr/>
        </p:nvGrpSpPr>
        <p:grpSpPr bwMode="auto">
          <a:xfrm>
            <a:off x="8507413" y="4975225"/>
            <a:ext cx="1122362" cy="1295400"/>
            <a:chOff x="1746" y="436"/>
            <a:chExt cx="707" cy="816"/>
          </a:xfrm>
        </p:grpSpPr>
        <p:sp>
          <p:nvSpPr>
            <p:cNvPr id="6300" name="AutoShape 232">
              <a:extLst>
                <a:ext uri="{FF2B5EF4-FFF2-40B4-BE49-F238E27FC236}">
                  <a16:creationId xmlns:a16="http://schemas.microsoft.com/office/drawing/2014/main" id="{45F08016-DE2A-46B9-8FC2-354EFE10EED1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 rot="5400000">
              <a:off x="1692" y="490"/>
              <a:ext cx="816" cy="707"/>
            </a:xfrm>
            <a:prstGeom prst="hexagon">
              <a:avLst>
                <a:gd name="adj" fmla="val 28854"/>
                <a:gd name="vf" fmla="val 115470"/>
              </a:avLst>
            </a:prstGeom>
            <a:gradFill rotWithShape="1">
              <a:gsLst>
                <a:gs pos="0">
                  <a:schemeClr val="accent1"/>
                </a:gs>
                <a:gs pos="100000">
                  <a:srgbClr val="0000FF"/>
                </a:gs>
              </a:gsLst>
              <a:path path="shape">
                <a:fillToRect l="50000" t="50000" r="50000" b="50000"/>
              </a:path>
            </a:gra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rot="10800000" vert="eaVert" wrap="none" anchor="ctr"/>
            <a:lstStyle>
              <a:lvl1pPr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en-US" altLang="en-US" sz="2000">
                <a:latin typeface="Sylfaen" panose="010A0502050306030303" pitchFamily="18" charset="0"/>
              </a:endParaRPr>
            </a:p>
          </p:txBody>
        </p:sp>
        <p:sp>
          <p:nvSpPr>
            <p:cNvPr id="6301" name="AutoShape 233">
              <a:extLst>
                <a:ext uri="{FF2B5EF4-FFF2-40B4-BE49-F238E27FC236}">
                  <a16:creationId xmlns:a16="http://schemas.microsoft.com/office/drawing/2014/main" id="{1ABD880D-B8D8-477C-A882-7A60DE108708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 rot="5400000">
              <a:off x="1815" y="596"/>
              <a:ext cx="572" cy="495"/>
            </a:xfrm>
            <a:prstGeom prst="hexagon">
              <a:avLst>
                <a:gd name="adj" fmla="val 28889"/>
                <a:gd name="vf" fmla="val 115470"/>
              </a:avLst>
            </a:prstGeom>
            <a:gradFill rotWithShape="1">
              <a:gsLst>
                <a:gs pos="0">
                  <a:schemeClr val="accent1"/>
                </a:gs>
                <a:gs pos="100000">
                  <a:srgbClr val="0000FF"/>
                </a:gs>
              </a:gsLst>
              <a:path path="shape">
                <a:fillToRect l="50000" t="50000" r="50000" b="50000"/>
              </a:path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1905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rot="10800000" vert="eaVert" wrap="none" anchor="ctr"/>
            <a:lstStyle>
              <a:lvl1pPr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en-US" altLang="en-US" sz="2000">
                <a:latin typeface="Sylfaen" panose="010A0502050306030303" pitchFamily="18" charset="0"/>
              </a:endParaRPr>
            </a:p>
          </p:txBody>
        </p:sp>
        <p:sp>
          <p:nvSpPr>
            <p:cNvPr id="142570" name="AutoShape 234">
              <a:extLst>
                <a:ext uri="{FF2B5EF4-FFF2-40B4-BE49-F238E27FC236}">
                  <a16:creationId xmlns:a16="http://schemas.microsoft.com/office/drawing/2014/main" id="{B02183D1-701C-408D-9A4C-ACA9960F98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65" y="700"/>
              <a:ext cx="273" cy="255"/>
            </a:xfrm>
            <a:prstGeom prst="star5">
              <a:avLst/>
            </a:prstGeom>
            <a:gradFill rotWithShape="1">
              <a:gsLst>
                <a:gs pos="0">
                  <a:schemeClr val="accent1"/>
                </a:gs>
                <a:gs pos="100000">
                  <a:srgbClr val="0000FF"/>
                </a:gs>
              </a:gsLst>
              <a:path path="shape">
                <a:fillToRect l="50000" t="50000" r="50000" b="50000"/>
              </a:path>
            </a:gra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defRPr/>
              </a:pPr>
              <a:endParaRPr lang="en-GB"/>
            </a:p>
          </p:txBody>
        </p:sp>
      </p:grpSp>
      <p:grpSp>
        <p:nvGrpSpPr>
          <p:cNvPr id="142563" name="Group 227">
            <a:extLst>
              <a:ext uri="{FF2B5EF4-FFF2-40B4-BE49-F238E27FC236}">
                <a16:creationId xmlns:a16="http://schemas.microsoft.com/office/drawing/2014/main" id="{3EC823FA-4977-4379-A944-EB8450CE6241}"/>
              </a:ext>
            </a:extLst>
          </p:cNvPr>
          <p:cNvGrpSpPr>
            <a:grpSpLocks/>
          </p:cNvGrpSpPr>
          <p:nvPr/>
        </p:nvGrpSpPr>
        <p:grpSpPr bwMode="auto">
          <a:xfrm>
            <a:off x="7896226" y="6072188"/>
            <a:ext cx="1122363" cy="1295400"/>
            <a:chOff x="793" y="482"/>
            <a:chExt cx="707" cy="816"/>
          </a:xfrm>
        </p:grpSpPr>
        <p:sp>
          <p:nvSpPr>
            <p:cNvPr id="6297" name="AutoShape 228">
              <a:extLst>
                <a:ext uri="{FF2B5EF4-FFF2-40B4-BE49-F238E27FC236}">
                  <a16:creationId xmlns:a16="http://schemas.microsoft.com/office/drawing/2014/main" id="{6144794E-6A6A-412B-B293-ED3921CF3CF2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 rot="5400000">
              <a:off x="739" y="536"/>
              <a:ext cx="816" cy="707"/>
            </a:xfrm>
            <a:prstGeom prst="hexagon">
              <a:avLst>
                <a:gd name="adj" fmla="val 28854"/>
                <a:gd name="vf" fmla="val 115470"/>
              </a:avLst>
            </a:prstGeom>
            <a:gradFill rotWithShape="1">
              <a:gsLst>
                <a:gs pos="0">
                  <a:srgbClr val="FFCCEC"/>
                </a:gs>
                <a:gs pos="100000">
                  <a:srgbClr val="FF0000"/>
                </a:gs>
              </a:gsLst>
              <a:path path="shape">
                <a:fillToRect l="50000" t="50000" r="50000" b="50000"/>
              </a:path>
            </a:gra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rot="10800000" vert="eaVert" wrap="none" anchor="ctr"/>
            <a:lstStyle>
              <a:lvl1pPr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en-US" altLang="en-US" sz="2000">
                <a:latin typeface="Sylfaen" panose="010A0502050306030303" pitchFamily="18" charset="0"/>
              </a:endParaRPr>
            </a:p>
          </p:txBody>
        </p:sp>
        <p:sp>
          <p:nvSpPr>
            <p:cNvPr id="6298" name="AutoShape 229">
              <a:extLst>
                <a:ext uri="{FF2B5EF4-FFF2-40B4-BE49-F238E27FC236}">
                  <a16:creationId xmlns:a16="http://schemas.microsoft.com/office/drawing/2014/main" id="{C91C5201-7A47-4722-9DF0-9EBA7300C16A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 rot="5400000">
              <a:off x="862" y="641"/>
              <a:ext cx="572" cy="495"/>
            </a:xfrm>
            <a:prstGeom prst="hexagon">
              <a:avLst>
                <a:gd name="adj" fmla="val 28889"/>
                <a:gd name="vf" fmla="val 115470"/>
              </a:avLst>
            </a:prstGeom>
            <a:gradFill rotWithShape="1">
              <a:gsLst>
                <a:gs pos="0">
                  <a:srgbClr val="FFCCEC"/>
                </a:gs>
                <a:gs pos="100000">
                  <a:srgbClr val="FF0000"/>
                </a:gs>
              </a:gsLst>
              <a:path path="shape">
                <a:fillToRect l="50000" t="50000" r="50000" b="50000"/>
              </a:path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1905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rot="10800000" vert="eaVert" wrap="none" anchor="ctr"/>
            <a:lstStyle>
              <a:lvl1pPr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en-US" altLang="en-US" sz="2000">
                <a:latin typeface="Sylfaen" panose="010A0502050306030303" pitchFamily="18" charset="0"/>
              </a:endParaRPr>
            </a:p>
          </p:txBody>
        </p:sp>
        <p:sp>
          <p:nvSpPr>
            <p:cNvPr id="142566" name="AutoShape 230">
              <a:extLst>
                <a:ext uri="{FF2B5EF4-FFF2-40B4-BE49-F238E27FC236}">
                  <a16:creationId xmlns:a16="http://schemas.microsoft.com/office/drawing/2014/main" id="{C1190076-A2EC-4527-B27F-E42A3AC449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0" y="738"/>
              <a:ext cx="273" cy="255"/>
            </a:xfrm>
            <a:prstGeom prst="star5">
              <a:avLst/>
            </a:prstGeom>
            <a:gradFill rotWithShape="1">
              <a:gsLst>
                <a:gs pos="0">
                  <a:srgbClr val="FFCCEC"/>
                </a:gs>
                <a:gs pos="100000">
                  <a:srgbClr val="FF3300"/>
                </a:gs>
              </a:gsLst>
              <a:path path="shape">
                <a:fillToRect l="50000" t="50000" r="50000" b="50000"/>
              </a:path>
            </a:gra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defRPr/>
              </a:pPr>
              <a:endParaRPr lang="en-GB"/>
            </a:p>
          </p:txBody>
        </p:sp>
      </p:grpSp>
      <p:sp>
        <p:nvSpPr>
          <p:cNvPr id="142536" name="AutoShape 200">
            <a:extLst>
              <a:ext uri="{FF2B5EF4-FFF2-40B4-BE49-F238E27FC236}">
                <a16:creationId xmlns:a16="http://schemas.microsoft.com/office/drawing/2014/main" id="{5D27C47E-917A-4F83-B7EF-6A041109B3C1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8424069" y="286781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524" name="AutoShape 188">
            <a:extLst>
              <a:ext uri="{FF2B5EF4-FFF2-40B4-BE49-F238E27FC236}">
                <a16:creationId xmlns:a16="http://schemas.microsoft.com/office/drawing/2014/main" id="{D98F42F4-C391-421D-A219-813B7CB68E7B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002882" y="6166644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65" name="AutoShape 129">
            <a:extLst>
              <a:ext uri="{FF2B5EF4-FFF2-40B4-BE49-F238E27FC236}">
                <a16:creationId xmlns:a16="http://schemas.microsoft.com/office/drawing/2014/main" id="{1128726B-BD16-4932-8814-598B90D663A7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1477169" y="61555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67" name="AutoShape 131">
            <a:extLst>
              <a:ext uri="{FF2B5EF4-FFF2-40B4-BE49-F238E27FC236}">
                <a16:creationId xmlns:a16="http://schemas.microsoft.com/office/drawing/2014/main" id="{D558790A-856B-4F5A-826F-ACBADAE92E7C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740819" y="61555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71" name="AutoShape 135">
            <a:extLst>
              <a:ext uri="{FF2B5EF4-FFF2-40B4-BE49-F238E27FC236}">
                <a16:creationId xmlns:a16="http://schemas.microsoft.com/office/drawing/2014/main" id="{54803FFD-F101-4BB4-AA3C-A129FC9CEBCE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269707" y="61555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73" name="AutoShape 137">
            <a:extLst>
              <a:ext uri="{FF2B5EF4-FFF2-40B4-BE49-F238E27FC236}">
                <a16:creationId xmlns:a16="http://schemas.microsoft.com/office/drawing/2014/main" id="{301721CA-A667-4BBB-9B6D-0FB5BA7B995E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31769" y="61555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83" name="AutoShape 147">
            <a:extLst>
              <a:ext uri="{FF2B5EF4-FFF2-40B4-BE49-F238E27FC236}">
                <a16:creationId xmlns:a16="http://schemas.microsoft.com/office/drawing/2014/main" id="{7E167C1E-78BF-4088-A728-C6508CF21D70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1466057" y="-39608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85" name="AutoShape 149">
            <a:extLst>
              <a:ext uri="{FF2B5EF4-FFF2-40B4-BE49-F238E27FC236}">
                <a16:creationId xmlns:a16="http://schemas.microsoft.com/office/drawing/2014/main" id="{FD40C0E2-C71C-4976-9100-F8910024E21D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729707" y="-39608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87" name="AutoShape 151">
            <a:extLst>
              <a:ext uri="{FF2B5EF4-FFF2-40B4-BE49-F238E27FC236}">
                <a16:creationId xmlns:a16="http://schemas.microsoft.com/office/drawing/2014/main" id="{4657B3D8-5118-4C5A-B82B-7CD4D4A1CF21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994944" y="-396081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89" name="AutoShape 153">
            <a:extLst>
              <a:ext uri="{FF2B5EF4-FFF2-40B4-BE49-F238E27FC236}">
                <a16:creationId xmlns:a16="http://schemas.microsoft.com/office/drawing/2014/main" id="{8917E3E8-4346-4DBE-ADF6-2E79B44417AD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258594" y="-396081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91" name="AutoShape 155">
            <a:extLst>
              <a:ext uri="{FF2B5EF4-FFF2-40B4-BE49-F238E27FC236}">
                <a16:creationId xmlns:a16="http://schemas.microsoft.com/office/drawing/2014/main" id="{2B41687B-F0A8-48C7-A627-2A9A54BFA33F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20657" y="-39608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93" name="AutoShape 157">
            <a:extLst>
              <a:ext uri="{FF2B5EF4-FFF2-40B4-BE49-F238E27FC236}">
                <a16:creationId xmlns:a16="http://schemas.microsoft.com/office/drawing/2014/main" id="{B4AD8A8A-D789-4136-807B-F557AE3F4269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789069" y="-405606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38" name="AutoShape 2">
            <a:extLst>
              <a:ext uri="{FF2B5EF4-FFF2-40B4-BE49-F238E27FC236}">
                <a16:creationId xmlns:a16="http://schemas.microsoft.com/office/drawing/2014/main" id="{4A3C526D-8F41-4EC4-89F4-97AB7B236B74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631532" y="28757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39" name="AutoShape 3">
            <a:extLst>
              <a:ext uri="{FF2B5EF4-FFF2-40B4-BE49-F238E27FC236}">
                <a16:creationId xmlns:a16="http://schemas.microsoft.com/office/drawing/2014/main" id="{FFEA67A2-87F0-41B5-A066-A366CF1976D5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631532" y="28757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40" name="AutoShape 4">
            <a:hlinkClick r:id="rId7" action="ppaction://hlinksldjump"/>
            <a:extLst>
              <a:ext uri="{FF2B5EF4-FFF2-40B4-BE49-F238E27FC236}">
                <a16:creationId xmlns:a16="http://schemas.microsoft.com/office/drawing/2014/main" id="{77B26F3E-6AE7-4FDC-A1AB-5F0FFB0819A5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631532" y="28757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B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341" name="AutoShape 5">
            <a:extLst>
              <a:ext uri="{FF2B5EF4-FFF2-40B4-BE49-F238E27FC236}">
                <a16:creationId xmlns:a16="http://schemas.microsoft.com/office/drawing/2014/main" id="{FE829C34-0400-4931-B9A7-DE044FD94224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4506913" y="3402013"/>
            <a:ext cx="1281112" cy="538162"/>
          </a:xfrm>
          <a:custGeom>
            <a:avLst/>
            <a:gdLst>
              <a:gd name="T0" fmla="*/ 1116584 w 21600"/>
              <a:gd name="T1" fmla="*/ 269081 h 21600"/>
              <a:gd name="T2" fmla="*/ 640556 w 21600"/>
              <a:gd name="T3" fmla="*/ 538162 h 21600"/>
              <a:gd name="T4" fmla="*/ 164528 w 21600"/>
              <a:gd name="T5" fmla="*/ 269081 h 21600"/>
              <a:gd name="T6" fmla="*/ 640556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342" name="AutoShape 6">
            <a:extLst>
              <a:ext uri="{FF2B5EF4-FFF2-40B4-BE49-F238E27FC236}">
                <a16:creationId xmlns:a16="http://schemas.microsoft.com/office/drawing/2014/main" id="{851F4031-8EFB-454F-862B-CD08650347DE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099469" y="68976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43" name="AutoShape 7">
            <a:extLst>
              <a:ext uri="{FF2B5EF4-FFF2-40B4-BE49-F238E27FC236}">
                <a16:creationId xmlns:a16="http://schemas.microsoft.com/office/drawing/2014/main" id="{4EA54121-8C7A-40F2-B112-938EACAC3C37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363119" y="68976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44" name="AutoShape 8">
            <a:extLst>
              <a:ext uri="{FF2B5EF4-FFF2-40B4-BE49-F238E27FC236}">
                <a16:creationId xmlns:a16="http://schemas.microsoft.com/office/drawing/2014/main" id="{5A50438A-2EB6-43D8-8F6A-65E9209B6996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628357" y="689769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45" name="AutoShape 9">
            <a:extLst>
              <a:ext uri="{FF2B5EF4-FFF2-40B4-BE49-F238E27FC236}">
                <a16:creationId xmlns:a16="http://schemas.microsoft.com/office/drawing/2014/main" id="{9006F0D6-B1E8-4B4A-9C07-76EF03A51B6B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892007" y="689769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46" name="AutoShape 10">
            <a:extLst>
              <a:ext uri="{FF2B5EF4-FFF2-40B4-BE49-F238E27FC236}">
                <a16:creationId xmlns:a16="http://schemas.microsoft.com/office/drawing/2014/main" id="{5C11D0CF-3B35-41C6-BB12-47623024C3E7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154069" y="68976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47" name="AutoShape 11">
            <a:extLst>
              <a:ext uri="{FF2B5EF4-FFF2-40B4-BE49-F238E27FC236}">
                <a16:creationId xmlns:a16="http://schemas.microsoft.com/office/drawing/2014/main" id="{26B9177E-1422-45F8-B5E3-0D381C214DCF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1469232" y="17835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48" name="AutoShape 12">
            <a:extLst>
              <a:ext uri="{FF2B5EF4-FFF2-40B4-BE49-F238E27FC236}">
                <a16:creationId xmlns:a16="http://schemas.microsoft.com/office/drawing/2014/main" id="{433E83ED-2139-49B8-88D7-0C53CC335836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732882" y="17835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49" name="AutoShape 13">
            <a:extLst>
              <a:ext uri="{FF2B5EF4-FFF2-40B4-BE49-F238E27FC236}">
                <a16:creationId xmlns:a16="http://schemas.microsoft.com/office/drawing/2014/main" id="{948604E6-DBA5-4E8B-A92A-B5997049E03B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998119" y="17835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50" name="AutoShape 14">
            <a:extLst>
              <a:ext uri="{FF2B5EF4-FFF2-40B4-BE49-F238E27FC236}">
                <a16:creationId xmlns:a16="http://schemas.microsoft.com/office/drawing/2014/main" id="{610B7D3D-1261-4C96-9D3D-1A0DBBCA0232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261769" y="17835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51" name="AutoShape 15">
            <a:extLst>
              <a:ext uri="{FF2B5EF4-FFF2-40B4-BE49-F238E27FC236}">
                <a16:creationId xmlns:a16="http://schemas.microsoft.com/office/drawing/2014/main" id="{3EB9963A-3CA4-45D0-B2BC-78F174A11D02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23832" y="17835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52" name="AutoShape 16">
            <a:extLst>
              <a:ext uri="{FF2B5EF4-FFF2-40B4-BE49-F238E27FC236}">
                <a16:creationId xmlns:a16="http://schemas.microsoft.com/office/drawing/2014/main" id="{4FB79FAF-BB30-4A93-9D6A-648B169AF702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102644" y="28757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53" name="AutoShape 17">
            <a:extLst>
              <a:ext uri="{FF2B5EF4-FFF2-40B4-BE49-F238E27FC236}">
                <a16:creationId xmlns:a16="http://schemas.microsoft.com/office/drawing/2014/main" id="{95C5346F-FA5B-463D-A5DE-FFD55481624E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366294" y="28757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55" name="AutoShape 19">
            <a:extLst>
              <a:ext uri="{FF2B5EF4-FFF2-40B4-BE49-F238E27FC236}">
                <a16:creationId xmlns:a16="http://schemas.microsoft.com/office/drawing/2014/main" id="{C9D13100-48C7-434D-B92A-06A9A690DF31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157244" y="28757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56" name="AutoShape 20">
            <a:extLst>
              <a:ext uri="{FF2B5EF4-FFF2-40B4-BE49-F238E27FC236}">
                <a16:creationId xmlns:a16="http://schemas.microsoft.com/office/drawing/2014/main" id="{885796B0-71A1-4B84-A060-9A9017EECF1A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1472407" y="3969544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57" name="AutoShape 21">
            <a:extLst>
              <a:ext uri="{FF2B5EF4-FFF2-40B4-BE49-F238E27FC236}">
                <a16:creationId xmlns:a16="http://schemas.microsoft.com/office/drawing/2014/main" id="{390A659B-054C-4713-B5F4-A0193D9F3C81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736057" y="3969544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58" name="AutoShape 22">
            <a:extLst>
              <a:ext uri="{FF2B5EF4-FFF2-40B4-BE49-F238E27FC236}">
                <a16:creationId xmlns:a16="http://schemas.microsoft.com/office/drawing/2014/main" id="{C3ABE18E-68EB-4458-92F8-D03BBDB1A475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001294" y="3969544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59" name="AutoShape 23">
            <a:extLst>
              <a:ext uri="{FF2B5EF4-FFF2-40B4-BE49-F238E27FC236}">
                <a16:creationId xmlns:a16="http://schemas.microsoft.com/office/drawing/2014/main" id="{747316C9-B0D2-4DD1-A14D-4DDFF69DDFD2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264944" y="3969544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60" name="AutoShape 24">
            <a:extLst>
              <a:ext uri="{FF2B5EF4-FFF2-40B4-BE49-F238E27FC236}">
                <a16:creationId xmlns:a16="http://schemas.microsoft.com/office/drawing/2014/main" id="{05A1DC4C-060B-4E20-9937-534D0D51CE31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27007" y="3969544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61" name="AutoShape 25">
            <a:extLst>
              <a:ext uri="{FF2B5EF4-FFF2-40B4-BE49-F238E27FC236}">
                <a16:creationId xmlns:a16="http://schemas.microsoft.com/office/drawing/2014/main" id="{4430E55D-152E-4E9E-9EA8-274D3882E971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105819" y="50633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62" name="AutoShape 26">
            <a:extLst>
              <a:ext uri="{FF2B5EF4-FFF2-40B4-BE49-F238E27FC236}">
                <a16:creationId xmlns:a16="http://schemas.microsoft.com/office/drawing/2014/main" id="{F15C1B33-D100-4897-9288-D100B89A45A2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369469" y="50633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63" name="AutoShape 27">
            <a:extLst>
              <a:ext uri="{FF2B5EF4-FFF2-40B4-BE49-F238E27FC236}">
                <a16:creationId xmlns:a16="http://schemas.microsoft.com/office/drawing/2014/main" id="{13131BD3-6B39-46D8-B7C9-F694E2567A21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634707" y="50633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64" name="AutoShape 28">
            <a:extLst>
              <a:ext uri="{FF2B5EF4-FFF2-40B4-BE49-F238E27FC236}">
                <a16:creationId xmlns:a16="http://schemas.microsoft.com/office/drawing/2014/main" id="{E177A95F-3D54-433A-A956-22AFC6DB39D8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898357" y="50633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65" name="AutoShape 29">
            <a:extLst>
              <a:ext uri="{FF2B5EF4-FFF2-40B4-BE49-F238E27FC236}">
                <a16:creationId xmlns:a16="http://schemas.microsoft.com/office/drawing/2014/main" id="{239D3B98-3CC2-4E70-815A-BD0D7B4547BD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160419" y="50633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66" name="AutoShape 30">
            <a:extLst>
              <a:ext uri="{FF2B5EF4-FFF2-40B4-BE49-F238E27FC236}">
                <a16:creationId xmlns:a16="http://schemas.microsoft.com/office/drawing/2014/main" id="{AE171528-C536-40A9-A294-966E979C3D00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099469" y="68976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67" name="AutoShape 31">
            <a:extLst>
              <a:ext uri="{FF2B5EF4-FFF2-40B4-BE49-F238E27FC236}">
                <a16:creationId xmlns:a16="http://schemas.microsoft.com/office/drawing/2014/main" id="{6BA9E9FF-9C6D-4E62-8FB1-586F2CE16723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363119" y="68976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68" name="AutoShape 32">
            <a:extLst>
              <a:ext uri="{FF2B5EF4-FFF2-40B4-BE49-F238E27FC236}">
                <a16:creationId xmlns:a16="http://schemas.microsoft.com/office/drawing/2014/main" id="{2E6CB0EE-EF95-49B8-9BD9-750020CF01A9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628357" y="689769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69" name="AutoShape 33">
            <a:extLst>
              <a:ext uri="{FF2B5EF4-FFF2-40B4-BE49-F238E27FC236}">
                <a16:creationId xmlns:a16="http://schemas.microsoft.com/office/drawing/2014/main" id="{35D7AFE0-95FC-40AF-9A70-67FB7F17A0A7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892007" y="689769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70" name="AutoShape 34">
            <a:extLst>
              <a:ext uri="{FF2B5EF4-FFF2-40B4-BE49-F238E27FC236}">
                <a16:creationId xmlns:a16="http://schemas.microsoft.com/office/drawing/2014/main" id="{6751A7A8-A6DB-4E5B-B714-C49A2DE6AA41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154069" y="68976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71" name="AutoShape 35">
            <a:extLst>
              <a:ext uri="{FF2B5EF4-FFF2-40B4-BE49-F238E27FC236}">
                <a16:creationId xmlns:a16="http://schemas.microsoft.com/office/drawing/2014/main" id="{AF14451A-575C-4BC8-A860-2CDF51152288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1469232" y="17835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72" name="AutoShape 36">
            <a:extLst>
              <a:ext uri="{FF2B5EF4-FFF2-40B4-BE49-F238E27FC236}">
                <a16:creationId xmlns:a16="http://schemas.microsoft.com/office/drawing/2014/main" id="{B36F6EAB-159E-4855-A82A-2598AF2081D8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732882" y="17835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73" name="AutoShape 37">
            <a:extLst>
              <a:ext uri="{FF2B5EF4-FFF2-40B4-BE49-F238E27FC236}">
                <a16:creationId xmlns:a16="http://schemas.microsoft.com/office/drawing/2014/main" id="{871D58E9-F518-42B4-88A3-BC86C7F5F62C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998119" y="17835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74" name="AutoShape 38">
            <a:extLst>
              <a:ext uri="{FF2B5EF4-FFF2-40B4-BE49-F238E27FC236}">
                <a16:creationId xmlns:a16="http://schemas.microsoft.com/office/drawing/2014/main" id="{B9832082-4E00-4505-9A7E-7C72741F0CF7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261769" y="17835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75" name="AutoShape 39">
            <a:extLst>
              <a:ext uri="{FF2B5EF4-FFF2-40B4-BE49-F238E27FC236}">
                <a16:creationId xmlns:a16="http://schemas.microsoft.com/office/drawing/2014/main" id="{8FF0739B-F76A-4B83-B8C7-B8894A116B7E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23832" y="17835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76" name="AutoShape 40">
            <a:extLst>
              <a:ext uri="{FF2B5EF4-FFF2-40B4-BE49-F238E27FC236}">
                <a16:creationId xmlns:a16="http://schemas.microsoft.com/office/drawing/2014/main" id="{F4ADD90B-2004-4CA5-8A57-DC54419573A3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102644" y="28757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77" name="AutoShape 41">
            <a:extLst>
              <a:ext uri="{FF2B5EF4-FFF2-40B4-BE49-F238E27FC236}">
                <a16:creationId xmlns:a16="http://schemas.microsoft.com/office/drawing/2014/main" id="{79224529-D235-45A9-A84D-19E7AD147E2D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366294" y="28757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79" name="AutoShape 43">
            <a:extLst>
              <a:ext uri="{FF2B5EF4-FFF2-40B4-BE49-F238E27FC236}">
                <a16:creationId xmlns:a16="http://schemas.microsoft.com/office/drawing/2014/main" id="{92299AB6-C2CF-44F6-B374-41A8069E13B8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157244" y="28757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80" name="AutoShape 44">
            <a:extLst>
              <a:ext uri="{FF2B5EF4-FFF2-40B4-BE49-F238E27FC236}">
                <a16:creationId xmlns:a16="http://schemas.microsoft.com/office/drawing/2014/main" id="{914AB619-B39F-478B-BD68-EFE4EAC8D922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1472407" y="3969544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81" name="AutoShape 45">
            <a:extLst>
              <a:ext uri="{FF2B5EF4-FFF2-40B4-BE49-F238E27FC236}">
                <a16:creationId xmlns:a16="http://schemas.microsoft.com/office/drawing/2014/main" id="{F2697752-6849-4443-946A-22AA5DB77E34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736057" y="3969544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82" name="AutoShape 46">
            <a:extLst>
              <a:ext uri="{FF2B5EF4-FFF2-40B4-BE49-F238E27FC236}">
                <a16:creationId xmlns:a16="http://schemas.microsoft.com/office/drawing/2014/main" id="{15595439-C433-4900-9A8A-307B016B9D7B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001294" y="3969544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83" name="AutoShape 47">
            <a:extLst>
              <a:ext uri="{FF2B5EF4-FFF2-40B4-BE49-F238E27FC236}">
                <a16:creationId xmlns:a16="http://schemas.microsoft.com/office/drawing/2014/main" id="{6EAD0F88-97A9-4F84-8611-ABA422EE8D4A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264944" y="3969544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84" name="AutoShape 48">
            <a:extLst>
              <a:ext uri="{FF2B5EF4-FFF2-40B4-BE49-F238E27FC236}">
                <a16:creationId xmlns:a16="http://schemas.microsoft.com/office/drawing/2014/main" id="{EBC4A85D-DFC3-47A7-83F0-9174BF851448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27007" y="3969544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85" name="AutoShape 49">
            <a:extLst>
              <a:ext uri="{FF2B5EF4-FFF2-40B4-BE49-F238E27FC236}">
                <a16:creationId xmlns:a16="http://schemas.microsoft.com/office/drawing/2014/main" id="{67E30EF8-F1CD-4D3A-87B6-16CE3F0EC427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105819" y="50633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86" name="AutoShape 50">
            <a:extLst>
              <a:ext uri="{FF2B5EF4-FFF2-40B4-BE49-F238E27FC236}">
                <a16:creationId xmlns:a16="http://schemas.microsoft.com/office/drawing/2014/main" id="{18B1BE48-43B0-4586-B66D-833659DEDAC6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369469" y="50633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87" name="AutoShape 51">
            <a:extLst>
              <a:ext uri="{FF2B5EF4-FFF2-40B4-BE49-F238E27FC236}">
                <a16:creationId xmlns:a16="http://schemas.microsoft.com/office/drawing/2014/main" id="{0285E2F3-7B30-4464-909B-E9F686651B1E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634707" y="50633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88" name="AutoShape 52">
            <a:extLst>
              <a:ext uri="{FF2B5EF4-FFF2-40B4-BE49-F238E27FC236}">
                <a16:creationId xmlns:a16="http://schemas.microsoft.com/office/drawing/2014/main" id="{8196165C-700B-4D95-908E-1D4490364178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898357" y="50633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89" name="AutoShape 53">
            <a:extLst>
              <a:ext uri="{FF2B5EF4-FFF2-40B4-BE49-F238E27FC236}">
                <a16:creationId xmlns:a16="http://schemas.microsoft.com/office/drawing/2014/main" id="{2C9D3116-1245-49A6-AA31-0C01E83C7A1E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160419" y="50633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90" name="AutoShape 54">
            <a:hlinkClick r:id="rId8" action="ppaction://hlinksldjump"/>
            <a:extLst>
              <a:ext uri="{FF2B5EF4-FFF2-40B4-BE49-F238E27FC236}">
                <a16:creationId xmlns:a16="http://schemas.microsoft.com/office/drawing/2014/main" id="{740E7810-2A21-4A65-923C-618504E3244C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001294" y="3969544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D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391" name="AutoShape 55">
            <a:hlinkClick r:id="rId9" action="ppaction://hlinksldjump"/>
            <a:extLst>
              <a:ext uri="{FF2B5EF4-FFF2-40B4-BE49-F238E27FC236}">
                <a16:creationId xmlns:a16="http://schemas.microsoft.com/office/drawing/2014/main" id="{E0886E53-5A49-43DD-B456-25B4487BD2DB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998119" y="17835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I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392" name="AutoShape 56">
            <a:hlinkClick r:id="rId10" action="ppaction://hlinksldjump"/>
            <a:extLst>
              <a:ext uri="{FF2B5EF4-FFF2-40B4-BE49-F238E27FC236}">
                <a16:creationId xmlns:a16="http://schemas.microsoft.com/office/drawing/2014/main" id="{F7711771-7C0A-4C9B-AD5E-39B9EF840484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102644" y="28757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U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393" name="AutoShape 57">
            <a:hlinkClick r:id="rId11" action="ppaction://hlinksldjump"/>
            <a:extLst>
              <a:ext uri="{FF2B5EF4-FFF2-40B4-BE49-F238E27FC236}">
                <a16:creationId xmlns:a16="http://schemas.microsoft.com/office/drawing/2014/main" id="{87357B46-920B-4AE7-AEB2-D469C0525CEB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366294" y="28757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P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394" name="AutoShape 58">
            <a:extLst>
              <a:ext uri="{FF2B5EF4-FFF2-40B4-BE49-F238E27FC236}">
                <a16:creationId xmlns:a16="http://schemas.microsoft.com/office/drawing/2014/main" id="{992FBCCB-F7AA-47CE-93E6-1C899A8FA7A2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4783139" y="2928939"/>
            <a:ext cx="1260475" cy="541337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7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395" name="AutoShape 59">
            <a:hlinkClick r:id="rId12" action="ppaction://hlinksldjump"/>
            <a:extLst>
              <a:ext uri="{FF2B5EF4-FFF2-40B4-BE49-F238E27FC236}">
                <a16:creationId xmlns:a16="http://schemas.microsoft.com/office/drawing/2014/main" id="{AE6FFB91-A15D-40EA-A2EA-058ED8C6DD1F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1472407" y="3969544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W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396" name="AutoShape 60">
            <a:hlinkClick r:id="rId13" action="ppaction://hlinksldjump"/>
            <a:extLst>
              <a:ext uri="{FF2B5EF4-FFF2-40B4-BE49-F238E27FC236}">
                <a16:creationId xmlns:a16="http://schemas.microsoft.com/office/drawing/2014/main" id="{9B7E7EDC-237E-4C7C-8F88-67B5FF977176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736057" y="3969544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Y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397" name="AutoShape 61">
            <a:extLst>
              <a:ext uri="{FF2B5EF4-FFF2-40B4-BE49-F238E27FC236}">
                <a16:creationId xmlns:a16="http://schemas.microsoft.com/office/drawing/2014/main" id="{D61ECD02-D84B-4B3E-8F30-E42CE63FC0C5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4152901" y="4022725"/>
            <a:ext cx="1260475" cy="541338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8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398" name="AutoShape 62">
            <a:extLst>
              <a:ext uri="{FF2B5EF4-FFF2-40B4-BE49-F238E27FC236}">
                <a16:creationId xmlns:a16="http://schemas.microsoft.com/office/drawing/2014/main" id="{F22A9368-77BF-4295-B74C-B9BAA552FE26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3876676" y="4495801"/>
            <a:ext cx="1281113" cy="538163"/>
          </a:xfrm>
          <a:custGeom>
            <a:avLst/>
            <a:gdLst>
              <a:gd name="T0" fmla="*/ 1116585 w 21600"/>
              <a:gd name="T1" fmla="*/ 269082 h 21600"/>
              <a:gd name="T2" fmla="*/ 640557 w 21600"/>
              <a:gd name="T3" fmla="*/ 538163 h 21600"/>
              <a:gd name="T4" fmla="*/ 164528 w 21600"/>
              <a:gd name="T5" fmla="*/ 269082 h 21600"/>
              <a:gd name="T6" fmla="*/ 640557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399" name="AutoShape 63">
            <a:hlinkClick r:id="rId14" action="ppaction://hlinksldjump"/>
            <a:extLst>
              <a:ext uri="{FF2B5EF4-FFF2-40B4-BE49-F238E27FC236}">
                <a16:creationId xmlns:a16="http://schemas.microsoft.com/office/drawing/2014/main" id="{048717BC-7829-4FA6-B4A4-1D6B688DC4D0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264944" y="3969544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V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00" name="AutoShape 64">
            <a:hlinkClick r:id="rId15" action="ppaction://hlinksldjump"/>
            <a:extLst>
              <a:ext uri="{FF2B5EF4-FFF2-40B4-BE49-F238E27FC236}">
                <a16:creationId xmlns:a16="http://schemas.microsoft.com/office/drawing/2014/main" id="{8D0114A6-01BA-424F-ACD1-5E04AEB46B0B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27007" y="3969544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M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01" name="AutoShape 65">
            <a:hlinkClick r:id="rId16" action="ppaction://hlinksldjump"/>
            <a:extLst>
              <a:ext uri="{FF2B5EF4-FFF2-40B4-BE49-F238E27FC236}">
                <a16:creationId xmlns:a16="http://schemas.microsoft.com/office/drawing/2014/main" id="{F5B5CC0B-7E0A-4154-A96D-7B5F8FFC9601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105819" y="50633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R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02" name="AutoShape 66">
            <a:hlinkClick r:id="rId17" action="ppaction://hlinksldjump"/>
            <a:extLst>
              <a:ext uri="{FF2B5EF4-FFF2-40B4-BE49-F238E27FC236}">
                <a16:creationId xmlns:a16="http://schemas.microsoft.com/office/drawing/2014/main" id="{838DA90A-2F85-4EDA-B7F6-F3651FCD4688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369469" y="50633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T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03" name="AutoShape 67">
            <a:hlinkClick r:id="rId18" action="ppaction://hlinksldjump"/>
            <a:extLst>
              <a:ext uri="{FF2B5EF4-FFF2-40B4-BE49-F238E27FC236}">
                <a16:creationId xmlns:a16="http://schemas.microsoft.com/office/drawing/2014/main" id="{B9A263E2-9AED-4CB5-AEA6-E6E1A95CB5BF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634707" y="50633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O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04" name="AutoShape 68">
            <a:hlinkClick r:id="rId19" action="ppaction://hlinksldjump"/>
            <a:extLst>
              <a:ext uri="{FF2B5EF4-FFF2-40B4-BE49-F238E27FC236}">
                <a16:creationId xmlns:a16="http://schemas.microsoft.com/office/drawing/2014/main" id="{E64D4733-EB41-4651-91DD-9FFA50D42D9C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898357" y="50633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X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05" name="AutoShape 69">
            <a:hlinkClick r:id="rId20" action="ppaction://hlinksldjump"/>
            <a:extLst>
              <a:ext uri="{FF2B5EF4-FFF2-40B4-BE49-F238E27FC236}">
                <a16:creationId xmlns:a16="http://schemas.microsoft.com/office/drawing/2014/main" id="{E4D48106-3DD4-40C2-9C47-7E55A2424291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160419" y="50633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K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06" name="AutoShape 70">
            <a:hlinkClick r:id="rId21" action="ppaction://hlinksldjump"/>
            <a:extLst>
              <a:ext uri="{FF2B5EF4-FFF2-40B4-BE49-F238E27FC236}">
                <a16:creationId xmlns:a16="http://schemas.microsoft.com/office/drawing/2014/main" id="{512F1655-6527-4546-BB27-86C360EFA8B7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1469232" y="17835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E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07" name="AutoShape 71">
            <a:extLst>
              <a:ext uri="{FF2B5EF4-FFF2-40B4-BE49-F238E27FC236}">
                <a16:creationId xmlns:a16="http://schemas.microsoft.com/office/drawing/2014/main" id="{A3280223-0D23-4E01-B209-DE79ACED6DF7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1620839" y="1836739"/>
            <a:ext cx="1260475" cy="541337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7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08" name="AutoShape 72">
            <a:extLst>
              <a:ext uri="{FF2B5EF4-FFF2-40B4-BE49-F238E27FC236}">
                <a16:creationId xmlns:a16="http://schemas.microsoft.com/office/drawing/2014/main" id="{7438B0C2-D645-47ED-A630-DBD02EB18953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1344613" y="2309813"/>
            <a:ext cx="1281112" cy="538162"/>
          </a:xfrm>
          <a:custGeom>
            <a:avLst/>
            <a:gdLst>
              <a:gd name="T0" fmla="*/ 1116584 w 21600"/>
              <a:gd name="T1" fmla="*/ 269081 h 21600"/>
              <a:gd name="T2" fmla="*/ 640556 w 21600"/>
              <a:gd name="T3" fmla="*/ 538162 h 21600"/>
              <a:gd name="T4" fmla="*/ 164528 w 21600"/>
              <a:gd name="T5" fmla="*/ 269081 h 21600"/>
              <a:gd name="T6" fmla="*/ 640556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09" name="AutoShape 73">
            <a:hlinkClick r:id="rId22" action="ppaction://hlinksldjump"/>
            <a:extLst>
              <a:ext uri="{FF2B5EF4-FFF2-40B4-BE49-F238E27FC236}">
                <a16:creationId xmlns:a16="http://schemas.microsoft.com/office/drawing/2014/main" id="{A79BDF48-C9FF-4B98-AEC2-E89CCBD9FC25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732882" y="17835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L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10" name="AutoShape 74">
            <a:extLst>
              <a:ext uri="{FF2B5EF4-FFF2-40B4-BE49-F238E27FC236}">
                <a16:creationId xmlns:a16="http://schemas.microsoft.com/office/drawing/2014/main" id="{0EF7C747-1D28-480F-A230-E5E5A45E2A63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2884489" y="1836739"/>
            <a:ext cx="1260475" cy="541337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7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11" name="AutoShape 75">
            <a:extLst>
              <a:ext uri="{FF2B5EF4-FFF2-40B4-BE49-F238E27FC236}">
                <a16:creationId xmlns:a16="http://schemas.microsoft.com/office/drawing/2014/main" id="{D6827FB4-85B5-4C58-AA25-640442B1535A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2608263" y="2309813"/>
            <a:ext cx="1281112" cy="538162"/>
          </a:xfrm>
          <a:custGeom>
            <a:avLst/>
            <a:gdLst>
              <a:gd name="T0" fmla="*/ 1116584 w 21600"/>
              <a:gd name="T1" fmla="*/ 269081 h 21600"/>
              <a:gd name="T2" fmla="*/ 640556 w 21600"/>
              <a:gd name="T3" fmla="*/ 538162 h 21600"/>
              <a:gd name="T4" fmla="*/ 164528 w 21600"/>
              <a:gd name="T5" fmla="*/ 269081 h 21600"/>
              <a:gd name="T6" fmla="*/ 640556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12" name="AutoShape 76">
            <a:extLst>
              <a:ext uri="{FF2B5EF4-FFF2-40B4-BE49-F238E27FC236}">
                <a16:creationId xmlns:a16="http://schemas.microsoft.com/office/drawing/2014/main" id="{95736B40-C7C5-4FFD-96B3-1E299C8A0318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4149726" y="1836739"/>
            <a:ext cx="1260475" cy="541337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7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13" name="AutoShape 77">
            <a:extLst>
              <a:ext uri="{FF2B5EF4-FFF2-40B4-BE49-F238E27FC236}">
                <a16:creationId xmlns:a16="http://schemas.microsoft.com/office/drawing/2014/main" id="{699C6961-9CC5-49F3-95FD-105FD1BB7E77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3873501" y="2309813"/>
            <a:ext cx="1281113" cy="538162"/>
          </a:xfrm>
          <a:custGeom>
            <a:avLst/>
            <a:gdLst>
              <a:gd name="T0" fmla="*/ 1116585 w 21600"/>
              <a:gd name="T1" fmla="*/ 269081 h 21600"/>
              <a:gd name="T2" fmla="*/ 640557 w 21600"/>
              <a:gd name="T3" fmla="*/ 538162 h 21600"/>
              <a:gd name="T4" fmla="*/ 164528 w 21600"/>
              <a:gd name="T5" fmla="*/ 269081 h 21600"/>
              <a:gd name="T6" fmla="*/ 640557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14" name="AutoShape 78">
            <a:hlinkClick r:id="rId23" action="ppaction://hlinksldjump"/>
            <a:extLst>
              <a:ext uri="{FF2B5EF4-FFF2-40B4-BE49-F238E27FC236}">
                <a16:creationId xmlns:a16="http://schemas.microsoft.com/office/drawing/2014/main" id="{E9E47A97-3004-457F-904D-0399ED9F6E0D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261769" y="17835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G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15" name="AutoShape 79">
            <a:extLst>
              <a:ext uri="{FF2B5EF4-FFF2-40B4-BE49-F238E27FC236}">
                <a16:creationId xmlns:a16="http://schemas.microsoft.com/office/drawing/2014/main" id="{FC39029C-0684-43DA-9408-C713E5938341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5413376" y="1836739"/>
            <a:ext cx="1260475" cy="541337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7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16" name="AutoShape 80">
            <a:extLst>
              <a:ext uri="{FF2B5EF4-FFF2-40B4-BE49-F238E27FC236}">
                <a16:creationId xmlns:a16="http://schemas.microsoft.com/office/drawing/2014/main" id="{A0982D51-6588-4D38-9A3A-1A221210F6B5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5137151" y="2309813"/>
            <a:ext cx="1281113" cy="538162"/>
          </a:xfrm>
          <a:custGeom>
            <a:avLst/>
            <a:gdLst>
              <a:gd name="T0" fmla="*/ 1116585 w 21600"/>
              <a:gd name="T1" fmla="*/ 269081 h 21600"/>
              <a:gd name="T2" fmla="*/ 640557 w 21600"/>
              <a:gd name="T3" fmla="*/ 538162 h 21600"/>
              <a:gd name="T4" fmla="*/ 164528 w 21600"/>
              <a:gd name="T5" fmla="*/ 269081 h 21600"/>
              <a:gd name="T6" fmla="*/ 640557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17" name="AutoShape 81">
            <a:hlinkClick r:id="rId24" action="ppaction://hlinksldjump"/>
            <a:extLst>
              <a:ext uri="{FF2B5EF4-FFF2-40B4-BE49-F238E27FC236}">
                <a16:creationId xmlns:a16="http://schemas.microsoft.com/office/drawing/2014/main" id="{7BF56769-166A-4249-AA33-3593C250AAAF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23832" y="17835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N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18" name="AutoShape 82">
            <a:extLst>
              <a:ext uri="{FF2B5EF4-FFF2-40B4-BE49-F238E27FC236}">
                <a16:creationId xmlns:a16="http://schemas.microsoft.com/office/drawing/2014/main" id="{CC10646B-294B-4091-B5BA-53EFC5DCBC90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6675439" y="1836739"/>
            <a:ext cx="1260475" cy="541337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7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19" name="AutoShape 83">
            <a:extLst>
              <a:ext uri="{FF2B5EF4-FFF2-40B4-BE49-F238E27FC236}">
                <a16:creationId xmlns:a16="http://schemas.microsoft.com/office/drawing/2014/main" id="{555871E1-ACF1-44C4-9FCE-F1A712D7DE29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6399213" y="2309813"/>
            <a:ext cx="1281112" cy="538162"/>
          </a:xfrm>
          <a:custGeom>
            <a:avLst/>
            <a:gdLst>
              <a:gd name="T0" fmla="*/ 1116584 w 21600"/>
              <a:gd name="T1" fmla="*/ 269081 h 21600"/>
              <a:gd name="T2" fmla="*/ 640556 w 21600"/>
              <a:gd name="T3" fmla="*/ 538162 h 21600"/>
              <a:gd name="T4" fmla="*/ 164528 w 21600"/>
              <a:gd name="T5" fmla="*/ 269081 h 21600"/>
              <a:gd name="T6" fmla="*/ 640556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20" name="AutoShape 84">
            <a:extLst>
              <a:ext uri="{FF2B5EF4-FFF2-40B4-BE49-F238E27FC236}">
                <a16:creationId xmlns:a16="http://schemas.microsoft.com/office/drawing/2014/main" id="{4D9D5B45-19A6-4C56-9497-44F35E883A40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2254251" y="2928939"/>
            <a:ext cx="1260475" cy="541337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7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21" name="AutoShape 85">
            <a:extLst>
              <a:ext uri="{FF2B5EF4-FFF2-40B4-BE49-F238E27FC236}">
                <a16:creationId xmlns:a16="http://schemas.microsoft.com/office/drawing/2014/main" id="{EC400CBF-7EA2-40C7-8995-AD976E9D9F2E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1978026" y="3402013"/>
            <a:ext cx="1281113" cy="538162"/>
          </a:xfrm>
          <a:custGeom>
            <a:avLst/>
            <a:gdLst>
              <a:gd name="T0" fmla="*/ 1116585 w 21600"/>
              <a:gd name="T1" fmla="*/ 269081 h 21600"/>
              <a:gd name="T2" fmla="*/ 640557 w 21600"/>
              <a:gd name="T3" fmla="*/ 538162 h 21600"/>
              <a:gd name="T4" fmla="*/ 164528 w 21600"/>
              <a:gd name="T5" fmla="*/ 269081 h 21600"/>
              <a:gd name="T6" fmla="*/ 640557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22" name="AutoShape 86">
            <a:extLst>
              <a:ext uri="{FF2B5EF4-FFF2-40B4-BE49-F238E27FC236}">
                <a16:creationId xmlns:a16="http://schemas.microsoft.com/office/drawing/2014/main" id="{45CA5098-F8AB-4605-A70F-F8CAACE7C35D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3517901" y="2928939"/>
            <a:ext cx="1260475" cy="541337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7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23" name="AutoShape 87">
            <a:extLst>
              <a:ext uri="{FF2B5EF4-FFF2-40B4-BE49-F238E27FC236}">
                <a16:creationId xmlns:a16="http://schemas.microsoft.com/office/drawing/2014/main" id="{992EBE02-C247-4386-B8E3-219699DA1BF3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3241676" y="3402013"/>
            <a:ext cx="1281113" cy="538162"/>
          </a:xfrm>
          <a:custGeom>
            <a:avLst/>
            <a:gdLst>
              <a:gd name="T0" fmla="*/ 1116585 w 21600"/>
              <a:gd name="T1" fmla="*/ 269081 h 21600"/>
              <a:gd name="T2" fmla="*/ 640557 w 21600"/>
              <a:gd name="T3" fmla="*/ 538162 h 21600"/>
              <a:gd name="T4" fmla="*/ 164528 w 21600"/>
              <a:gd name="T5" fmla="*/ 269081 h 21600"/>
              <a:gd name="T6" fmla="*/ 640557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27" name="AutoShape 91">
            <a:hlinkClick r:id="rId25" action="ppaction://hlinksldjump"/>
            <a:extLst>
              <a:ext uri="{FF2B5EF4-FFF2-40B4-BE49-F238E27FC236}">
                <a16:creationId xmlns:a16="http://schemas.microsoft.com/office/drawing/2014/main" id="{CB30B39D-57DC-48A9-962E-821BC700CA1A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157244" y="28757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C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28" name="AutoShape 92">
            <a:extLst>
              <a:ext uri="{FF2B5EF4-FFF2-40B4-BE49-F238E27FC236}">
                <a16:creationId xmlns:a16="http://schemas.microsoft.com/office/drawing/2014/main" id="{FD949903-1593-4C06-BC48-E9E22CD01B1F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7308851" y="2928939"/>
            <a:ext cx="1260475" cy="541337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7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29" name="AutoShape 93">
            <a:extLst>
              <a:ext uri="{FF2B5EF4-FFF2-40B4-BE49-F238E27FC236}">
                <a16:creationId xmlns:a16="http://schemas.microsoft.com/office/drawing/2014/main" id="{0A8D154C-429D-42A9-B5E6-D7813BF1FE94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7032626" y="3402013"/>
            <a:ext cx="1281113" cy="538162"/>
          </a:xfrm>
          <a:custGeom>
            <a:avLst/>
            <a:gdLst>
              <a:gd name="T0" fmla="*/ 1116585 w 21600"/>
              <a:gd name="T1" fmla="*/ 269081 h 21600"/>
              <a:gd name="T2" fmla="*/ 640557 w 21600"/>
              <a:gd name="T3" fmla="*/ 538162 h 21600"/>
              <a:gd name="T4" fmla="*/ 164528 w 21600"/>
              <a:gd name="T5" fmla="*/ 269081 h 21600"/>
              <a:gd name="T6" fmla="*/ 640557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30" name="AutoShape 94">
            <a:extLst>
              <a:ext uri="{FF2B5EF4-FFF2-40B4-BE49-F238E27FC236}">
                <a16:creationId xmlns:a16="http://schemas.microsoft.com/office/drawing/2014/main" id="{79D45751-1F8D-4C38-B29A-9B97967BFF3E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1624014" y="4022725"/>
            <a:ext cx="1260475" cy="541338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8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31" name="AutoShape 95">
            <a:extLst>
              <a:ext uri="{FF2B5EF4-FFF2-40B4-BE49-F238E27FC236}">
                <a16:creationId xmlns:a16="http://schemas.microsoft.com/office/drawing/2014/main" id="{252CB84F-15D5-4F2E-8A9F-109180BBFBF6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1347788" y="4495801"/>
            <a:ext cx="1281112" cy="538163"/>
          </a:xfrm>
          <a:custGeom>
            <a:avLst/>
            <a:gdLst>
              <a:gd name="T0" fmla="*/ 1116584 w 21600"/>
              <a:gd name="T1" fmla="*/ 269082 h 21600"/>
              <a:gd name="T2" fmla="*/ 640556 w 21600"/>
              <a:gd name="T3" fmla="*/ 538163 h 21600"/>
              <a:gd name="T4" fmla="*/ 164528 w 21600"/>
              <a:gd name="T5" fmla="*/ 269082 h 21600"/>
              <a:gd name="T6" fmla="*/ 640556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32" name="AutoShape 96">
            <a:extLst>
              <a:ext uri="{FF2B5EF4-FFF2-40B4-BE49-F238E27FC236}">
                <a16:creationId xmlns:a16="http://schemas.microsoft.com/office/drawing/2014/main" id="{0F9B5334-443A-4DD0-B434-EB735D32C8DA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2887664" y="4022725"/>
            <a:ext cx="1260475" cy="541338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8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33" name="AutoShape 97">
            <a:extLst>
              <a:ext uri="{FF2B5EF4-FFF2-40B4-BE49-F238E27FC236}">
                <a16:creationId xmlns:a16="http://schemas.microsoft.com/office/drawing/2014/main" id="{0C985CD4-E7B7-420A-91FB-F3A2BEB7BD7B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2611438" y="4495801"/>
            <a:ext cx="1281112" cy="538163"/>
          </a:xfrm>
          <a:custGeom>
            <a:avLst/>
            <a:gdLst>
              <a:gd name="T0" fmla="*/ 1116584 w 21600"/>
              <a:gd name="T1" fmla="*/ 269082 h 21600"/>
              <a:gd name="T2" fmla="*/ 640556 w 21600"/>
              <a:gd name="T3" fmla="*/ 538163 h 21600"/>
              <a:gd name="T4" fmla="*/ 164528 w 21600"/>
              <a:gd name="T5" fmla="*/ 269082 h 21600"/>
              <a:gd name="T6" fmla="*/ 640556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34" name="AutoShape 98">
            <a:extLst>
              <a:ext uri="{FF2B5EF4-FFF2-40B4-BE49-F238E27FC236}">
                <a16:creationId xmlns:a16="http://schemas.microsoft.com/office/drawing/2014/main" id="{DD7903DA-15D3-4350-9898-DE56E87084EA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5416551" y="4022725"/>
            <a:ext cx="1260475" cy="541338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8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35" name="AutoShape 99">
            <a:extLst>
              <a:ext uri="{FF2B5EF4-FFF2-40B4-BE49-F238E27FC236}">
                <a16:creationId xmlns:a16="http://schemas.microsoft.com/office/drawing/2014/main" id="{90AD74EA-48F6-4A96-B2D9-CEA99E87AD8B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5140326" y="4495801"/>
            <a:ext cx="1281113" cy="538163"/>
          </a:xfrm>
          <a:custGeom>
            <a:avLst/>
            <a:gdLst>
              <a:gd name="T0" fmla="*/ 1116585 w 21600"/>
              <a:gd name="T1" fmla="*/ 269082 h 21600"/>
              <a:gd name="T2" fmla="*/ 640557 w 21600"/>
              <a:gd name="T3" fmla="*/ 538163 h 21600"/>
              <a:gd name="T4" fmla="*/ 164528 w 21600"/>
              <a:gd name="T5" fmla="*/ 269082 h 21600"/>
              <a:gd name="T6" fmla="*/ 640557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36" name="AutoShape 100">
            <a:extLst>
              <a:ext uri="{FF2B5EF4-FFF2-40B4-BE49-F238E27FC236}">
                <a16:creationId xmlns:a16="http://schemas.microsoft.com/office/drawing/2014/main" id="{F43933D5-2E85-401A-98AC-F1972D5BEC7C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6678614" y="4022725"/>
            <a:ext cx="1260475" cy="541338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8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37" name="AutoShape 101">
            <a:extLst>
              <a:ext uri="{FF2B5EF4-FFF2-40B4-BE49-F238E27FC236}">
                <a16:creationId xmlns:a16="http://schemas.microsoft.com/office/drawing/2014/main" id="{E7632971-EC1C-461A-9CD2-A12C374B0942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6402388" y="4495801"/>
            <a:ext cx="1281112" cy="538163"/>
          </a:xfrm>
          <a:custGeom>
            <a:avLst/>
            <a:gdLst>
              <a:gd name="T0" fmla="*/ 1116584 w 21600"/>
              <a:gd name="T1" fmla="*/ 269082 h 21600"/>
              <a:gd name="T2" fmla="*/ 640556 w 21600"/>
              <a:gd name="T3" fmla="*/ 538163 h 21600"/>
              <a:gd name="T4" fmla="*/ 164528 w 21600"/>
              <a:gd name="T5" fmla="*/ 269082 h 21600"/>
              <a:gd name="T6" fmla="*/ 640556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38" name="AutoShape 102">
            <a:extLst>
              <a:ext uri="{FF2B5EF4-FFF2-40B4-BE49-F238E27FC236}">
                <a16:creationId xmlns:a16="http://schemas.microsoft.com/office/drawing/2014/main" id="{F9BA5D7B-CD50-463E-AABD-89F8728549D9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2257426" y="5116514"/>
            <a:ext cx="1260475" cy="541337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7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39" name="AutoShape 103">
            <a:extLst>
              <a:ext uri="{FF2B5EF4-FFF2-40B4-BE49-F238E27FC236}">
                <a16:creationId xmlns:a16="http://schemas.microsoft.com/office/drawing/2014/main" id="{8022F666-D4CE-428F-ADB1-0EC609EE46EE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1981201" y="5589588"/>
            <a:ext cx="1281113" cy="538162"/>
          </a:xfrm>
          <a:custGeom>
            <a:avLst/>
            <a:gdLst>
              <a:gd name="T0" fmla="*/ 1116585 w 21600"/>
              <a:gd name="T1" fmla="*/ 269081 h 21600"/>
              <a:gd name="T2" fmla="*/ 640557 w 21600"/>
              <a:gd name="T3" fmla="*/ 538162 h 21600"/>
              <a:gd name="T4" fmla="*/ 164528 w 21600"/>
              <a:gd name="T5" fmla="*/ 269081 h 21600"/>
              <a:gd name="T6" fmla="*/ 640557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40" name="AutoShape 104">
            <a:extLst>
              <a:ext uri="{FF2B5EF4-FFF2-40B4-BE49-F238E27FC236}">
                <a16:creationId xmlns:a16="http://schemas.microsoft.com/office/drawing/2014/main" id="{89979E42-EE6C-4D13-9A3C-4A9F13E8195B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3521076" y="5116514"/>
            <a:ext cx="1260475" cy="541337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7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41" name="AutoShape 105">
            <a:extLst>
              <a:ext uri="{FF2B5EF4-FFF2-40B4-BE49-F238E27FC236}">
                <a16:creationId xmlns:a16="http://schemas.microsoft.com/office/drawing/2014/main" id="{D57C45EC-CAF5-417A-B010-A6DCE3691813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3244851" y="5589588"/>
            <a:ext cx="1281113" cy="538162"/>
          </a:xfrm>
          <a:custGeom>
            <a:avLst/>
            <a:gdLst>
              <a:gd name="T0" fmla="*/ 1116585 w 21600"/>
              <a:gd name="T1" fmla="*/ 269081 h 21600"/>
              <a:gd name="T2" fmla="*/ 640557 w 21600"/>
              <a:gd name="T3" fmla="*/ 538162 h 21600"/>
              <a:gd name="T4" fmla="*/ 164528 w 21600"/>
              <a:gd name="T5" fmla="*/ 269081 h 21600"/>
              <a:gd name="T6" fmla="*/ 640557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42" name="AutoShape 106">
            <a:extLst>
              <a:ext uri="{FF2B5EF4-FFF2-40B4-BE49-F238E27FC236}">
                <a16:creationId xmlns:a16="http://schemas.microsoft.com/office/drawing/2014/main" id="{D45894A3-BE9E-48BA-A683-91399B1087EE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4786314" y="5116514"/>
            <a:ext cx="1260475" cy="541337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7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43" name="AutoShape 107">
            <a:extLst>
              <a:ext uri="{FF2B5EF4-FFF2-40B4-BE49-F238E27FC236}">
                <a16:creationId xmlns:a16="http://schemas.microsoft.com/office/drawing/2014/main" id="{56BEE873-E5D3-43CE-A999-FCAE19141764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4510088" y="5589588"/>
            <a:ext cx="1281112" cy="538162"/>
          </a:xfrm>
          <a:custGeom>
            <a:avLst/>
            <a:gdLst>
              <a:gd name="T0" fmla="*/ 1116584 w 21600"/>
              <a:gd name="T1" fmla="*/ 269081 h 21600"/>
              <a:gd name="T2" fmla="*/ 640556 w 21600"/>
              <a:gd name="T3" fmla="*/ 538162 h 21600"/>
              <a:gd name="T4" fmla="*/ 164528 w 21600"/>
              <a:gd name="T5" fmla="*/ 269081 h 21600"/>
              <a:gd name="T6" fmla="*/ 640556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44" name="AutoShape 108">
            <a:extLst>
              <a:ext uri="{FF2B5EF4-FFF2-40B4-BE49-F238E27FC236}">
                <a16:creationId xmlns:a16="http://schemas.microsoft.com/office/drawing/2014/main" id="{9EDC5A40-1FBE-44F8-8BBA-0EC55894D4CE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6049964" y="5116514"/>
            <a:ext cx="1260475" cy="541337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7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45" name="AutoShape 109">
            <a:extLst>
              <a:ext uri="{FF2B5EF4-FFF2-40B4-BE49-F238E27FC236}">
                <a16:creationId xmlns:a16="http://schemas.microsoft.com/office/drawing/2014/main" id="{88BFB8DB-0C2E-4047-8D87-3C119D9D53AD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5773738" y="5589588"/>
            <a:ext cx="1281112" cy="538162"/>
          </a:xfrm>
          <a:custGeom>
            <a:avLst/>
            <a:gdLst>
              <a:gd name="T0" fmla="*/ 1116584 w 21600"/>
              <a:gd name="T1" fmla="*/ 269081 h 21600"/>
              <a:gd name="T2" fmla="*/ 640556 w 21600"/>
              <a:gd name="T3" fmla="*/ 538162 h 21600"/>
              <a:gd name="T4" fmla="*/ 164528 w 21600"/>
              <a:gd name="T5" fmla="*/ 269081 h 21600"/>
              <a:gd name="T6" fmla="*/ 640556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46" name="AutoShape 110">
            <a:extLst>
              <a:ext uri="{FF2B5EF4-FFF2-40B4-BE49-F238E27FC236}">
                <a16:creationId xmlns:a16="http://schemas.microsoft.com/office/drawing/2014/main" id="{C5F537BC-55A8-46B2-B6EE-FA889263FCED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7312026" y="5116514"/>
            <a:ext cx="1260475" cy="541337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7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47" name="AutoShape 111">
            <a:extLst>
              <a:ext uri="{FF2B5EF4-FFF2-40B4-BE49-F238E27FC236}">
                <a16:creationId xmlns:a16="http://schemas.microsoft.com/office/drawing/2014/main" id="{534503F6-80FF-45FA-977A-92E10358817F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7035801" y="5589588"/>
            <a:ext cx="1281113" cy="538162"/>
          </a:xfrm>
          <a:custGeom>
            <a:avLst/>
            <a:gdLst>
              <a:gd name="T0" fmla="*/ 1116585 w 21600"/>
              <a:gd name="T1" fmla="*/ 269081 h 21600"/>
              <a:gd name="T2" fmla="*/ 640557 w 21600"/>
              <a:gd name="T3" fmla="*/ 538162 h 21600"/>
              <a:gd name="T4" fmla="*/ 164528 w 21600"/>
              <a:gd name="T5" fmla="*/ 269081 h 21600"/>
              <a:gd name="T6" fmla="*/ 640557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48" name="AutoShape 112">
            <a:hlinkClick r:id="rId26" action="ppaction://hlinksldjump"/>
            <a:extLst>
              <a:ext uri="{FF2B5EF4-FFF2-40B4-BE49-F238E27FC236}">
                <a16:creationId xmlns:a16="http://schemas.microsoft.com/office/drawing/2014/main" id="{E5E56DCA-80DF-45EF-A6AE-411E1595E556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363119" y="68976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A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49" name="AutoShape 113">
            <a:extLst>
              <a:ext uri="{FF2B5EF4-FFF2-40B4-BE49-F238E27FC236}">
                <a16:creationId xmlns:a16="http://schemas.microsoft.com/office/drawing/2014/main" id="{B7BE5BE3-28C7-4CBB-9609-66AC2D812F38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3514726" y="742950"/>
            <a:ext cx="1260475" cy="541338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8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50" name="AutoShape 114">
            <a:extLst>
              <a:ext uri="{FF2B5EF4-FFF2-40B4-BE49-F238E27FC236}">
                <a16:creationId xmlns:a16="http://schemas.microsoft.com/office/drawing/2014/main" id="{2E7692A9-9D36-443E-84FD-F1B0F603A2CD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3238501" y="1216026"/>
            <a:ext cx="1281113" cy="538163"/>
          </a:xfrm>
          <a:custGeom>
            <a:avLst/>
            <a:gdLst>
              <a:gd name="T0" fmla="*/ 1116585 w 21600"/>
              <a:gd name="T1" fmla="*/ 269082 h 21600"/>
              <a:gd name="T2" fmla="*/ 640557 w 21600"/>
              <a:gd name="T3" fmla="*/ 538163 h 21600"/>
              <a:gd name="T4" fmla="*/ 164528 w 21600"/>
              <a:gd name="T5" fmla="*/ 269082 h 21600"/>
              <a:gd name="T6" fmla="*/ 640557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51" name="AutoShape 115">
            <a:hlinkClick r:id="rId27" action="ppaction://hlinksldjump"/>
            <a:extLst>
              <a:ext uri="{FF2B5EF4-FFF2-40B4-BE49-F238E27FC236}">
                <a16:creationId xmlns:a16="http://schemas.microsoft.com/office/drawing/2014/main" id="{0B4F3751-4A27-4779-8571-0F2A5133BE46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628357" y="689769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Q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52" name="AutoShape 116">
            <a:extLst>
              <a:ext uri="{FF2B5EF4-FFF2-40B4-BE49-F238E27FC236}">
                <a16:creationId xmlns:a16="http://schemas.microsoft.com/office/drawing/2014/main" id="{082F1559-245E-4593-B658-55BCE6D55078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4779964" y="742950"/>
            <a:ext cx="1260475" cy="541338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8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53" name="AutoShape 117">
            <a:extLst>
              <a:ext uri="{FF2B5EF4-FFF2-40B4-BE49-F238E27FC236}">
                <a16:creationId xmlns:a16="http://schemas.microsoft.com/office/drawing/2014/main" id="{10607C3E-EE49-4CB9-B7AF-16483F2184A3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4503738" y="1216026"/>
            <a:ext cx="1281112" cy="538163"/>
          </a:xfrm>
          <a:custGeom>
            <a:avLst/>
            <a:gdLst>
              <a:gd name="T0" fmla="*/ 1116584 w 21600"/>
              <a:gd name="T1" fmla="*/ 269082 h 21600"/>
              <a:gd name="T2" fmla="*/ 640556 w 21600"/>
              <a:gd name="T3" fmla="*/ 538163 h 21600"/>
              <a:gd name="T4" fmla="*/ 164528 w 21600"/>
              <a:gd name="T5" fmla="*/ 269082 h 21600"/>
              <a:gd name="T6" fmla="*/ 640556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54" name="AutoShape 118">
            <a:hlinkClick r:id="rId28" action="ppaction://hlinksldjump"/>
            <a:extLst>
              <a:ext uri="{FF2B5EF4-FFF2-40B4-BE49-F238E27FC236}">
                <a16:creationId xmlns:a16="http://schemas.microsoft.com/office/drawing/2014/main" id="{7A808091-9148-4366-B2EA-D02E4BBB4275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892007" y="689769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S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55" name="AutoShape 119">
            <a:extLst>
              <a:ext uri="{FF2B5EF4-FFF2-40B4-BE49-F238E27FC236}">
                <a16:creationId xmlns:a16="http://schemas.microsoft.com/office/drawing/2014/main" id="{CB511313-B77F-4F1E-A0F4-A51FB74A6DBC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6043614" y="742950"/>
            <a:ext cx="1260475" cy="541338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8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56" name="AutoShape 120">
            <a:extLst>
              <a:ext uri="{FF2B5EF4-FFF2-40B4-BE49-F238E27FC236}">
                <a16:creationId xmlns:a16="http://schemas.microsoft.com/office/drawing/2014/main" id="{45056D3D-F9BA-471C-9A5A-5C00327F128C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5767388" y="1216026"/>
            <a:ext cx="1281112" cy="538163"/>
          </a:xfrm>
          <a:custGeom>
            <a:avLst/>
            <a:gdLst>
              <a:gd name="T0" fmla="*/ 1116584 w 21600"/>
              <a:gd name="T1" fmla="*/ 269082 h 21600"/>
              <a:gd name="T2" fmla="*/ 640556 w 21600"/>
              <a:gd name="T3" fmla="*/ 538163 h 21600"/>
              <a:gd name="T4" fmla="*/ 164528 w 21600"/>
              <a:gd name="T5" fmla="*/ 269082 h 21600"/>
              <a:gd name="T6" fmla="*/ 640556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57" name="AutoShape 121">
            <a:hlinkClick r:id="rId29" action="ppaction://hlinksldjump"/>
            <a:extLst>
              <a:ext uri="{FF2B5EF4-FFF2-40B4-BE49-F238E27FC236}">
                <a16:creationId xmlns:a16="http://schemas.microsoft.com/office/drawing/2014/main" id="{57D394BE-B4FB-4198-B11E-A952F2F9288C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154069" y="68976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F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58" name="AutoShape 122">
            <a:extLst>
              <a:ext uri="{FF2B5EF4-FFF2-40B4-BE49-F238E27FC236}">
                <a16:creationId xmlns:a16="http://schemas.microsoft.com/office/drawing/2014/main" id="{910774E2-9DB2-43AB-A0E0-6AF2A396F772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7305676" y="742950"/>
            <a:ext cx="1260475" cy="541338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8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59" name="AutoShape 123">
            <a:extLst>
              <a:ext uri="{FF2B5EF4-FFF2-40B4-BE49-F238E27FC236}">
                <a16:creationId xmlns:a16="http://schemas.microsoft.com/office/drawing/2014/main" id="{068B36DC-EFCB-45B4-9FCA-95E55985B956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7029451" y="1216026"/>
            <a:ext cx="1281113" cy="538163"/>
          </a:xfrm>
          <a:custGeom>
            <a:avLst/>
            <a:gdLst>
              <a:gd name="T0" fmla="*/ 1116585 w 21600"/>
              <a:gd name="T1" fmla="*/ 269082 h 21600"/>
              <a:gd name="T2" fmla="*/ 640557 w 21600"/>
              <a:gd name="T3" fmla="*/ 538163 h 21600"/>
              <a:gd name="T4" fmla="*/ 164528 w 21600"/>
              <a:gd name="T5" fmla="*/ 269082 h 21600"/>
              <a:gd name="T6" fmla="*/ 640557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60" name="AutoShape 124">
            <a:hlinkClick r:id="rId30" action="ppaction://hlinksldjump"/>
            <a:extLst>
              <a:ext uri="{FF2B5EF4-FFF2-40B4-BE49-F238E27FC236}">
                <a16:creationId xmlns:a16="http://schemas.microsoft.com/office/drawing/2014/main" id="{3CD8DB03-9040-4A77-B9CC-2FEA64394553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099469" y="68976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H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61" name="AutoShape 125">
            <a:extLst>
              <a:ext uri="{FF2B5EF4-FFF2-40B4-BE49-F238E27FC236}">
                <a16:creationId xmlns:a16="http://schemas.microsoft.com/office/drawing/2014/main" id="{AE36D939-5F19-49C4-91FA-51AE569690DD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2252664" y="739775"/>
            <a:ext cx="1260475" cy="541338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8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62" name="AutoShape 126">
            <a:extLst>
              <a:ext uri="{FF2B5EF4-FFF2-40B4-BE49-F238E27FC236}">
                <a16:creationId xmlns:a16="http://schemas.microsoft.com/office/drawing/2014/main" id="{F7F427A6-EF9C-4933-8552-C2E0BE9F6F06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1974851" y="1216026"/>
            <a:ext cx="1281113" cy="538163"/>
          </a:xfrm>
          <a:custGeom>
            <a:avLst/>
            <a:gdLst>
              <a:gd name="T0" fmla="*/ 1116585 w 21600"/>
              <a:gd name="T1" fmla="*/ 269082 h 21600"/>
              <a:gd name="T2" fmla="*/ 640557 w 21600"/>
              <a:gd name="T3" fmla="*/ 538163 h 21600"/>
              <a:gd name="T4" fmla="*/ 164528 w 21600"/>
              <a:gd name="T5" fmla="*/ 269082 h 21600"/>
              <a:gd name="T6" fmla="*/ 640557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63" name="AutoShape 127">
            <a:extLst>
              <a:ext uri="{FF2B5EF4-FFF2-40B4-BE49-F238E27FC236}">
                <a16:creationId xmlns:a16="http://schemas.microsoft.com/office/drawing/2014/main" id="{9F7ED2C5-EBC9-44C9-9EE7-EA9131C6CFA5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782719" y="3963194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74" name="AutoShape 138">
            <a:extLst>
              <a:ext uri="{FF2B5EF4-FFF2-40B4-BE49-F238E27FC236}">
                <a16:creationId xmlns:a16="http://schemas.microsoft.com/office/drawing/2014/main" id="{49BE9311-5B37-4B17-A6D1-C61FBE9A0A91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789069" y="1778794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75" name="AutoShape 139">
            <a:extLst>
              <a:ext uri="{FF2B5EF4-FFF2-40B4-BE49-F238E27FC236}">
                <a16:creationId xmlns:a16="http://schemas.microsoft.com/office/drawing/2014/main" id="{BBED97FC-A2B7-4597-B67C-13A57EFE457E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8411369" y="7072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 sz="2000">
              <a:latin typeface="Sylfaen" panose="010A0502050306030303" pitchFamily="18" charset="0"/>
            </a:endParaRPr>
          </a:p>
        </p:txBody>
      </p:sp>
      <p:sp>
        <p:nvSpPr>
          <p:cNvPr id="142476" name="AutoShape 140">
            <a:extLst>
              <a:ext uri="{FF2B5EF4-FFF2-40B4-BE49-F238E27FC236}">
                <a16:creationId xmlns:a16="http://schemas.microsoft.com/office/drawing/2014/main" id="{607E185B-3967-4668-966B-416E8D5BAC6A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842169" y="68976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77" name="AutoShape 141">
            <a:extLst>
              <a:ext uri="{FF2B5EF4-FFF2-40B4-BE49-F238E27FC236}">
                <a16:creationId xmlns:a16="http://schemas.microsoft.com/office/drawing/2014/main" id="{4B8320FD-E238-457F-B107-9A66A0E86C70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827882" y="28789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78" name="AutoShape 142">
            <a:extLst>
              <a:ext uri="{FF2B5EF4-FFF2-40B4-BE49-F238E27FC236}">
                <a16:creationId xmlns:a16="http://schemas.microsoft.com/office/drawing/2014/main" id="{C68BF3E4-97C0-41F3-B6BA-03A789F8AE56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37332" y="3998119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79" name="AutoShape 143">
            <a:extLst>
              <a:ext uri="{FF2B5EF4-FFF2-40B4-BE49-F238E27FC236}">
                <a16:creationId xmlns:a16="http://schemas.microsoft.com/office/drawing/2014/main" id="{A9C1A333-3C07-4972-AD16-6437551FC21C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842169" y="50633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81" name="AutoShape 145">
            <a:extLst>
              <a:ext uri="{FF2B5EF4-FFF2-40B4-BE49-F238E27FC236}">
                <a16:creationId xmlns:a16="http://schemas.microsoft.com/office/drawing/2014/main" id="{188DBE32-289E-4244-BFC1-82047A2DF8C9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37332" y="1769269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511" name="Rectangle 175">
            <a:extLst>
              <a:ext uri="{FF2B5EF4-FFF2-40B4-BE49-F238E27FC236}">
                <a16:creationId xmlns:a16="http://schemas.microsoft.com/office/drawing/2014/main" id="{4EB09711-F08E-41CB-8FAE-2D35FA9D32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8088" y="6524626"/>
            <a:ext cx="215900" cy="333375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57" name="Oval 101">
            <a:extLst>
              <a:ext uri="{FF2B5EF4-FFF2-40B4-BE49-F238E27FC236}">
                <a16:creationId xmlns:a16="http://schemas.microsoft.com/office/drawing/2014/main" id="{648006B6-7EEC-4179-9EBF-B6A551E382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09090" y="6261100"/>
            <a:ext cx="323850" cy="404812"/>
          </a:xfrm>
          <a:prstGeom prst="ellipse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58" name="Oval 101">
            <a:extLst>
              <a:ext uri="{FF2B5EF4-FFF2-40B4-BE49-F238E27FC236}">
                <a16:creationId xmlns:a16="http://schemas.microsoft.com/office/drawing/2014/main" id="{1A830885-BA34-4146-9B8C-DD77370EF6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61490" y="6413500"/>
            <a:ext cx="323850" cy="404812"/>
          </a:xfrm>
          <a:prstGeom prst="ellipse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921402807"/>
      </p:ext>
    </p:extLst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5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Blockbusters Intro2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" presetID="26" presetClass="emph" presetSubtype="0" repeatCount="500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" dur="1000" tmFilter="0, 0; .2, .5; .8, .5; 1, 0"/>
                                        <p:tgtEl>
                                          <p:spTgt spid="14248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9" dur="500" autoRev="1" fill="hold"/>
                                        <p:tgtEl>
                                          <p:spTgt spid="14248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0" presetID="26" presetClass="emph" presetSubtype="0" repeatCount="500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1000" tmFilter="0, 0; .2, .5; .8, .5; 1, 0"/>
                                        <p:tgtEl>
                                          <p:spTgt spid="14248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500" autoRev="1" fill="hold"/>
                                        <p:tgtEl>
                                          <p:spTgt spid="14248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26" presetClass="emph" presetSubtype="0" repeatCount="500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1000" tmFilter="0, 0; .2, .5; .8, .5; 1, 0"/>
                                        <p:tgtEl>
                                          <p:spTgt spid="14246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5" dur="500" autoRev="1" fill="hold"/>
                                        <p:tgtEl>
                                          <p:spTgt spid="14246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6" presetID="26" presetClass="emph" presetSubtype="0" repeatCount="500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1000" tmFilter="0, 0; .2, .5; .8, .5; 1, 0"/>
                                        <p:tgtEl>
                                          <p:spTgt spid="14248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8" dur="500" autoRev="1" fill="hold"/>
                                        <p:tgtEl>
                                          <p:spTgt spid="14248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9" presetID="26" presetClass="emph" presetSubtype="0" repeatCount="500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1000" tmFilter="0, 0; .2, .5; .8, .5; 1, 0"/>
                                        <p:tgtEl>
                                          <p:spTgt spid="14247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1" dur="500" autoRev="1" fill="hold"/>
                                        <p:tgtEl>
                                          <p:spTgt spid="14247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2" presetID="26" presetClass="emph" presetSubtype="0" repeatCount="500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1000" tmFilter="0, 0; .2, .5; .8, .5; 1, 0"/>
                                        <p:tgtEl>
                                          <p:spTgt spid="14252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4" dur="500" autoRev="1" fill="hold"/>
                                        <p:tgtEl>
                                          <p:spTgt spid="14252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26" presetClass="emph" presetSubtype="0" repeatCount="500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1000" tmFilter="0, 0; .2, .5; .8, .5; 1, 0"/>
                                        <p:tgtEl>
                                          <p:spTgt spid="14256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7" dur="500" autoRev="1" fill="hold"/>
                                        <p:tgtEl>
                                          <p:spTgt spid="14256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8" presetID="26" presetClass="emph" presetSubtype="0" repeatCount="500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1000" tmFilter="0, 0; .2, .5; .8, .5; 1, 0"/>
                                        <p:tgtEl>
                                          <p:spTgt spid="14247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0" dur="500" autoRev="1" fill="hold"/>
                                        <p:tgtEl>
                                          <p:spTgt spid="14247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31" presetID="26" presetClass="emph" presetSubtype="0" repeatCount="500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" dur="1000" tmFilter="0, 0; .2, .5; .8, .5; 1, 0"/>
                                        <p:tgtEl>
                                          <p:spTgt spid="14246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3" dur="500" autoRev="1" fill="hold"/>
                                        <p:tgtEl>
                                          <p:spTgt spid="14246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34" presetID="26" presetClass="emph" presetSubtype="0" repeatCount="500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1000" tmFilter="0, 0; .2, .5; .8, .5; 1, 0"/>
                                        <p:tgtEl>
                                          <p:spTgt spid="14248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6" dur="500" autoRev="1" fill="hold"/>
                                        <p:tgtEl>
                                          <p:spTgt spid="14248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37" presetID="26" presetClass="emph" presetSubtype="0" repeatCount="500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1000" tmFilter="0, 0; .2, .5; .8, .5; 1, 0"/>
                                        <p:tgtEl>
                                          <p:spTgt spid="14249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9" dur="500" autoRev="1" fill="hold"/>
                                        <p:tgtEl>
                                          <p:spTgt spid="14249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40" presetID="26" presetClass="emph" presetSubtype="0" repeatCount="500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1000" tmFilter="0, 0; .2, .5; .8, .5; 1, 0"/>
                                        <p:tgtEl>
                                          <p:spTgt spid="14249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2" dur="500" autoRev="1" fill="hold"/>
                                        <p:tgtEl>
                                          <p:spTgt spid="14249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43" presetID="26" presetClass="emph" presetSubtype="0" repeatCount="5000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" dur="1000" tmFilter="0, 0; .2, .5; .8, .5; 1, 0"/>
                                        <p:tgtEl>
                                          <p:spTgt spid="14247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5" dur="500" autoRev="1" fill="hold"/>
                                        <p:tgtEl>
                                          <p:spTgt spid="14247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46" presetID="26" presetClass="emph" presetSubtype="0" repeatCount="5000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1000" tmFilter="0, 0; .2, .5; .8, .5; 1, 0"/>
                                        <p:tgtEl>
                                          <p:spTgt spid="14246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8" dur="500" autoRev="1" fill="hold"/>
                                        <p:tgtEl>
                                          <p:spTgt spid="14246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49" presetID="26" presetClass="emph" presetSubtype="0" repeatCount="5000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1000" tmFilter="0, 0; .2, .5; .8, .5; 1, 0"/>
                                        <p:tgtEl>
                                          <p:spTgt spid="14247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1" dur="500" autoRev="1" fill="hold"/>
                                        <p:tgtEl>
                                          <p:spTgt spid="14247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52" presetID="26" presetClass="emph" presetSubtype="0" repeatCount="5000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1000" tmFilter="0, 0; .2, .5; .8, .5; 1, 0"/>
                                        <p:tgtEl>
                                          <p:spTgt spid="14247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4" dur="500" autoRev="1" fill="hold"/>
                                        <p:tgtEl>
                                          <p:spTgt spid="14247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55" presetID="26" presetClass="emph" presetSubtype="0" repeatCount="5000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1000" tmFilter="0, 0; .2, .5; .8, .5; 1, 0"/>
                                        <p:tgtEl>
                                          <p:spTgt spid="14247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7" dur="500" autoRev="1" fill="hold"/>
                                        <p:tgtEl>
                                          <p:spTgt spid="14247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58" presetID="26" presetClass="emph" presetSubtype="0" repeatCount="5000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1000" tmFilter="0, 0; .2, .5; .8, .5; 1, 0"/>
                                        <p:tgtEl>
                                          <p:spTgt spid="14248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0" dur="500" autoRev="1" fill="hold"/>
                                        <p:tgtEl>
                                          <p:spTgt spid="14248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1" presetID="26" presetClass="emph" presetSubtype="0" repeatCount="5000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" dur="1000" tmFilter="0, 0; .2, .5; .8, .5; 1, 0"/>
                                        <p:tgtEl>
                                          <p:spTgt spid="14247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3" dur="500" autoRev="1" fill="hold"/>
                                        <p:tgtEl>
                                          <p:spTgt spid="14247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4" presetID="26" presetClass="emph" presetSubtype="0" repeatCount="5000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1000" tmFilter="0, 0; .2, .5; .8, .5; 1, 0"/>
                                        <p:tgtEl>
                                          <p:spTgt spid="14253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6" dur="500" autoRev="1" fill="hold"/>
                                        <p:tgtEl>
                                          <p:spTgt spid="14253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7" presetID="26" presetClass="emph" presetSubtype="0" repeatCount="5000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" dur="1000" tmFilter="0, 0; .2, .5; .8, .5; 1, 0"/>
                                        <p:tgtEl>
                                          <p:spTgt spid="14256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9" dur="500" autoRev="1" fill="hold"/>
                                        <p:tgtEl>
                                          <p:spTgt spid="14256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70" presetID="26" presetClass="emph" presetSubtype="0" repeatCount="500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" dur="1000" tmFilter="0, 0; .2, .5; .8, .5; 1, 0"/>
                                        <p:tgtEl>
                                          <p:spTgt spid="14247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2" dur="500" autoRev="1" fill="hold"/>
                                        <p:tgtEl>
                                          <p:spTgt spid="14247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3" restart="whenNotActive" fill="hold" evtFilter="cancelBubble" nodeType="interactiveSeq">
                <p:stCondLst>
                  <p:cond evt="onClick" delay="0">
                    <p:tgtEl>
                      <p:spTgt spid="14246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4" fill="hold" nodeType="clickPar">
                      <p:stCondLst>
                        <p:cond delay="0"/>
                      </p:stCondLst>
                      <p:childTnLst>
                        <p:par>
                          <p:cTn id="7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6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1424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1424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424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1424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500" fill="hold"/>
                                        <p:tgtEl>
                                          <p:spTgt spid="1424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424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60"/>
                  </p:tgtEl>
                </p:cond>
              </p:nextCondLst>
            </p:seq>
            <p:seq concurrent="1" nextAc="seek">
              <p:cTn id="86" restart="whenNotActive" fill="hold" evtFilter="cancelBubble" nodeType="interactiveSeq">
                <p:stCondLst>
                  <p:cond evt="onClick" delay="0">
                    <p:tgtEl>
                      <p:spTgt spid="14246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7" fill="hold" nodeType="clickPar">
                      <p:stCondLst>
                        <p:cond delay="0"/>
                      </p:stCondLst>
                      <p:childTnLst>
                        <p:par>
                          <p:cTn id="8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" dur="2000"/>
                                        <p:tgtEl>
                                          <p:spTgt spid="1424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8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3" dur="2000"/>
                                        <p:tgtEl>
                                          <p:spTgt spid="1423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6" dur="2000"/>
                                        <p:tgtEl>
                                          <p:spTgt spid="1424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9" dur="2000"/>
                                        <p:tgtEl>
                                          <p:spTgt spid="1424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61"/>
                  </p:tgtEl>
                </p:cond>
              </p:nextCondLst>
            </p:seq>
            <p:seq concurrent="1" nextAc="seek">
              <p:cTn id="101" restart="whenNotActive" fill="hold" evtFilter="cancelBubble" nodeType="interactiveSeq">
                <p:stCondLst>
                  <p:cond evt="onClick" delay="0">
                    <p:tgtEl>
                      <p:spTgt spid="14246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2" fill="hold" nodeType="clickPar">
                      <p:stCondLst>
                        <p:cond delay="0"/>
                      </p:stCondLst>
                      <p:childTnLst>
                        <p:par>
                          <p:cTn id="10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5" dur="2000"/>
                                        <p:tgtEl>
                                          <p:spTgt spid="1424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0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0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8" dur="2000"/>
                                        <p:tgtEl>
                                          <p:spTgt spid="1424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1" dur="2000"/>
                                        <p:tgtEl>
                                          <p:spTgt spid="1423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4" dur="2000"/>
                                        <p:tgtEl>
                                          <p:spTgt spid="1424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62"/>
                  </p:tgtEl>
                </p:cond>
              </p:nextCondLst>
            </p:seq>
            <p:seq concurrent="1" nextAc="seek">
              <p:cTn id="116" restart="whenNotActive" fill="hold" evtFilter="cancelBubble" nodeType="interactiveSeq">
                <p:stCondLst>
                  <p:cond evt="onClick" delay="0">
                    <p:tgtEl>
                      <p:spTgt spid="14244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7" fill="hold" nodeType="clickPar">
                      <p:stCondLst>
                        <p:cond delay="0"/>
                      </p:stCondLst>
                      <p:childTnLst>
                        <p:par>
                          <p:cTn id="1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9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1" dur="500" fill="hold"/>
                                        <p:tgtEl>
                                          <p:spTgt spid="1424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500" fill="hold"/>
                                        <p:tgtEl>
                                          <p:spTgt spid="1424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1424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6" dur="500" fill="hold"/>
                                        <p:tgtEl>
                                          <p:spTgt spid="1424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7" dur="500" fill="hold"/>
                                        <p:tgtEl>
                                          <p:spTgt spid="1424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1424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48"/>
                  </p:tgtEl>
                </p:cond>
              </p:nextCondLst>
            </p:seq>
            <p:seq concurrent="1" nextAc="seek">
              <p:cTn id="129" restart="whenNotActive" fill="hold" evtFilter="cancelBubble" nodeType="interactiveSeq">
                <p:stCondLst>
                  <p:cond evt="onClick" delay="0">
                    <p:tgtEl>
                      <p:spTgt spid="14244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0" fill="hold" nodeType="clickPar">
                      <p:stCondLst>
                        <p:cond delay="0"/>
                      </p:stCondLst>
                      <p:childTnLst>
                        <p:par>
                          <p:cTn id="13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2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3" dur="2000"/>
                                        <p:tgtEl>
                                          <p:spTgt spid="1424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32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3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6" dur="2000"/>
                                        <p:tgtEl>
                                          <p:spTgt spid="1423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9" dur="2000"/>
                                        <p:tgtEl>
                                          <p:spTgt spid="1424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2" dur="2000"/>
                                        <p:tgtEl>
                                          <p:spTgt spid="1424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49"/>
                  </p:tgtEl>
                </p:cond>
              </p:nextCondLst>
            </p:seq>
            <p:seq concurrent="1" nextAc="seek">
              <p:cTn id="144" restart="whenNotActive" fill="hold" evtFilter="cancelBubble" nodeType="interactiveSeq">
                <p:stCondLst>
                  <p:cond evt="onClick" delay="0">
                    <p:tgtEl>
                      <p:spTgt spid="14245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5" fill="hold" nodeType="clickPar">
                      <p:stCondLst>
                        <p:cond delay="0"/>
                      </p:stCondLst>
                      <p:childTnLst>
                        <p:par>
                          <p:cTn id="1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7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8" dur="2000"/>
                                        <p:tgtEl>
                                          <p:spTgt spid="1424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4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5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1" dur="2000"/>
                                        <p:tgtEl>
                                          <p:spTgt spid="1424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4" dur="2000"/>
                                        <p:tgtEl>
                                          <p:spTgt spid="1423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7" dur="2000"/>
                                        <p:tgtEl>
                                          <p:spTgt spid="1424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50"/>
                  </p:tgtEl>
                </p:cond>
              </p:nextCondLst>
            </p:seq>
            <p:seq concurrent="1" nextAc="seek">
              <p:cTn id="159" restart="whenNotActive" fill="hold" evtFilter="cancelBubble" nodeType="interactiveSeq">
                <p:stCondLst>
                  <p:cond evt="onClick" delay="0">
                    <p:tgtEl>
                      <p:spTgt spid="14245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0" fill="hold" nodeType="clickPar">
                      <p:stCondLst>
                        <p:cond delay="0"/>
                      </p:stCondLst>
                      <p:childTnLst>
                        <p:par>
                          <p:cTn id="16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2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4" dur="500" fill="hold"/>
                                        <p:tgtEl>
                                          <p:spTgt spid="1424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5" dur="500" fill="hold"/>
                                        <p:tgtEl>
                                          <p:spTgt spid="1424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6" dur="500"/>
                                        <p:tgtEl>
                                          <p:spTgt spid="1424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9" dur="500" fill="hold"/>
                                        <p:tgtEl>
                                          <p:spTgt spid="1424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0" dur="500" fill="hold"/>
                                        <p:tgtEl>
                                          <p:spTgt spid="1424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1424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51"/>
                  </p:tgtEl>
                </p:cond>
              </p:nextCondLst>
            </p:seq>
            <p:seq concurrent="1" nextAc="seek">
              <p:cTn id="172" restart="whenNotActive" fill="hold" evtFilter="cancelBubble" nodeType="interactiveSeq">
                <p:stCondLst>
                  <p:cond evt="onClick" delay="0">
                    <p:tgtEl>
                      <p:spTgt spid="14245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3" fill="hold" nodeType="clickPar">
                      <p:stCondLst>
                        <p:cond delay="0"/>
                      </p:stCondLst>
                      <p:childTnLst>
                        <p:par>
                          <p:cTn id="17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6" dur="2000"/>
                                        <p:tgtEl>
                                          <p:spTgt spid="1424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7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9" dur="2000"/>
                                        <p:tgtEl>
                                          <p:spTgt spid="14236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2" dur="2000"/>
                                        <p:tgtEl>
                                          <p:spTgt spid="1424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5" dur="2000"/>
                                        <p:tgtEl>
                                          <p:spTgt spid="1424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52"/>
                  </p:tgtEl>
                </p:cond>
              </p:nextCondLst>
            </p:seq>
            <p:seq concurrent="1" nextAc="seek">
              <p:cTn id="187" restart="whenNotActive" fill="hold" evtFilter="cancelBubble" nodeType="interactiveSeq">
                <p:stCondLst>
                  <p:cond evt="onClick" delay="0">
                    <p:tgtEl>
                      <p:spTgt spid="14245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8" fill="hold" nodeType="clickPar">
                      <p:stCondLst>
                        <p:cond delay="0"/>
                      </p:stCondLst>
                      <p:childTnLst>
                        <p:par>
                          <p:cTn id="18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1" dur="2000"/>
                                        <p:tgtEl>
                                          <p:spTgt spid="1424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0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9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4" dur="2000"/>
                                        <p:tgtEl>
                                          <p:spTgt spid="1424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7" dur="2000"/>
                                        <p:tgtEl>
                                          <p:spTgt spid="1423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0" dur="2000"/>
                                        <p:tgtEl>
                                          <p:spTgt spid="1424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53"/>
                  </p:tgtEl>
                </p:cond>
              </p:nextCondLst>
            </p:seq>
            <p:seq concurrent="1" nextAc="seek">
              <p:cTn id="202" restart="whenNotActive" fill="hold" evtFilter="cancelBubble" nodeType="interactiveSeq">
                <p:stCondLst>
                  <p:cond evt="onClick" delay="0">
                    <p:tgtEl>
                      <p:spTgt spid="14245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3" fill="hold" nodeType="clickPar">
                      <p:stCondLst>
                        <p:cond delay="0"/>
                      </p:stCondLst>
                      <p:childTnLst>
                        <p:par>
                          <p:cTn id="20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7" dur="500" fill="hold"/>
                                        <p:tgtEl>
                                          <p:spTgt spid="1424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8" dur="500" fill="hold"/>
                                        <p:tgtEl>
                                          <p:spTgt spid="1424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9" dur="500"/>
                                        <p:tgtEl>
                                          <p:spTgt spid="1424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2" dur="500" fill="hold"/>
                                        <p:tgtEl>
                                          <p:spTgt spid="1424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3" dur="500" fill="hold"/>
                                        <p:tgtEl>
                                          <p:spTgt spid="1424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4" dur="500"/>
                                        <p:tgtEl>
                                          <p:spTgt spid="1424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54"/>
                  </p:tgtEl>
                </p:cond>
              </p:nextCondLst>
            </p:seq>
            <p:seq concurrent="1" nextAc="seek">
              <p:cTn id="215" restart="whenNotActive" fill="hold" evtFilter="cancelBubble" nodeType="interactiveSeq">
                <p:stCondLst>
                  <p:cond evt="onClick" delay="0">
                    <p:tgtEl>
                      <p:spTgt spid="14245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6" fill="hold" nodeType="clickPar">
                      <p:stCondLst>
                        <p:cond delay="0"/>
                      </p:stCondLst>
                      <p:childTnLst>
                        <p:par>
                          <p:cTn id="21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9" dur="2000"/>
                                        <p:tgtEl>
                                          <p:spTgt spid="1424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2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2" dur="2000"/>
                                        <p:tgtEl>
                                          <p:spTgt spid="1423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5" dur="2000"/>
                                        <p:tgtEl>
                                          <p:spTgt spid="1424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8" dur="2000"/>
                                        <p:tgtEl>
                                          <p:spTgt spid="1424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55"/>
                  </p:tgtEl>
                </p:cond>
              </p:nextCondLst>
            </p:seq>
            <p:seq concurrent="1" nextAc="seek">
              <p:cTn id="230" restart="whenNotActive" fill="hold" evtFilter="cancelBubble" nodeType="interactiveSeq">
                <p:stCondLst>
                  <p:cond evt="onClick" delay="0">
                    <p:tgtEl>
                      <p:spTgt spid="14245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1" fill="hold" nodeType="clickPar">
                      <p:stCondLst>
                        <p:cond delay="0"/>
                      </p:stCondLst>
                      <p:childTnLst>
                        <p:par>
                          <p:cTn id="2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4" dur="2000"/>
                                        <p:tgtEl>
                                          <p:spTgt spid="1424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3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3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7" dur="2000"/>
                                        <p:tgtEl>
                                          <p:spTgt spid="1424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0" dur="2000"/>
                                        <p:tgtEl>
                                          <p:spTgt spid="1423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3" dur="2000"/>
                                        <p:tgtEl>
                                          <p:spTgt spid="1424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56"/>
                  </p:tgtEl>
                </p:cond>
              </p:nextCondLst>
            </p:seq>
            <p:seq concurrent="1" nextAc="seek">
              <p:cTn id="245" restart="whenNotActive" fill="hold" evtFilter="cancelBubble" nodeType="interactiveSeq">
                <p:stCondLst>
                  <p:cond evt="onClick" delay="0">
                    <p:tgtEl>
                      <p:spTgt spid="14245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6" fill="hold" nodeType="clickPar">
                      <p:stCondLst>
                        <p:cond delay="0"/>
                      </p:stCondLst>
                      <p:childTnLst>
                        <p:par>
                          <p:cTn id="24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8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0" dur="500" fill="hold"/>
                                        <p:tgtEl>
                                          <p:spTgt spid="1424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1" dur="500" fill="hold"/>
                                        <p:tgtEl>
                                          <p:spTgt spid="1424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2" dur="500"/>
                                        <p:tgtEl>
                                          <p:spTgt spid="1424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3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5" dur="500" fill="hold"/>
                                        <p:tgtEl>
                                          <p:spTgt spid="14245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6" dur="500" fill="hold"/>
                                        <p:tgtEl>
                                          <p:spTgt spid="14245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7" dur="500"/>
                                        <p:tgtEl>
                                          <p:spTgt spid="1424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57"/>
                  </p:tgtEl>
                </p:cond>
              </p:nextCondLst>
            </p:seq>
            <p:seq concurrent="1" nextAc="seek">
              <p:cTn id="258" restart="whenNotActive" fill="hold" evtFilter="cancelBubble" nodeType="interactiveSeq">
                <p:stCondLst>
                  <p:cond evt="onClick" delay="0">
                    <p:tgtEl>
                      <p:spTgt spid="14245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9" fill="hold" nodeType="clickPar">
                      <p:stCondLst>
                        <p:cond delay="0"/>
                      </p:stCondLst>
                      <p:childTnLst>
                        <p:par>
                          <p:cTn id="2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61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2" dur="2000"/>
                                        <p:tgtEl>
                                          <p:spTgt spid="1424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6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6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5" dur="2000"/>
                                        <p:tgtEl>
                                          <p:spTgt spid="1423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8" dur="2000"/>
                                        <p:tgtEl>
                                          <p:spTgt spid="1424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1" dur="2000"/>
                                        <p:tgtEl>
                                          <p:spTgt spid="1424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58"/>
                  </p:tgtEl>
                </p:cond>
              </p:nextCondLst>
            </p:seq>
            <p:seq concurrent="1" nextAc="seek">
              <p:cTn id="273" restart="whenNotActive" fill="hold" evtFilter="cancelBubble" nodeType="interactiveSeq">
                <p:stCondLst>
                  <p:cond evt="onClick" delay="0">
                    <p:tgtEl>
                      <p:spTgt spid="14245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4" fill="hold" nodeType="clickPar">
                      <p:stCondLst>
                        <p:cond delay="0"/>
                      </p:stCondLst>
                      <p:childTnLst>
                        <p:par>
                          <p:cTn id="27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6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7" dur="2000"/>
                                        <p:tgtEl>
                                          <p:spTgt spid="1424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7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7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0" dur="2000"/>
                                        <p:tgtEl>
                                          <p:spTgt spid="1424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3" dur="2000"/>
                                        <p:tgtEl>
                                          <p:spTgt spid="1423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6" dur="2000"/>
                                        <p:tgtEl>
                                          <p:spTgt spid="1424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59"/>
                  </p:tgtEl>
                </p:cond>
              </p:nextCondLst>
            </p:seq>
            <p:seq concurrent="1" nextAc="seek">
              <p:cTn id="288" restart="whenNotActive" fill="hold" evtFilter="cancelBubble" nodeType="interactiveSeq">
                <p:stCondLst>
                  <p:cond evt="onClick" delay="0">
                    <p:tgtEl>
                      <p:spTgt spid="14240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9" fill="hold" nodeType="clickPar">
                      <p:stCondLst>
                        <p:cond delay="0"/>
                      </p:stCondLst>
                      <p:childTnLst>
                        <p:par>
                          <p:cTn id="29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1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3" dur="500" fill="hold"/>
                                        <p:tgtEl>
                                          <p:spTgt spid="14240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4" dur="500" fill="hold"/>
                                        <p:tgtEl>
                                          <p:spTgt spid="14240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5" dur="500"/>
                                        <p:tgtEl>
                                          <p:spTgt spid="1424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6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8" dur="500" fill="hold"/>
                                        <p:tgtEl>
                                          <p:spTgt spid="14240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9" dur="500" fill="hold"/>
                                        <p:tgtEl>
                                          <p:spTgt spid="14240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0" dur="500"/>
                                        <p:tgtEl>
                                          <p:spTgt spid="1424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06"/>
                  </p:tgtEl>
                </p:cond>
              </p:nextCondLst>
            </p:seq>
            <p:seq concurrent="1" nextAc="seek">
              <p:cTn id="301" restart="whenNotActive" fill="hold" evtFilter="cancelBubble" nodeType="interactiveSeq">
                <p:stCondLst>
                  <p:cond evt="onClick" delay="0">
                    <p:tgtEl>
                      <p:spTgt spid="14240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2" fill="hold" nodeType="clickPar">
                      <p:stCondLst>
                        <p:cond delay="0"/>
                      </p:stCondLst>
                      <p:childTnLst>
                        <p:par>
                          <p:cTn id="30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04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5" dur="2000"/>
                                        <p:tgtEl>
                                          <p:spTgt spid="14240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0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0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8" dur="2000"/>
                                        <p:tgtEl>
                                          <p:spTgt spid="1423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1" dur="2000"/>
                                        <p:tgtEl>
                                          <p:spTgt spid="14240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4" dur="2000"/>
                                        <p:tgtEl>
                                          <p:spTgt spid="1424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07"/>
                  </p:tgtEl>
                </p:cond>
              </p:nextCondLst>
            </p:seq>
            <p:seq concurrent="1" nextAc="seek">
              <p:cTn id="316" restart="whenNotActive" fill="hold" evtFilter="cancelBubble" nodeType="interactiveSeq">
                <p:stCondLst>
                  <p:cond evt="onClick" delay="0">
                    <p:tgtEl>
                      <p:spTgt spid="14240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17" fill="hold" nodeType="clickPar">
                      <p:stCondLst>
                        <p:cond delay="0"/>
                      </p:stCondLst>
                      <p:childTnLst>
                        <p:par>
                          <p:cTn id="3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9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0" dur="2000"/>
                                        <p:tgtEl>
                                          <p:spTgt spid="1424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1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2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3" dur="2000"/>
                                        <p:tgtEl>
                                          <p:spTgt spid="14240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6" dur="2000"/>
                                        <p:tgtEl>
                                          <p:spTgt spid="1423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9" dur="2000"/>
                                        <p:tgtEl>
                                          <p:spTgt spid="14240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08"/>
                  </p:tgtEl>
                </p:cond>
              </p:nextCondLst>
            </p:seq>
            <p:seq concurrent="1" nextAc="seek">
              <p:cTn id="331" restart="whenNotActive" fill="hold" evtFilter="cancelBubble" nodeType="interactiveSeq">
                <p:stCondLst>
                  <p:cond evt="onClick" delay="0">
                    <p:tgtEl>
                      <p:spTgt spid="14240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2" fill="hold" nodeType="clickPar">
                      <p:stCondLst>
                        <p:cond delay="0"/>
                      </p:stCondLst>
                      <p:childTnLst>
                        <p:par>
                          <p:cTn id="33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4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6" dur="500" fill="hold"/>
                                        <p:tgtEl>
                                          <p:spTgt spid="1424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7" dur="500" fill="hold"/>
                                        <p:tgtEl>
                                          <p:spTgt spid="1424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8" dur="500"/>
                                        <p:tgtEl>
                                          <p:spTgt spid="1424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9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1" dur="500" fill="hold"/>
                                        <p:tgtEl>
                                          <p:spTgt spid="1424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2" dur="500" fill="hold"/>
                                        <p:tgtEl>
                                          <p:spTgt spid="1424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3" dur="500"/>
                                        <p:tgtEl>
                                          <p:spTgt spid="1424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09"/>
                  </p:tgtEl>
                </p:cond>
              </p:nextCondLst>
            </p:seq>
            <p:seq concurrent="1" nextAc="seek">
              <p:cTn id="344" restart="whenNotActive" fill="hold" evtFilter="cancelBubble" nodeType="interactiveSeq">
                <p:stCondLst>
                  <p:cond evt="onClick" delay="0">
                    <p:tgtEl>
                      <p:spTgt spid="1424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5" fill="hold" nodeType="clickPar">
                      <p:stCondLst>
                        <p:cond delay="0"/>
                      </p:stCondLst>
                      <p:childTnLst>
                        <p:par>
                          <p:cTn id="3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47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8" dur="2000"/>
                                        <p:tgtEl>
                                          <p:spTgt spid="1424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4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5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1" dur="2000"/>
                                        <p:tgtEl>
                                          <p:spTgt spid="14237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4" dur="2000"/>
                                        <p:tgtEl>
                                          <p:spTgt spid="1424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7" dur="2000"/>
                                        <p:tgtEl>
                                          <p:spTgt spid="14240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10"/>
                  </p:tgtEl>
                </p:cond>
              </p:nextCondLst>
            </p:seq>
            <p:seq concurrent="1" nextAc="seek">
              <p:cTn id="359" restart="whenNotActive" fill="hold" evtFilter="cancelBubble" nodeType="interactiveSeq">
                <p:stCondLst>
                  <p:cond evt="onClick" delay="0">
                    <p:tgtEl>
                      <p:spTgt spid="1424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0" fill="hold" nodeType="clickPar">
                      <p:stCondLst>
                        <p:cond delay="0"/>
                      </p:stCondLst>
                      <p:childTnLst>
                        <p:par>
                          <p:cTn id="36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62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3" dur="2000"/>
                                        <p:tgtEl>
                                          <p:spTgt spid="14240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62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6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6" dur="2000"/>
                                        <p:tgtEl>
                                          <p:spTgt spid="1424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9" dur="2000"/>
                                        <p:tgtEl>
                                          <p:spTgt spid="1423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2" dur="2000"/>
                                        <p:tgtEl>
                                          <p:spTgt spid="1424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11"/>
                  </p:tgtEl>
                </p:cond>
              </p:nextCondLst>
            </p:seq>
            <p:seq concurrent="1" nextAc="seek">
              <p:cTn id="374" restart="whenNotActive" fill="hold" evtFilter="cancelBubble" nodeType="interactiveSeq">
                <p:stCondLst>
                  <p:cond evt="onClick" delay="0">
                    <p:tgtEl>
                      <p:spTgt spid="14239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75" fill="hold" nodeType="clickPar">
                      <p:stCondLst>
                        <p:cond delay="0"/>
                      </p:stCondLst>
                      <p:childTnLst>
                        <p:par>
                          <p:cTn id="3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7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9" dur="500" fill="hold"/>
                                        <p:tgtEl>
                                          <p:spTgt spid="1424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0" dur="500" fill="hold"/>
                                        <p:tgtEl>
                                          <p:spTgt spid="1424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1" dur="500"/>
                                        <p:tgtEl>
                                          <p:spTgt spid="1424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2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4" dur="500" fill="hold"/>
                                        <p:tgtEl>
                                          <p:spTgt spid="1424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5" dur="500" fill="hold"/>
                                        <p:tgtEl>
                                          <p:spTgt spid="1424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6" dur="500"/>
                                        <p:tgtEl>
                                          <p:spTgt spid="1424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391"/>
                  </p:tgtEl>
                </p:cond>
              </p:nextCondLst>
            </p:seq>
            <p:seq concurrent="1" nextAc="seek">
              <p:cTn id="387" restart="whenNotActive" fill="hold" evtFilter="cancelBubble" nodeType="interactiveSeq">
                <p:stCondLst>
                  <p:cond evt="onClick" delay="0">
                    <p:tgtEl>
                      <p:spTgt spid="1424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8" fill="hold" nodeType="clickPar">
                      <p:stCondLst>
                        <p:cond delay="0"/>
                      </p:stCondLst>
                      <p:childTnLst>
                        <p:par>
                          <p:cTn id="38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1" dur="2000"/>
                                        <p:tgtEl>
                                          <p:spTgt spid="1424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90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9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4" dur="2000"/>
                                        <p:tgtEl>
                                          <p:spTgt spid="14237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7" dur="2000"/>
                                        <p:tgtEl>
                                          <p:spTgt spid="1424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0" dur="2000"/>
                                        <p:tgtEl>
                                          <p:spTgt spid="1423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12"/>
                  </p:tgtEl>
                </p:cond>
              </p:nextCondLst>
            </p:seq>
            <p:seq concurrent="1" nextAc="seek">
              <p:cTn id="402" restart="whenNotActive" fill="hold" evtFilter="cancelBubble" nodeType="interactiveSeq">
                <p:stCondLst>
                  <p:cond evt="onClick" delay="0">
                    <p:tgtEl>
                      <p:spTgt spid="1424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3" fill="hold" nodeType="clickPar">
                      <p:stCondLst>
                        <p:cond delay="0"/>
                      </p:stCondLst>
                      <p:childTnLst>
                        <p:par>
                          <p:cTn id="40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05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6" dur="2000"/>
                                        <p:tgtEl>
                                          <p:spTgt spid="1423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0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40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9" dur="2000"/>
                                        <p:tgtEl>
                                          <p:spTgt spid="1424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2" dur="2000"/>
                                        <p:tgtEl>
                                          <p:spTgt spid="1423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5" dur="2000"/>
                                        <p:tgtEl>
                                          <p:spTgt spid="1424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13"/>
                  </p:tgtEl>
                </p:cond>
              </p:nextCondLst>
            </p:seq>
            <p:seq concurrent="1" nextAc="seek">
              <p:cTn id="417" restart="whenNotActive" fill="hold" evtFilter="cancelBubble" nodeType="interactiveSeq">
                <p:stCondLst>
                  <p:cond evt="onClick" delay="0">
                    <p:tgtEl>
                      <p:spTgt spid="1424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18" fill="hold" nodeType="clickPar">
                      <p:stCondLst>
                        <p:cond delay="0"/>
                      </p:stCondLst>
                      <p:childTnLst>
                        <p:par>
                          <p:cTn id="4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20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2" dur="500" fill="hold"/>
                                        <p:tgtEl>
                                          <p:spTgt spid="1424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3" dur="500" fill="hold"/>
                                        <p:tgtEl>
                                          <p:spTgt spid="1424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4" dur="500"/>
                                        <p:tgtEl>
                                          <p:spTgt spid="1424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5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7" dur="500" fill="hold"/>
                                        <p:tgtEl>
                                          <p:spTgt spid="1424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8" dur="500" fill="hold"/>
                                        <p:tgtEl>
                                          <p:spTgt spid="1424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9" dur="500"/>
                                        <p:tgtEl>
                                          <p:spTgt spid="1424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14"/>
                  </p:tgtEl>
                </p:cond>
              </p:nextCondLst>
            </p:seq>
            <p:seq concurrent="1" nextAc="seek">
              <p:cTn id="430" restart="whenNotActive" fill="hold" evtFilter="cancelBubble" nodeType="interactiveSeq">
                <p:stCondLst>
                  <p:cond evt="onClick" delay="0">
                    <p:tgtEl>
                      <p:spTgt spid="1424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31" fill="hold" nodeType="clickPar">
                      <p:stCondLst>
                        <p:cond delay="0"/>
                      </p:stCondLst>
                      <p:childTnLst>
                        <p:par>
                          <p:cTn id="4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33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4" dur="2000"/>
                                        <p:tgtEl>
                                          <p:spTgt spid="1424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3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43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7" dur="2000"/>
                                        <p:tgtEl>
                                          <p:spTgt spid="14237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0" dur="2000"/>
                                        <p:tgtEl>
                                          <p:spTgt spid="1424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3" dur="2000"/>
                                        <p:tgtEl>
                                          <p:spTgt spid="1424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15"/>
                  </p:tgtEl>
                </p:cond>
              </p:nextCondLst>
            </p:seq>
            <p:seq concurrent="1" nextAc="seek">
              <p:cTn id="445" restart="whenNotActive" fill="hold" evtFilter="cancelBubble" nodeType="interactiveSeq">
                <p:stCondLst>
                  <p:cond evt="onClick" delay="0">
                    <p:tgtEl>
                      <p:spTgt spid="1424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6" fill="hold" nodeType="clickPar">
                      <p:stCondLst>
                        <p:cond delay="0"/>
                      </p:stCondLst>
                      <p:childTnLst>
                        <p:par>
                          <p:cTn id="44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48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9" dur="2000"/>
                                        <p:tgtEl>
                                          <p:spTgt spid="1424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4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45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2" dur="2000"/>
                                        <p:tgtEl>
                                          <p:spTgt spid="1424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5" dur="2000"/>
                                        <p:tgtEl>
                                          <p:spTgt spid="1423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8" dur="2000"/>
                                        <p:tgtEl>
                                          <p:spTgt spid="1424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16"/>
                  </p:tgtEl>
                </p:cond>
              </p:nextCondLst>
            </p:seq>
            <p:seq concurrent="1" nextAc="seek">
              <p:cTn id="460" restart="whenNotActive" fill="hold" evtFilter="cancelBubble" nodeType="interactiveSeq">
                <p:stCondLst>
                  <p:cond evt="onClick" delay="0">
                    <p:tgtEl>
                      <p:spTgt spid="1424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61" fill="hold" nodeType="clickPar">
                      <p:stCondLst>
                        <p:cond delay="0"/>
                      </p:stCondLst>
                      <p:childTnLst>
                        <p:par>
                          <p:cTn id="46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63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5" dur="500" fill="hold"/>
                                        <p:tgtEl>
                                          <p:spTgt spid="1424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6" dur="500" fill="hold"/>
                                        <p:tgtEl>
                                          <p:spTgt spid="1424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7" dur="500"/>
                                        <p:tgtEl>
                                          <p:spTgt spid="1424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8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0" dur="500" fill="hold"/>
                                        <p:tgtEl>
                                          <p:spTgt spid="1424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1" dur="500" fill="hold"/>
                                        <p:tgtEl>
                                          <p:spTgt spid="1424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2" dur="500"/>
                                        <p:tgtEl>
                                          <p:spTgt spid="1424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17"/>
                  </p:tgtEl>
                </p:cond>
              </p:nextCondLst>
            </p:seq>
            <p:seq concurrent="1" nextAc="seek">
              <p:cTn id="473" restart="whenNotActive" fill="hold" evtFilter="cancelBubble" nodeType="interactiveSeq">
                <p:stCondLst>
                  <p:cond evt="onClick" delay="0">
                    <p:tgtEl>
                      <p:spTgt spid="1424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74" fill="hold" nodeType="clickPar">
                      <p:stCondLst>
                        <p:cond delay="0"/>
                      </p:stCondLst>
                      <p:childTnLst>
                        <p:par>
                          <p:cTn id="47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6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7" dur="2000"/>
                                        <p:tgtEl>
                                          <p:spTgt spid="1424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7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47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0" dur="2000"/>
                                        <p:tgtEl>
                                          <p:spTgt spid="14237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3" dur="2000"/>
                                        <p:tgtEl>
                                          <p:spTgt spid="1424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6" dur="2000"/>
                                        <p:tgtEl>
                                          <p:spTgt spid="1424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18"/>
                  </p:tgtEl>
                </p:cond>
              </p:nextCondLst>
            </p:seq>
            <p:seq concurrent="1" nextAc="seek">
              <p:cTn id="488" restart="whenNotActive" fill="hold" evtFilter="cancelBubble" nodeType="interactiveSeq">
                <p:stCondLst>
                  <p:cond evt="onClick" delay="0">
                    <p:tgtEl>
                      <p:spTgt spid="1424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89" fill="hold" nodeType="clickPar">
                      <p:stCondLst>
                        <p:cond delay="0"/>
                      </p:stCondLst>
                      <p:childTnLst>
                        <p:par>
                          <p:cTn id="49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2" dur="2000"/>
                                        <p:tgtEl>
                                          <p:spTgt spid="1424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9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49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5" dur="2000"/>
                                        <p:tgtEl>
                                          <p:spTgt spid="1424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8" dur="2000"/>
                                        <p:tgtEl>
                                          <p:spTgt spid="1423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1" dur="2000"/>
                                        <p:tgtEl>
                                          <p:spTgt spid="1424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19"/>
                  </p:tgtEl>
                </p:cond>
              </p:nextCondLst>
            </p:seq>
            <p:seq concurrent="1" nextAc="seek">
              <p:cTn id="503" restart="whenNotActive" fill="hold" evtFilter="cancelBubble" nodeType="interactiveSeq">
                <p:stCondLst>
                  <p:cond evt="onClick" delay="0">
                    <p:tgtEl>
                      <p:spTgt spid="14239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04" fill="hold" nodeType="clickPar">
                      <p:stCondLst>
                        <p:cond delay="0"/>
                      </p:stCondLst>
                      <p:childTnLst>
                        <p:par>
                          <p:cTn id="50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06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8" dur="500" fill="hold"/>
                                        <p:tgtEl>
                                          <p:spTgt spid="1424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9" dur="500" fill="hold"/>
                                        <p:tgtEl>
                                          <p:spTgt spid="1424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0" dur="500"/>
                                        <p:tgtEl>
                                          <p:spTgt spid="1424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1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3" dur="500" fill="hold"/>
                                        <p:tgtEl>
                                          <p:spTgt spid="1424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4" dur="500" fill="hold"/>
                                        <p:tgtEl>
                                          <p:spTgt spid="1424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5" dur="500"/>
                                        <p:tgtEl>
                                          <p:spTgt spid="1424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392"/>
                  </p:tgtEl>
                </p:cond>
              </p:nextCondLst>
            </p:seq>
            <p:seq concurrent="1" nextAc="seek">
              <p:cTn id="516" restart="whenNotActive" fill="hold" evtFilter="cancelBubble" nodeType="interactiveSeq">
                <p:stCondLst>
                  <p:cond evt="onClick" delay="0">
                    <p:tgtEl>
                      <p:spTgt spid="1424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17" fill="hold" nodeType="clickPar">
                      <p:stCondLst>
                        <p:cond delay="0"/>
                      </p:stCondLst>
                      <p:childTnLst>
                        <p:par>
                          <p:cTn id="5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1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0" dur="2000"/>
                                        <p:tgtEl>
                                          <p:spTgt spid="1424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1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2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3" dur="2000"/>
                                        <p:tgtEl>
                                          <p:spTgt spid="1423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6" dur="2000"/>
                                        <p:tgtEl>
                                          <p:spTgt spid="1424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9" dur="2000"/>
                                        <p:tgtEl>
                                          <p:spTgt spid="1423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20"/>
                  </p:tgtEl>
                </p:cond>
              </p:nextCondLst>
            </p:seq>
            <p:seq concurrent="1" nextAc="seek">
              <p:cTn id="531" restart="whenNotActive" fill="hold" evtFilter="cancelBubble" nodeType="interactiveSeq">
                <p:stCondLst>
                  <p:cond evt="onClick" delay="0">
                    <p:tgtEl>
                      <p:spTgt spid="1424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32" fill="hold" nodeType="clickPar">
                      <p:stCondLst>
                        <p:cond delay="0"/>
                      </p:stCondLst>
                      <p:childTnLst>
                        <p:par>
                          <p:cTn id="53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4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5" dur="2000"/>
                                        <p:tgtEl>
                                          <p:spTgt spid="1423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3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3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8" dur="2000"/>
                                        <p:tgtEl>
                                          <p:spTgt spid="1424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1" dur="2000"/>
                                        <p:tgtEl>
                                          <p:spTgt spid="1423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4" dur="2000"/>
                                        <p:tgtEl>
                                          <p:spTgt spid="1424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21"/>
                  </p:tgtEl>
                </p:cond>
              </p:nextCondLst>
            </p:seq>
            <p:seq concurrent="1" nextAc="seek">
              <p:cTn id="546" restart="whenNotActive" fill="hold" evtFilter="cancelBubble" nodeType="interactiveSeq">
                <p:stCondLst>
                  <p:cond evt="onClick" delay="0">
                    <p:tgtEl>
                      <p:spTgt spid="14239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7" fill="hold" nodeType="clickPar">
                      <p:stCondLst>
                        <p:cond delay="0"/>
                      </p:stCondLst>
                      <p:childTnLst>
                        <p:par>
                          <p:cTn id="5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49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1" dur="500" fill="hold"/>
                                        <p:tgtEl>
                                          <p:spTgt spid="1424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2" dur="500" fill="hold"/>
                                        <p:tgtEl>
                                          <p:spTgt spid="1424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3" dur="500"/>
                                        <p:tgtEl>
                                          <p:spTgt spid="1424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4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6" dur="500" fill="hold"/>
                                        <p:tgtEl>
                                          <p:spTgt spid="1424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7" dur="500" fill="hold"/>
                                        <p:tgtEl>
                                          <p:spTgt spid="1424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8" dur="500"/>
                                        <p:tgtEl>
                                          <p:spTgt spid="1424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393"/>
                  </p:tgtEl>
                </p:cond>
              </p:nextCondLst>
            </p:seq>
            <p:seq concurrent="1" nextAc="seek">
              <p:cTn id="559" restart="whenNotActive" fill="hold" evtFilter="cancelBubble" nodeType="interactiveSeq">
                <p:stCondLst>
                  <p:cond evt="onClick" delay="0">
                    <p:tgtEl>
                      <p:spTgt spid="1424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60" fill="hold" nodeType="clickPar">
                      <p:stCondLst>
                        <p:cond delay="0"/>
                      </p:stCondLst>
                      <p:childTnLst>
                        <p:par>
                          <p:cTn id="56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62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3" dur="2000"/>
                                        <p:tgtEl>
                                          <p:spTgt spid="1424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62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6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6" dur="2000"/>
                                        <p:tgtEl>
                                          <p:spTgt spid="1423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9" dur="2000"/>
                                        <p:tgtEl>
                                          <p:spTgt spid="1424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2" dur="2000"/>
                                        <p:tgtEl>
                                          <p:spTgt spid="14239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22"/>
                  </p:tgtEl>
                </p:cond>
              </p:nextCondLst>
            </p:seq>
            <p:seq concurrent="1" nextAc="seek">
              <p:cTn id="574" restart="whenNotActive" fill="hold" evtFilter="cancelBubble" nodeType="interactiveSeq">
                <p:stCondLst>
                  <p:cond evt="onClick" delay="0">
                    <p:tgtEl>
                      <p:spTgt spid="1424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75" fill="hold" nodeType="clickPar">
                      <p:stCondLst>
                        <p:cond delay="0"/>
                      </p:stCondLst>
                      <p:childTnLst>
                        <p:par>
                          <p:cTn id="5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7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8" dur="2000"/>
                                        <p:tgtEl>
                                          <p:spTgt spid="14239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7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8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1" dur="2000"/>
                                        <p:tgtEl>
                                          <p:spTgt spid="1424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4" dur="2000"/>
                                        <p:tgtEl>
                                          <p:spTgt spid="1423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7" dur="2000"/>
                                        <p:tgtEl>
                                          <p:spTgt spid="1424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23"/>
                  </p:tgtEl>
                </p:cond>
              </p:nextCondLst>
            </p:seq>
            <p:seq concurrent="1" nextAc="seek">
              <p:cTn id="589" restart="whenNotActive" fill="hold" evtFilter="cancelBubble" nodeType="interactiveSeq">
                <p:stCondLst>
                  <p:cond evt="onClick" delay="0">
                    <p:tgtEl>
                      <p:spTgt spid="14234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90" fill="hold" nodeType="clickPar">
                      <p:stCondLst>
                        <p:cond delay="0"/>
                      </p:stCondLst>
                      <p:childTnLst>
                        <p:par>
                          <p:cTn id="59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92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4" dur="500" fill="hold"/>
                                        <p:tgtEl>
                                          <p:spTgt spid="14239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5" dur="500" fill="hold"/>
                                        <p:tgtEl>
                                          <p:spTgt spid="14239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6" dur="500"/>
                                        <p:tgtEl>
                                          <p:spTgt spid="1423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7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9" dur="500" fill="hold"/>
                                        <p:tgtEl>
                                          <p:spTgt spid="1423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0" dur="500" fill="hold"/>
                                        <p:tgtEl>
                                          <p:spTgt spid="1423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1" dur="500"/>
                                        <p:tgtEl>
                                          <p:spTgt spid="1423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340"/>
                  </p:tgtEl>
                </p:cond>
              </p:nextCondLst>
            </p:seq>
            <p:seq concurrent="1" nextAc="seek">
              <p:cTn id="602" restart="whenNotActive" fill="hold" evtFilter="cancelBubble" nodeType="interactiveSeq">
                <p:stCondLst>
                  <p:cond evt="onClick" delay="0">
                    <p:tgtEl>
                      <p:spTgt spid="14239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3" fill="hold" nodeType="clickPar">
                      <p:stCondLst>
                        <p:cond delay="0"/>
                      </p:stCondLst>
                      <p:childTnLst>
                        <p:par>
                          <p:cTn id="60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0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6" dur="2000"/>
                                        <p:tgtEl>
                                          <p:spTgt spid="14239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0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0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9" dur="2000"/>
                                        <p:tgtEl>
                                          <p:spTgt spid="1423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2" dur="2000"/>
                                        <p:tgtEl>
                                          <p:spTgt spid="1423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5" dur="2000"/>
                                        <p:tgtEl>
                                          <p:spTgt spid="1423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394"/>
                  </p:tgtEl>
                </p:cond>
              </p:nextCondLst>
            </p:seq>
            <p:seq concurrent="1" nextAc="seek">
              <p:cTn id="617" restart="whenNotActive" fill="hold" evtFilter="cancelBubble" nodeType="interactiveSeq">
                <p:stCondLst>
                  <p:cond evt="onClick" delay="0">
                    <p:tgtEl>
                      <p:spTgt spid="14234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18" fill="hold" nodeType="clickPar">
                      <p:stCondLst>
                        <p:cond delay="0"/>
                      </p:stCondLst>
                      <p:childTnLst>
                        <p:par>
                          <p:cTn id="6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2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1" dur="2000"/>
                                        <p:tgtEl>
                                          <p:spTgt spid="1423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20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2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4" dur="2000"/>
                                        <p:tgtEl>
                                          <p:spTgt spid="14239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7" dur="2000"/>
                                        <p:tgtEl>
                                          <p:spTgt spid="1423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0" dur="2000"/>
                                        <p:tgtEl>
                                          <p:spTgt spid="1423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341"/>
                  </p:tgtEl>
                </p:cond>
              </p:nextCondLst>
            </p:seq>
            <p:seq concurrent="1" nextAc="seek">
              <p:cTn id="632" restart="whenNotActive" fill="hold" evtFilter="cancelBubble" nodeType="interactiveSeq">
                <p:stCondLst>
                  <p:cond evt="onClick" delay="0">
                    <p:tgtEl>
                      <p:spTgt spid="14242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33" fill="hold" nodeType="clickPar">
                      <p:stCondLst>
                        <p:cond delay="0"/>
                      </p:stCondLst>
                      <p:childTnLst>
                        <p:par>
                          <p:cTn id="6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3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37" dur="500" fill="hold"/>
                                        <p:tgtEl>
                                          <p:spTgt spid="1424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8" dur="500" fill="hold"/>
                                        <p:tgtEl>
                                          <p:spTgt spid="1424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39" dur="500"/>
                                        <p:tgtEl>
                                          <p:spTgt spid="1424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0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2" dur="500" fill="hold"/>
                                        <p:tgtEl>
                                          <p:spTgt spid="1424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3" dur="500" fill="hold"/>
                                        <p:tgtEl>
                                          <p:spTgt spid="1424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4" dur="500"/>
                                        <p:tgtEl>
                                          <p:spTgt spid="1424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24"/>
                  </p:tgtEl>
                </p:cond>
              </p:nextCondLst>
            </p:seq>
            <p:seq concurrent="1" nextAc="seek">
              <p:cTn id="645" restart="whenNotActive" fill="hold" evtFilter="cancelBubble" nodeType="interactiveSeq">
                <p:stCondLst>
                  <p:cond evt="onClick" delay="0">
                    <p:tgtEl>
                      <p:spTgt spid="14242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46" fill="hold" nodeType="clickPar">
                      <p:stCondLst>
                        <p:cond delay="0"/>
                      </p:stCondLst>
                      <p:childTnLst>
                        <p:par>
                          <p:cTn id="64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4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9" dur="2000"/>
                                        <p:tgtEl>
                                          <p:spTgt spid="1424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4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5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2" dur="2000"/>
                                        <p:tgtEl>
                                          <p:spTgt spid="14237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5" dur="2000"/>
                                        <p:tgtEl>
                                          <p:spTgt spid="1424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8" dur="2000"/>
                                        <p:tgtEl>
                                          <p:spTgt spid="1424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25"/>
                  </p:tgtEl>
                </p:cond>
              </p:nextCondLst>
            </p:seq>
            <p:seq concurrent="1" nextAc="seek">
              <p:cTn id="660" restart="whenNotActive" fill="hold" evtFilter="cancelBubble" nodeType="interactiveSeq">
                <p:stCondLst>
                  <p:cond evt="onClick" delay="0">
                    <p:tgtEl>
                      <p:spTgt spid="1424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61" fill="hold" nodeType="clickPar">
                      <p:stCondLst>
                        <p:cond delay="0"/>
                      </p:stCondLst>
                      <p:childTnLst>
                        <p:par>
                          <p:cTn id="66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6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4" dur="2000"/>
                                        <p:tgtEl>
                                          <p:spTgt spid="1424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6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6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7" dur="2000"/>
                                        <p:tgtEl>
                                          <p:spTgt spid="1424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0" dur="2000"/>
                                        <p:tgtEl>
                                          <p:spTgt spid="1423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3" dur="2000"/>
                                        <p:tgtEl>
                                          <p:spTgt spid="1424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26"/>
                  </p:tgtEl>
                </p:cond>
              </p:nextCondLst>
            </p:seq>
            <p:seq concurrent="1" nextAc="seek">
              <p:cTn id="675" restart="whenNotActive" fill="hold" evtFilter="cancelBubble" nodeType="interactiveSeq">
                <p:stCondLst>
                  <p:cond evt="onClick" delay="0">
                    <p:tgtEl>
                      <p:spTgt spid="1424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76" fill="hold" nodeType="clickPar">
                      <p:stCondLst>
                        <p:cond delay="0"/>
                      </p:stCondLst>
                      <p:childTnLst>
                        <p:par>
                          <p:cTn id="67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78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0" dur="500" fill="hold"/>
                                        <p:tgtEl>
                                          <p:spTgt spid="1424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1" dur="500" fill="hold"/>
                                        <p:tgtEl>
                                          <p:spTgt spid="1424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2" dur="500"/>
                                        <p:tgtEl>
                                          <p:spTgt spid="1424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3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5" dur="500" fill="hold"/>
                                        <p:tgtEl>
                                          <p:spTgt spid="1424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6" dur="500" fill="hold"/>
                                        <p:tgtEl>
                                          <p:spTgt spid="1424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7" dur="500"/>
                                        <p:tgtEl>
                                          <p:spTgt spid="1424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27"/>
                  </p:tgtEl>
                </p:cond>
              </p:nextCondLst>
            </p:seq>
            <p:seq concurrent="1" nextAc="seek">
              <p:cTn id="688" restart="whenNotActive" fill="hold" evtFilter="cancelBubble" nodeType="interactiveSeq">
                <p:stCondLst>
                  <p:cond evt="onClick" delay="0">
                    <p:tgtEl>
                      <p:spTgt spid="14242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89" fill="hold" nodeType="clickPar">
                      <p:stCondLst>
                        <p:cond delay="0"/>
                      </p:stCondLst>
                      <p:childTnLst>
                        <p:par>
                          <p:cTn id="69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91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2" dur="2000"/>
                                        <p:tgtEl>
                                          <p:spTgt spid="1424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9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9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5" dur="2000"/>
                                        <p:tgtEl>
                                          <p:spTgt spid="14237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8" dur="2000"/>
                                        <p:tgtEl>
                                          <p:spTgt spid="1424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1" dur="2000"/>
                                        <p:tgtEl>
                                          <p:spTgt spid="1424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28"/>
                  </p:tgtEl>
                </p:cond>
              </p:nextCondLst>
            </p:seq>
            <p:seq concurrent="1" nextAc="seek">
              <p:cTn id="703" restart="whenNotActive" fill="hold" evtFilter="cancelBubble" nodeType="interactiveSeq">
                <p:stCondLst>
                  <p:cond evt="onClick" delay="0">
                    <p:tgtEl>
                      <p:spTgt spid="14242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04" fill="hold" nodeType="clickPar">
                      <p:stCondLst>
                        <p:cond delay="0"/>
                      </p:stCondLst>
                      <p:childTnLst>
                        <p:par>
                          <p:cTn id="70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06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7" dur="2000"/>
                                        <p:tgtEl>
                                          <p:spTgt spid="1424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0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0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0" dur="2000"/>
                                        <p:tgtEl>
                                          <p:spTgt spid="1424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3" dur="2000"/>
                                        <p:tgtEl>
                                          <p:spTgt spid="1423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6" dur="2000"/>
                                        <p:tgtEl>
                                          <p:spTgt spid="1424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29"/>
                  </p:tgtEl>
                </p:cond>
              </p:nextCondLst>
            </p:seq>
            <p:seq concurrent="1" nextAc="seek">
              <p:cTn id="718" restart="whenNotActive" fill="hold" evtFilter="cancelBubble" nodeType="interactiveSeq">
                <p:stCondLst>
                  <p:cond evt="onClick" delay="0">
                    <p:tgtEl>
                      <p:spTgt spid="14239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19" fill="hold" nodeType="clickPar">
                      <p:stCondLst>
                        <p:cond delay="0"/>
                      </p:stCondLst>
                      <p:childTnLst>
                        <p:par>
                          <p:cTn id="7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21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3" dur="500" fill="hold"/>
                                        <p:tgtEl>
                                          <p:spTgt spid="1424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4" dur="500" fill="hold"/>
                                        <p:tgtEl>
                                          <p:spTgt spid="1424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5" dur="500"/>
                                        <p:tgtEl>
                                          <p:spTgt spid="1424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6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8" dur="500" fill="hold"/>
                                        <p:tgtEl>
                                          <p:spTgt spid="1424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9" dur="500" fill="hold"/>
                                        <p:tgtEl>
                                          <p:spTgt spid="1424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0" dur="500"/>
                                        <p:tgtEl>
                                          <p:spTgt spid="1424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395"/>
                  </p:tgtEl>
                </p:cond>
              </p:nextCondLst>
            </p:seq>
            <p:seq concurrent="1" nextAc="seek">
              <p:cTn id="731" restart="whenNotActive" fill="hold" evtFilter="cancelBubble" nodeType="interactiveSeq">
                <p:stCondLst>
                  <p:cond evt="onClick" delay="0">
                    <p:tgtEl>
                      <p:spTgt spid="1424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32" fill="hold" nodeType="clickPar">
                      <p:stCondLst>
                        <p:cond delay="0"/>
                      </p:stCondLst>
                      <p:childTnLst>
                        <p:par>
                          <p:cTn id="73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34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5" dur="2000"/>
                                        <p:tgtEl>
                                          <p:spTgt spid="1424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3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3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8" dur="2000"/>
                                        <p:tgtEl>
                                          <p:spTgt spid="14238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1" dur="2000"/>
                                        <p:tgtEl>
                                          <p:spTgt spid="1424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4" dur="2000"/>
                                        <p:tgtEl>
                                          <p:spTgt spid="14239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30"/>
                  </p:tgtEl>
                </p:cond>
              </p:nextCondLst>
            </p:seq>
            <p:seq concurrent="1" nextAc="seek">
              <p:cTn id="746" restart="whenNotActive" fill="hold" evtFilter="cancelBubble" nodeType="interactiveSeq">
                <p:stCondLst>
                  <p:cond evt="onClick" delay="0">
                    <p:tgtEl>
                      <p:spTgt spid="14243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47" fill="hold" nodeType="clickPar">
                      <p:stCondLst>
                        <p:cond delay="0"/>
                      </p:stCondLst>
                      <p:childTnLst>
                        <p:par>
                          <p:cTn id="7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49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0" dur="2000"/>
                                        <p:tgtEl>
                                          <p:spTgt spid="14239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4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5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3" dur="2000"/>
                                        <p:tgtEl>
                                          <p:spTgt spid="1424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6" dur="2000"/>
                                        <p:tgtEl>
                                          <p:spTgt spid="1423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9" dur="2000"/>
                                        <p:tgtEl>
                                          <p:spTgt spid="1424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31"/>
                  </p:tgtEl>
                </p:cond>
              </p:nextCondLst>
            </p:seq>
            <p:seq concurrent="1" nextAc="seek">
              <p:cTn id="761" restart="whenNotActive" fill="hold" evtFilter="cancelBubble" nodeType="interactiveSeq">
                <p:stCondLst>
                  <p:cond evt="onClick" delay="0">
                    <p:tgtEl>
                      <p:spTgt spid="14239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62" fill="hold" nodeType="clickPar">
                      <p:stCondLst>
                        <p:cond delay="0"/>
                      </p:stCondLst>
                      <p:childTnLst>
                        <p:par>
                          <p:cTn id="76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64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66" dur="500" fill="hold"/>
                                        <p:tgtEl>
                                          <p:spTgt spid="1424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7" dur="500" fill="hold"/>
                                        <p:tgtEl>
                                          <p:spTgt spid="1424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8" dur="500"/>
                                        <p:tgtEl>
                                          <p:spTgt spid="1424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9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71" dur="500" fill="hold"/>
                                        <p:tgtEl>
                                          <p:spTgt spid="1424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2" dur="500" fill="hold"/>
                                        <p:tgtEl>
                                          <p:spTgt spid="1424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3" dur="500"/>
                                        <p:tgtEl>
                                          <p:spTgt spid="1424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396"/>
                  </p:tgtEl>
                </p:cond>
              </p:nextCondLst>
            </p:seq>
            <p:seq concurrent="1" nextAc="seek">
              <p:cTn id="774" restart="whenNotActive" fill="hold" evtFilter="cancelBubble" nodeType="interactiveSeq">
                <p:stCondLst>
                  <p:cond evt="onClick" delay="0">
                    <p:tgtEl>
                      <p:spTgt spid="14243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75" fill="hold" nodeType="clickPar">
                      <p:stCondLst>
                        <p:cond delay="0"/>
                      </p:stCondLst>
                      <p:childTnLst>
                        <p:par>
                          <p:cTn id="7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77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8" dur="2000"/>
                                        <p:tgtEl>
                                          <p:spTgt spid="1424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7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8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1" dur="2000"/>
                                        <p:tgtEl>
                                          <p:spTgt spid="1423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4" dur="2000"/>
                                        <p:tgtEl>
                                          <p:spTgt spid="1424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7" dur="2000"/>
                                        <p:tgtEl>
                                          <p:spTgt spid="1423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32"/>
                  </p:tgtEl>
                </p:cond>
              </p:nextCondLst>
            </p:seq>
            <p:seq concurrent="1" nextAc="seek">
              <p:cTn id="789" restart="whenNotActive" fill="hold" evtFilter="cancelBubble" nodeType="interactiveSeq">
                <p:stCondLst>
                  <p:cond evt="onClick" delay="0">
                    <p:tgtEl>
                      <p:spTgt spid="14243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90" fill="hold" nodeType="clickPar">
                      <p:stCondLst>
                        <p:cond delay="0"/>
                      </p:stCondLst>
                      <p:childTnLst>
                        <p:par>
                          <p:cTn id="79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92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3" dur="2000"/>
                                        <p:tgtEl>
                                          <p:spTgt spid="1423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92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9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6" dur="2000"/>
                                        <p:tgtEl>
                                          <p:spTgt spid="1424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9" dur="2000"/>
                                        <p:tgtEl>
                                          <p:spTgt spid="1423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2" dur="2000"/>
                                        <p:tgtEl>
                                          <p:spTgt spid="1424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33"/>
                  </p:tgtEl>
                </p:cond>
              </p:nextCondLst>
            </p:seq>
            <p:seq concurrent="1" nextAc="seek">
              <p:cTn id="804" restart="whenNotActive" fill="hold" evtFilter="cancelBubble" nodeType="interactiveSeq">
                <p:stCondLst>
                  <p:cond evt="onClick" delay="0">
                    <p:tgtEl>
                      <p:spTgt spid="14239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05" fill="hold" nodeType="clickPar">
                      <p:stCondLst>
                        <p:cond delay="0"/>
                      </p:stCondLst>
                      <p:childTnLst>
                        <p:par>
                          <p:cTn id="80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07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09" dur="500" fill="hold"/>
                                        <p:tgtEl>
                                          <p:spTgt spid="1423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0" dur="500" fill="hold"/>
                                        <p:tgtEl>
                                          <p:spTgt spid="1423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11" dur="500"/>
                                        <p:tgtEl>
                                          <p:spTgt spid="1423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2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14" dur="500" fill="hold"/>
                                        <p:tgtEl>
                                          <p:spTgt spid="14239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5" dur="500" fill="hold"/>
                                        <p:tgtEl>
                                          <p:spTgt spid="14239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16" dur="500"/>
                                        <p:tgtEl>
                                          <p:spTgt spid="1423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390"/>
                  </p:tgtEl>
                </p:cond>
              </p:nextCondLst>
            </p:seq>
            <p:seq concurrent="1" nextAc="seek">
              <p:cTn id="817" restart="whenNotActive" fill="hold" evtFilter="cancelBubble" nodeType="interactiveSeq">
                <p:stCondLst>
                  <p:cond evt="onClick" delay="0">
                    <p:tgtEl>
                      <p:spTgt spid="14239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18" fill="hold" nodeType="clickPar">
                      <p:stCondLst>
                        <p:cond delay="0"/>
                      </p:stCondLst>
                      <p:childTnLst>
                        <p:par>
                          <p:cTn id="8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2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21" dur="2000"/>
                                        <p:tgtEl>
                                          <p:spTgt spid="1423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820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82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24" dur="2000"/>
                                        <p:tgtEl>
                                          <p:spTgt spid="1423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27" dur="2000"/>
                                        <p:tgtEl>
                                          <p:spTgt spid="14239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0" dur="2000"/>
                                        <p:tgtEl>
                                          <p:spTgt spid="14239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397"/>
                  </p:tgtEl>
                </p:cond>
              </p:nextCondLst>
            </p:seq>
            <p:seq concurrent="1" nextAc="seek">
              <p:cTn id="832" restart="whenNotActive" fill="hold" evtFilter="cancelBubble" nodeType="interactiveSeq">
                <p:stCondLst>
                  <p:cond evt="onClick" delay="0">
                    <p:tgtEl>
                      <p:spTgt spid="14239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33" fill="hold" nodeType="clickPar">
                      <p:stCondLst>
                        <p:cond delay="0"/>
                      </p:stCondLst>
                      <p:childTnLst>
                        <p:par>
                          <p:cTn id="8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35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6" dur="2000"/>
                                        <p:tgtEl>
                                          <p:spTgt spid="14239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83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83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9" dur="2000"/>
                                        <p:tgtEl>
                                          <p:spTgt spid="1423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42" dur="2000"/>
                                        <p:tgtEl>
                                          <p:spTgt spid="1423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45" dur="2000"/>
                                        <p:tgtEl>
                                          <p:spTgt spid="14239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398"/>
                  </p:tgtEl>
                </p:cond>
              </p:nextCondLst>
            </p:seq>
            <p:seq concurrent="1" nextAc="seek">
              <p:cTn id="847" restart="whenNotActive" fill="hold" evtFilter="cancelBubble" nodeType="interactiveSeq">
                <p:stCondLst>
                  <p:cond evt="onClick" delay="0">
                    <p:tgtEl>
                      <p:spTgt spid="14239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48" fill="hold" nodeType="clickPar">
                      <p:stCondLst>
                        <p:cond delay="0"/>
                      </p:stCondLst>
                      <p:childTnLst>
                        <p:par>
                          <p:cTn id="84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50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52" dur="500" fill="hold"/>
                                        <p:tgtEl>
                                          <p:spTgt spid="1424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3" dur="500" fill="hold"/>
                                        <p:tgtEl>
                                          <p:spTgt spid="1424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4" dur="500"/>
                                        <p:tgtEl>
                                          <p:spTgt spid="1424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5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57" dur="500" fill="hold"/>
                                        <p:tgtEl>
                                          <p:spTgt spid="1424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8" dur="500" fill="hold"/>
                                        <p:tgtEl>
                                          <p:spTgt spid="1424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9" dur="500"/>
                                        <p:tgtEl>
                                          <p:spTgt spid="1424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399"/>
                  </p:tgtEl>
                </p:cond>
              </p:nextCondLst>
            </p:seq>
            <p:seq concurrent="1" nextAc="seek">
              <p:cTn id="860" restart="whenNotActive" fill="hold" evtFilter="cancelBubble" nodeType="interactiveSeq">
                <p:stCondLst>
                  <p:cond evt="onClick" delay="0">
                    <p:tgtEl>
                      <p:spTgt spid="14243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61" fill="hold" nodeType="clickPar">
                      <p:stCondLst>
                        <p:cond delay="0"/>
                      </p:stCondLst>
                      <p:childTnLst>
                        <p:par>
                          <p:cTn id="86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63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64" dur="2000"/>
                                        <p:tgtEl>
                                          <p:spTgt spid="1424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86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86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67" dur="2000"/>
                                        <p:tgtEl>
                                          <p:spTgt spid="1423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0" dur="2000"/>
                                        <p:tgtEl>
                                          <p:spTgt spid="1424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7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3" dur="2000"/>
                                        <p:tgtEl>
                                          <p:spTgt spid="14239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7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34"/>
                  </p:tgtEl>
                </p:cond>
              </p:nextCondLst>
            </p:seq>
            <p:seq concurrent="1" nextAc="seek">
              <p:cTn id="875" restart="whenNotActive" fill="hold" evtFilter="cancelBubble" nodeType="interactiveSeq">
                <p:stCondLst>
                  <p:cond evt="onClick" delay="0">
                    <p:tgtEl>
                      <p:spTgt spid="14243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76" fill="hold" nodeType="clickPar">
                      <p:stCondLst>
                        <p:cond delay="0"/>
                      </p:stCondLst>
                      <p:childTnLst>
                        <p:par>
                          <p:cTn id="87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78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9" dur="2000"/>
                                        <p:tgtEl>
                                          <p:spTgt spid="14239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87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88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2" dur="2000"/>
                                        <p:tgtEl>
                                          <p:spTgt spid="1424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5" dur="2000"/>
                                        <p:tgtEl>
                                          <p:spTgt spid="1423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8" dur="2000"/>
                                        <p:tgtEl>
                                          <p:spTgt spid="1424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35"/>
                  </p:tgtEl>
                </p:cond>
              </p:nextCondLst>
            </p:seq>
            <p:seq concurrent="1" nextAc="seek">
              <p:cTn id="890" restart="whenNotActive" fill="hold" evtFilter="cancelBubble" nodeType="interactiveSeq">
                <p:stCondLst>
                  <p:cond evt="onClick" delay="0">
                    <p:tgtEl>
                      <p:spTgt spid="14240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91" fill="hold" nodeType="clickPar">
                      <p:stCondLst>
                        <p:cond delay="0"/>
                      </p:stCondLst>
                      <p:childTnLst>
                        <p:par>
                          <p:cTn id="89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93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95" dur="500" fill="hold"/>
                                        <p:tgtEl>
                                          <p:spTgt spid="1424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6" dur="500" fill="hold"/>
                                        <p:tgtEl>
                                          <p:spTgt spid="1424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97" dur="500"/>
                                        <p:tgtEl>
                                          <p:spTgt spid="1424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8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00" dur="500" fill="hold"/>
                                        <p:tgtEl>
                                          <p:spTgt spid="1424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1" dur="500" fill="hold"/>
                                        <p:tgtEl>
                                          <p:spTgt spid="1424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02" dur="500"/>
                                        <p:tgtEl>
                                          <p:spTgt spid="1424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00"/>
                  </p:tgtEl>
                </p:cond>
              </p:nextCondLst>
            </p:seq>
            <p:seq concurrent="1" nextAc="seek">
              <p:cTn id="903" restart="whenNotActive" fill="hold" evtFilter="cancelBubble" nodeType="interactiveSeq">
                <p:stCondLst>
                  <p:cond evt="onClick" delay="0">
                    <p:tgtEl>
                      <p:spTgt spid="14243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04" fill="hold" nodeType="clickPar">
                      <p:stCondLst>
                        <p:cond delay="0"/>
                      </p:stCondLst>
                      <p:childTnLst>
                        <p:par>
                          <p:cTn id="90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06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7" dur="2000"/>
                                        <p:tgtEl>
                                          <p:spTgt spid="1424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90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0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10" dur="2000"/>
                                        <p:tgtEl>
                                          <p:spTgt spid="1423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13" dur="2000"/>
                                        <p:tgtEl>
                                          <p:spTgt spid="1424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16" dur="2000"/>
                                        <p:tgtEl>
                                          <p:spTgt spid="14240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36"/>
                  </p:tgtEl>
                </p:cond>
              </p:nextCondLst>
            </p:seq>
            <p:seq concurrent="1" nextAc="seek">
              <p:cTn id="918" restart="whenNotActive" fill="hold" evtFilter="cancelBubble" nodeType="interactiveSeq">
                <p:stCondLst>
                  <p:cond evt="onClick" delay="0">
                    <p:tgtEl>
                      <p:spTgt spid="14243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19" fill="hold" nodeType="clickPar">
                      <p:stCondLst>
                        <p:cond delay="0"/>
                      </p:stCondLst>
                      <p:childTnLst>
                        <p:par>
                          <p:cTn id="9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2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22" dur="2000"/>
                                        <p:tgtEl>
                                          <p:spTgt spid="14240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9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2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25" dur="2000"/>
                                        <p:tgtEl>
                                          <p:spTgt spid="1424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28" dur="2000"/>
                                        <p:tgtEl>
                                          <p:spTgt spid="1423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31" dur="2000"/>
                                        <p:tgtEl>
                                          <p:spTgt spid="1424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3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37"/>
                  </p:tgtEl>
                </p:cond>
              </p:nextCondLst>
            </p:seq>
            <p:seq concurrent="1" nextAc="seek">
              <p:cTn id="933" restart="whenNotActive" fill="hold" evtFilter="cancelBubble" nodeType="interactiveSeq">
                <p:stCondLst>
                  <p:cond evt="onClick" delay="0">
                    <p:tgtEl>
                      <p:spTgt spid="14240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34" fill="hold" nodeType="clickPar">
                      <p:stCondLst>
                        <p:cond delay="0"/>
                      </p:stCondLst>
                      <p:childTnLst>
                        <p:par>
                          <p:cTn id="93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36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38" dur="500" fill="hold"/>
                                        <p:tgtEl>
                                          <p:spTgt spid="1424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9" dur="500" fill="hold"/>
                                        <p:tgtEl>
                                          <p:spTgt spid="1424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40" dur="500"/>
                                        <p:tgtEl>
                                          <p:spTgt spid="1424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1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43" dur="500" fill="hold"/>
                                        <p:tgtEl>
                                          <p:spTgt spid="1424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4" dur="500" fill="hold"/>
                                        <p:tgtEl>
                                          <p:spTgt spid="1424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45" dur="500"/>
                                        <p:tgtEl>
                                          <p:spTgt spid="1424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01"/>
                  </p:tgtEl>
                </p:cond>
              </p:nextCondLst>
            </p:seq>
            <p:seq concurrent="1" nextAc="seek">
              <p:cTn id="946" restart="whenNotActive" fill="hold" evtFilter="cancelBubble" nodeType="interactiveSeq">
                <p:stCondLst>
                  <p:cond evt="onClick" delay="0">
                    <p:tgtEl>
                      <p:spTgt spid="14243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47" fill="hold" nodeType="clickPar">
                      <p:stCondLst>
                        <p:cond delay="0"/>
                      </p:stCondLst>
                      <p:childTnLst>
                        <p:par>
                          <p:cTn id="9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4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0" dur="2000"/>
                                        <p:tgtEl>
                                          <p:spTgt spid="1424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5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94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5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3" dur="2000"/>
                                        <p:tgtEl>
                                          <p:spTgt spid="1423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5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6" dur="2000"/>
                                        <p:tgtEl>
                                          <p:spTgt spid="1424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5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9" dur="2000"/>
                                        <p:tgtEl>
                                          <p:spTgt spid="1424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38"/>
                  </p:tgtEl>
                </p:cond>
              </p:nextCondLst>
            </p:seq>
            <p:seq concurrent="1" nextAc="seek">
              <p:cTn id="961" restart="whenNotActive" fill="hold" evtFilter="cancelBubble" nodeType="interactiveSeq">
                <p:stCondLst>
                  <p:cond evt="onClick" delay="0">
                    <p:tgtEl>
                      <p:spTgt spid="14243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62" fill="hold" nodeType="clickPar">
                      <p:stCondLst>
                        <p:cond delay="0"/>
                      </p:stCondLst>
                      <p:childTnLst>
                        <p:par>
                          <p:cTn id="96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64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65" dur="2000"/>
                                        <p:tgtEl>
                                          <p:spTgt spid="1424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96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6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68" dur="2000"/>
                                        <p:tgtEl>
                                          <p:spTgt spid="1424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71" dur="2000"/>
                                        <p:tgtEl>
                                          <p:spTgt spid="1423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7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74" dur="2000"/>
                                        <p:tgtEl>
                                          <p:spTgt spid="1424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7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39"/>
                  </p:tgtEl>
                </p:cond>
              </p:nextCondLst>
            </p:seq>
            <p:seq concurrent="1" nextAc="seek">
              <p:cTn id="976" restart="whenNotActive" fill="hold" evtFilter="cancelBubble" nodeType="interactiveSeq">
                <p:stCondLst>
                  <p:cond evt="onClick" delay="0">
                    <p:tgtEl>
                      <p:spTgt spid="14240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77" fill="hold" nodeType="clickPar">
                      <p:stCondLst>
                        <p:cond delay="0"/>
                      </p:stCondLst>
                      <p:childTnLst>
                        <p:par>
                          <p:cTn id="97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79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81" dur="500" fill="hold"/>
                                        <p:tgtEl>
                                          <p:spTgt spid="1424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2" dur="500" fill="hold"/>
                                        <p:tgtEl>
                                          <p:spTgt spid="1424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83" dur="500"/>
                                        <p:tgtEl>
                                          <p:spTgt spid="1424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4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86" dur="500" fill="hold"/>
                                        <p:tgtEl>
                                          <p:spTgt spid="1424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7" dur="500" fill="hold"/>
                                        <p:tgtEl>
                                          <p:spTgt spid="1424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88" dur="500"/>
                                        <p:tgtEl>
                                          <p:spTgt spid="1424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02"/>
                  </p:tgtEl>
                </p:cond>
              </p:nextCondLst>
            </p:seq>
            <p:seq concurrent="1" nextAc="seek">
              <p:cTn id="989" restart="whenNotActive" fill="hold" evtFilter="cancelBubble" nodeType="interactiveSeq">
                <p:stCondLst>
                  <p:cond evt="onClick" delay="0">
                    <p:tgtEl>
                      <p:spTgt spid="14244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90" fill="hold" nodeType="clickPar">
                      <p:stCondLst>
                        <p:cond delay="0"/>
                      </p:stCondLst>
                      <p:childTnLst>
                        <p:par>
                          <p:cTn id="99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92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93" dur="2000"/>
                                        <p:tgtEl>
                                          <p:spTgt spid="1424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9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992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9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96" dur="2000"/>
                                        <p:tgtEl>
                                          <p:spTgt spid="1423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9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99" dur="2000"/>
                                        <p:tgtEl>
                                          <p:spTgt spid="1424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0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02" dur="2000"/>
                                        <p:tgtEl>
                                          <p:spTgt spid="14240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0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40"/>
                  </p:tgtEl>
                </p:cond>
              </p:nextCondLst>
            </p:seq>
            <p:seq concurrent="1" nextAc="seek">
              <p:cTn id="1004" restart="whenNotActive" fill="hold" evtFilter="cancelBubble" nodeType="interactiveSeq">
                <p:stCondLst>
                  <p:cond evt="onClick" delay="0">
                    <p:tgtEl>
                      <p:spTgt spid="14244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05" fill="hold" nodeType="clickPar">
                      <p:stCondLst>
                        <p:cond delay="0"/>
                      </p:stCondLst>
                      <p:childTnLst>
                        <p:par>
                          <p:cTn id="100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07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08" dur="2000"/>
                                        <p:tgtEl>
                                          <p:spTgt spid="14240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0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00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01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1" dur="2000"/>
                                        <p:tgtEl>
                                          <p:spTgt spid="1424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1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4" dur="2000"/>
                                        <p:tgtEl>
                                          <p:spTgt spid="1423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1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7" dur="2000"/>
                                        <p:tgtEl>
                                          <p:spTgt spid="1424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1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41"/>
                  </p:tgtEl>
                </p:cond>
              </p:nextCondLst>
            </p:seq>
            <p:seq concurrent="1" nextAc="seek">
              <p:cTn id="1019" restart="whenNotActive" fill="hold" evtFilter="cancelBubble" nodeType="interactiveSeq">
                <p:stCondLst>
                  <p:cond evt="onClick" delay="0">
                    <p:tgtEl>
                      <p:spTgt spid="14240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20" fill="hold" nodeType="clickPar">
                      <p:stCondLst>
                        <p:cond delay="0"/>
                      </p:stCondLst>
                      <p:childTnLst>
                        <p:par>
                          <p:cTn id="102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22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24" dur="500" fill="hold"/>
                                        <p:tgtEl>
                                          <p:spTgt spid="1424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5" dur="500" fill="hold"/>
                                        <p:tgtEl>
                                          <p:spTgt spid="1424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26" dur="500"/>
                                        <p:tgtEl>
                                          <p:spTgt spid="1424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7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29" dur="500" fill="hold"/>
                                        <p:tgtEl>
                                          <p:spTgt spid="1424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0" dur="500" fill="hold"/>
                                        <p:tgtEl>
                                          <p:spTgt spid="1424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31" dur="500"/>
                                        <p:tgtEl>
                                          <p:spTgt spid="1424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03"/>
                  </p:tgtEl>
                </p:cond>
              </p:nextCondLst>
            </p:seq>
            <p:seq concurrent="1" nextAc="seek">
              <p:cTn id="1032" restart="whenNotActive" fill="hold" evtFilter="cancelBubble" nodeType="interactiveSeq">
                <p:stCondLst>
                  <p:cond evt="onClick" delay="0">
                    <p:tgtEl>
                      <p:spTgt spid="14244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33" fill="hold" nodeType="clickPar">
                      <p:stCondLst>
                        <p:cond delay="0"/>
                      </p:stCondLst>
                      <p:childTnLst>
                        <p:par>
                          <p:cTn id="10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3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36" dur="2000"/>
                                        <p:tgtEl>
                                          <p:spTgt spid="1424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3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03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03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39" dur="2000"/>
                                        <p:tgtEl>
                                          <p:spTgt spid="14238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4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42" dur="2000"/>
                                        <p:tgtEl>
                                          <p:spTgt spid="1424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4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45" dur="2000"/>
                                        <p:tgtEl>
                                          <p:spTgt spid="14240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4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42"/>
                  </p:tgtEl>
                </p:cond>
              </p:nextCondLst>
            </p:seq>
            <p:seq concurrent="1" nextAc="seek">
              <p:cTn id="1047" restart="whenNotActive" fill="hold" evtFilter="cancelBubble" nodeType="interactiveSeq">
                <p:stCondLst>
                  <p:cond evt="onClick" delay="0">
                    <p:tgtEl>
                      <p:spTgt spid="14244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48" fill="hold" nodeType="clickPar">
                      <p:stCondLst>
                        <p:cond delay="0"/>
                      </p:stCondLst>
                      <p:childTnLst>
                        <p:par>
                          <p:cTn id="104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5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51" dur="2000"/>
                                        <p:tgtEl>
                                          <p:spTgt spid="14240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5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050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05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54" dur="2000"/>
                                        <p:tgtEl>
                                          <p:spTgt spid="1424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5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57" dur="2000"/>
                                        <p:tgtEl>
                                          <p:spTgt spid="1423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5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60" dur="2000"/>
                                        <p:tgtEl>
                                          <p:spTgt spid="1424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6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43"/>
                  </p:tgtEl>
                </p:cond>
              </p:nextCondLst>
            </p:seq>
            <p:seq concurrent="1" nextAc="seek">
              <p:cTn id="1062" restart="whenNotActive" fill="hold" evtFilter="cancelBubble" nodeType="interactiveSeq">
                <p:stCondLst>
                  <p:cond evt="onClick" delay="0">
                    <p:tgtEl>
                      <p:spTgt spid="14240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63" fill="hold" nodeType="clickPar">
                      <p:stCondLst>
                        <p:cond delay="0"/>
                      </p:stCondLst>
                      <p:childTnLst>
                        <p:par>
                          <p:cTn id="10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6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67" dur="500" fill="hold"/>
                                        <p:tgtEl>
                                          <p:spTgt spid="1424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68" dur="500" fill="hold"/>
                                        <p:tgtEl>
                                          <p:spTgt spid="1424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69" dur="500"/>
                                        <p:tgtEl>
                                          <p:spTgt spid="1424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0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72" dur="500" fill="hold"/>
                                        <p:tgtEl>
                                          <p:spTgt spid="1424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3" dur="500" fill="hold"/>
                                        <p:tgtEl>
                                          <p:spTgt spid="1424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74" dur="500"/>
                                        <p:tgtEl>
                                          <p:spTgt spid="1424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04"/>
                  </p:tgtEl>
                </p:cond>
              </p:nextCondLst>
            </p:seq>
            <p:seq concurrent="1" nextAc="seek">
              <p:cTn id="1075" restart="whenNotActive" fill="hold" evtFilter="cancelBubble" nodeType="interactiveSeq">
                <p:stCondLst>
                  <p:cond evt="onClick" delay="0">
                    <p:tgtEl>
                      <p:spTgt spid="14244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76" fill="hold" nodeType="clickPar">
                      <p:stCondLst>
                        <p:cond delay="0"/>
                      </p:stCondLst>
                      <p:childTnLst>
                        <p:par>
                          <p:cTn id="107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7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79" dur="2000"/>
                                        <p:tgtEl>
                                          <p:spTgt spid="1424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07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08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82" dur="2000"/>
                                        <p:tgtEl>
                                          <p:spTgt spid="14238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8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85" dur="2000"/>
                                        <p:tgtEl>
                                          <p:spTgt spid="1424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8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88" dur="2000"/>
                                        <p:tgtEl>
                                          <p:spTgt spid="14240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44"/>
                  </p:tgtEl>
                </p:cond>
              </p:nextCondLst>
            </p:seq>
            <p:seq concurrent="1" nextAc="seek">
              <p:cTn id="1090" restart="whenNotActive" fill="hold" evtFilter="cancelBubble" nodeType="interactiveSeq">
                <p:stCondLst>
                  <p:cond evt="onClick" delay="0">
                    <p:tgtEl>
                      <p:spTgt spid="14244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91" fill="hold" nodeType="clickPar">
                      <p:stCondLst>
                        <p:cond delay="0"/>
                      </p:stCondLst>
                      <p:childTnLst>
                        <p:par>
                          <p:cTn id="109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9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94" dur="2000"/>
                                        <p:tgtEl>
                                          <p:spTgt spid="14240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9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09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09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97" dur="2000"/>
                                        <p:tgtEl>
                                          <p:spTgt spid="1424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9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00" dur="2000"/>
                                        <p:tgtEl>
                                          <p:spTgt spid="14236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0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03" dur="2000"/>
                                        <p:tgtEl>
                                          <p:spTgt spid="1424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0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45"/>
                  </p:tgtEl>
                </p:cond>
              </p:nextCondLst>
            </p:seq>
            <p:seq concurrent="1" nextAc="seek">
              <p:cTn id="1105" restart="whenNotActive" fill="hold" evtFilter="cancelBubble" nodeType="interactiveSeq">
                <p:stCondLst>
                  <p:cond evt="onClick" delay="0">
                    <p:tgtEl>
                      <p:spTgt spid="14240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06" fill="hold" nodeType="clickPar">
                      <p:stCondLst>
                        <p:cond delay="0"/>
                      </p:stCondLst>
                      <p:childTnLst>
                        <p:par>
                          <p:cTn id="110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08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10" dur="500" fill="hold"/>
                                        <p:tgtEl>
                                          <p:spTgt spid="1424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1" dur="500" fill="hold"/>
                                        <p:tgtEl>
                                          <p:spTgt spid="1424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12" dur="500"/>
                                        <p:tgtEl>
                                          <p:spTgt spid="1424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3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15" dur="500" fill="hold"/>
                                        <p:tgtEl>
                                          <p:spTgt spid="1424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6" dur="500" fill="hold"/>
                                        <p:tgtEl>
                                          <p:spTgt spid="1424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17" dur="500"/>
                                        <p:tgtEl>
                                          <p:spTgt spid="1424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05"/>
                  </p:tgtEl>
                </p:cond>
              </p:nextCondLst>
            </p:seq>
            <p:seq concurrent="1" nextAc="seek">
              <p:cTn id="1118" restart="whenNotActive" fill="hold" evtFilter="cancelBubble" nodeType="interactiveSeq">
                <p:stCondLst>
                  <p:cond evt="onClick" delay="0">
                    <p:tgtEl>
                      <p:spTgt spid="14244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19" fill="hold" nodeType="clickPar">
                      <p:stCondLst>
                        <p:cond delay="0"/>
                      </p:stCondLst>
                      <p:childTnLst>
                        <p:par>
                          <p:cTn id="11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21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22" dur="2000"/>
                                        <p:tgtEl>
                                          <p:spTgt spid="1424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2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1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12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25" dur="2000"/>
                                        <p:tgtEl>
                                          <p:spTgt spid="14238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2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28" dur="2000"/>
                                        <p:tgtEl>
                                          <p:spTgt spid="1424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2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31" dur="2000"/>
                                        <p:tgtEl>
                                          <p:spTgt spid="14240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3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46"/>
                  </p:tgtEl>
                </p:cond>
              </p:nextCondLst>
            </p:seq>
            <p:seq concurrent="1" nextAc="seek">
              <p:cTn id="1133" restart="whenNotActive" fill="hold" evtFilter="cancelBubble" nodeType="interactiveSeq">
                <p:stCondLst>
                  <p:cond evt="onClick" delay="0">
                    <p:tgtEl>
                      <p:spTgt spid="14244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34" fill="hold" nodeType="clickPar">
                      <p:stCondLst>
                        <p:cond delay="0"/>
                      </p:stCondLst>
                      <p:childTnLst>
                        <p:par>
                          <p:cTn id="113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36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37" dur="2000"/>
                                        <p:tgtEl>
                                          <p:spTgt spid="14240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3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13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13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40" dur="2000"/>
                                        <p:tgtEl>
                                          <p:spTgt spid="1424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4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43" dur="2000"/>
                                        <p:tgtEl>
                                          <p:spTgt spid="1423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4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46" dur="2000"/>
                                        <p:tgtEl>
                                          <p:spTgt spid="1424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47"/>
                  </p:tgtEl>
                </p:cond>
              </p:nextCondLst>
            </p:seq>
            <p:seq concurrent="1" nextAc="seek">
              <p:cTn id="1148" restart="whenNotActive" fill="hold" evtFilter="cancelBubble" nodeType="interactiveSeq">
                <p:stCondLst>
                  <p:cond evt="onClick" delay="0">
                    <p:tgtEl>
                      <p:spTgt spid="14256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49" fill="hold" nodeType="clickPar">
                      <p:stCondLst>
                        <p:cond delay="0"/>
                      </p:stCondLst>
                      <p:childTnLst>
                        <p:par>
                          <p:cTn id="115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51" presetID="26" presetClass="emph" presetSubtype="0" repeatCount="indefinite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152" dur="1000" tmFilter="0, 0; .2, .5; .8, .5; 1, 0"/>
                                        <p:tgtEl>
                                          <p:spTgt spid="14236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53" dur="500" autoRev="1" fill="hold"/>
                                        <p:tgtEl>
                                          <p:spTgt spid="14236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15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ufo2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154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155" dur="1000" tmFilter="0, 0; .2, .5; .8, .5; 1, 0"/>
                                        <p:tgtEl>
                                          <p:spTgt spid="14236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56" dur="500" autoRev="1" fill="hold"/>
                                        <p:tgtEl>
                                          <p:spTgt spid="14236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57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158" dur="1000" tmFilter="0, 0; .2, .5; .8, .5; 1, 0"/>
                                        <p:tgtEl>
                                          <p:spTgt spid="14236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59" dur="500" autoRev="1" fill="hold"/>
                                        <p:tgtEl>
                                          <p:spTgt spid="14236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60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161" dur="1000" tmFilter="0, 0; .2, .5; .8, .5; 1, 0"/>
                                        <p:tgtEl>
                                          <p:spTgt spid="14236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62" dur="500" autoRev="1" fill="hold"/>
                                        <p:tgtEl>
                                          <p:spTgt spid="14236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63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164" dur="1000" tmFilter="0, 0; .2, .5; .8, .5; 1, 0"/>
                                        <p:tgtEl>
                                          <p:spTgt spid="14237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65" dur="500" autoRev="1" fill="hold"/>
                                        <p:tgtEl>
                                          <p:spTgt spid="14237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66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167" dur="1000" tmFilter="0, 0; .2, .5; .8, .5; 1, 0"/>
                                        <p:tgtEl>
                                          <p:spTgt spid="14237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68" dur="500" autoRev="1" fill="hold"/>
                                        <p:tgtEl>
                                          <p:spTgt spid="14237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69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170" dur="1000" tmFilter="0, 0; .2, .5; .8, .5; 1, 0"/>
                                        <p:tgtEl>
                                          <p:spTgt spid="14237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71" dur="500" autoRev="1" fill="hold"/>
                                        <p:tgtEl>
                                          <p:spTgt spid="14237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72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173" dur="1000" tmFilter="0, 0; .2, .5; .8, .5; 1, 0"/>
                                        <p:tgtEl>
                                          <p:spTgt spid="14237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74" dur="500" autoRev="1" fill="hold"/>
                                        <p:tgtEl>
                                          <p:spTgt spid="14237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75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176" dur="1000" tmFilter="0, 0; .2, .5; .8, .5; 1, 0"/>
                                        <p:tgtEl>
                                          <p:spTgt spid="14237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77" dur="500" autoRev="1" fill="hold"/>
                                        <p:tgtEl>
                                          <p:spTgt spid="14237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78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179" dur="1000" tmFilter="0, 0; .2, .5; .8, .5; 1, 0"/>
                                        <p:tgtEl>
                                          <p:spTgt spid="14237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80" dur="500" autoRev="1" fill="hold"/>
                                        <p:tgtEl>
                                          <p:spTgt spid="14237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81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182" dur="1000" tmFilter="0, 0; .2, .5; .8, .5; 1, 0"/>
                                        <p:tgtEl>
                                          <p:spTgt spid="14237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83" dur="500" autoRev="1" fill="hold"/>
                                        <p:tgtEl>
                                          <p:spTgt spid="14237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84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185" dur="1000" tmFilter="0, 0; .2, .5; .8, .5; 1, 0"/>
                                        <p:tgtEl>
                                          <p:spTgt spid="14237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86" dur="500" autoRev="1" fill="hold"/>
                                        <p:tgtEl>
                                          <p:spTgt spid="14237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87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188" dur="1000" tmFilter="0, 0; .2, .5; .8, .5; 1, 0"/>
                                        <p:tgtEl>
                                          <p:spTgt spid="14233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89" dur="500" autoRev="1" fill="hold"/>
                                        <p:tgtEl>
                                          <p:spTgt spid="14233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90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191" dur="1000" tmFilter="0, 0; .2, .5; .8, .5; 1, 0"/>
                                        <p:tgtEl>
                                          <p:spTgt spid="14237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92" dur="500" autoRev="1" fill="hold"/>
                                        <p:tgtEl>
                                          <p:spTgt spid="14237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93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194" dur="1000" tmFilter="0, 0; .2, .5; .8, .5; 1, 0"/>
                                        <p:tgtEl>
                                          <p:spTgt spid="14237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95" dur="500" autoRev="1" fill="hold"/>
                                        <p:tgtEl>
                                          <p:spTgt spid="14237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96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197" dur="1000" tmFilter="0, 0; .2, .5; .8, .5; 1, 0"/>
                                        <p:tgtEl>
                                          <p:spTgt spid="14238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98" dur="500" autoRev="1" fill="hold"/>
                                        <p:tgtEl>
                                          <p:spTgt spid="14238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99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00" dur="1000" tmFilter="0, 0; .2, .5; .8, .5; 1, 0"/>
                                        <p:tgtEl>
                                          <p:spTgt spid="14248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01" dur="500" autoRev="1" fill="hold"/>
                                        <p:tgtEl>
                                          <p:spTgt spid="14248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02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03" dur="1000" tmFilter="0, 0; .2, .5; .8, .5; 1, 0"/>
                                        <p:tgtEl>
                                          <p:spTgt spid="14248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04" dur="500" autoRev="1" fill="hold"/>
                                        <p:tgtEl>
                                          <p:spTgt spid="14248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05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06" dur="1000" tmFilter="0, 0; .2, .5; .8, .5; 1, 0"/>
                                        <p:tgtEl>
                                          <p:spTgt spid="14248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07" dur="500" autoRev="1" fill="hold"/>
                                        <p:tgtEl>
                                          <p:spTgt spid="14248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08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09" dur="1000" tmFilter="0, 0; .2, .5; .8, .5; 1, 0"/>
                                        <p:tgtEl>
                                          <p:spTgt spid="14248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10" dur="500" autoRev="1" fill="hold"/>
                                        <p:tgtEl>
                                          <p:spTgt spid="14248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11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12" dur="1000" tmFilter="0, 0; .2, .5; .8, .5; 1, 0"/>
                                        <p:tgtEl>
                                          <p:spTgt spid="14249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13" dur="500" autoRev="1" fill="hold"/>
                                        <p:tgtEl>
                                          <p:spTgt spid="14249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14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15" dur="1000" tmFilter="0, 0; .2, .5; .8, .5; 1, 0"/>
                                        <p:tgtEl>
                                          <p:spTgt spid="14249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16" dur="500" autoRev="1" fill="hold"/>
                                        <p:tgtEl>
                                          <p:spTgt spid="14249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17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18" dur="1000" tmFilter="0, 0; .2, .5; .8, .5; 1, 0"/>
                                        <p:tgtEl>
                                          <p:spTgt spid="14256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19" dur="500" autoRev="1" fill="hold"/>
                                        <p:tgtEl>
                                          <p:spTgt spid="14256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20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21" dur="1000" tmFilter="0, 0; .2, .5; .8, .5; 1, 0"/>
                                        <p:tgtEl>
                                          <p:spTgt spid="14247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22" dur="500" autoRev="1" fill="hold"/>
                                        <p:tgtEl>
                                          <p:spTgt spid="14247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23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24" dur="1000" tmFilter="0, 0; .2, .5; .8, .5; 1, 0"/>
                                        <p:tgtEl>
                                          <p:spTgt spid="14247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25" dur="500" autoRev="1" fill="hold"/>
                                        <p:tgtEl>
                                          <p:spTgt spid="14247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26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27" dur="1000" tmFilter="0, 0; .2, .5; .8, .5; 1, 0"/>
                                        <p:tgtEl>
                                          <p:spTgt spid="14252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28" dur="500" autoRev="1" fill="hold"/>
                                        <p:tgtEl>
                                          <p:spTgt spid="14252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29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30" dur="1000" tmFilter="0, 0; .2, .5; .8, .5; 1, 0"/>
                                        <p:tgtEl>
                                          <p:spTgt spid="14246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31" dur="500" autoRev="1" fill="hold"/>
                                        <p:tgtEl>
                                          <p:spTgt spid="14246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32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33" dur="1000" tmFilter="0, 0; .2, .5; .8, .5; 1, 0"/>
                                        <p:tgtEl>
                                          <p:spTgt spid="14246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34" dur="500" autoRev="1" fill="hold"/>
                                        <p:tgtEl>
                                          <p:spTgt spid="14246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35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36" dur="1000" tmFilter="0, 0; .2, .5; .8, .5; 1, 0"/>
                                        <p:tgtEl>
                                          <p:spTgt spid="14238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37" dur="500" autoRev="1" fill="hold"/>
                                        <p:tgtEl>
                                          <p:spTgt spid="14238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38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39" dur="1000" tmFilter="0, 0; .2, .5; .8, .5; 1, 0"/>
                                        <p:tgtEl>
                                          <p:spTgt spid="14238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40" dur="500" autoRev="1" fill="hold"/>
                                        <p:tgtEl>
                                          <p:spTgt spid="14238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41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42" dur="1000" tmFilter="0, 0; .2, .5; .8, .5; 1, 0"/>
                                        <p:tgtEl>
                                          <p:spTgt spid="14238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43" dur="500" autoRev="1" fill="hold"/>
                                        <p:tgtEl>
                                          <p:spTgt spid="14238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44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45" dur="1000" tmFilter="0, 0; .2, .5; .8, .5; 1, 0"/>
                                        <p:tgtEl>
                                          <p:spTgt spid="14238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46" dur="500" autoRev="1" fill="hold"/>
                                        <p:tgtEl>
                                          <p:spTgt spid="14238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47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48" dur="1000" tmFilter="0, 0; .2, .5; .8, .5; 1, 0"/>
                                        <p:tgtEl>
                                          <p:spTgt spid="14238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49" dur="500" autoRev="1" fill="hold"/>
                                        <p:tgtEl>
                                          <p:spTgt spid="14238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50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51" dur="1000" tmFilter="0, 0; .2, .5; .8, .5; 1, 0"/>
                                        <p:tgtEl>
                                          <p:spTgt spid="14238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52" dur="500" autoRev="1" fill="hold"/>
                                        <p:tgtEl>
                                          <p:spTgt spid="14238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53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54" dur="1000" tmFilter="0, 0; .2, .5; .8, .5; 1, 0"/>
                                        <p:tgtEl>
                                          <p:spTgt spid="14238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55" dur="500" autoRev="1" fill="hold"/>
                                        <p:tgtEl>
                                          <p:spTgt spid="14238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56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57" dur="1000" tmFilter="0, 0; .2, .5; .8, .5; 1, 0"/>
                                        <p:tgtEl>
                                          <p:spTgt spid="14238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58" dur="500" autoRev="1" fill="hold"/>
                                        <p:tgtEl>
                                          <p:spTgt spid="14238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59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60" dur="1000" tmFilter="0, 0; .2, .5; .8, .5; 1, 0"/>
                                        <p:tgtEl>
                                          <p:spTgt spid="14238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61" dur="500" autoRev="1" fill="hold"/>
                                        <p:tgtEl>
                                          <p:spTgt spid="14238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62" fill="hold">
                            <p:stCondLst>
                              <p:cond delay="1000"/>
                            </p:stCondLst>
                            <p:childTnLst>
                              <p:par>
                                <p:cTn id="126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26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lockbusters theme tune variation 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563"/>
                  </p:tgtEl>
                </p:cond>
              </p:nextCondLst>
            </p:seq>
            <p:seq concurrent="1" nextAc="seek">
              <p:cTn id="1265" restart="whenNotActive" fill="hold" evtFilter="cancelBubble" nodeType="interactiveSeq">
                <p:stCondLst>
                  <p:cond evt="onClick" delay="0">
                    <p:tgtEl>
                      <p:spTgt spid="14256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66" fill="hold" nodeType="clickPar">
                      <p:stCondLst>
                        <p:cond delay="0"/>
                      </p:stCondLst>
                      <p:childTnLst>
                        <p:par>
                          <p:cTn id="126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68" presetID="26" presetClass="emph" presetSubtype="0" repeatCount="indefinite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69" dur="1000" tmFilter="0, 0; .2, .5; .8, .5; 1, 0"/>
                                        <p:tgtEl>
                                          <p:spTgt spid="14234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70" dur="500" autoRev="1" fill="hold"/>
                                        <p:tgtEl>
                                          <p:spTgt spid="14234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26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ufo2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271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72" dur="1000" tmFilter="0, 0; .2, .5; .8, .5; 1, 0"/>
                                        <p:tgtEl>
                                          <p:spTgt spid="14234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73" dur="500" autoRev="1" fill="hold"/>
                                        <p:tgtEl>
                                          <p:spTgt spid="14234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74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75" dur="1000" tmFilter="0, 0; .2, .5; .8, .5; 1, 0"/>
                                        <p:tgtEl>
                                          <p:spTgt spid="14234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76" dur="500" autoRev="1" fill="hold"/>
                                        <p:tgtEl>
                                          <p:spTgt spid="14234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77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78" dur="1000" tmFilter="0, 0; .2, .5; .8, .5; 1, 0"/>
                                        <p:tgtEl>
                                          <p:spTgt spid="14234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79" dur="500" autoRev="1" fill="hold"/>
                                        <p:tgtEl>
                                          <p:spTgt spid="14234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80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81" dur="1000" tmFilter="0, 0; .2, .5; .8, .5; 1, 0"/>
                                        <p:tgtEl>
                                          <p:spTgt spid="14246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82" dur="500" autoRev="1" fill="hold"/>
                                        <p:tgtEl>
                                          <p:spTgt spid="14246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83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84" dur="1000" tmFilter="0, 0; .2, .5; .8, .5; 1, 0"/>
                                        <p:tgtEl>
                                          <p:spTgt spid="14253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85" dur="500" autoRev="1" fill="hold"/>
                                        <p:tgtEl>
                                          <p:spTgt spid="14253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86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87" dur="1000" tmFilter="0, 0; .2, .5; .8, .5; 1, 0"/>
                                        <p:tgtEl>
                                          <p:spTgt spid="14247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88" dur="500" autoRev="1" fill="hold"/>
                                        <p:tgtEl>
                                          <p:spTgt spid="14247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89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90" dur="1000" tmFilter="0, 0; .2, .5; .8, .5; 1, 0"/>
                                        <p:tgtEl>
                                          <p:spTgt spid="14247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91" dur="500" autoRev="1" fill="hold"/>
                                        <p:tgtEl>
                                          <p:spTgt spid="14247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92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93" dur="1000" tmFilter="0, 0; .2, .5; .8, .5; 1, 0"/>
                                        <p:tgtEl>
                                          <p:spTgt spid="14248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94" dur="500" autoRev="1" fill="hold"/>
                                        <p:tgtEl>
                                          <p:spTgt spid="14248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95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96" dur="1000" tmFilter="0, 0; .2, .5; .8, .5; 1, 0"/>
                                        <p:tgtEl>
                                          <p:spTgt spid="14247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97" dur="500" autoRev="1" fill="hold"/>
                                        <p:tgtEl>
                                          <p:spTgt spid="14247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98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99" dur="1000" tmFilter="0, 0; .2, .5; .8, .5; 1, 0"/>
                                        <p:tgtEl>
                                          <p:spTgt spid="14247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00" dur="500" autoRev="1" fill="hold"/>
                                        <p:tgtEl>
                                          <p:spTgt spid="14247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01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02" dur="1000" tmFilter="0, 0; .2, .5; .8, .5; 1, 0"/>
                                        <p:tgtEl>
                                          <p:spTgt spid="14247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03" dur="500" autoRev="1" fill="hold"/>
                                        <p:tgtEl>
                                          <p:spTgt spid="14247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04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05" dur="1000" tmFilter="0, 0; .2, .5; .8, .5; 1, 0"/>
                                        <p:tgtEl>
                                          <p:spTgt spid="14256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06" dur="500" autoRev="1" fill="hold"/>
                                        <p:tgtEl>
                                          <p:spTgt spid="14256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07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08" dur="1000" tmFilter="0, 0; .2, .5; .8, .5; 1, 0"/>
                                        <p:tgtEl>
                                          <p:spTgt spid="14234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09" dur="500" autoRev="1" fill="hold"/>
                                        <p:tgtEl>
                                          <p:spTgt spid="14234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10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11" dur="1000" tmFilter="0, 0; .2, .5; .8, .5; 1, 0"/>
                                        <p:tgtEl>
                                          <p:spTgt spid="14235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12" dur="500" autoRev="1" fill="hold"/>
                                        <p:tgtEl>
                                          <p:spTgt spid="14235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13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14" dur="1000" tmFilter="0, 0; .2, .5; .8, .5; 1, 0"/>
                                        <p:tgtEl>
                                          <p:spTgt spid="14235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15" dur="500" autoRev="1" fill="hold"/>
                                        <p:tgtEl>
                                          <p:spTgt spid="14235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16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17" dur="1000" tmFilter="0, 0; .2, .5; .8, .5; 1, 0"/>
                                        <p:tgtEl>
                                          <p:spTgt spid="14234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18" dur="500" autoRev="1" fill="hold"/>
                                        <p:tgtEl>
                                          <p:spTgt spid="14234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19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20" dur="1000" tmFilter="0, 0; .2, .5; .8, .5; 1, 0"/>
                                        <p:tgtEl>
                                          <p:spTgt spid="14234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21" dur="500" autoRev="1" fill="hold"/>
                                        <p:tgtEl>
                                          <p:spTgt spid="14234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22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23" dur="1000" tmFilter="0, 0; .2, .5; .8, .5; 1, 0"/>
                                        <p:tgtEl>
                                          <p:spTgt spid="14234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24" dur="500" autoRev="1" fill="hold"/>
                                        <p:tgtEl>
                                          <p:spTgt spid="14234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25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26" dur="1000" tmFilter="0, 0; .2, .5; .8, .5; 1, 0"/>
                                        <p:tgtEl>
                                          <p:spTgt spid="14235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27" dur="500" autoRev="1" fill="hold"/>
                                        <p:tgtEl>
                                          <p:spTgt spid="14235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28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29" dur="1000" tmFilter="0, 0; .2, .5; .8, .5; 1, 0"/>
                                        <p:tgtEl>
                                          <p:spTgt spid="14235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30" dur="500" autoRev="1" fill="hold"/>
                                        <p:tgtEl>
                                          <p:spTgt spid="14235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31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32" dur="1000" tmFilter="0, 0; .2, .5; .8, .5; 1, 0"/>
                                        <p:tgtEl>
                                          <p:spTgt spid="14233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33" dur="500" autoRev="1" fill="hold"/>
                                        <p:tgtEl>
                                          <p:spTgt spid="14233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34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35" dur="1000" tmFilter="0, 0; .2, .5; .8, .5; 1, 0"/>
                                        <p:tgtEl>
                                          <p:spTgt spid="14235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36" dur="500" autoRev="1" fill="hold"/>
                                        <p:tgtEl>
                                          <p:spTgt spid="14235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37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38" dur="1000" tmFilter="0, 0; .2, .5; .8, .5; 1, 0"/>
                                        <p:tgtEl>
                                          <p:spTgt spid="14235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39" dur="500" autoRev="1" fill="hold"/>
                                        <p:tgtEl>
                                          <p:spTgt spid="14235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40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41" dur="1000" tmFilter="0, 0; .2, .5; .8, .5; 1, 0"/>
                                        <p:tgtEl>
                                          <p:spTgt spid="14236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42" dur="500" autoRev="1" fill="hold"/>
                                        <p:tgtEl>
                                          <p:spTgt spid="14236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43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44" dur="1000" tmFilter="0, 0; .2, .5; .8, .5; 1, 0"/>
                                        <p:tgtEl>
                                          <p:spTgt spid="14235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45" dur="500" autoRev="1" fill="hold"/>
                                        <p:tgtEl>
                                          <p:spTgt spid="14235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46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47" dur="1000" tmFilter="0, 0; .2, .5; .8, .5; 1, 0"/>
                                        <p:tgtEl>
                                          <p:spTgt spid="14235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48" dur="500" autoRev="1" fill="hold"/>
                                        <p:tgtEl>
                                          <p:spTgt spid="14235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49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50" dur="1000" tmFilter="0, 0; .2, .5; .8, .5; 1, 0"/>
                                        <p:tgtEl>
                                          <p:spTgt spid="14235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51" dur="500" autoRev="1" fill="hold"/>
                                        <p:tgtEl>
                                          <p:spTgt spid="14235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52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53" dur="1000" tmFilter="0, 0; .2, .5; .8, .5; 1, 0"/>
                                        <p:tgtEl>
                                          <p:spTgt spid="14235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54" dur="500" autoRev="1" fill="hold"/>
                                        <p:tgtEl>
                                          <p:spTgt spid="14235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55" presetID="26" presetClass="emph" presetSubtype="0" repeatCount="indefinite" fill="hold" grpId="1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56" dur="1000" tmFilter="0, 0; .2, .5; .8, .5; 1, 0"/>
                                        <p:tgtEl>
                                          <p:spTgt spid="14247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57" dur="500" autoRev="1" fill="hold"/>
                                        <p:tgtEl>
                                          <p:spTgt spid="14247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58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59" dur="1000" tmFilter="0, 0; .2, .5; .8, .5; 1, 0"/>
                                        <p:tgtEl>
                                          <p:spTgt spid="14236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60" dur="500" autoRev="1" fill="hold"/>
                                        <p:tgtEl>
                                          <p:spTgt spid="14236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61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62" dur="1000" tmFilter="0, 0; .2, .5; .8, .5; 1, 0"/>
                                        <p:tgtEl>
                                          <p:spTgt spid="14236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63" dur="500" autoRev="1" fill="hold"/>
                                        <p:tgtEl>
                                          <p:spTgt spid="14236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64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65" dur="1000" tmFilter="0, 0; .2, .5; .8, .5; 1, 0"/>
                                        <p:tgtEl>
                                          <p:spTgt spid="14236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66" dur="500" autoRev="1" fill="hold"/>
                                        <p:tgtEl>
                                          <p:spTgt spid="14236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67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68" dur="1000" tmFilter="0, 0; .2, .5; .8, .5; 1, 0"/>
                                        <p:tgtEl>
                                          <p:spTgt spid="14236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69" dur="500" autoRev="1" fill="hold"/>
                                        <p:tgtEl>
                                          <p:spTgt spid="14236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70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71" dur="1000" tmFilter="0, 0; .2, .5; .8, .5; 1, 0"/>
                                        <p:tgtEl>
                                          <p:spTgt spid="14236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72" dur="500" autoRev="1" fill="hold"/>
                                        <p:tgtEl>
                                          <p:spTgt spid="14236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3" fill="hold">
                            <p:stCondLst>
                              <p:cond delay="1000"/>
                            </p:stCondLst>
                            <p:childTnLst>
                              <p:par>
                                <p:cTn id="137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37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lockbusters theme tune variation 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567"/>
                  </p:tgtEl>
                </p:cond>
              </p:nextCondLst>
            </p:seq>
          </p:childTnLst>
        </p:cTn>
      </p:par>
    </p:tnLst>
    <p:bldLst>
      <p:bldP spid="142424" grpId="0" animBg="1"/>
      <p:bldP spid="142424" grpId="1" animBg="1"/>
      <p:bldP spid="142340" grpId="0" animBg="1"/>
      <p:bldP spid="142340" grpId="1" animBg="1"/>
      <p:bldP spid="142390" grpId="0" animBg="1"/>
      <p:bldP spid="142390" grpId="1" animBg="1"/>
      <p:bldP spid="142391" grpId="0" animBg="1"/>
      <p:bldP spid="142391" grpId="1" animBg="1"/>
      <p:bldP spid="142392" grpId="0" animBg="1"/>
      <p:bldP spid="142392" grpId="1" animBg="1"/>
      <p:bldP spid="142393" grpId="0" animBg="1"/>
      <p:bldP spid="142393" grpId="1" animBg="1"/>
      <p:bldP spid="142395" grpId="0" animBg="1"/>
      <p:bldP spid="142395" grpId="1" animBg="1"/>
      <p:bldP spid="142396" grpId="0" animBg="1"/>
      <p:bldP spid="142396" grpId="1" animBg="1"/>
      <p:bldP spid="142399" grpId="0" animBg="1"/>
      <p:bldP spid="142399" grpId="1" animBg="1"/>
      <p:bldP spid="142400" grpId="0" animBg="1"/>
      <p:bldP spid="142400" grpId="1" animBg="1"/>
      <p:bldP spid="142401" grpId="0" animBg="1"/>
      <p:bldP spid="142401" grpId="1" animBg="1"/>
      <p:bldP spid="142402" grpId="0" animBg="1"/>
      <p:bldP spid="142402" grpId="1" animBg="1"/>
      <p:bldP spid="142403" grpId="0" animBg="1"/>
      <p:bldP spid="142403" grpId="1" animBg="1"/>
      <p:bldP spid="142404" grpId="0" animBg="1"/>
      <p:bldP spid="142404" grpId="1" animBg="1"/>
      <p:bldP spid="142405" grpId="0" animBg="1"/>
      <p:bldP spid="142405" grpId="1" animBg="1"/>
      <p:bldP spid="142406" grpId="0" animBg="1"/>
      <p:bldP spid="142406" grpId="1" animBg="1"/>
      <p:bldP spid="142409" grpId="0" animBg="1"/>
      <p:bldP spid="142409" grpId="1" animBg="1"/>
      <p:bldP spid="142414" grpId="0" animBg="1"/>
      <p:bldP spid="142414" grpId="1" animBg="1"/>
      <p:bldP spid="142417" grpId="0" animBg="1"/>
      <p:bldP spid="142417" grpId="1" animBg="1"/>
      <p:bldP spid="142427" grpId="0" animBg="1"/>
      <p:bldP spid="142427" grpId="1" animBg="1"/>
      <p:bldP spid="142448" grpId="0" animBg="1"/>
      <p:bldP spid="142448" grpId="1" animBg="1"/>
      <p:bldP spid="142451" grpId="0" animBg="1"/>
      <p:bldP spid="142451" grpId="1" animBg="1"/>
      <p:bldP spid="142454" grpId="0" animBg="1"/>
      <p:bldP spid="142454" grpId="1" animBg="1"/>
      <p:bldP spid="142457" grpId="0" animBg="1"/>
      <p:bldP spid="142457" grpId="1" animBg="1"/>
      <p:bldP spid="142460" grpId="0" animBg="1"/>
      <p:bldP spid="142460" grpId="1" animBg="1"/>
      <p:bldP spid="142475" grpId="0" animBg="1"/>
      <p:bldP spid="142475" grpId="1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0C8556-2524-48DF-90DE-6DADDF0D86B9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844645EA-3ED7-431A-AA76-88A90A398096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1A4DAA9-D303-4FD9-B5CB-8B2F83E0E4E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434F3E9-B8C1-4C88-BF30-BF037658C3F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6" name="Rectangle: Diagonal Corners Snipped 5">
            <a:extLst>
              <a:ext uri="{FF2B5EF4-FFF2-40B4-BE49-F238E27FC236}">
                <a16:creationId xmlns:a16="http://schemas.microsoft.com/office/drawing/2014/main" id="{0D2C32B4-B4B5-4CD7-AB82-913FEDD6B620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Жооп</a:t>
            </a:r>
          </a:p>
        </p:txBody>
      </p:sp>
      <p:sp>
        <p:nvSpPr>
          <p:cNvPr id="5" name="Rectangle: Diagonal Corners Snipped 4">
            <a:hlinkClick r:id="rId4" action="ppaction://hlinksldjump"/>
            <a:extLst>
              <a:ext uri="{FF2B5EF4-FFF2-40B4-BE49-F238E27FC236}">
                <a16:creationId xmlns:a16="http://schemas.microsoft.com/office/drawing/2014/main" id="{7C70CB53-9F15-4FD3-B1C8-538B64794D1B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0.32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B7A8D39-FFD8-491D-995E-1CBC98DBACA9}"/>
              </a:ext>
            </a:extLst>
          </p:cNvPr>
          <p:cNvSpPr txBox="1"/>
          <p:nvPr/>
        </p:nvSpPr>
        <p:spPr>
          <a:xfrm>
            <a:off x="663851" y="310346"/>
            <a:ext cx="304705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800" dirty="0"/>
              <a:t>Эсептеңиз</a:t>
            </a:r>
            <a:r>
              <a:rPr lang="en-US" sz="4800" dirty="0"/>
              <a:t>:</a:t>
            </a:r>
            <a:endParaRPr lang="en-GB" sz="4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357121-6ACB-48BA-83B7-1CC8BDE9ADA9}"/>
              </a:ext>
            </a:extLst>
          </p:cNvPr>
          <p:cNvSpPr txBox="1"/>
          <p:nvPr/>
        </p:nvSpPr>
        <p:spPr>
          <a:xfrm>
            <a:off x="2894583" y="2193643"/>
            <a:ext cx="4116833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800" dirty="0"/>
              <a:t>0.4 × 0.8</a:t>
            </a:r>
          </a:p>
        </p:txBody>
      </p:sp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6" grpId="1" animBg="1"/>
      <p:bldP spid="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31203E7F-00E2-44C1-99E1-36AF29AFCC69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3BFB844-4BB2-487E-B110-960EB338B92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775B564-AC6D-48E9-8408-45303E116E6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D1841F2E-D06A-4BC3-A522-8B20845049D2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Жооп</a:t>
            </a: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3C30D46B-8F48-473F-8ABA-7D6480C9059F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0.045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004E400-BD22-46E2-AB23-A87EAFA41D6A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68365A-914F-4810-8854-2CCA9B64E923}"/>
              </a:ext>
            </a:extLst>
          </p:cNvPr>
          <p:cNvSpPr txBox="1"/>
          <p:nvPr/>
        </p:nvSpPr>
        <p:spPr>
          <a:xfrm>
            <a:off x="663851" y="310346"/>
            <a:ext cx="304705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800" dirty="0"/>
              <a:t>Эсептеңиз</a:t>
            </a:r>
            <a:r>
              <a:rPr lang="en-US" sz="4800" dirty="0"/>
              <a:t>:</a:t>
            </a:r>
            <a:endParaRPr lang="en-GB" sz="48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905AE27-D0BC-4460-8E3F-3AB9E6EB4B47}"/>
              </a:ext>
            </a:extLst>
          </p:cNvPr>
          <p:cNvSpPr txBox="1"/>
          <p:nvPr/>
        </p:nvSpPr>
        <p:spPr>
          <a:xfrm>
            <a:off x="2608448" y="2193643"/>
            <a:ext cx="4689104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800" dirty="0"/>
              <a:t>0.15 × 0.3</a:t>
            </a:r>
          </a:p>
        </p:txBody>
      </p:sp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79D81494-8EFB-456F-A6CD-0EFD2161CB68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7D8E6EF-09C1-4EE8-9E2A-B2783514378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803DA24-2174-4FDB-B1F4-BF0D0587A0B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98055976-2FA8-4173-A5B5-A3331ECF85F2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Жооп</a:t>
            </a: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F98CFB94-7996-4C04-AE75-0AA45AFAF3AB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0.0154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B3AC20D-1120-424B-954E-8BEBAA5E226D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256CAB-979D-41B8-BA2E-FB62515C25B1}"/>
              </a:ext>
            </a:extLst>
          </p:cNvPr>
          <p:cNvSpPr txBox="1"/>
          <p:nvPr/>
        </p:nvSpPr>
        <p:spPr>
          <a:xfrm>
            <a:off x="663851" y="310346"/>
            <a:ext cx="304705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800" dirty="0"/>
              <a:t>Эсептеңиз</a:t>
            </a:r>
            <a:r>
              <a:rPr lang="en-US" sz="4800" dirty="0"/>
              <a:t>:</a:t>
            </a:r>
            <a:endParaRPr lang="en-GB" sz="48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2669DB5-77EC-4852-80DC-BC876C49E42C}"/>
              </a:ext>
            </a:extLst>
          </p:cNvPr>
          <p:cNvSpPr txBox="1"/>
          <p:nvPr/>
        </p:nvSpPr>
        <p:spPr>
          <a:xfrm>
            <a:off x="2322312" y="2193643"/>
            <a:ext cx="5261377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800" dirty="0"/>
              <a:t>0.14 × 0.11</a:t>
            </a:r>
          </a:p>
        </p:txBody>
      </p:sp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E9C6B8F6-F2F7-46AC-927D-CBDC53C2864B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B41619B-6971-4C3D-BA58-E3296601B53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B91C61B-8EAA-40B8-AD87-50B1C57F860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0" name="Rectangle: Diagonal Corners Snipped 9">
            <a:extLst>
              <a:ext uri="{FF2B5EF4-FFF2-40B4-BE49-F238E27FC236}">
                <a16:creationId xmlns:a16="http://schemas.microsoft.com/office/drawing/2014/main" id="{6A61958E-0A93-4664-BC31-B48146142819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Жооп</a:t>
            </a:r>
          </a:p>
        </p:txBody>
      </p:sp>
      <p:sp>
        <p:nvSpPr>
          <p:cNvPr id="11" name="Rectangle: Diagonal Corners Snipped 10">
            <a:hlinkClick r:id="rId4" action="ppaction://hlinksldjump"/>
            <a:extLst>
              <a:ext uri="{FF2B5EF4-FFF2-40B4-BE49-F238E27FC236}">
                <a16:creationId xmlns:a16="http://schemas.microsoft.com/office/drawing/2014/main" id="{E9242895-73D9-48CE-981D-5DA55F6AA011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0.048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D3EE78E-26F8-4A47-9194-DE0781BBB370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569D8CF-E9CE-4F8C-BD18-B714913A08C8}"/>
              </a:ext>
            </a:extLst>
          </p:cNvPr>
          <p:cNvSpPr txBox="1"/>
          <p:nvPr/>
        </p:nvSpPr>
        <p:spPr>
          <a:xfrm>
            <a:off x="663851" y="310346"/>
            <a:ext cx="304705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800" dirty="0"/>
              <a:t>Эсептеңиз</a:t>
            </a:r>
            <a:r>
              <a:rPr lang="en-US" sz="4800" dirty="0"/>
              <a:t>:</a:t>
            </a:r>
            <a:endParaRPr lang="en-GB" sz="4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EEA0FA4-800C-4B0F-A279-3E44620900E0}"/>
              </a:ext>
            </a:extLst>
          </p:cNvPr>
          <p:cNvSpPr txBox="1"/>
          <p:nvPr/>
        </p:nvSpPr>
        <p:spPr>
          <a:xfrm>
            <a:off x="2608448" y="2193643"/>
            <a:ext cx="4689104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800" dirty="0"/>
              <a:t>2.4 × 0.02</a:t>
            </a:r>
          </a:p>
        </p:txBody>
      </p:sp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FA073239-9CD3-420B-8523-72D3B7FFB774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B938DDD-E52B-48EC-8119-4ED5610B5D1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3EF5917-3516-430B-8918-DE7629AEBE7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45E632A5-B5D4-4028-AE75-578CE97F53F9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Жооп</a:t>
            </a: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88B5CB35-BCEC-4259-B4F7-D9B481FDB5BA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1.92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85A2722-141C-4229-BB9A-B87D29F3422C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2B1669-67F2-4386-BC85-7CC56FC61981}"/>
              </a:ext>
            </a:extLst>
          </p:cNvPr>
          <p:cNvSpPr txBox="1"/>
          <p:nvPr/>
        </p:nvSpPr>
        <p:spPr>
          <a:xfrm>
            <a:off x="663851" y="310346"/>
            <a:ext cx="304705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800" dirty="0"/>
              <a:t>Эсептеңиз</a:t>
            </a:r>
            <a:r>
              <a:rPr lang="en-US" sz="4800" dirty="0"/>
              <a:t>:</a:t>
            </a:r>
            <a:endParaRPr lang="en-GB" sz="48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65C07C-D8ED-4B86-A190-1412AF229D48}"/>
              </a:ext>
            </a:extLst>
          </p:cNvPr>
          <p:cNvSpPr txBox="1"/>
          <p:nvPr/>
        </p:nvSpPr>
        <p:spPr>
          <a:xfrm>
            <a:off x="2894583" y="2193643"/>
            <a:ext cx="4116833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800" dirty="0"/>
              <a:t>1.6 × 1.2</a:t>
            </a:r>
          </a:p>
        </p:txBody>
      </p:sp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39636BBA-EDDD-4FE6-B9BA-084C08ABD8E2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3775EE6-80EF-4A89-9920-9184E9A6147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BD74E9A-3F4C-4873-9C34-E28DAD6F0CE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5A6FA0C8-92B2-4A81-8BDA-3B2C32E0106C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Жооп</a:t>
            </a: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02456E60-27F5-4A9F-9506-4F13B6173F30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1.2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A4D9CC4-7750-4DC0-BA12-82DEA5B7D8FE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1458E62-1BBE-420C-A48F-75A60DF8D7B4}"/>
              </a:ext>
            </a:extLst>
          </p:cNvPr>
          <p:cNvSpPr txBox="1"/>
          <p:nvPr/>
        </p:nvSpPr>
        <p:spPr>
          <a:xfrm>
            <a:off x="663851" y="310346"/>
            <a:ext cx="304705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800" dirty="0"/>
              <a:t>Эсептеңиз</a:t>
            </a:r>
            <a:r>
              <a:rPr lang="en-US" sz="4800" dirty="0"/>
              <a:t>:</a:t>
            </a:r>
            <a:endParaRPr lang="en-GB" sz="48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6C6852-26BD-4FDB-8E6C-4F870C22CB50}"/>
              </a:ext>
            </a:extLst>
          </p:cNvPr>
          <p:cNvSpPr txBox="1"/>
          <p:nvPr/>
        </p:nvSpPr>
        <p:spPr>
          <a:xfrm>
            <a:off x="2751114" y="2193643"/>
            <a:ext cx="440377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800" dirty="0"/>
              <a:t>0.08 × 15</a:t>
            </a:r>
          </a:p>
        </p:txBody>
      </p:sp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35C1D30C-6C29-4D1B-BD8B-5455AB773E9B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FDF23B3-5D1B-44F8-95BE-EE6B7585732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55C858A-DF0F-4762-8A94-5CC56F50D96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02F1ED7A-3C48-4AAC-AA0B-4636D679F468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Жооп</a:t>
            </a: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2E779D39-1ACD-46AC-85A8-31D179617016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1.44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BB5F0D2-7FB7-4CF0-88FA-6744C6DDF3BD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3F22F8-370D-4506-B082-03F4478166F8}"/>
              </a:ext>
            </a:extLst>
          </p:cNvPr>
          <p:cNvSpPr txBox="1"/>
          <p:nvPr/>
        </p:nvSpPr>
        <p:spPr>
          <a:xfrm>
            <a:off x="663851" y="310346"/>
            <a:ext cx="304705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800" dirty="0"/>
              <a:t>Эсептеңиз</a:t>
            </a:r>
            <a:r>
              <a:rPr lang="en-US" sz="4800" dirty="0"/>
              <a:t>:</a:t>
            </a:r>
            <a:endParaRPr lang="en-GB" sz="48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DC7E7F9-7BDB-47DE-92C6-DAB86E001C8A}"/>
              </a:ext>
            </a:extLst>
          </p:cNvPr>
          <p:cNvSpPr txBox="1"/>
          <p:nvPr/>
        </p:nvSpPr>
        <p:spPr>
          <a:xfrm>
            <a:off x="3037250" y="2193643"/>
            <a:ext cx="3831498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800" dirty="0"/>
              <a:t>8 × 0.18</a:t>
            </a:r>
          </a:p>
        </p:txBody>
      </p:sp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2248B478-554E-4919-A5A9-3128FBBB50D7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E99F4E6-0544-422C-ADA5-3CDE0C1ED3F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C038C6B-C86F-486E-BECA-AF960E99579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0" name="Rectangle: Diagonal Corners Snipped 9">
            <a:extLst>
              <a:ext uri="{FF2B5EF4-FFF2-40B4-BE49-F238E27FC236}">
                <a16:creationId xmlns:a16="http://schemas.microsoft.com/office/drawing/2014/main" id="{9642495B-AB04-44EB-877A-564DF663040F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Жооп</a:t>
            </a:r>
          </a:p>
        </p:txBody>
      </p:sp>
      <p:sp>
        <p:nvSpPr>
          <p:cNvPr id="11" name="Rectangle: Diagonal Corners Snipped 10">
            <a:hlinkClick r:id="rId4" action="ppaction://hlinksldjump"/>
            <a:extLst>
              <a:ext uri="{FF2B5EF4-FFF2-40B4-BE49-F238E27FC236}">
                <a16:creationId xmlns:a16="http://schemas.microsoft.com/office/drawing/2014/main" id="{70D9F1AE-5230-4889-9064-425E508EF1E0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0.63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79B382D-DAEB-4E4F-BEF7-D158C3514F69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A87D3E6-9E0A-4F91-98DF-B499F21FEF0A}"/>
              </a:ext>
            </a:extLst>
          </p:cNvPr>
          <p:cNvSpPr txBox="1"/>
          <p:nvPr/>
        </p:nvSpPr>
        <p:spPr>
          <a:xfrm>
            <a:off x="663851" y="310346"/>
            <a:ext cx="304705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800" dirty="0"/>
              <a:t>Эсептеңиз</a:t>
            </a:r>
            <a:r>
              <a:rPr lang="en-US" sz="4800" dirty="0"/>
              <a:t>:</a:t>
            </a:r>
            <a:endParaRPr lang="en-GB" sz="48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CD4444D-B80C-4F60-B24B-5B7578C0904D}"/>
              </a:ext>
            </a:extLst>
          </p:cNvPr>
          <p:cNvSpPr txBox="1"/>
          <p:nvPr/>
        </p:nvSpPr>
        <p:spPr>
          <a:xfrm>
            <a:off x="2894583" y="2193643"/>
            <a:ext cx="4116833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800" dirty="0"/>
              <a:t>0.7 × 0.9</a:t>
            </a:r>
          </a:p>
        </p:txBody>
      </p:sp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BD17DC73-4BC1-45BE-AF50-AF6EBACF9BEB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4060B3B-8BE4-4098-A5D9-008D73289FA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7523B62-71FC-437E-AA97-B08949AE190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D3582FC9-401D-46A5-9327-FA029BC8AB5B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Жооп</a:t>
            </a: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52112CBB-B9A1-4EBA-970D-9D0915E31AAA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1.44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510DC4D-E571-4921-9AE8-6B9CA2693948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0A7011-334E-4107-94B8-406F014AC267}"/>
              </a:ext>
            </a:extLst>
          </p:cNvPr>
          <p:cNvSpPr txBox="1"/>
          <p:nvPr/>
        </p:nvSpPr>
        <p:spPr>
          <a:xfrm>
            <a:off x="663851" y="310346"/>
            <a:ext cx="304705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800" dirty="0"/>
              <a:t>Эсептеңиз</a:t>
            </a:r>
            <a:r>
              <a:rPr lang="en-US" sz="4800" dirty="0"/>
              <a:t>:</a:t>
            </a:r>
            <a:endParaRPr lang="en-GB" sz="48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EEE15B-0C60-4332-B8E3-CC800BABEBED}"/>
              </a:ext>
            </a:extLst>
          </p:cNvPr>
          <p:cNvSpPr txBox="1"/>
          <p:nvPr/>
        </p:nvSpPr>
        <p:spPr>
          <a:xfrm>
            <a:off x="2894583" y="2193643"/>
            <a:ext cx="4116833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800" dirty="0"/>
              <a:t>2.4 × 0.6</a:t>
            </a:r>
          </a:p>
        </p:txBody>
      </p:sp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F84F6B5C-44BC-4CCB-B038-7C0FBE6EE0A0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36AF87C-C5BF-402E-A52E-F0CF46249BA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5A6D8FB-4C84-4967-9323-908EA7459B6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BC669FAE-B0E5-43E5-8765-BF531BD13523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Жооп</a:t>
            </a: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47FD81AA-2329-458C-85D3-CC65104D7656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0.0121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6A72595-5379-4048-93E7-23BECB59F595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7AE128B-72B5-4AD5-81A2-97AB442A6C81}"/>
              </a:ext>
            </a:extLst>
          </p:cNvPr>
          <p:cNvSpPr txBox="1"/>
          <p:nvPr/>
        </p:nvSpPr>
        <p:spPr>
          <a:xfrm>
            <a:off x="663851" y="310346"/>
            <a:ext cx="304705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800" dirty="0"/>
              <a:t>Эсептеңиз</a:t>
            </a:r>
            <a:r>
              <a:rPr lang="en-US" sz="4800" dirty="0"/>
              <a:t>:</a:t>
            </a:r>
            <a:endParaRPr lang="en-GB" sz="48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E717DC0-8F79-413F-B27B-497035717846}"/>
              </a:ext>
            </a:extLst>
          </p:cNvPr>
          <p:cNvSpPr txBox="1"/>
          <p:nvPr/>
        </p:nvSpPr>
        <p:spPr>
          <a:xfrm>
            <a:off x="2322312" y="2193643"/>
            <a:ext cx="5261377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800" dirty="0"/>
              <a:t>0.11 × 0.11</a:t>
            </a:r>
          </a:p>
        </p:txBody>
      </p:sp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E65BA64A-380A-4D97-B346-8A1C37609FDE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46782A3-C18B-45EE-AA23-1327BB7DF9C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FD62832-6F3A-47FA-A6DA-1551B55B076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4F7263E6-F77E-4185-811C-35D8FEAC7F50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Жооп</a:t>
            </a: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E2B7FAE1-17E5-47F1-8DAD-39645CAB7CCE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0.117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EA2F246-B0A9-445D-83D6-6DB7F06C10B8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CA18E14-DE68-4082-9202-0BC3DBA070EE}"/>
              </a:ext>
            </a:extLst>
          </p:cNvPr>
          <p:cNvSpPr txBox="1"/>
          <p:nvPr/>
        </p:nvSpPr>
        <p:spPr>
          <a:xfrm>
            <a:off x="663851" y="310346"/>
            <a:ext cx="304705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800" dirty="0"/>
              <a:t>Эсептеңиз</a:t>
            </a:r>
            <a:r>
              <a:rPr lang="en-US" sz="4800" dirty="0"/>
              <a:t>:</a:t>
            </a:r>
            <a:endParaRPr lang="en-GB" sz="48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F665EA4-F943-4B15-BDD6-E7C74C40B46E}"/>
              </a:ext>
            </a:extLst>
          </p:cNvPr>
          <p:cNvSpPr txBox="1"/>
          <p:nvPr/>
        </p:nvSpPr>
        <p:spPr>
          <a:xfrm>
            <a:off x="2608448" y="2193643"/>
            <a:ext cx="4689104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800" dirty="0"/>
              <a:t>0.09 × 1.3</a:t>
            </a:r>
          </a:p>
        </p:txBody>
      </p:sp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416DC1E9-2270-41B8-8BFA-696BDF25F2F1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5DF2F26-10C0-40FA-A687-6B8592D16F1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3FBDE37-7361-4AC2-963E-4B62EE7C757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DA2D3003-586F-49FE-9130-872897C32E9F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Жооп</a:t>
            </a: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AC68D212-54BB-4C68-9A30-E40AACCD7DC9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5.61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FFFB283-0F3E-43EB-B711-6FCFB208BDEB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595BD6F-7BD0-4466-9E1F-72CE961C0340}"/>
              </a:ext>
            </a:extLst>
          </p:cNvPr>
          <p:cNvSpPr txBox="1"/>
          <p:nvPr/>
        </p:nvSpPr>
        <p:spPr>
          <a:xfrm>
            <a:off x="663851" y="310346"/>
            <a:ext cx="304705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800" dirty="0"/>
              <a:t>Эсептеңиз</a:t>
            </a:r>
            <a:r>
              <a:rPr lang="en-US" sz="4800" dirty="0"/>
              <a:t>:</a:t>
            </a:r>
            <a:endParaRPr lang="en-GB" sz="48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1F5BC3-2955-4CCB-863F-46A0A60A3176}"/>
              </a:ext>
            </a:extLst>
          </p:cNvPr>
          <p:cNvSpPr txBox="1"/>
          <p:nvPr/>
        </p:nvSpPr>
        <p:spPr>
          <a:xfrm>
            <a:off x="2894583" y="2193643"/>
            <a:ext cx="4116833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800" dirty="0"/>
              <a:t>5.1 × 1.1</a:t>
            </a:r>
          </a:p>
        </p:txBody>
      </p:sp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4B8FBD4E-FA1D-4563-BFB6-C84469EE9045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9CFE3E4-04F4-4D5C-89CC-BC0A36DDF17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5F8327F-831C-4E94-9E8A-609E320E1EF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6FD3A72F-937A-4926-8E99-7605FCCD16A5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Жооп</a:t>
            </a: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748045BB-44EE-407B-B936-54AEDEA70ADC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0.8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2C35F4C-392E-483F-BEED-7B2AA8EC67EC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70CE8F3-EBAD-4BD4-942D-689C62886539}"/>
              </a:ext>
            </a:extLst>
          </p:cNvPr>
          <p:cNvSpPr txBox="1"/>
          <p:nvPr/>
        </p:nvSpPr>
        <p:spPr>
          <a:xfrm>
            <a:off x="663851" y="310346"/>
            <a:ext cx="304705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800" dirty="0"/>
              <a:t>Эсептеңиз</a:t>
            </a:r>
            <a:r>
              <a:rPr lang="en-US" sz="4800" dirty="0"/>
              <a:t>:</a:t>
            </a:r>
            <a:endParaRPr lang="en-GB" sz="48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93D1330-4E6E-4AA4-9181-C333FAC4459A}"/>
              </a:ext>
            </a:extLst>
          </p:cNvPr>
          <p:cNvSpPr txBox="1"/>
          <p:nvPr/>
        </p:nvSpPr>
        <p:spPr>
          <a:xfrm>
            <a:off x="2894583" y="2193643"/>
            <a:ext cx="4116833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800" dirty="0"/>
              <a:t>1.6 × 0.5</a:t>
            </a:r>
          </a:p>
        </p:txBody>
      </p:sp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9D0A3D25-8642-440D-9595-16CD3AE740E5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ABBB7DF-FF10-4FD3-9597-8CB86DAD56E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81BC509-2A53-4A79-B5CA-4DA0573C80A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D2007CB2-B59B-4A5A-8E35-292349983F9A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Жооп</a:t>
            </a: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D0F87A72-3DBD-4209-890F-B4101809D73B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1.84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3130F1E-A98E-418D-92EC-337D62170188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CC386-03E2-4C65-AA4F-1AF7696D1C21}"/>
              </a:ext>
            </a:extLst>
          </p:cNvPr>
          <p:cNvSpPr txBox="1"/>
          <p:nvPr/>
        </p:nvSpPr>
        <p:spPr>
          <a:xfrm>
            <a:off x="663851" y="310346"/>
            <a:ext cx="304705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800" dirty="0"/>
              <a:t>Эсептеңиз</a:t>
            </a:r>
            <a:r>
              <a:rPr lang="en-US" sz="4800" dirty="0"/>
              <a:t>:</a:t>
            </a:r>
            <a:endParaRPr lang="en-GB" sz="48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27BB4D-BC4E-41B0-8060-D07239164CD7}"/>
              </a:ext>
            </a:extLst>
          </p:cNvPr>
          <p:cNvSpPr txBox="1"/>
          <p:nvPr/>
        </p:nvSpPr>
        <p:spPr>
          <a:xfrm>
            <a:off x="3037251" y="2193643"/>
            <a:ext cx="3831497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800" dirty="0"/>
              <a:t>8 × 0.23</a:t>
            </a:r>
          </a:p>
        </p:txBody>
      </p:sp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D85514AE-CCFF-4E45-962A-BBA66C612A56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825601A-F1B1-415A-8EC6-8C015812D87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9FB68C3-9788-4B37-811A-4D748DE5169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FFA0A529-E688-4134-9A2D-CEDA70E73D65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Жооп</a:t>
            </a: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C71174D5-4034-43F2-9D76-817F821CFC74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0.124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000966B-0DF9-44AC-8A1D-248190D4A188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01CBAD7-4F18-41F6-89C6-18057F15C625}"/>
              </a:ext>
            </a:extLst>
          </p:cNvPr>
          <p:cNvSpPr txBox="1"/>
          <p:nvPr/>
        </p:nvSpPr>
        <p:spPr>
          <a:xfrm>
            <a:off x="663851" y="310346"/>
            <a:ext cx="304705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800" dirty="0"/>
              <a:t>Эсептеңиз</a:t>
            </a:r>
            <a:r>
              <a:rPr lang="en-US" sz="4800" dirty="0"/>
              <a:t>:</a:t>
            </a:r>
            <a:endParaRPr lang="en-GB" sz="48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EA818A7-7D7C-449C-8367-3FD908A5A084}"/>
              </a:ext>
            </a:extLst>
          </p:cNvPr>
          <p:cNvSpPr txBox="1"/>
          <p:nvPr/>
        </p:nvSpPr>
        <p:spPr>
          <a:xfrm>
            <a:off x="2608448" y="2193643"/>
            <a:ext cx="4689104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800" dirty="0"/>
              <a:t>0.31 × 0.4</a:t>
            </a:r>
          </a:p>
        </p:txBody>
      </p:sp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FD4E21D8-3F59-4E58-A022-429E247B0528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38012EF-EB3C-4F25-B175-E512D639815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2F5975F-5917-42CF-B7A4-F4155DEF20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DC583617-EB5F-454F-88AF-54361AFD2CDC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Жооп</a:t>
            </a: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89856A9A-0A7A-4D37-A5CA-A4994B406A7F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0.126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5CB4DEF-0ADD-4FA7-A4D5-9E1E9415700D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271930E-CABE-4A3F-8F64-B113F7D8CD37}"/>
              </a:ext>
            </a:extLst>
          </p:cNvPr>
          <p:cNvSpPr txBox="1"/>
          <p:nvPr/>
        </p:nvSpPr>
        <p:spPr>
          <a:xfrm>
            <a:off x="663851" y="310346"/>
            <a:ext cx="304705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800" dirty="0"/>
              <a:t>Эсептеңиз</a:t>
            </a:r>
            <a:r>
              <a:rPr lang="en-US" sz="4800" dirty="0"/>
              <a:t>:</a:t>
            </a:r>
            <a:endParaRPr lang="en-GB" sz="48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902618E-3774-4FD1-84D6-A3DDF2563C9F}"/>
              </a:ext>
            </a:extLst>
          </p:cNvPr>
          <p:cNvSpPr txBox="1"/>
          <p:nvPr/>
        </p:nvSpPr>
        <p:spPr>
          <a:xfrm>
            <a:off x="2608448" y="2193643"/>
            <a:ext cx="4689104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800" dirty="0"/>
              <a:t>0.7 × 0.18</a:t>
            </a:r>
          </a:p>
        </p:txBody>
      </p:sp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184977C7-8786-48EA-8A3E-DB3EBE920E31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082C0C2-E081-4BC0-990B-D2E7E949BAD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98D371B-9A0F-48A9-80B4-EB62DC1B766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24A27C50-944C-442E-A097-20467A6C75D5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Жооп</a:t>
            </a: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66A7123B-0C9B-4ECF-AE7B-60A7762B2B86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0.51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68288CA-7688-4631-B44D-D1B28258DADC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5442285-C9A5-423E-9C80-DB41287CD8BA}"/>
              </a:ext>
            </a:extLst>
          </p:cNvPr>
          <p:cNvSpPr txBox="1"/>
          <p:nvPr/>
        </p:nvSpPr>
        <p:spPr>
          <a:xfrm>
            <a:off x="663851" y="310346"/>
            <a:ext cx="304705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800" dirty="0"/>
              <a:t>Эсептеңиз</a:t>
            </a:r>
            <a:r>
              <a:rPr lang="en-US" sz="4800" dirty="0"/>
              <a:t>:</a:t>
            </a:r>
            <a:endParaRPr lang="en-GB" sz="48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B82D722-30F1-4CC5-9FAD-DA82AE6997D5}"/>
              </a:ext>
            </a:extLst>
          </p:cNvPr>
          <p:cNvSpPr txBox="1"/>
          <p:nvPr/>
        </p:nvSpPr>
        <p:spPr>
          <a:xfrm>
            <a:off x="2751115" y="2193643"/>
            <a:ext cx="440377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800" dirty="0"/>
              <a:t>0.03 × 17</a:t>
            </a:r>
          </a:p>
        </p:txBody>
      </p:sp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89778EA7-3803-44F6-BA6B-BBF03574E9A2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08BB9F0-EC12-4385-87BA-6773197E5FF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0A1BFA5-1CF6-40A2-B92E-201E4B90DB1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A8CCE6CA-7C4C-4402-B86F-10EFAF411DBA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Жооп</a:t>
            </a: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FF74A28A-4A80-43C8-9B4B-204F8D23CB76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0.008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AC4706B-C3B1-43BC-BCD5-4210AAEBFC3D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41E7569-1B9E-4B93-8C18-EFCC89310CAC}"/>
              </a:ext>
            </a:extLst>
          </p:cNvPr>
          <p:cNvSpPr txBox="1"/>
          <p:nvPr/>
        </p:nvSpPr>
        <p:spPr>
          <a:xfrm>
            <a:off x="663851" y="310346"/>
            <a:ext cx="304705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800" dirty="0"/>
              <a:t>Эсептеңиз</a:t>
            </a:r>
            <a:r>
              <a:rPr lang="en-US" sz="4800" dirty="0"/>
              <a:t>:</a:t>
            </a:r>
            <a:endParaRPr lang="en-GB" sz="48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E38EA79-05FB-4E6C-BBD4-E1D7636BD061}"/>
              </a:ext>
            </a:extLst>
          </p:cNvPr>
          <p:cNvSpPr txBox="1"/>
          <p:nvPr/>
        </p:nvSpPr>
        <p:spPr>
          <a:xfrm>
            <a:off x="2608448" y="2193643"/>
            <a:ext cx="4689104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800" dirty="0"/>
              <a:t>0.4 × 0.02</a:t>
            </a:r>
          </a:p>
        </p:txBody>
      </p:sp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202D56E6-DC96-4EB6-A45B-842488CDA434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F180660-E1D7-4F84-99CA-32C00A44A90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06D05B8-FBF4-42D4-ABBD-0BE0C5048CE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7FA6F82C-3C51-45DC-9D85-75D2FD442EEF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Жооп</a:t>
            </a: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2E4B53D0-DA60-48E8-B47B-4DB63FA3BF33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0.072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D1AF524-22DE-42CE-A8A9-DBE5810E5D15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F980D3-8D78-4345-8867-5EC318978062}"/>
              </a:ext>
            </a:extLst>
          </p:cNvPr>
          <p:cNvSpPr txBox="1"/>
          <p:nvPr/>
        </p:nvSpPr>
        <p:spPr>
          <a:xfrm>
            <a:off x="663851" y="310346"/>
            <a:ext cx="304705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800" dirty="0"/>
              <a:t>Эсептеңиз</a:t>
            </a:r>
            <a:r>
              <a:rPr lang="en-US" sz="4800" dirty="0"/>
              <a:t>:</a:t>
            </a:r>
            <a:endParaRPr lang="en-GB" sz="48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CFF4DA1-C3E6-405B-BF2F-B781E00EDFC4}"/>
              </a:ext>
            </a:extLst>
          </p:cNvPr>
          <p:cNvSpPr txBox="1"/>
          <p:nvPr/>
        </p:nvSpPr>
        <p:spPr>
          <a:xfrm>
            <a:off x="2608448" y="2193643"/>
            <a:ext cx="4689104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800" dirty="0"/>
              <a:t>1.8 × 0.04</a:t>
            </a:r>
          </a:p>
        </p:txBody>
      </p:sp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CA8D8D02-C734-4F0B-A02E-0184277B7B44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8D54AEC-8973-4EF9-B8BB-BBD2533B76B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5C607BC-56B3-46E2-AB33-1EA3819856B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7AEB9A77-959E-48FA-8837-241E72E32EAA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Жооп</a:t>
            </a: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D74293E5-8406-46CA-B7E7-3E02BCE29E8B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0.0072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83E1205-3F94-4AAE-A7E2-4A244030013A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7F89D57-F218-484E-B129-9CD0995A903F}"/>
              </a:ext>
            </a:extLst>
          </p:cNvPr>
          <p:cNvSpPr txBox="1"/>
          <p:nvPr/>
        </p:nvSpPr>
        <p:spPr>
          <a:xfrm>
            <a:off x="663851" y="310346"/>
            <a:ext cx="304705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800" dirty="0"/>
              <a:t>Эсептеңиз</a:t>
            </a:r>
            <a:r>
              <a:rPr lang="en-US" sz="4800" dirty="0"/>
              <a:t>:</a:t>
            </a:r>
            <a:endParaRPr lang="en-GB" sz="48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506AC71-90C7-402F-8AC0-387C02C0BA61}"/>
              </a:ext>
            </a:extLst>
          </p:cNvPr>
          <p:cNvSpPr txBox="1"/>
          <p:nvPr/>
        </p:nvSpPr>
        <p:spPr>
          <a:xfrm>
            <a:off x="2322312" y="2193643"/>
            <a:ext cx="5261377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800" dirty="0"/>
              <a:t>0.12 × 0.06</a:t>
            </a:r>
          </a:p>
        </p:txBody>
      </p:sp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AFDBD72A-E6AF-458A-9CEA-ACBB340BA8F3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3B68CA4-191A-48B5-A195-830CDB7587A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FE2A2F6-A9CE-4215-AC43-D4A0E4FD5A7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C67829DC-49B9-4478-9753-2A4D5132EA88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Жооп</a:t>
            </a: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35235C12-D9BA-42BD-B8E9-847479CE95A3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0.98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1310E0E-4A9A-401E-9ED5-7435B8525E04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6ADD5DF-3425-4572-B162-24EAE31DECCD}"/>
              </a:ext>
            </a:extLst>
          </p:cNvPr>
          <p:cNvSpPr txBox="1"/>
          <p:nvPr/>
        </p:nvSpPr>
        <p:spPr>
          <a:xfrm>
            <a:off x="663851" y="310346"/>
            <a:ext cx="304705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800" dirty="0"/>
              <a:t>Эсептеңиз</a:t>
            </a:r>
            <a:r>
              <a:rPr lang="en-US" sz="4800" dirty="0"/>
              <a:t>:</a:t>
            </a:r>
            <a:endParaRPr lang="en-GB" sz="48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39D96ED-2EBA-42A5-B53D-2E2CDC04D51D}"/>
              </a:ext>
            </a:extLst>
          </p:cNvPr>
          <p:cNvSpPr txBox="1"/>
          <p:nvPr/>
        </p:nvSpPr>
        <p:spPr>
          <a:xfrm>
            <a:off x="3037251" y="2193643"/>
            <a:ext cx="3831497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800" dirty="0"/>
              <a:t>7 × 0.14</a:t>
            </a:r>
          </a:p>
        </p:txBody>
      </p:sp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531B9045-2084-4E95-9358-D683938ED31D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09DB99E-5EC9-4FC9-B094-A3E51E102E0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B8623D6-82D2-4CCC-8531-6D93C3FBCBE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15FC85FF-6393-4C54-963B-99EBB6141F07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Жооп</a:t>
            </a: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82817D02-5A2D-4216-9230-BEED84F93C3B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0.032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7E2AD77-8345-4390-9986-B5DFFB13780B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D096882-0DB9-4044-A283-1E48A5A5072A}"/>
              </a:ext>
            </a:extLst>
          </p:cNvPr>
          <p:cNvSpPr txBox="1"/>
          <p:nvPr/>
        </p:nvSpPr>
        <p:spPr>
          <a:xfrm>
            <a:off x="663851" y="310346"/>
            <a:ext cx="304705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800" dirty="0"/>
              <a:t>Эсептеңиз</a:t>
            </a:r>
            <a:r>
              <a:rPr lang="en-US" sz="4800" dirty="0"/>
              <a:t>:</a:t>
            </a:r>
            <a:endParaRPr lang="en-GB" sz="48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7A8328F-822C-437F-95B0-FDA9F6E7B3CB}"/>
              </a:ext>
            </a:extLst>
          </p:cNvPr>
          <p:cNvSpPr txBox="1"/>
          <p:nvPr/>
        </p:nvSpPr>
        <p:spPr>
          <a:xfrm>
            <a:off x="2608448" y="2193643"/>
            <a:ext cx="4689104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800" dirty="0"/>
              <a:t>0.08 × 0.4</a:t>
            </a:r>
          </a:p>
        </p:txBody>
      </p:sp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B33308DB-DC20-446B-BB59-76D7FEE79C34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E2749B2-997B-4668-9C06-B00175A8D82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9AF6141-541F-4558-A5C4-62F78775AEE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8B3620FE-640A-4863-A859-39417F318B50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Жооп</a:t>
            </a: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F64FA502-8391-4048-9A0E-8E408A69118E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0.0612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BC4E24A-AB41-4C5B-8284-4D740B7C3533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4BBE04A-071F-41A9-BDCF-D7399EC07B65}"/>
              </a:ext>
            </a:extLst>
          </p:cNvPr>
          <p:cNvSpPr txBox="1"/>
          <p:nvPr/>
        </p:nvSpPr>
        <p:spPr>
          <a:xfrm>
            <a:off x="663851" y="310346"/>
            <a:ext cx="304705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800" dirty="0"/>
              <a:t>Эсептеңиз</a:t>
            </a:r>
            <a:r>
              <a:rPr lang="en-US" sz="4800" dirty="0"/>
              <a:t>:</a:t>
            </a:r>
            <a:endParaRPr lang="en-GB" sz="48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DF1A5DC-CA6B-4BE8-8006-EA1A0B747324}"/>
              </a:ext>
            </a:extLst>
          </p:cNvPr>
          <p:cNvSpPr txBox="1"/>
          <p:nvPr/>
        </p:nvSpPr>
        <p:spPr>
          <a:xfrm>
            <a:off x="2322312" y="2193643"/>
            <a:ext cx="5261377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800" dirty="0"/>
              <a:t>0.51 × 0.12</a:t>
            </a:r>
          </a:p>
        </p:txBody>
      </p:sp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B3A58975-4BF2-4860-84C4-C491D34E39A2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B6BCF28-1418-4608-AF76-CDD146EF3D1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73FFE89-9032-4654-A48C-9BF411B13CB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183B74EA-43DB-4789-B840-930A38129CB4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Жооп</a:t>
            </a: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F641DB3E-867C-448A-B407-A33DA14AA1FE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0.0344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F935B17-058B-4001-9BCA-EE52ED5FB706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CDFBE2-240E-4A2D-8EB5-67AE6B439056}"/>
              </a:ext>
            </a:extLst>
          </p:cNvPr>
          <p:cNvSpPr txBox="1"/>
          <p:nvPr/>
        </p:nvSpPr>
        <p:spPr>
          <a:xfrm>
            <a:off x="663851" y="310346"/>
            <a:ext cx="304705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800" dirty="0"/>
              <a:t>Эсептеңиз</a:t>
            </a:r>
            <a:r>
              <a:rPr lang="en-US" sz="4800" dirty="0"/>
              <a:t>:</a:t>
            </a:r>
            <a:endParaRPr lang="en-GB" sz="48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585113B-99E9-4E56-98A3-85770BF5B974}"/>
              </a:ext>
            </a:extLst>
          </p:cNvPr>
          <p:cNvSpPr txBox="1"/>
          <p:nvPr/>
        </p:nvSpPr>
        <p:spPr>
          <a:xfrm>
            <a:off x="2322312" y="2193643"/>
            <a:ext cx="5261377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800" dirty="0"/>
              <a:t>0.43 × 0.08</a:t>
            </a:r>
          </a:p>
        </p:txBody>
      </p:sp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D430EE4B-7A27-4745-9692-9E7F51A1D42F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8BE9E64-C941-407C-815F-25575C42F1B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6141103-1C42-4F47-86F7-9B838CF2BAA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806DA0A9-0753-4B1A-A43A-24BB8D653FA7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Жооп</a:t>
            </a: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3B7799C2-279D-41AF-A6B1-CF4ED2CE58D6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2.52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D55EBD0-0DDF-4812-B0ED-BA9C9D2C2624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8CE3B0-6492-4FFE-9A70-656DAD5DA68D}"/>
              </a:ext>
            </a:extLst>
          </p:cNvPr>
          <p:cNvSpPr txBox="1"/>
          <p:nvPr/>
        </p:nvSpPr>
        <p:spPr>
          <a:xfrm>
            <a:off x="663851" y="310346"/>
            <a:ext cx="304705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800" dirty="0"/>
              <a:t>Эсептеңиз</a:t>
            </a:r>
            <a:r>
              <a:rPr lang="en-US" sz="4800" dirty="0"/>
              <a:t>:</a:t>
            </a:r>
            <a:endParaRPr lang="en-GB" sz="48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BB44F2-739D-4D2A-A527-4F6D169B0036}"/>
              </a:ext>
            </a:extLst>
          </p:cNvPr>
          <p:cNvSpPr txBox="1"/>
          <p:nvPr/>
        </p:nvSpPr>
        <p:spPr>
          <a:xfrm>
            <a:off x="2894583" y="2193643"/>
            <a:ext cx="4116833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800" dirty="0"/>
              <a:t>1.8 × 1.4</a:t>
            </a:r>
          </a:p>
        </p:txBody>
      </p:sp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1154520"/>
            <a:ext cx="9240883" cy="53245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24464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10397</TotalTime>
  <Words>481</Words>
  <Application>Microsoft Office PowerPoint</Application>
  <PresentationFormat>A4 Paper (210x297 mm)</PresentationFormat>
  <Paragraphs>192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31</vt:i4>
      </vt:variant>
    </vt:vector>
  </HeadingPairs>
  <TitlesOfParts>
    <vt:vector size="37" baseType="lpstr">
      <vt:lpstr>Calibri</vt:lpstr>
      <vt:lpstr>Sylfaen</vt:lpstr>
      <vt:lpstr>Arial</vt:lpstr>
      <vt:lpstr>Calibri Light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476</cp:revision>
  <cp:lastPrinted>2019-01-23T09:39:04Z</cp:lastPrinted>
  <dcterms:created xsi:type="dcterms:W3CDTF">2017-01-17T16:57:04Z</dcterms:created>
  <dcterms:modified xsi:type="dcterms:W3CDTF">2024-05-24T10:53:27Z</dcterms:modified>
</cp:coreProperties>
</file>