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984" r:id="rId3"/>
    <p:sldId id="958" r:id="rId4"/>
    <p:sldId id="927" r:id="rId5"/>
    <p:sldId id="950" r:id="rId6"/>
    <p:sldId id="953" r:id="rId7"/>
    <p:sldId id="954" r:id="rId8"/>
    <p:sldId id="957" r:id="rId9"/>
    <p:sldId id="941" r:id="rId10"/>
  </p:sldIdLst>
  <p:sldSz cx="9906000" cy="6858000" type="A4"/>
  <p:notesSz cx="6889750" cy="10021888"/>
  <p:embeddedFontLst>
    <p:embeddedFont>
      <p:font typeface="Aharoni" panose="02010803020104030203" pitchFamily="2" charset="-79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Snap ITC" panose="04040A07060A02020202" pitchFamily="82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60"/>
            <p14:sldId id="984"/>
          </p14:sldIdLst>
        </p14:section>
        <p14:section name="Title Screen" id="{EBCD178E-BB94-4352-A630-0685D340C71A}">
          <p14:sldIdLst>
            <p14:sldId id="958"/>
          </p14:sldIdLst>
        </p14:section>
        <p14:section name="Instruction Slides" id="{60B5435E-3307-4424-B573-101B6AF6164F}">
          <p14:sldIdLst>
            <p14:sldId id="927"/>
            <p14:sldId id="950"/>
          </p14:sldIdLst>
        </p14:section>
        <p14:section name="Standard Cards" id="{129573F4-7400-4C93-8680-4C65872014A9}">
          <p14:sldIdLst>
            <p14:sldId id="953"/>
            <p14:sldId id="954"/>
          </p14:sldIdLst>
        </p14:section>
        <p14:section name="Small Cards" id="{9332171E-ACE8-4652-B620-D8CF1122C4E0}">
          <p14:sldIdLst>
            <p14:sldId id="957"/>
          </p14:sldIdLst>
        </p14:section>
        <p14:section name="goteachmaths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12/12/2023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270.png"/><Relationship Id="rId3" Type="http://schemas.microsoft.com/office/2007/relationships/hdphoto" Target="../media/hdphoto1.wdp"/><Relationship Id="rId21" Type="http://schemas.openxmlformats.org/officeDocument/2006/relationships/image" Target="../media/image220.png"/><Relationship Id="rId34" Type="http://schemas.openxmlformats.org/officeDocument/2006/relationships/image" Target="../media/image35.png"/><Relationship Id="rId7" Type="http://schemas.microsoft.com/office/2007/relationships/hdphoto" Target="../media/hdphoto3.wdp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260.png"/><Relationship Id="rId33" Type="http://schemas.openxmlformats.org/officeDocument/2006/relationships/image" Target="../media/image34.png"/><Relationship Id="rId2" Type="http://schemas.openxmlformats.org/officeDocument/2006/relationships/image" Target="../media/image15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24" Type="http://schemas.openxmlformats.org/officeDocument/2006/relationships/image" Target="../media/image250.png"/><Relationship Id="rId32" Type="http://schemas.openxmlformats.org/officeDocument/2006/relationships/image" Target="../media/image33.png"/><Relationship Id="rId5" Type="http://schemas.microsoft.com/office/2007/relationships/hdphoto" Target="../media/hdphoto2.wdp"/><Relationship Id="rId15" Type="http://schemas.openxmlformats.org/officeDocument/2006/relationships/image" Target="../media/image25.png"/><Relationship Id="rId23" Type="http://schemas.openxmlformats.org/officeDocument/2006/relationships/image" Target="../media/image240.png"/><Relationship Id="rId28" Type="http://schemas.openxmlformats.org/officeDocument/2006/relationships/image" Target="../media/image290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230.png"/><Relationship Id="rId27" Type="http://schemas.openxmlformats.org/officeDocument/2006/relationships/image" Target="../media/image280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43.png"/><Relationship Id="rId3" Type="http://schemas.microsoft.com/office/2007/relationships/hdphoto" Target="../media/hdphoto1.wdp"/><Relationship Id="rId21" Type="http://schemas.openxmlformats.org/officeDocument/2006/relationships/image" Target="../media/image38.png"/><Relationship Id="rId34" Type="http://schemas.openxmlformats.org/officeDocument/2006/relationships/image" Target="../media/image51.png"/><Relationship Id="rId7" Type="http://schemas.microsoft.com/office/2007/relationships/hdphoto" Target="../media/hdphoto3.wdp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2" Type="http://schemas.openxmlformats.org/officeDocument/2006/relationships/image" Target="../media/image15.png"/><Relationship Id="rId16" Type="http://schemas.openxmlformats.org/officeDocument/2006/relationships/image" Target="../media/image26.png"/><Relationship Id="rId20" Type="http://schemas.openxmlformats.org/officeDocument/2006/relationships/image" Target="../media/image37.pn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5" Type="http://schemas.microsoft.com/office/2007/relationships/hdphoto" Target="../media/hdphoto2.wdp"/><Relationship Id="rId15" Type="http://schemas.openxmlformats.org/officeDocument/2006/relationships/image" Target="../media/image25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8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Салыштыруу оюну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ыкманы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сөтөт.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Төрт амал – баалулуктар жарышы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Эң чоң мааниге ээ окуучу же топ жеңет.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аткарылышы мүмкүн.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(мини-тактай жана/же калькулятор менен).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4171045" cy="4767761"/>
            <a:chOff x="346710" y="356888"/>
            <a:chExt cx="3957843" cy="486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3815640" cy="3594130"/>
              <a:chOff x="2769041" y="1416296"/>
              <a:chExt cx="3815640" cy="359413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3810609" cy="3594130"/>
                <a:chOff x="2769041" y="1416296"/>
                <a:chExt cx="3810609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663636"/>
                    <a:gd name="connsiteY0" fmla="*/ 591831 h 3550916"/>
                    <a:gd name="connsiteX1" fmla="*/ 591831 w 3663636"/>
                    <a:gd name="connsiteY1" fmla="*/ 0 h 3550916"/>
                    <a:gd name="connsiteX2" fmla="*/ 1087826 w 3663636"/>
                    <a:gd name="connsiteY2" fmla="*/ 0 h 3550916"/>
                    <a:gd name="connsiteX3" fmla="*/ 1534221 w 3663636"/>
                    <a:gd name="connsiteY3" fmla="*/ 0 h 3550916"/>
                    <a:gd name="connsiteX4" fmla="*/ 2055016 w 3663636"/>
                    <a:gd name="connsiteY4" fmla="*/ 0 h 3550916"/>
                    <a:gd name="connsiteX5" fmla="*/ 2501411 w 3663636"/>
                    <a:gd name="connsiteY5" fmla="*/ 0 h 3550916"/>
                    <a:gd name="connsiteX6" fmla="*/ 3071805 w 3663636"/>
                    <a:gd name="connsiteY6" fmla="*/ 0 h 3550916"/>
                    <a:gd name="connsiteX7" fmla="*/ 3663636 w 3663636"/>
                    <a:gd name="connsiteY7" fmla="*/ 591831 h 3550916"/>
                    <a:gd name="connsiteX8" fmla="*/ 3663636 w 3663636"/>
                    <a:gd name="connsiteY8" fmla="*/ 1207317 h 3550916"/>
                    <a:gd name="connsiteX9" fmla="*/ 3663636 w 3663636"/>
                    <a:gd name="connsiteY9" fmla="*/ 1728113 h 3550916"/>
                    <a:gd name="connsiteX10" fmla="*/ 3663636 w 3663636"/>
                    <a:gd name="connsiteY10" fmla="*/ 2272581 h 3550916"/>
                    <a:gd name="connsiteX11" fmla="*/ 3663636 w 3663636"/>
                    <a:gd name="connsiteY11" fmla="*/ 2959085 h 3550916"/>
                    <a:gd name="connsiteX12" fmla="*/ 3071805 w 3663636"/>
                    <a:gd name="connsiteY12" fmla="*/ 3550916 h 3550916"/>
                    <a:gd name="connsiteX13" fmla="*/ 2625410 w 3663636"/>
                    <a:gd name="connsiteY13" fmla="*/ 3550916 h 3550916"/>
                    <a:gd name="connsiteX14" fmla="*/ 2154215 w 3663636"/>
                    <a:gd name="connsiteY14" fmla="*/ 3550916 h 3550916"/>
                    <a:gd name="connsiteX15" fmla="*/ 1658220 w 3663636"/>
                    <a:gd name="connsiteY15" fmla="*/ 3550916 h 3550916"/>
                    <a:gd name="connsiteX16" fmla="*/ 1211824 w 3663636"/>
                    <a:gd name="connsiteY16" fmla="*/ 3550916 h 3550916"/>
                    <a:gd name="connsiteX17" fmla="*/ 591831 w 3663636"/>
                    <a:gd name="connsiteY17" fmla="*/ 3550916 h 3550916"/>
                    <a:gd name="connsiteX18" fmla="*/ 0 w 3663636"/>
                    <a:gd name="connsiteY18" fmla="*/ 2959085 h 3550916"/>
                    <a:gd name="connsiteX19" fmla="*/ 0 w 3663636"/>
                    <a:gd name="connsiteY19" fmla="*/ 2438289 h 3550916"/>
                    <a:gd name="connsiteX20" fmla="*/ 0 w 3663636"/>
                    <a:gd name="connsiteY20" fmla="*/ 1870148 h 3550916"/>
                    <a:gd name="connsiteX21" fmla="*/ 0 w 3663636"/>
                    <a:gd name="connsiteY21" fmla="*/ 1254662 h 3550916"/>
                    <a:gd name="connsiteX22" fmla="*/ 0 w 3663636"/>
                    <a:gd name="connsiteY22" fmla="*/ 591831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6" h="3550916" fill="none" extrusionOk="0">
                      <a:moveTo>
                        <a:pt x="0" y="591831"/>
                      </a:moveTo>
                      <a:cubicBezTo>
                        <a:pt x="-14819" y="264133"/>
                        <a:pt x="325797" y="52367"/>
                        <a:pt x="591831" y="0"/>
                      </a:cubicBezTo>
                      <a:cubicBezTo>
                        <a:pt x="766256" y="-3116"/>
                        <a:pt x="850238" y="27263"/>
                        <a:pt x="1087826" y="0"/>
                      </a:cubicBezTo>
                      <a:cubicBezTo>
                        <a:pt x="1325414" y="-27263"/>
                        <a:pt x="1412894" y="34229"/>
                        <a:pt x="1534221" y="0"/>
                      </a:cubicBezTo>
                      <a:cubicBezTo>
                        <a:pt x="1655549" y="-34229"/>
                        <a:pt x="1921438" y="723"/>
                        <a:pt x="2055016" y="0"/>
                      </a:cubicBezTo>
                      <a:cubicBezTo>
                        <a:pt x="2188594" y="-723"/>
                        <a:pt x="2403171" y="8889"/>
                        <a:pt x="2501411" y="0"/>
                      </a:cubicBezTo>
                      <a:cubicBezTo>
                        <a:pt x="2599651" y="-8889"/>
                        <a:pt x="2804032" y="44750"/>
                        <a:pt x="3071805" y="0"/>
                      </a:cubicBezTo>
                      <a:cubicBezTo>
                        <a:pt x="3377769" y="21152"/>
                        <a:pt x="3653659" y="286322"/>
                        <a:pt x="3663636" y="591831"/>
                      </a:cubicBezTo>
                      <a:cubicBezTo>
                        <a:pt x="3697781" y="744684"/>
                        <a:pt x="3657186" y="983601"/>
                        <a:pt x="3663636" y="1207317"/>
                      </a:cubicBezTo>
                      <a:cubicBezTo>
                        <a:pt x="3670086" y="1431033"/>
                        <a:pt x="3662078" y="1605281"/>
                        <a:pt x="3663636" y="1728113"/>
                      </a:cubicBezTo>
                      <a:cubicBezTo>
                        <a:pt x="3665194" y="1850945"/>
                        <a:pt x="3601109" y="2124922"/>
                        <a:pt x="3663636" y="2272581"/>
                      </a:cubicBezTo>
                      <a:cubicBezTo>
                        <a:pt x="3726163" y="2420240"/>
                        <a:pt x="3601481" y="2719509"/>
                        <a:pt x="3663636" y="2959085"/>
                      </a:cubicBezTo>
                      <a:cubicBezTo>
                        <a:pt x="3734528" y="3267180"/>
                        <a:pt x="3387850" y="3625827"/>
                        <a:pt x="3071805" y="3550916"/>
                      </a:cubicBezTo>
                      <a:cubicBezTo>
                        <a:pt x="2971440" y="3554034"/>
                        <a:pt x="2829590" y="3546522"/>
                        <a:pt x="2625410" y="3550916"/>
                      </a:cubicBezTo>
                      <a:cubicBezTo>
                        <a:pt x="2421231" y="3555310"/>
                        <a:pt x="2385563" y="3537018"/>
                        <a:pt x="2154215" y="3550916"/>
                      </a:cubicBezTo>
                      <a:cubicBezTo>
                        <a:pt x="1922868" y="3564814"/>
                        <a:pt x="1809032" y="3523024"/>
                        <a:pt x="1658220" y="3550916"/>
                      </a:cubicBezTo>
                      <a:cubicBezTo>
                        <a:pt x="1507408" y="3578808"/>
                        <a:pt x="1325681" y="3508156"/>
                        <a:pt x="1211824" y="3550916"/>
                      </a:cubicBezTo>
                      <a:cubicBezTo>
                        <a:pt x="1097967" y="3593676"/>
                        <a:pt x="864677" y="3538525"/>
                        <a:pt x="591831" y="3550916"/>
                      </a:cubicBezTo>
                      <a:cubicBezTo>
                        <a:pt x="220141" y="3470839"/>
                        <a:pt x="-66719" y="3316952"/>
                        <a:pt x="0" y="2959085"/>
                      </a:cubicBezTo>
                      <a:cubicBezTo>
                        <a:pt x="-32739" y="2804439"/>
                        <a:pt x="22364" y="2671309"/>
                        <a:pt x="0" y="2438289"/>
                      </a:cubicBezTo>
                      <a:cubicBezTo>
                        <a:pt x="-22364" y="2205269"/>
                        <a:pt x="44019" y="2084663"/>
                        <a:pt x="0" y="1870148"/>
                      </a:cubicBezTo>
                      <a:cubicBezTo>
                        <a:pt x="-44019" y="1655633"/>
                        <a:pt x="56243" y="1441425"/>
                        <a:pt x="0" y="1254662"/>
                      </a:cubicBezTo>
                      <a:cubicBezTo>
                        <a:pt x="-56243" y="1067899"/>
                        <a:pt x="30482" y="791697"/>
                        <a:pt x="0" y="591831"/>
                      </a:cubicBezTo>
                      <a:close/>
                    </a:path>
                    <a:path w="3663636" h="3550916" stroke="0" extrusionOk="0">
                      <a:moveTo>
                        <a:pt x="0" y="591831"/>
                      </a:moveTo>
                      <a:cubicBezTo>
                        <a:pt x="-62955" y="226140"/>
                        <a:pt x="204526" y="22686"/>
                        <a:pt x="591831" y="0"/>
                      </a:cubicBezTo>
                      <a:cubicBezTo>
                        <a:pt x="760773" y="-27336"/>
                        <a:pt x="969160" y="11738"/>
                        <a:pt x="1137425" y="0"/>
                      </a:cubicBezTo>
                      <a:cubicBezTo>
                        <a:pt x="1305690" y="-11738"/>
                        <a:pt x="1443692" y="51024"/>
                        <a:pt x="1608620" y="0"/>
                      </a:cubicBezTo>
                      <a:cubicBezTo>
                        <a:pt x="1773549" y="-51024"/>
                        <a:pt x="1941967" y="33261"/>
                        <a:pt x="2055016" y="0"/>
                      </a:cubicBezTo>
                      <a:cubicBezTo>
                        <a:pt x="2168065" y="-33261"/>
                        <a:pt x="2403096" y="15789"/>
                        <a:pt x="2575810" y="0"/>
                      </a:cubicBezTo>
                      <a:cubicBezTo>
                        <a:pt x="2748524" y="-15789"/>
                        <a:pt x="2897636" y="4654"/>
                        <a:pt x="3071805" y="0"/>
                      </a:cubicBezTo>
                      <a:cubicBezTo>
                        <a:pt x="3446978" y="-78624"/>
                        <a:pt x="3636038" y="289225"/>
                        <a:pt x="3663636" y="591831"/>
                      </a:cubicBezTo>
                      <a:cubicBezTo>
                        <a:pt x="3720613" y="844230"/>
                        <a:pt x="3636291" y="928859"/>
                        <a:pt x="3663636" y="1183645"/>
                      </a:cubicBezTo>
                      <a:cubicBezTo>
                        <a:pt x="3690981" y="1438431"/>
                        <a:pt x="3638168" y="1548091"/>
                        <a:pt x="3663636" y="1704440"/>
                      </a:cubicBezTo>
                      <a:cubicBezTo>
                        <a:pt x="3689104" y="1860790"/>
                        <a:pt x="3639471" y="2044753"/>
                        <a:pt x="3663636" y="2296254"/>
                      </a:cubicBezTo>
                      <a:cubicBezTo>
                        <a:pt x="3687801" y="2547755"/>
                        <a:pt x="3604208" y="2766873"/>
                        <a:pt x="3663636" y="2959085"/>
                      </a:cubicBezTo>
                      <a:cubicBezTo>
                        <a:pt x="3707950" y="3242154"/>
                        <a:pt x="3450467" y="3517513"/>
                        <a:pt x="3071805" y="3550916"/>
                      </a:cubicBezTo>
                      <a:cubicBezTo>
                        <a:pt x="2895148" y="3563690"/>
                        <a:pt x="2690616" y="3545270"/>
                        <a:pt x="2575810" y="3550916"/>
                      </a:cubicBezTo>
                      <a:cubicBezTo>
                        <a:pt x="2461005" y="3556562"/>
                        <a:pt x="2245345" y="3500851"/>
                        <a:pt x="2129415" y="3550916"/>
                      </a:cubicBezTo>
                      <a:cubicBezTo>
                        <a:pt x="2013486" y="3600981"/>
                        <a:pt x="1840008" y="3505168"/>
                        <a:pt x="1633420" y="3550916"/>
                      </a:cubicBezTo>
                      <a:cubicBezTo>
                        <a:pt x="1426832" y="3596664"/>
                        <a:pt x="1265487" y="3495230"/>
                        <a:pt x="1087826" y="3550916"/>
                      </a:cubicBezTo>
                      <a:cubicBezTo>
                        <a:pt x="910165" y="3606602"/>
                        <a:pt x="822351" y="3540181"/>
                        <a:pt x="591831" y="3550916"/>
                      </a:cubicBezTo>
                      <a:cubicBezTo>
                        <a:pt x="240973" y="3593827"/>
                        <a:pt x="25203" y="3304671"/>
                        <a:pt x="0" y="2959085"/>
                      </a:cubicBezTo>
                      <a:cubicBezTo>
                        <a:pt x="-4747" y="2691493"/>
                        <a:pt x="55554" y="2663788"/>
                        <a:pt x="0" y="2414617"/>
                      </a:cubicBezTo>
                      <a:cubicBezTo>
                        <a:pt x="-55554" y="2165446"/>
                        <a:pt x="48069" y="1964773"/>
                        <a:pt x="0" y="1822803"/>
                      </a:cubicBezTo>
                      <a:cubicBezTo>
                        <a:pt x="-48069" y="1680833"/>
                        <a:pt x="42078" y="1507961"/>
                        <a:pt x="0" y="1278335"/>
                      </a:cubicBezTo>
                      <a:cubicBezTo>
                        <a:pt x="-42078" y="1048709"/>
                        <a:pt x="73722" y="846655"/>
                        <a:pt x="0" y="5918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142549" y="4366195"/>
                  <a:ext cx="1473557" cy="4713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Өжөр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7" y="3396750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Эмгекчил</a:t>
                  </a:r>
                  <a:endPara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Шерик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ru-R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2+1</m:t>
                            </m:r>
                            <m:r>
                              <a:rPr kumimoji="0" lang="en-US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×2</m:t>
                            </m:r>
                          </m:oMath>
                        </m:oMathPara>
                      </a14:m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  <m:r>
                            <a:rPr lang="en-US" sz="2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 ÷2</m:t>
                          </m:r>
                        </m:oMath>
                      </m:oMathPara>
                    </a14:m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4713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4069" y="4322183"/>
                    <a:ext cx="1622694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30</a:t>
                    </a:r>
                    <a:r>
                      <a:rPr kumimoji="0" lang="en-US" sz="2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÷</m:t>
                        </m:r>
                      </m:oMath>
                    </a14:m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(2</a:t>
                    </a:r>
                    <a:r>
                      <a:rPr lang="en-GB" sz="2400" dirty="0">
                        <a:solidFill>
                          <a:sysClr val="windowText" lastClr="000000"/>
                        </a:solidFill>
                        <a:latin typeface="Calibri" panose="020F0502020204030204"/>
                      </a:rPr>
                      <a:t> –1)</a:t>
                    </a:r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4069" y="4322183"/>
                    <a:ext cx="1622694" cy="4713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0526" r="-5714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Үч</a:t>
              </a: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 </a:t>
              </a:r>
              <a:r>
                <a:rPr kumimoji="0" lang="ru-R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Көз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641501" y="2367799"/>
            <a:ext cx="4113409" cy="4235109"/>
            <a:chOff x="564089" y="843280"/>
            <a:chExt cx="3903153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64089" y="1639219"/>
              <a:ext cx="3903153" cy="3527963"/>
              <a:chOff x="2844217" y="1425037"/>
              <a:chExt cx="3903153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44217" y="1425037"/>
                <a:ext cx="3732798" cy="3527963"/>
                <a:chOff x="2844217" y="1425037"/>
                <a:chExt cx="3732798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663637"/>
                    <a:gd name="connsiteY0" fmla="*/ 588006 h 3527963"/>
                    <a:gd name="connsiteX1" fmla="*/ 588006 w 3663637"/>
                    <a:gd name="connsiteY1" fmla="*/ 0 h 3527963"/>
                    <a:gd name="connsiteX2" fmla="*/ 1085531 w 3663637"/>
                    <a:gd name="connsiteY2" fmla="*/ 0 h 3527963"/>
                    <a:gd name="connsiteX3" fmla="*/ 1533304 w 3663637"/>
                    <a:gd name="connsiteY3" fmla="*/ 0 h 3527963"/>
                    <a:gd name="connsiteX4" fmla="*/ 2055705 w 3663637"/>
                    <a:gd name="connsiteY4" fmla="*/ 0 h 3527963"/>
                    <a:gd name="connsiteX5" fmla="*/ 2503477 w 3663637"/>
                    <a:gd name="connsiteY5" fmla="*/ 0 h 3527963"/>
                    <a:gd name="connsiteX6" fmla="*/ 3075631 w 3663637"/>
                    <a:gd name="connsiteY6" fmla="*/ 0 h 3527963"/>
                    <a:gd name="connsiteX7" fmla="*/ 3663637 w 3663637"/>
                    <a:gd name="connsiteY7" fmla="*/ 588006 h 3527963"/>
                    <a:gd name="connsiteX8" fmla="*/ 3663637 w 3663637"/>
                    <a:gd name="connsiteY8" fmla="*/ 1199513 h 3527963"/>
                    <a:gd name="connsiteX9" fmla="*/ 3663637 w 3663637"/>
                    <a:gd name="connsiteY9" fmla="*/ 1716942 h 3527963"/>
                    <a:gd name="connsiteX10" fmla="*/ 3663637 w 3663637"/>
                    <a:gd name="connsiteY10" fmla="*/ 2257891 h 3527963"/>
                    <a:gd name="connsiteX11" fmla="*/ 3663637 w 3663637"/>
                    <a:gd name="connsiteY11" fmla="*/ 2939957 h 3527963"/>
                    <a:gd name="connsiteX12" fmla="*/ 3075631 w 3663637"/>
                    <a:gd name="connsiteY12" fmla="*/ 3527963 h 3527963"/>
                    <a:gd name="connsiteX13" fmla="*/ 2627859 w 3663637"/>
                    <a:gd name="connsiteY13" fmla="*/ 3527963 h 3527963"/>
                    <a:gd name="connsiteX14" fmla="*/ 2155210 w 3663637"/>
                    <a:gd name="connsiteY14" fmla="*/ 3527963 h 3527963"/>
                    <a:gd name="connsiteX15" fmla="*/ 1657685 w 3663637"/>
                    <a:gd name="connsiteY15" fmla="*/ 3527963 h 3527963"/>
                    <a:gd name="connsiteX16" fmla="*/ 1209912 w 3663637"/>
                    <a:gd name="connsiteY16" fmla="*/ 3527963 h 3527963"/>
                    <a:gd name="connsiteX17" fmla="*/ 588006 w 3663637"/>
                    <a:gd name="connsiteY17" fmla="*/ 3527963 h 3527963"/>
                    <a:gd name="connsiteX18" fmla="*/ 0 w 3663637"/>
                    <a:gd name="connsiteY18" fmla="*/ 2939957 h 3527963"/>
                    <a:gd name="connsiteX19" fmla="*/ 0 w 3663637"/>
                    <a:gd name="connsiteY19" fmla="*/ 2422528 h 3527963"/>
                    <a:gd name="connsiteX20" fmla="*/ 0 w 3663637"/>
                    <a:gd name="connsiteY20" fmla="*/ 1858060 h 3527963"/>
                    <a:gd name="connsiteX21" fmla="*/ 0 w 3663637"/>
                    <a:gd name="connsiteY21" fmla="*/ 1246552 h 3527963"/>
                    <a:gd name="connsiteX22" fmla="*/ 0 w 3663637"/>
                    <a:gd name="connsiteY22" fmla="*/ 588006 h 352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7" h="3527963" fill="none" extrusionOk="0">
                      <a:moveTo>
                        <a:pt x="0" y="588006"/>
                      </a:moveTo>
                      <a:cubicBezTo>
                        <a:pt x="-86830" y="258345"/>
                        <a:pt x="331155" y="58454"/>
                        <a:pt x="588006" y="0"/>
                      </a:cubicBezTo>
                      <a:cubicBezTo>
                        <a:pt x="826540" y="-55344"/>
                        <a:pt x="897210" y="40933"/>
                        <a:pt x="1085531" y="0"/>
                      </a:cubicBezTo>
                      <a:cubicBezTo>
                        <a:pt x="1273852" y="-40933"/>
                        <a:pt x="1392820" y="30525"/>
                        <a:pt x="1533304" y="0"/>
                      </a:cubicBezTo>
                      <a:cubicBezTo>
                        <a:pt x="1673788" y="-30525"/>
                        <a:pt x="1813664" y="37718"/>
                        <a:pt x="2055705" y="0"/>
                      </a:cubicBezTo>
                      <a:cubicBezTo>
                        <a:pt x="2297746" y="-37718"/>
                        <a:pt x="2285125" y="48442"/>
                        <a:pt x="2503477" y="0"/>
                      </a:cubicBezTo>
                      <a:cubicBezTo>
                        <a:pt x="2721829" y="-48442"/>
                        <a:pt x="2806733" y="55020"/>
                        <a:pt x="3075631" y="0"/>
                      </a:cubicBezTo>
                      <a:cubicBezTo>
                        <a:pt x="3370869" y="29870"/>
                        <a:pt x="3634406" y="325813"/>
                        <a:pt x="3663637" y="588006"/>
                      </a:cubicBezTo>
                      <a:cubicBezTo>
                        <a:pt x="3731522" y="747641"/>
                        <a:pt x="3635774" y="954133"/>
                        <a:pt x="3663637" y="1199513"/>
                      </a:cubicBezTo>
                      <a:cubicBezTo>
                        <a:pt x="3691500" y="1444893"/>
                        <a:pt x="3640419" y="1550775"/>
                        <a:pt x="3663637" y="1716942"/>
                      </a:cubicBezTo>
                      <a:cubicBezTo>
                        <a:pt x="3686855" y="1883109"/>
                        <a:pt x="3613958" y="2092982"/>
                        <a:pt x="3663637" y="2257891"/>
                      </a:cubicBezTo>
                      <a:cubicBezTo>
                        <a:pt x="3713316" y="2422800"/>
                        <a:pt x="3617943" y="2684616"/>
                        <a:pt x="3663637" y="2939957"/>
                      </a:cubicBezTo>
                      <a:cubicBezTo>
                        <a:pt x="3752587" y="3241161"/>
                        <a:pt x="3390088" y="3599241"/>
                        <a:pt x="3075631" y="3527963"/>
                      </a:cubicBezTo>
                      <a:cubicBezTo>
                        <a:pt x="2945360" y="3563998"/>
                        <a:pt x="2735574" y="3498795"/>
                        <a:pt x="2627859" y="3527963"/>
                      </a:cubicBezTo>
                      <a:cubicBezTo>
                        <a:pt x="2520144" y="3557131"/>
                        <a:pt x="2251805" y="3498495"/>
                        <a:pt x="2155210" y="3527963"/>
                      </a:cubicBezTo>
                      <a:cubicBezTo>
                        <a:pt x="2058615" y="3557431"/>
                        <a:pt x="1843896" y="3505772"/>
                        <a:pt x="1657685" y="3527963"/>
                      </a:cubicBezTo>
                      <a:cubicBezTo>
                        <a:pt x="1471475" y="3550154"/>
                        <a:pt x="1418891" y="3497675"/>
                        <a:pt x="1209912" y="3527963"/>
                      </a:cubicBezTo>
                      <a:cubicBezTo>
                        <a:pt x="1000933" y="3558251"/>
                        <a:pt x="798826" y="3459528"/>
                        <a:pt x="588006" y="3527963"/>
                      </a:cubicBezTo>
                      <a:cubicBezTo>
                        <a:pt x="233803" y="3475348"/>
                        <a:pt x="-10811" y="3269728"/>
                        <a:pt x="0" y="2939957"/>
                      </a:cubicBezTo>
                      <a:cubicBezTo>
                        <a:pt x="-35744" y="2727581"/>
                        <a:pt x="17575" y="2611477"/>
                        <a:pt x="0" y="2422528"/>
                      </a:cubicBezTo>
                      <a:cubicBezTo>
                        <a:pt x="-17575" y="2233579"/>
                        <a:pt x="15697" y="2091754"/>
                        <a:pt x="0" y="1858060"/>
                      </a:cubicBezTo>
                      <a:cubicBezTo>
                        <a:pt x="-15697" y="1624366"/>
                        <a:pt x="39312" y="1516499"/>
                        <a:pt x="0" y="1246552"/>
                      </a:cubicBezTo>
                      <a:cubicBezTo>
                        <a:pt x="-39312" y="976605"/>
                        <a:pt x="39586" y="813712"/>
                        <a:pt x="0" y="588006"/>
                      </a:cubicBezTo>
                      <a:close/>
                    </a:path>
                    <a:path w="3663637" h="3527963" stroke="0" extrusionOk="0">
                      <a:moveTo>
                        <a:pt x="0" y="588006"/>
                      </a:moveTo>
                      <a:cubicBezTo>
                        <a:pt x="-7875" y="258402"/>
                        <a:pt x="248655" y="5481"/>
                        <a:pt x="588006" y="0"/>
                      </a:cubicBezTo>
                      <a:cubicBezTo>
                        <a:pt x="832285" y="-56023"/>
                        <a:pt x="862814" y="46030"/>
                        <a:pt x="1135284" y="0"/>
                      </a:cubicBezTo>
                      <a:cubicBezTo>
                        <a:pt x="1407754" y="-46030"/>
                        <a:pt x="1466562" y="1058"/>
                        <a:pt x="1607932" y="0"/>
                      </a:cubicBezTo>
                      <a:cubicBezTo>
                        <a:pt x="1749302" y="-1058"/>
                        <a:pt x="1909332" y="19843"/>
                        <a:pt x="2055705" y="0"/>
                      </a:cubicBezTo>
                      <a:cubicBezTo>
                        <a:pt x="2202078" y="-19843"/>
                        <a:pt x="2376716" y="17184"/>
                        <a:pt x="2578106" y="0"/>
                      </a:cubicBezTo>
                      <a:cubicBezTo>
                        <a:pt x="2779496" y="-17184"/>
                        <a:pt x="2975099" y="2650"/>
                        <a:pt x="3075631" y="0"/>
                      </a:cubicBezTo>
                      <a:cubicBezTo>
                        <a:pt x="3416851" y="-26808"/>
                        <a:pt x="3592038" y="326179"/>
                        <a:pt x="3663637" y="588006"/>
                      </a:cubicBezTo>
                      <a:cubicBezTo>
                        <a:pt x="3682443" y="850804"/>
                        <a:pt x="3623412" y="953547"/>
                        <a:pt x="3663637" y="1175994"/>
                      </a:cubicBezTo>
                      <a:cubicBezTo>
                        <a:pt x="3703862" y="1398441"/>
                        <a:pt x="3626320" y="1443132"/>
                        <a:pt x="3663637" y="1693423"/>
                      </a:cubicBezTo>
                      <a:cubicBezTo>
                        <a:pt x="3700954" y="1943714"/>
                        <a:pt x="3630688" y="2056091"/>
                        <a:pt x="3663637" y="2281411"/>
                      </a:cubicBezTo>
                      <a:cubicBezTo>
                        <a:pt x="3696586" y="2506731"/>
                        <a:pt x="3658346" y="2639264"/>
                        <a:pt x="3663637" y="2939957"/>
                      </a:cubicBezTo>
                      <a:cubicBezTo>
                        <a:pt x="3723411" y="3205637"/>
                        <a:pt x="3412996" y="3519827"/>
                        <a:pt x="3075631" y="3527963"/>
                      </a:cubicBezTo>
                      <a:cubicBezTo>
                        <a:pt x="2925498" y="3557076"/>
                        <a:pt x="2726137" y="3519675"/>
                        <a:pt x="2578106" y="3527963"/>
                      </a:cubicBezTo>
                      <a:cubicBezTo>
                        <a:pt x="2430076" y="3536251"/>
                        <a:pt x="2308241" y="3475234"/>
                        <a:pt x="2130334" y="3527963"/>
                      </a:cubicBezTo>
                      <a:cubicBezTo>
                        <a:pt x="1952427" y="3580692"/>
                        <a:pt x="1783345" y="3504709"/>
                        <a:pt x="1632808" y="3527963"/>
                      </a:cubicBezTo>
                      <a:cubicBezTo>
                        <a:pt x="1482271" y="3551217"/>
                        <a:pt x="1284739" y="3476218"/>
                        <a:pt x="1085531" y="3527963"/>
                      </a:cubicBezTo>
                      <a:cubicBezTo>
                        <a:pt x="886323" y="3579708"/>
                        <a:pt x="730701" y="3481748"/>
                        <a:pt x="588006" y="3527963"/>
                      </a:cubicBezTo>
                      <a:cubicBezTo>
                        <a:pt x="247163" y="3556743"/>
                        <a:pt x="25276" y="3283486"/>
                        <a:pt x="0" y="2939957"/>
                      </a:cubicBezTo>
                      <a:cubicBezTo>
                        <a:pt x="-39915" y="2757014"/>
                        <a:pt x="12926" y="2523565"/>
                        <a:pt x="0" y="2399008"/>
                      </a:cubicBezTo>
                      <a:cubicBezTo>
                        <a:pt x="-12926" y="2274451"/>
                        <a:pt x="47432" y="2016271"/>
                        <a:pt x="0" y="1811021"/>
                      </a:cubicBezTo>
                      <a:cubicBezTo>
                        <a:pt x="-47432" y="1605771"/>
                        <a:pt x="15850" y="1533193"/>
                        <a:pt x="0" y="1270072"/>
                      </a:cubicBezTo>
                      <a:cubicBezTo>
                        <a:pt x="-15850" y="1006951"/>
                        <a:pt x="8508" y="899473"/>
                        <a:pt x="0" y="58800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3" y="4135765"/>
                  <a:ext cx="1275323" cy="4713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Өжөр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3946" y="2645488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44217" y="4037605"/>
                  <a:ext cx="373279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494962"/>
                  <a:ext cx="51489" cy="345803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Эмгекчил</a:t>
                  </a:r>
                  <a:endPara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3318" y="2747634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Шерик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567" y="2747590"/>
                    <a:ext cx="21198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20+10</m:t>
                        </m:r>
                        <m:r>
                          <a:rPr lang="en-US" sz="2400" b="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÷</m:t>
                        </m:r>
                      </m:oMath>
                    </a14:m>
                    <a:r>
                      <a:rPr kumimoji="0" lang="en-US" sz="24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</a:rPr>
                      <a:t> 5</a:t>
                    </a: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7567" y="2747590"/>
                    <a:ext cx="2119803" cy="4713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20" t="-11842" b="-27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461970" y="4184222"/>
                    <a:ext cx="18613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2 </a:t>
                    </a:r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</m:t>
                        </m:r>
                        <m:r>
                          <a:rPr kumimoji="0" lang="en-US" sz="24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(1+4)</m:t>
                        </m:r>
                      </m:oMath>
                    </a14:m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1970" y="4184222"/>
                    <a:ext cx="1861303" cy="4713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0667" r="-3106" b="-30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Узун Көз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</a:t>
            </a:r>
            <a:endParaRPr kumimoji="0" lang="en-US" sz="19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6</a:t>
            </a:r>
            <a:endParaRPr kumimoji="0" lang="en-US" sz="19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Салыштыр</a:t>
            </a:r>
            <a:endParaRPr kumimoji="0" lang="en-US" sz="19900" b="1" i="0" u="none" strike="noStrike" kern="1200" cap="none" spc="0" normalizeH="0" baseline="0" noProof="0" dirty="0">
              <a:ln w="28575">
                <a:solidFill>
                  <a:prstClr val="black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uLnTx/>
              <a:uFillTx/>
              <a:latin typeface="Snap ITC" panose="04040A07060A02020202" pitchFamily="82" charset="0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063692" y="1214874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менен</a:t>
            </a:r>
            <a:r>
              <a:rPr kumimoji="0" lang="en-US" sz="60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F709CD-BB63-0F77-78AE-DB6ECDCAE87F}"/>
              </a:ext>
            </a:extLst>
          </p:cNvPr>
          <p:cNvCxnSpPr>
            <a:cxnSpLocks/>
          </p:cNvCxnSpPr>
          <p:nvPr/>
        </p:nvCxnSpPr>
        <p:spPr>
          <a:xfrm>
            <a:off x="683424" y="5862977"/>
            <a:ext cx="3830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51E30B-D742-750F-58AE-81CEAC26E362}"/>
              </a:ext>
            </a:extLst>
          </p:cNvPr>
          <p:cNvSpPr txBox="1"/>
          <p:nvPr/>
        </p:nvSpPr>
        <p:spPr>
          <a:xfrm>
            <a:off x="764613" y="5228024"/>
            <a:ext cx="1479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Эс</a:t>
            </a:r>
            <a:r>
              <a:rPr lang="ru-RU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туу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E5DD8-6057-FA4C-5984-7101E06CA764}"/>
                  </a:ext>
                </a:extLst>
              </p:cNvPr>
              <p:cNvSpPr txBox="1"/>
              <p:nvPr/>
            </p:nvSpPr>
            <p:spPr>
              <a:xfrm>
                <a:off x="2372299" y="5195795"/>
                <a:ext cx="23200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US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E5DD8-6057-FA4C-5984-7101E06CA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299" y="5195795"/>
                <a:ext cx="232002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4D9FBF-9303-1795-AEB2-B93C6E7924BB}"/>
              </a:ext>
            </a:extLst>
          </p:cNvPr>
          <p:cNvCxnSpPr>
            <a:cxnSpLocks/>
          </p:cNvCxnSpPr>
          <p:nvPr/>
        </p:nvCxnSpPr>
        <p:spPr>
          <a:xfrm>
            <a:off x="5647995" y="5087592"/>
            <a:ext cx="3859338" cy="1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8A0397-C879-708D-3558-213C839C9133}"/>
              </a:ext>
            </a:extLst>
          </p:cNvPr>
          <p:cNvSpPr txBox="1"/>
          <p:nvPr/>
        </p:nvSpPr>
        <p:spPr>
          <a:xfrm>
            <a:off x="5799819" y="5147311"/>
            <a:ext cx="1479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Эс</a:t>
            </a:r>
            <a:r>
              <a:rPr lang="ru-RU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туу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4F28604-B88F-DFB3-D737-A49B4A9576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923" y="780790"/>
            <a:ext cx="2713744" cy="3111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7820C4-9B0B-5D2A-51D9-B6EB9B455F27}"/>
                  </a:ext>
                </a:extLst>
              </p:cNvPr>
              <p:cNvSpPr txBox="1"/>
              <p:nvPr/>
            </p:nvSpPr>
            <p:spPr>
              <a:xfrm>
                <a:off x="7426211" y="3618019"/>
                <a:ext cx="17101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30</a:t>
                </a:r>
                <a:r>
                  <a:rPr kumimoji="0" 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  <m: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Calibri" panose="020F0502020204030204"/>
                  </a:rPr>
                  <a:t> + 14</a:t>
                </a: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7820C4-9B0B-5D2A-51D9-B6EB9B455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211" y="3618019"/>
                <a:ext cx="1710106" cy="461665"/>
              </a:xfrm>
              <a:prstGeom prst="rect">
                <a:avLst/>
              </a:prstGeom>
              <a:blipFill>
                <a:blip r:embed="rId11"/>
                <a:stretch>
                  <a:fillRect t="-10667" r="-569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E1949-8E45-9428-2DB4-D969881E86D1}"/>
                  </a:ext>
                </a:extLst>
              </p:cNvPr>
              <p:cNvSpPr txBox="1"/>
              <p:nvPr/>
            </p:nvSpPr>
            <p:spPr>
              <a:xfrm>
                <a:off x="7533701" y="5162891"/>
                <a:ext cx="22339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18−3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 7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E1949-8E45-9428-2DB4-D969881E8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701" y="5162891"/>
                <a:ext cx="2233993" cy="461665"/>
              </a:xfrm>
              <a:prstGeom prst="rect">
                <a:avLst/>
              </a:prstGeom>
              <a:blipFill>
                <a:blip r:embed="rId12"/>
                <a:stretch>
                  <a:fillRect l="-82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6911036-0B3A-AAE4-B132-F3E65A0C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163" y="152113"/>
            <a:ext cx="2635385" cy="293385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4056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Атаандаш тап!</a:t>
            </a:r>
          </a:p>
          <a:p>
            <a:endParaRPr lang="en-GB" sz="2000" dirty="0"/>
          </a:p>
          <a:p>
            <a:r>
              <a:rPr lang="en-GB" sz="2000" dirty="0"/>
              <a:t>Акыркы жолу утулган (же эң кичине сан)	 салыштыра турган белгини тандайт.</a:t>
            </a:r>
          </a:p>
          <a:p>
            <a:endParaRPr lang="en-GB" sz="2000" dirty="0"/>
          </a:p>
          <a:p>
            <a:r>
              <a:rPr lang="en-GB" sz="2000" dirty="0"/>
              <a:t>Ким утканын бил! (Тең чыкса, экинчиси белгини тандайт.)</a:t>
            </a:r>
          </a:p>
          <a:p>
            <a:endParaRPr lang="en-GB" sz="2000" dirty="0"/>
          </a:p>
          <a:p>
            <a:r>
              <a:rPr lang="en-GB" sz="2000" dirty="0"/>
              <a:t>Карталарды алмаштыр да, атаандаш тап!</a:t>
            </a:r>
          </a:p>
          <a:p>
            <a:endParaRPr lang="en-GB" sz="2000" dirty="0"/>
          </a:p>
          <a:p>
            <a:r>
              <a:rPr lang="en-GB" sz="2000" dirty="0"/>
              <a:t>Канча жолу утканыңды жазып тур!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982476" y="896600"/>
            <a:ext cx="1963166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vs.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67573" y="2870881"/>
            <a:ext cx="4240265" cy="1211988"/>
            <a:chOff x="5316973" y="2954215"/>
            <a:chExt cx="4240265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587208" y="3052378"/>
              <a:ext cx="369979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Эгер акыркы жолу утулсаң, </a:t>
              </a:r>
            </a:p>
            <a:p>
              <a:pPr algn="ctr"/>
              <a:r>
                <a:rPr lang="en-GB" sz="2000" dirty="0"/>
                <a:t>ошол эле белгини колдоно албайсың </a:t>
              </a:r>
            </a:p>
            <a:p>
              <a:pPr algn="ctr"/>
              <a:r>
                <a:rPr lang="en-GB" sz="2000" dirty="0"/>
                <a:t>жаңы картаң менен!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8D85F0-871D-CB9A-0D7B-AD65E72EA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15" y="121561"/>
            <a:ext cx="2713744" cy="313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9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19051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Карталарды топто бөлүшкүлө. Үстүнкү картаңарды гана карагыла.</a:t>
            </a:r>
          </a:p>
          <a:p>
            <a:endParaRPr lang="en-GB" sz="2000" dirty="0"/>
          </a:p>
          <a:p>
            <a:r>
              <a:rPr lang="en-GB" sz="2000" dirty="0"/>
              <a:t>Эң кичүү оюнчу биринчи салыштыра турган белгини тандайт.</a:t>
            </a:r>
          </a:p>
          <a:p>
            <a:endParaRPr lang="en-GB" sz="2000" dirty="0"/>
          </a:p>
          <a:p>
            <a:r>
              <a:rPr lang="en-GB" sz="2000" dirty="0"/>
              <a:t>Ким утканын бил! (Тең чыкса, сол жактагы белгини тандайт.)</a:t>
            </a:r>
          </a:p>
          <a:p>
            <a:endParaRPr lang="en-GB" sz="2000" dirty="0"/>
          </a:p>
          <a:p>
            <a:r>
              <a:rPr lang="en-GB" sz="2000" dirty="0"/>
              <a:t>Эң чоң мааниге ээ оюнчу калган карталарды алат.</a:t>
            </a:r>
          </a:p>
          <a:p>
            <a:endParaRPr lang="en-GB" sz="2000" dirty="0"/>
          </a:p>
          <a:p>
            <a:r>
              <a:rPr lang="en-GB" sz="2000" dirty="0"/>
              <a:t>Бир оюнчу бардык картаны алганча уланткыла!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CE7C11-AD93-40D3-8828-78CCDCD7ED4E}"/>
              </a:ext>
            </a:extLst>
          </p:cNvPr>
          <p:cNvSpPr/>
          <p:nvPr/>
        </p:nvSpPr>
        <p:spPr>
          <a:xfrm>
            <a:off x="3982476" y="896600"/>
            <a:ext cx="1963166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vs.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483A43-AA23-44F8-B192-7399ABA9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36" y="26277"/>
            <a:ext cx="2638129" cy="3150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118008-145C-45C5-B0B2-E9162927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317" y="26277"/>
            <a:ext cx="2713744" cy="31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8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Jander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Omng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Svivel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Qwert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Sclarf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Klix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Roglow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Wurble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Blosh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Sklurb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Twergle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Hoply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Fliggle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Xenus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Glurp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24760CB-1E90-4198-B704-3E256B0402F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0A3C69F-656F-46A6-ADAB-A983C48CD73C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5F07CD83-3A31-4BC3-B467-997B7B2A6DF1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5F6E133-1EDD-482D-B468-A7C31018B083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EA3E0FB-F670-4956-A37C-49A32579C947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9D051A53-2D03-4617-A167-DBAE0741BF94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7C17BEA4-1A81-45ED-A667-A167645B6FE7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BFA619FF-A048-4CD8-9282-A7719D28DCE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90B46FC4-2A45-45DC-B2CB-41A3739F50AE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4B3F51E-C066-4874-A6BD-67264125C4AE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B541363A-E265-4ABC-A97D-59F65971F23C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55DEE82E-53F6-4260-A28B-387B7228E1C9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91C6B13-B7E8-448F-B9E9-F3E13E49BF17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F32C547-1E88-42A6-9B36-89232B4A3E7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2CF3BC75-44A8-4575-A830-2EC6DB604384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220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2+1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30÷(2−1)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220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93016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×(4−3)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93016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02883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02883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682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×(12−2)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682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8437932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(7−5)×5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8437932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259847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(3+2)×4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259847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456771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456771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42607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−40÷2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42607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984766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984766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813703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(12+18)÷3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813703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91363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(50−5)÷3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91363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574130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32÷(10−2)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574130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259782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259782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59720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÷4×6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59720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889445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×(1+4)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889445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12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076198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60÷(2+1)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076198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21881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×(15−10)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21881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098857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5+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098857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652047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×(20−15)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652047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1454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(7−3)×3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1454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1653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(2+1)×3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1653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840498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840498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38852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38852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703088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703088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8435116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(20+4)÷3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×5−22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÷5−1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8435116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890752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(50−10)÷2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890752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343525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40÷(8−6)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343525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816009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816009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039457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039457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130720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35−6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130720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Эмгек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Кызматташтык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Туруктуулук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Ой жүгүртүү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Zooms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Umngh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Swixel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Asderf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Trex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Klif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Roklow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Wibly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Blash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Skloob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Triggle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Hiply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Xenon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Glorp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72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B0EE044-12BE-4E64-AC2F-51904035AD07}"/>
              </a:ext>
            </a:extLst>
          </p:cNvPr>
          <p:cNvGrpSpPr/>
          <p:nvPr/>
        </p:nvGrpSpPr>
        <p:grpSpPr>
          <a:xfrm>
            <a:off x="0" y="-1"/>
            <a:ext cx="9504485" cy="6839520"/>
            <a:chOff x="0" y="-1"/>
            <a:chExt cx="6154639" cy="442893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4DB4874-F8F9-438B-856E-DF8D51D72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2401511" y="675808"/>
              <a:ext cx="4428937" cy="307731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42BB9C1-3DFF-4270-BEA2-7FCAAAFD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675809" y="675809"/>
              <a:ext cx="4428937" cy="3077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513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Суроолор?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Пикирлер?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…же ката таптыңызбы?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 кандай пикирге ыраазыбыз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Кат жазсаңыз болот: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10528</TotalTime>
  <Words>847</Words>
  <Application>Microsoft Office PowerPoint</Application>
  <PresentationFormat>A4 Paper (210x297 mm)</PresentationFormat>
  <Paragraphs>380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Snap ITC</vt:lpstr>
      <vt:lpstr>Calibri Light</vt:lpstr>
      <vt:lpstr>Cambria Math</vt:lpstr>
      <vt:lpstr>Verdana</vt:lpstr>
      <vt:lpstr>Calibri</vt:lpstr>
      <vt:lpstr>Aharoni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519</cp:revision>
  <cp:lastPrinted>2019-03-16T05:13:47Z</cp:lastPrinted>
  <dcterms:created xsi:type="dcterms:W3CDTF">2017-01-17T16:57:04Z</dcterms:created>
  <dcterms:modified xsi:type="dcterms:W3CDTF">2023-12-12T04:42:47Z</dcterms:modified>
</cp:coreProperties>
</file>