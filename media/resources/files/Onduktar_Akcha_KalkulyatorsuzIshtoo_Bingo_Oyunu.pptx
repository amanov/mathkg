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3"/>
  </p:notesMasterIdLst>
  <p:sldIdLst>
    <p:sldId id="973" r:id="rId2"/>
    <p:sldId id="974" r:id="rId3"/>
    <p:sldId id="851" r:id="rId4"/>
    <p:sldId id="959" r:id="rId5"/>
    <p:sldId id="950" r:id="rId6"/>
    <p:sldId id="957" r:id="rId7"/>
    <p:sldId id="949" r:id="rId8"/>
    <p:sldId id="948" r:id="rId9"/>
    <p:sldId id="951" r:id="rId10"/>
    <p:sldId id="962" r:id="rId11"/>
    <p:sldId id="952" r:id="rId12"/>
    <p:sldId id="960" r:id="rId13"/>
    <p:sldId id="955" r:id="rId14"/>
    <p:sldId id="963" r:id="rId15"/>
    <p:sldId id="956" r:id="rId16"/>
    <p:sldId id="961" r:id="rId17"/>
    <p:sldId id="953" r:id="rId18"/>
    <p:sldId id="958" r:id="rId19"/>
    <p:sldId id="954" r:id="rId20"/>
    <p:sldId id="975" r:id="rId21"/>
    <p:sldId id="274" r:id="rId22"/>
  </p:sldIdLst>
  <p:sldSz cx="9906000" cy="6858000" type="A4"/>
  <p:notesSz cx="6669088" cy="9926638"/>
  <p:embeddedFontLst>
    <p:embeddedFont>
      <p:font typeface="Stencil" panose="040409050D0802020404" pitchFamily="82" charset="0"/>
      <p:regular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9763830-FEAD-4535-968B-20A1293D9069}">
          <p14:sldIdLst>
            <p14:sldId id="973"/>
          </p14:sldIdLst>
        </p14:section>
        <p14:section name="Титулдук слайд" id="{EBA8929E-72D5-42E6-AAE2-7EFD8B6C06BF}">
          <p14:sldIdLst>
            <p14:sldId id="974"/>
          </p14:sldIdLst>
        </p14:section>
        <p14:section name="Сандарды тандаңыз…" id="{C9905531-21F4-4739-9781-312E283928B4}">
          <p14:sldIdLst>
            <p14:sldId id="851"/>
          </p14:sldIdLst>
        </p14:section>
        <p14:section name="Суроолор" id="{27E8BDD4-AEF9-42D7-8653-0FA4B14A353C}">
          <p14:sldIdLst>
            <p14:sldId id="959"/>
            <p14:sldId id="950"/>
            <p14:sldId id="957"/>
            <p14:sldId id="949"/>
            <p14:sldId id="948"/>
            <p14:sldId id="951"/>
            <p14:sldId id="962"/>
            <p14:sldId id="952"/>
            <p14:sldId id="960"/>
            <p14:sldId id="955"/>
            <p14:sldId id="963"/>
            <p14:sldId id="956"/>
            <p14:sldId id="961"/>
            <p14:sldId id="953"/>
            <p14:sldId id="958"/>
            <p14:sldId id="954"/>
          </p14:sldIdLst>
        </p14:section>
        <p14:section name="Бош Торчолор" id="{FA4FF92B-C2FC-49BD-9AEE-5947ED154750}">
          <p14:sldIdLst>
            <p14:sldId id="975"/>
          </p14:sldIdLst>
        </p14:section>
        <p14:section name="Кайтарым байланыш" id="{A3E833EC-D5DB-4E6B-B8B3-14CC1EAFC891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83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967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fif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470535" y="1574801"/>
            <a:ext cx="860552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– </a:t>
            </a:r>
            <a:r>
              <a:rPr lang="ky-KG" sz="2000" b="1" dirty="0">
                <a:solidFill>
                  <a:prstClr val="black"/>
                </a:solidFill>
                <a:latin typeface="Calibri" panose="020F0502020204030204"/>
              </a:rPr>
              <a:t>Турмуштук маселелер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 Калькулятор</a:t>
            </a:r>
            <a:r>
              <a:rPr lang="ky-KG" sz="2000" b="1" dirty="0">
                <a:solidFill>
                  <a:prstClr val="black"/>
                </a:solidFill>
                <a:latin typeface="Calibri" panose="020F0502020204030204"/>
              </a:rPr>
              <a:t>суз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иштөө –– Бинго</a:t>
            </a:r>
            <a:r>
              <a:rPr kumimoji="0" lang="ky-KG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жооптору менен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тордон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тогуз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тандап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дептериндеги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3х3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квадратка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туш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келди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жайгаштырышы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бардыгы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5629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0" y="3346500"/>
            <a:ext cx="9811954" cy="304698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Арзандатуу менен сатып алуу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568584"/>
              </p:ext>
            </p:extLst>
          </p:nvPr>
        </p:nvGraphicFramePr>
        <p:xfrm>
          <a:off x="233680" y="1544873"/>
          <a:ext cx="9380220" cy="358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5055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45055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45055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45055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472.08</a:t>
                      </a:r>
                      <a:r>
                        <a:rPr lang="ky-KG" sz="400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638.64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6930.94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6986.38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948.1</a:t>
                      </a:r>
                      <a:r>
                        <a:rPr lang="ky-KG" sz="4000" dirty="0"/>
                        <a:t>5 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4000" dirty="0"/>
                        <a:t>887.15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1319.65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11311.29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332.64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2640.82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11,234.56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9315.18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1497.08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1197.67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532.30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598.83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246953"/>
              </p:ext>
            </p:extLst>
          </p:nvPr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525719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232318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978841" y="3608917"/>
            <a:ext cx="58516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10 компасты 7нин баасына сатып ал!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046160" y="4656853"/>
            <a:ext cx="3813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20  компас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747418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3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472.08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DA1D0-7981-4C3E-9E13-37E5C00372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0955" y="-110695"/>
            <a:ext cx="1656920" cy="343928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400672" y="1965075"/>
            <a:ext cx="293052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33</a:t>
            </a:r>
            <a:r>
              <a:rPr lang="en-GB" sz="4400" dirty="0">
                <a:solidFill>
                  <a:schemeClr val="tx1"/>
                </a:solidFill>
              </a:rPr>
              <a:t>.72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129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23189" y="3529410"/>
            <a:ext cx="425962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4 банканы сатып алсаңыз, </a:t>
            </a:r>
          </a:p>
          <a:p>
            <a:pPr algn="ctr"/>
            <a:r>
              <a:rPr lang="ru-RU" sz="2800" dirty="0"/>
              <a:t>2 банканы бекер!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1973204" y="4656853"/>
            <a:ext cx="595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7 банка кулпунай кыямы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616762" y="5588838"/>
            <a:ext cx="26725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887.15сом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34D266-0B75-4BC5-9314-709E40FF7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960" y="458983"/>
            <a:ext cx="2028079" cy="2625998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567726" y="2167299"/>
            <a:ext cx="2997154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177.43сом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1242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35541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788023" y="3529410"/>
            <a:ext cx="43299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 жуп сатып алып, </a:t>
            </a:r>
          </a:p>
          <a:p>
            <a:pPr algn="ctr"/>
            <a:r>
              <a:rPr lang="ky-KG" sz="2800" dirty="0"/>
              <a:t>4сүн жарым баага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924425" y="4656853"/>
            <a:ext cx="40572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4 жуп кайчы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765003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1319.65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2A181EE-1DB7-4AF9-8187-2DD019660A9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4260" y="515218"/>
            <a:ext cx="3187974" cy="265664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015633" y="2000245"/>
            <a:ext cx="308468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377.04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0191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401807" y="3529410"/>
            <a:ext cx="31023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 баасына 3 рулон!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124434" y="4656853"/>
            <a:ext cx="5657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8 рулон ашкана кагазы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532.30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B752B8-E110-430E-818D-474CE62A5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252" y="815922"/>
            <a:ext cx="3353495" cy="210926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251874" y="1677927"/>
            <a:ext cx="2893406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88.72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438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667184" y="3529410"/>
            <a:ext cx="457163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 жупту сатып алсаңыз</a:t>
            </a:r>
          </a:p>
          <a:p>
            <a:pPr algn="ctr"/>
            <a:r>
              <a:rPr lang="ru-RU" sz="2800" dirty="0"/>
              <a:t> 3сүн жарым баада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10429" y="4656853"/>
            <a:ext cx="468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6 жуп бут кийим канча турат?</a:t>
            </a:r>
            <a:endParaRPr lang="en-GB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9F42F1-D1F5-483C-8026-CC2D7367BA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5002" y="440531"/>
            <a:ext cx="4297575" cy="2491250"/>
          </a:xfrm>
          <a:prstGeom prst="rect">
            <a:avLst/>
          </a:prstGeom>
        </p:spPr>
      </p:pic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893040" y="2088168"/>
            <a:ext cx="3218742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1397.28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6986.38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643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417501" y="3529410"/>
            <a:ext cx="5071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 алмага төлөп,5 алма алыңыз,!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255220" y="4656853"/>
            <a:ext cx="33956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20 алма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332.64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023E35-C43A-4DF4-8369-BB31028F6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3612" y="404946"/>
            <a:ext cx="2398775" cy="2545962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923412" y="1976316"/>
            <a:ext cx="291274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27.72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073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506340" y="3529410"/>
            <a:ext cx="48933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8 калемдин баасына 10 даана!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72343" y="4656853"/>
            <a:ext cx="35613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30 калем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4785210" y="2123337"/>
            <a:ext cx="2804310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26.61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638.64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CE1D36-53C6-4799-B0A9-2AA55F8DBE7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00" b="31891"/>
          <a:stretch/>
        </p:blipFill>
        <p:spPr>
          <a:xfrm rot="8915150">
            <a:off x="2743598" y="1247315"/>
            <a:ext cx="4418803" cy="740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076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047647" y="4656853"/>
            <a:ext cx="58107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4 бөтөлкө газдалган суу канча турат?</a:t>
            </a:r>
            <a:endParaRPr lang="en-GB" sz="28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E8F50E8-9773-4BE8-902D-678B9E183766}"/>
              </a:ext>
            </a:extLst>
          </p:cNvPr>
          <p:cNvGrpSpPr/>
          <p:nvPr/>
        </p:nvGrpSpPr>
        <p:grpSpPr>
          <a:xfrm>
            <a:off x="1241110" y="3376246"/>
            <a:ext cx="7423779" cy="1107271"/>
            <a:chOff x="1610387" y="3376246"/>
            <a:chExt cx="7423779" cy="1107271"/>
          </a:xfrm>
        </p:grpSpPr>
        <p:sp>
          <p:nvSpPr>
            <p:cNvPr id="3" name="Star: 5 Points 2">
              <a:extLst>
                <a:ext uri="{FF2B5EF4-FFF2-40B4-BE49-F238E27FC236}">
                  <a16:creationId xmlns:a16="http://schemas.microsoft.com/office/drawing/2014/main" id="{6FC10BED-B455-4F86-BEEE-D32DFAB493F4}"/>
                </a:ext>
              </a:extLst>
            </p:cNvPr>
            <p:cNvSpPr/>
            <p:nvPr/>
          </p:nvSpPr>
          <p:spPr>
            <a:xfrm>
              <a:off x="1610387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574D9F-003A-499B-AB33-5B32B85491C6}"/>
                </a:ext>
              </a:extLst>
            </p:cNvPr>
            <p:cNvSpPr txBox="1"/>
            <p:nvPr/>
          </p:nvSpPr>
          <p:spPr>
            <a:xfrm>
              <a:off x="3141264" y="3529410"/>
              <a:ext cx="4362028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800" dirty="0"/>
                <a:t>1 бөтөлкө сатып алып, </a:t>
              </a:r>
            </a:p>
            <a:p>
              <a:pPr algn="ctr"/>
              <a:r>
                <a:rPr lang="ky-KG" sz="2800" dirty="0"/>
                <a:t>2син жарым баага алыңыз!</a:t>
              </a:r>
              <a:endParaRPr lang="en-GB" sz="2800" dirty="0"/>
            </a:p>
          </p:txBody>
        </p:sp>
        <p:sp>
          <p:nvSpPr>
            <p:cNvPr id="11" name="Star: 5 Points 10">
              <a:extLst>
                <a:ext uri="{FF2B5EF4-FFF2-40B4-BE49-F238E27FC236}">
                  <a16:creationId xmlns:a16="http://schemas.microsoft.com/office/drawing/2014/main" id="{9F17DDD9-05C9-4CAE-9C93-254E57C15065}"/>
                </a:ext>
              </a:extLst>
            </p:cNvPr>
            <p:cNvSpPr/>
            <p:nvPr/>
          </p:nvSpPr>
          <p:spPr>
            <a:xfrm>
              <a:off x="8204618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598.83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AF18BB-0FEF-417B-AC5C-7DA29B55DE1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149"/>
          <a:stretch/>
        </p:blipFill>
        <p:spPr>
          <a:xfrm>
            <a:off x="4583332" y="353924"/>
            <a:ext cx="739336" cy="2407463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101733" y="2281599"/>
            <a:ext cx="310754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199.61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0297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172192" y="3529410"/>
            <a:ext cx="356161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8 сызгыч сатып алып,</a:t>
            </a:r>
          </a:p>
          <a:p>
            <a:pPr algn="ctr"/>
            <a:r>
              <a:rPr lang="ky-KG" sz="2800" dirty="0"/>
              <a:t> 3тү белекке алыңыз!!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313455" y="4656853"/>
            <a:ext cx="52791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25 сызгычтын баасы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1" y="5588838"/>
            <a:ext cx="280076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948.1</a:t>
            </a:r>
            <a:r>
              <a:rPr lang="ky-KG" sz="4400" dirty="0"/>
              <a:t>5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D2D1C0-E670-41FF-A06D-46A0D0EBF1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557" b="30002"/>
          <a:stretch/>
        </p:blipFill>
        <p:spPr>
          <a:xfrm rot="20737420">
            <a:off x="2854657" y="1240364"/>
            <a:ext cx="4228911" cy="83396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854831" y="942345"/>
            <a:ext cx="322516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49.90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0730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452126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59548" y="3529410"/>
            <a:ext cx="418691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 көйнөк сатып ал, </a:t>
            </a:r>
          </a:p>
          <a:p>
            <a:pPr algn="ctr"/>
            <a:r>
              <a:rPr lang="ru-RU" sz="2800" dirty="0"/>
              <a:t>2-син  жарым баасына ал!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2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5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67708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453425" y="1200145"/>
            <a:ext cx="3487375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2328.79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9315.18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C91814-3C9A-4326-BDE1-84F22176381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70"/>
          <a:stretch/>
        </p:blipFill>
        <p:spPr>
          <a:xfrm>
            <a:off x="3969025" y="375818"/>
            <a:ext cx="1960067" cy="2824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42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015371" y="307683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616013" y="3321702"/>
            <a:ext cx="659404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10 сатып алсаң, </a:t>
            </a:r>
          </a:p>
          <a:p>
            <a:pPr algn="ctr"/>
            <a:r>
              <a:rPr lang="ru-RU" sz="2800" dirty="0"/>
              <a:t>кийинки 10нун 50% арзандатуу менен ал!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72528" y="4656853"/>
            <a:ext cx="45609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40 транспортир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893383" y="3071027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1197.67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682CF3-71B0-4B49-B218-4B7A1C70E6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322" y="460804"/>
            <a:ext cx="4757432" cy="2624177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690817" y="1340821"/>
            <a:ext cx="2894383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39.92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088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304951" y="3529410"/>
            <a:ext cx="3296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 баасына 5 көйнөк!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3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6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6930.94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4DEAC-545D-447E-A409-54E1BA7683A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3813" y="414272"/>
            <a:ext cx="3078373" cy="2770536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884248" y="2017830"/>
            <a:ext cx="3371512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1386.19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8085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001409" y="3529410"/>
            <a:ext cx="3903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9 баасына 10 карандаш!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788168" y="4656853"/>
            <a:ext cx="43297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100 карандаш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4714871" y="2070584"/>
            <a:ext cx="287464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16.63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1497.08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F921DC-A2E9-4DC2-AF61-5DFC3DF446B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27" r="43524"/>
          <a:stretch/>
        </p:blipFill>
        <p:spPr>
          <a:xfrm rot="4259713">
            <a:off x="4468048" y="-1082546"/>
            <a:ext cx="727916" cy="541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91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10430" y="4656853"/>
            <a:ext cx="468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8 жуп бут кийим канча турат?</a:t>
            </a:r>
            <a:endParaRPr lang="en-GB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267307" y="5588838"/>
            <a:ext cx="33714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11311.29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15C573-AA5D-45A8-8915-3D78C782BF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4447" y="618151"/>
            <a:ext cx="3797105" cy="2290127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7C262B71-BBDB-4103-B893-B8501E714D42}"/>
              </a:ext>
            </a:extLst>
          </p:cNvPr>
          <p:cNvGrpSpPr/>
          <p:nvPr/>
        </p:nvGrpSpPr>
        <p:grpSpPr>
          <a:xfrm>
            <a:off x="1241110" y="3376246"/>
            <a:ext cx="7423779" cy="1107271"/>
            <a:chOff x="1610387" y="3376246"/>
            <a:chExt cx="7423779" cy="1107271"/>
          </a:xfrm>
        </p:grpSpPr>
        <p:sp>
          <p:nvSpPr>
            <p:cNvPr id="15" name="Star: 5 Points 14">
              <a:extLst>
                <a:ext uri="{FF2B5EF4-FFF2-40B4-BE49-F238E27FC236}">
                  <a16:creationId xmlns:a16="http://schemas.microsoft.com/office/drawing/2014/main" id="{7000E753-8133-4048-9FCF-C5AD5229447A}"/>
                </a:ext>
              </a:extLst>
            </p:cNvPr>
            <p:cNvSpPr/>
            <p:nvPr/>
          </p:nvSpPr>
          <p:spPr>
            <a:xfrm>
              <a:off x="1610387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4002F59-5107-46FB-A5E2-679DA9A417A8}"/>
                </a:ext>
              </a:extLst>
            </p:cNvPr>
            <p:cNvSpPr txBox="1"/>
            <p:nvPr/>
          </p:nvSpPr>
          <p:spPr>
            <a:xfrm>
              <a:off x="2351177" y="3529410"/>
              <a:ext cx="5942204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800" dirty="0"/>
                <a:t>1 жуп сатып алыңыз, </a:t>
              </a:r>
            </a:p>
            <a:p>
              <a:pPr algn="ctr"/>
              <a:r>
                <a:rPr lang="ky-KG" sz="2800" dirty="0"/>
                <a:t>кийинкисин жарым баасына алыңыз!</a:t>
              </a:r>
              <a:endParaRPr lang="en-GB" sz="2800" dirty="0"/>
            </a:p>
          </p:txBody>
        </p:sp>
        <p:sp>
          <p:nvSpPr>
            <p:cNvPr id="17" name="Star: 5 Points 16">
              <a:extLst>
                <a:ext uri="{FF2B5EF4-FFF2-40B4-BE49-F238E27FC236}">
                  <a16:creationId xmlns:a16="http://schemas.microsoft.com/office/drawing/2014/main" id="{C07E7A85-D9DB-45D7-A24E-8CEBBA9AD48C}"/>
                </a:ext>
              </a:extLst>
            </p:cNvPr>
            <p:cNvSpPr/>
            <p:nvPr/>
          </p:nvSpPr>
          <p:spPr>
            <a:xfrm>
              <a:off x="8204618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976383" y="2145965"/>
            <a:ext cx="357529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1885.21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646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1531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533783" y="3529410"/>
            <a:ext cx="48384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 калькулятор сатып алсаңыз,</a:t>
            </a:r>
          </a:p>
          <a:p>
            <a:pPr algn="ctr"/>
            <a:r>
              <a:rPr lang="ky-KG" sz="2800" dirty="0"/>
              <a:t> 3сүнө  50% арзандатуу!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796763" y="4656853"/>
            <a:ext cx="4312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 калькулятор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861718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2640.82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2E0F266-1E0E-451C-AC51-D2A48AEC1B69}"/>
              </a:ext>
            </a:extLst>
          </p:cNvPr>
          <p:cNvGrpSpPr/>
          <p:nvPr/>
        </p:nvGrpSpPr>
        <p:grpSpPr>
          <a:xfrm>
            <a:off x="4184022" y="353924"/>
            <a:ext cx="1537956" cy="2947919"/>
            <a:chOff x="1121791" y="915383"/>
            <a:chExt cx="2709330" cy="5193186"/>
          </a:xfrm>
        </p:grpSpPr>
        <p:pic>
          <p:nvPicPr>
            <p:cNvPr id="14" name="Picture 2" descr="Affordable Schoolwear Casio FX-83GT X Scientific Calculator ...">
              <a:extLst>
                <a:ext uri="{FF2B5EF4-FFF2-40B4-BE49-F238E27FC236}">
                  <a16:creationId xmlns:a16="http://schemas.microsoft.com/office/drawing/2014/main" id="{DFA1FE5F-FC9C-483B-BA5C-885ECFF5C0B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27" r="23702"/>
            <a:stretch/>
          </p:blipFill>
          <p:spPr bwMode="auto">
            <a:xfrm>
              <a:off x="1121791" y="915383"/>
              <a:ext cx="2709330" cy="51931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3EFB918-599F-4F69-B3C5-B00868944C88}"/>
                </a:ext>
              </a:extLst>
            </p:cNvPr>
            <p:cNvSpPr/>
            <p:nvPr/>
          </p:nvSpPr>
          <p:spPr>
            <a:xfrm>
              <a:off x="1580225" y="1811045"/>
              <a:ext cx="1819923" cy="585926"/>
            </a:xfrm>
            <a:prstGeom prst="rect">
              <a:avLst/>
            </a:prstGeom>
            <a:solidFill>
              <a:srgbClr val="D4E2E3"/>
            </a:solidFill>
            <a:ln>
              <a:solidFill>
                <a:srgbClr val="D4E2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567961" y="2278427"/>
            <a:ext cx="318134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754.52 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383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416956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981904" y="3529410"/>
            <a:ext cx="59422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 көйнөк сатып алып, </a:t>
            </a:r>
          </a:p>
          <a:p>
            <a:pPr algn="ctr"/>
            <a:r>
              <a:rPr lang="ky-KG" sz="2800" dirty="0"/>
              <a:t>кийинкисин жарым баасына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3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5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650703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196774" y="5588838"/>
            <a:ext cx="35125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11,234.56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534C13-603E-493F-B07B-30763BE145E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124" y="389071"/>
            <a:ext cx="3035751" cy="2732176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084625" y="2238511"/>
            <a:ext cx="3718903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2496.57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666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/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/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/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/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/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/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/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/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/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/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/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/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/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/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/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54636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8986</TotalTime>
  <Words>484</Words>
  <Application>Microsoft Office PowerPoint</Application>
  <PresentationFormat>A4 Paper (210x297 mm)</PresentationFormat>
  <Paragraphs>141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 Light</vt:lpstr>
      <vt:lpstr>Calibri</vt:lpstr>
      <vt:lpstr>Stencil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399</cp:revision>
  <cp:lastPrinted>2017-12-31T22:38:51Z</cp:lastPrinted>
  <dcterms:created xsi:type="dcterms:W3CDTF">2017-01-17T16:57:04Z</dcterms:created>
  <dcterms:modified xsi:type="dcterms:W3CDTF">2024-09-14T15:30:10Z</dcterms:modified>
</cp:coreProperties>
</file>