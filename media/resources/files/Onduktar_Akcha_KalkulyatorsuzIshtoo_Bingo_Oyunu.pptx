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73" r:id="rId2"/>
    <p:sldId id="974" r:id="rId3"/>
    <p:sldId id="851" r:id="rId4"/>
    <p:sldId id="959" r:id="rId5"/>
    <p:sldId id="950" r:id="rId6"/>
    <p:sldId id="957" r:id="rId7"/>
    <p:sldId id="949" r:id="rId8"/>
    <p:sldId id="948" r:id="rId9"/>
    <p:sldId id="951" r:id="rId10"/>
    <p:sldId id="962" r:id="rId11"/>
    <p:sldId id="952" r:id="rId12"/>
    <p:sldId id="960" r:id="rId13"/>
    <p:sldId id="955" r:id="rId14"/>
    <p:sldId id="963" r:id="rId15"/>
    <p:sldId id="956" r:id="rId16"/>
    <p:sldId id="961" r:id="rId17"/>
    <p:sldId id="953" r:id="rId18"/>
    <p:sldId id="958" r:id="rId19"/>
    <p:sldId id="954" r:id="rId20"/>
    <p:sldId id="975" r:id="rId21"/>
    <p:sldId id="274" r:id="rId22"/>
  </p:sldIdLst>
  <p:sldSz cx="9906000" cy="6858000" type="A4"/>
  <p:notesSz cx="6669088" cy="9926638"/>
  <p:embeddedFontLst>
    <p:embeddedFont>
      <p:font typeface="Stencil" panose="040409050D0802020404" pitchFamily="82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9763830-FEAD-4535-968B-20A1293D9069}">
          <p14:sldIdLst>
            <p14:sldId id="973"/>
          </p14:sldIdLst>
        </p14:section>
        <p14:section name="Титулдук слайд" id="{EBA8929E-72D5-42E6-AAE2-7EFD8B6C06BF}">
          <p14:sldIdLst>
            <p14:sldId id="974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59"/>
            <p14:sldId id="950"/>
            <p14:sldId id="957"/>
            <p14:sldId id="949"/>
            <p14:sldId id="948"/>
            <p14:sldId id="951"/>
            <p14:sldId id="962"/>
            <p14:sldId id="952"/>
            <p14:sldId id="960"/>
            <p14:sldId id="955"/>
            <p14:sldId id="963"/>
            <p14:sldId id="956"/>
            <p14:sldId id="961"/>
            <p14:sldId id="953"/>
            <p14:sldId id="958"/>
            <p14:sldId id="954"/>
          </p14:sldIdLst>
        </p14:section>
        <p14:section name="Бош Торчолор" id="{FA4FF92B-C2FC-49BD-9AEE-5947ED154750}">
          <p14:sldIdLst>
            <p14:sldId id="975"/>
          </p14:sldIdLst>
        </p14:section>
        <p14:section name="Кайтарым байланыш" id="{A3E833EC-D5DB-4E6B-B8B3-14CC1EAFC891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8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6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470535" y="1574801"/>
            <a:ext cx="860552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sz="2000" b="1" dirty="0">
                <a:solidFill>
                  <a:prstClr val="black"/>
                </a:solidFill>
                <a:latin typeface="Calibri" panose="020F0502020204030204"/>
              </a:rPr>
              <a:t>Турмуштук маселелер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Калькулятор</a:t>
            </a:r>
            <a:r>
              <a:rPr lang="ky-KG" sz="2000" b="1" dirty="0">
                <a:solidFill>
                  <a:prstClr val="black"/>
                </a:solidFill>
                <a:latin typeface="Calibri" panose="020F0502020204030204"/>
              </a:rPr>
              <a:t>суз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иштөө –– Бинго</a:t>
            </a:r>
            <a:r>
              <a:rPr kumimoji="0" lang="ky-KG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 менен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0" y="3346500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Арзандатуу менен сатып алуу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568584"/>
              </p:ext>
            </p:extLst>
          </p:nvPr>
        </p:nvGraphicFramePr>
        <p:xfrm>
          <a:off x="233680" y="1544873"/>
          <a:ext cx="938022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5055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472,08</a:t>
                      </a:r>
                      <a:r>
                        <a:rPr lang="ky-KG" sz="4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638,64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6930,94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6986,38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948,1</a:t>
                      </a:r>
                      <a:r>
                        <a:rPr lang="ky-KG" sz="4000" dirty="0"/>
                        <a:t>5 </a:t>
                      </a:r>
                      <a:endParaRPr lang="en-GB" sz="4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dirty="0"/>
                        <a:t>887,15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1319,65</a:t>
                      </a:r>
                      <a:endParaRPr lang="en-GB" sz="4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11311,29</a:t>
                      </a:r>
                      <a:endParaRPr lang="en-GB" sz="4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332,64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2640,82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11 234,56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9315,18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1497,08</a:t>
                      </a:r>
                      <a:endParaRPr lang="en-GB" sz="4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1197,67</a:t>
                      </a:r>
                      <a:endParaRPr lang="en-GB" sz="4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532,30</a:t>
                      </a:r>
                      <a:endParaRPr lang="en-GB" sz="4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598,83</a:t>
                      </a:r>
                      <a:endParaRPr lang="en-GB" sz="4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232318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1978841" y="3608917"/>
            <a:ext cx="5851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10 компасты 7нин баасына сатып ал!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046160" y="4656853"/>
            <a:ext cx="3813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20  компас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747418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3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472,08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DA1D0-7981-4C3E-9E13-37E5C00372F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955" y="-110695"/>
            <a:ext cx="1656920" cy="343928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400672" y="1965075"/>
            <a:ext cx="2930528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33</a:t>
            </a:r>
            <a:r>
              <a:rPr lang="en-GB" sz="4400" dirty="0">
                <a:solidFill>
                  <a:schemeClr val="tx1"/>
                </a:solidFill>
              </a:rPr>
              <a:t>,72</a:t>
            </a:r>
            <a:r>
              <a:rPr lang="ky-KG" sz="4400" dirty="0">
                <a:solidFill>
                  <a:schemeClr val="tx1"/>
                </a:solidFill>
              </a:rPr>
              <a:t>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2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823189" y="3529410"/>
            <a:ext cx="42596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4 банканы сатып алсаңыз, </a:t>
            </a:r>
          </a:p>
          <a:p>
            <a:pPr algn="ctr"/>
            <a:r>
              <a:rPr lang="ru-RU" sz="2800" dirty="0"/>
              <a:t>2 банканы бекер!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1973204" y="4656853"/>
            <a:ext cx="5959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7 банка кулпунай кыямы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616762" y="5588838"/>
            <a:ext cx="26725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887,15сом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4D266-0B75-4BC5-9314-709E40FF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960" y="458983"/>
            <a:ext cx="2028079" cy="262599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567726" y="2167299"/>
            <a:ext cx="2997154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177,43сом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24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355410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788023" y="3529410"/>
            <a:ext cx="43299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3 жуп сатып алып, </a:t>
            </a:r>
          </a:p>
          <a:p>
            <a:pPr algn="ctr"/>
            <a:r>
              <a:rPr lang="ky-KG" sz="2800" dirty="0"/>
              <a:t>4сүн жарым баага алыңыз!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924425" y="4656853"/>
            <a:ext cx="4057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4 жуп кайчы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765003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409975" y="5588838"/>
            <a:ext cx="308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1319,65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A181EE-1DB7-4AF9-8187-2DD019660A9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260" y="515218"/>
            <a:ext cx="3187974" cy="265664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2015633" y="2000245"/>
            <a:ext cx="3084687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377,04</a:t>
            </a:r>
            <a:r>
              <a:rPr lang="ky-KG" sz="4400" dirty="0">
                <a:solidFill>
                  <a:schemeClr val="tx1"/>
                </a:solidFill>
              </a:rPr>
              <a:t> 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19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3401807" y="3529410"/>
            <a:ext cx="31023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2 баасына 3 рулон!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124434" y="4656853"/>
            <a:ext cx="5657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8 рулон ашкана кагазы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2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532,30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B752B8-E110-430E-818D-474CE62A5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252" y="815922"/>
            <a:ext cx="3353495" cy="210926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1251874" y="1677927"/>
            <a:ext cx="2893406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88,72</a:t>
            </a:r>
            <a:r>
              <a:rPr lang="ky-KG" sz="4400" dirty="0">
                <a:solidFill>
                  <a:schemeClr val="tx1"/>
                </a:solidFill>
              </a:rPr>
              <a:t> 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38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667184" y="3529410"/>
            <a:ext cx="45716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2 жупту сатып алсаңыз</a:t>
            </a:r>
          </a:p>
          <a:p>
            <a:pPr algn="ctr"/>
            <a:r>
              <a:rPr lang="ru-RU" sz="2800" dirty="0"/>
              <a:t> 3сүн жарым баада алыңыз!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610429" y="4656853"/>
            <a:ext cx="468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6 жуп бут кийим канча турат?</a:t>
            </a:r>
            <a:endParaRPr lang="en-GB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9F42F1-D1F5-483C-8026-CC2D7367BA9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002" y="440531"/>
            <a:ext cx="4297575" cy="2491250"/>
          </a:xfrm>
          <a:prstGeom prst="rect">
            <a:avLst/>
          </a:prstGeom>
        </p:spPr>
      </p:pic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893040" y="2088168"/>
            <a:ext cx="3218742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1397,28</a:t>
            </a:r>
            <a:r>
              <a:rPr lang="ky-KG" sz="4400" dirty="0">
                <a:solidFill>
                  <a:schemeClr val="tx1"/>
                </a:solidFill>
              </a:rPr>
              <a:t>сом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409975" y="5588838"/>
            <a:ext cx="308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6986,38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417501" y="3529410"/>
            <a:ext cx="5071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3 алмага төлөп,5 алма алыңыз,!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255220" y="4656853"/>
            <a:ext cx="339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20 алма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2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332,64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23E35-C43A-4DF4-8369-BB31028F6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612" y="404946"/>
            <a:ext cx="2398775" cy="254596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1923412" y="1976316"/>
            <a:ext cx="2912748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27,72</a:t>
            </a:r>
            <a:r>
              <a:rPr lang="ky-KG" sz="4400" dirty="0">
                <a:solidFill>
                  <a:schemeClr val="tx1"/>
                </a:solidFill>
              </a:rPr>
              <a:t> 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73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506340" y="3529410"/>
            <a:ext cx="489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8 калемдин баасына 10 даана!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172343" y="4656853"/>
            <a:ext cx="3561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30 калем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4785210" y="2123337"/>
            <a:ext cx="2804310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26,61</a:t>
            </a:r>
            <a:r>
              <a:rPr lang="ky-KG" sz="4400" dirty="0">
                <a:solidFill>
                  <a:schemeClr val="tx1"/>
                </a:solidFill>
              </a:rPr>
              <a:t>сом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2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638,64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E1D36-53C6-4799-B0A9-2AA55F8DBE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8915150">
            <a:off x="2743598" y="1247315"/>
            <a:ext cx="4418803" cy="74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07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047647" y="4656853"/>
            <a:ext cx="5810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4 бөтөлкө газдалган суу канча турат?</a:t>
            </a:r>
            <a:endParaRPr lang="en-GB" sz="2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8F50E8-9773-4BE8-902D-678B9E183766}"/>
              </a:ext>
            </a:extLst>
          </p:cNvPr>
          <p:cNvGrpSpPr/>
          <p:nvPr/>
        </p:nvGrpSpPr>
        <p:grpSpPr>
          <a:xfrm>
            <a:off x="1241110" y="3376246"/>
            <a:ext cx="7423779" cy="1107271"/>
            <a:chOff x="1610387" y="3376246"/>
            <a:chExt cx="7423779" cy="1107271"/>
          </a:xfrm>
        </p:grpSpPr>
        <p:sp>
          <p:nvSpPr>
            <p:cNvPr id="3" name="Star: 5 Points 2">
              <a:extLst>
                <a:ext uri="{FF2B5EF4-FFF2-40B4-BE49-F238E27FC236}">
                  <a16:creationId xmlns:a16="http://schemas.microsoft.com/office/drawing/2014/main" id="{6FC10BED-B455-4F86-BEEE-D32DFAB493F4}"/>
                </a:ext>
              </a:extLst>
            </p:cNvPr>
            <p:cNvSpPr/>
            <p:nvPr/>
          </p:nvSpPr>
          <p:spPr>
            <a:xfrm>
              <a:off x="1610387" y="3376246"/>
              <a:ext cx="829548" cy="829548"/>
            </a:xfrm>
            <a:prstGeom prst="star5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574D9F-003A-499B-AB33-5B32B85491C6}"/>
                </a:ext>
              </a:extLst>
            </p:cNvPr>
            <p:cNvSpPr txBox="1"/>
            <p:nvPr/>
          </p:nvSpPr>
          <p:spPr>
            <a:xfrm>
              <a:off x="3141264" y="3529410"/>
              <a:ext cx="436202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800" dirty="0"/>
                <a:t>1 бөтөлкө сатып алып, </a:t>
              </a:r>
            </a:p>
            <a:p>
              <a:pPr algn="ctr"/>
              <a:r>
                <a:rPr lang="ky-KG" sz="2800" dirty="0"/>
                <a:t>2син жарым баага алыңыз!</a:t>
              </a:r>
              <a:endParaRPr lang="en-GB" sz="2800" dirty="0"/>
            </a:p>
          </p:txBody>
        </p:sp>
        <p:sp>
          <p:nvSpPr>
            <p:cNvPr id="11" name="Star: 5 Points 10">
              <a:extLst>
                <a:ext uri="{FF2B5EF4-FFF2-40B4-BE49-F238E27FC236}">
                  <a16:creationId xmlns:a16="http://schemas.microsoft.com/office/drawing/2014/main" id="{9F17DDD9-05C9-4CAE-9C93-254E57C15065}"/>
                </a:ext>
              </a:extLst>
            </p:cNvPr>
            <p:cNvSpPr/>
            <p:nvPr/>
          </p:nvSpPr>
          <p:spPr>
            <a:xfrm>
              <a:off x="8204618" y="3376246"/>
              <a:ext cx="829548" cy="829548"/>
            </a:xfrm>
            <a:prstGeom prst="star5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2" y="5588838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598,83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F18BB-0FEF-417B-AC5C-7DA29B55DE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49"/>
          <a:stretch/>
        </p:blipFill>
        <p:spPr>
          <a:xfrm>
            <a:off x="4583332" y="353924"/>
            <a:ext cx="739336" cy="240746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101733" y="2281599"/>
            <a:ext cx="3107547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199,61</a:t>
            </a:r>
            <a:r>
              <a:rPr lang="ky-KG" sz="4400" dirty="0">
                <a:solidFill>
                  <a:schemeClr val="tx1"/>
                </a:solidFill>
              </a:rPr>
              <a:t> 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9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3172192" y="3529410"/>
            <a:ext cx="35616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8 сызгыч сатып алып,</a:t>
            </a:r>
          </a:p>
          <a:p>
            <a:pPr algn="ctr"/>
            <a:r>
              <a:rPr lang="ky-KG" sz="2800" dirty="0"/>
              <a:t> 3тү белекке алыңыз!!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313455" y="4656853"/>
            <a:ext cx="5279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25 сызгычтын баасы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552641" y="5588838"/>
            <a:ext cx="28007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948,1</a:t>
            </a:r>
            <a:r>
              <a:rPr lang="ky-KG" sz="4400" dirty="0"/>
              <a:t>5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D2D1C0-E670-41FF-A06D-46A0D0EBF1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7" b="30002"/>
          <a:stretch/>
        </p:blipFill>
        <p:spPr>
          <a:xfrm rot="20737420">
            <a:off x="2854657" y="1240364"/>
            <a:ext cx="4228911" cy="83396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1854831" y="942345"/>
            <a:ext cx="3225169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49,90</a:t>
            </a:r>
            <a:r>
              <a:rPr lang="ky-KG" sz="4400" dirty="0">
                <a:solidFill>
                  <a:schemeClr val="tx1"/>
                </a:solidFill>
              </a:rPr>
              <a:t> 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73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452126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859548" y="3529410"/>
            <a:ext cx="41869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1 көйнөк сатып ал, </a:t>
            </a:r>
          </a:p>
          <a:p>
            <a:pPr algn="ctr"/>
            <a:r>
              <a:rPr lang="ru-RU" sz="2800" dirty="0"/>
              <a:t>2-син  жарым баасына ал!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183082" y="4656853"/>
            <a:ext cx="3539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5 көйнөк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677080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453425" y="1200145"/>
            <a:ext cx="3487375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2328,79</a:t>
            </a:r>
            <a:r>
              <a:rPr lang="ky-KG" sz="4400" dirty="0">
                <a:solidFill>
                  <a:schemeClr val="tx1"/>
                </a:solidFill>
              </a:rPr>
              <a:t>сом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409975" y="5588838"/>
            <a:ext cx="308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9315,18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91814-3C9A-4326-BDE1-84F2217638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/>
          <a:stretch/>
        </p:blipFill>
        <p:spPr>
          <a:xfrm>
            <a:off x="3969025" y="375818"/>
            <a:ext cx="1960067" cy="28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4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015371" y="307683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1616013" y="3321702"/>
            <a:ext cx="65940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10 сатып алсаң, </a:t>
            </a:r>
          </a:p>
          <a:p>
            <a:pPr algn="ctr"/>
            <a:r>
              <a:rPr lang="ru-RU" sz="2800" dirty="0"/>
              <a:t>кийинки 10нун 50% арзандатуу менен ал!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672528" y="4656853"/>
            <a:ext cx="4560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40 транспортир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893383" y="3071027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409975" y="5588838"/>
            <a:ext cx="308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1197,67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82CF3-71B0-4B49-B218-4B7A1C70E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322" y="460804"/>
            <a:ext cx="4757432" cy="262417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690817" y="1340821"/>
            <a:ext cx="2894383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39,92</a:t>
            </a:r>
            <a:r>
              <a:rPr lang="ky-KG" sz="4400" dirty="0">
                <a:solidFill>
                  <a:schemeClr val="tx1"/>
                </a:solidFill>
              </a:rPr>
              <a:t>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88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3304951" y="3529410"/>
            <a:ext cx="3296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4 баасына 5 көйнөк!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183083" y="4656853"/>
            <a:ext cx="3539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6 көйнөк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409975" y="5588838"/>
            <a:ext cx="308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6930,94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4DEAC-545D-447E-A409-54E1BA7683A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813" y="414272"/>
            <a:ext cx="3078373" cy="277053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5884248" y="2017830"/>
            <a:ext cx="3371512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1386,19</a:t>
            </a:r>
            <a:r>
              <a:rPr lang="ky-KG" sz="4400" dirty="0">
                <a:solidFill>
                  <a:schemeClr val="tx1"/>
                </a:solidFill>
              </a:rPr>
              <a:t> 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08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6103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3001409" y="3529410"/>
            <a:ext cx="3903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9 баасына 10 карандаш!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788168" y="4656853"/>
            <a:ext cx="4329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100 карандаш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466064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4714871" y="2070584"/>
            <a:ext cx="2874649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16,63</a:t>
            </a:r>
            <a:r>
              <a:rPr lang="ky-KG" sz="4400" dirty="0">
                <a:solidFill>
                  <a:schemeClr val="tx1"/>
                </a:solidFill>
              </a:rPr>
              <a:t> сом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409975" y="5588838"/>
            <a:ext cx="308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1497,08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921DC-A2E9-4DC2-AF61-5DFC3DF446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7" r="43524"/>
          <a:stretch/>
        </p:blipFill>
        <p:spPr>
          <a:xfrm rot="4259713">
            <a:off x="4468048" y="-1082546"/>
            <a:ext cx="727916" cy="541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9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610430" y="4656853"/>
            <a:ext cx="468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8 жуп бут кийим канча турат?</a:t>
            </a:r>
            <a:endParaRPr lang="en-GB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267307" y="5588838"/>
            <a:ext cx="3371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11311,29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5C573-AA5D-45A8-8915-3D78C782B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447" y="618151"/>
            <a:ext cx="3797105" cy="229012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C262B71-BBDB-4103-B893-B8501E714D42}"/>
              </a:ext>
            </a:extLst>
          </p:cNvPr>
          <p:cNvGrpSpPr/>
          <p:nvPr/>
        </p:nvGrpSpPr>
        <p:grpSpPr>
          <a:xfrm>
            <a:off x="1241110" y="3376246"/>
            <a:ext cx="7423779" cy="1107271"/>
            <a:chOff x="1610387" y="3376246"/>
            <a:chExt cx="7423779" cy="1107271"/>
          </a:xfrm>
        </p:grpSpPr>
        <p:sp>
          <p:nvSpPr>
            <p:cNvPr id="15" name="Star: 5 Points 14">
              <a:extLst>
                <a:ext uri="{FF2B5EF4-FFF2-40B4-BE49-F238E27FC236}">
                  <a16:creationId xmlns:a16="http://schemas.microsoft.com/office/drawing/2014/main" id="{7000E753-8133-4048-9FCF-C5AD5229447A}"/>
                </a:ext>
              </a:extLst>
            </p:cNvPr>
            <p:cNvSpPr/>
            <p:nvPr/>
          </p:nvSpPr>
          <p:spPr>
            <a:xfrm>
              <a:off x="1610387" y="3376246"/>
              <a:ext cx="829548" cy="829548"/>
            </a:xfrm>
            <a:prstGeom prst="star5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4002F59-5107-46FB-A5E2-679DA9A417A8}"/>
                </a:ext>
              </a:extLst>
            </p:cNvPr>
            <p:cNvSpPr txBox="1"/>
            <p:nvPr/>
          </p:nvSpPr>
          <p:spPr>
            <a:xfrm>
              <a:off x="2351177" y="3529410"/>
              <a:ext cx="594220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800" dirty="0"/>
                <a:t>1 жуп сатып алыңыз, </a:t>
              </a:r>
            </a:p>
            <a:p>
              <a:pPr algn="ctr"/>
              <a:r>
                <a:rPr lang="ky-KG" sz="2800" dirty="0"/>
                <a:t>кийинкисин жарым баасына алыңыз!</a:t>
              </a:r>
              <a:endParaRPr lang="en-GB" sz="2800" dirty="0"/>
            </a:p>
          </p:txBody>
        </p:sp>
        <p:sp>
          <p:nvSpPr>
            <p:cNvPr id="17" name="Star: 5 Points 16">
              <a:extLst>
                <a:ext uri="{FF2B5EF4-FFF2-40B4-BE49-F238E27FC236}">
                  <a16:creationId xmlns:a16="http://schemas.microsoft.com/office/drawing/2014/main" id="{C07E7A85-D9DB-45D7-A24E-8CEBBA9AD48C}"/>
                </a:ext>
              </a:extLst>
            </p:cNvPr>
            <p:cNvSpPr/>
            <p:nvPr/>
          </p:nvSpPr>
          <p:spPr>
            <a:xfrm>
              <a:off x="8204618" y="3376246"/>
              <a:ext cx="829548" cy="829548"/>
            </a:xfrm>
            <a:prstGeom prst="star5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976383" y="2145965"/>
            <a:ext cx="3575297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1885,21</a:t>
            </a:r>
            <a:r>
              <a:rPr lang="ky-KG" sz="4400" dirty="0">
                <a:solidFill>
                  <a:schemeClr val="tx1"/>
                </a:solidFill>
              </a:rPr>
              <a:t>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4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153187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2533783" y="3529410"/>
            <a:ext cx="48384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2 калькулятор сатып алсаңыз,</a:t>
            </a:r>
          </a:p>
          <a:p>
            <a:pPr algn="ctr"/>
            <a:r>
              <a:rPr lang="ky-KG" sz="2800" dirty="0"/>
              <a:t> 3сүнө  50% арзандатуу!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2796763" y="4656853"/>
            <a:ext cx="4312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4 калькулятор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861718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409975" y="5588838"/>
            <a:ext cx="308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2640,82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E0F266-1E0E-451C-AC51-D2A48AEC1B69}"/>
              </a:ext>
            </a:extLst>
          </p:cNvPr>
          <p:cNvGrpSpPr/>
          <p:nvPr/>
        </p:nvGrpSpPr>
        <p:grpSpPr>
          <a:xfrm>
            <a:off x="4184022" y="353924"/>
            <a:ext cx="1537956" cy="2947919"/>
            <a:chOff x="1121791" y="915383"/>
            <a:chExt cx="2709330" cy="5193186"/>
          </a:xfrm>
        </p:grpSpPr>
        <p:pic>
          <p:nvPicPr>
            <p:cNvPr id="14" name="Picture 2" descr="Affordable Schoolwear Casio FX-83GT X Scientific Calculator ...">
              <a:extLst>
                <a:ext uri="{FF2B5EF4-FFF2-40B4-BE49-F238E27FC236}">
                  <a16:creationId xmlns:a16="http://schemas.microsoft.com/office/drawing/2014/main" id="{DFA1FE5F-FC9C-483B-BA5C-885ECFF5C0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27" r="23702"/>
            <a:stretch/>
          </p:blipFill>
          <p:spPr bwMode="auto">
            <a:xfrm>
              <a:off x="1121791" y="915383"/>
              <a:ext cx="2709330" cy="5193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EFB918-599F-4F69-B3C5-B00868944C88}"/>
                </a:ext>
              </a:extLst>
            </p:cNvPr>
            <p:cNvSpPr/>
            <p:nvPr/>
          </p:nvSpPr>
          <p:spPr>
            <a:xfrm>
              <a:off x="1580225" y="1811045"/>
              <a:ext cx="1819923" cy="585926"/>
            </a:xfrm>
            <a:prstGeom prst="rect">
              <a:avLst/>
            </a:prstGeom>
            <a:solidFill>
              <a:srgbClr val="D4E2E3"/>
            </a:solidFill>
            <a:ln>
              <a:solidFill>
                <a:srgbClr val="D4E2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1567961" y="2278427"/>
            <a:ext cx="3181348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754,52 </a:t>
            </a:r>
            <a:r>
              <a:rPr lang="ky-KG" sz="4400" dirty="0">
                <a:solidFill>
                  <a:schemeClr val="tx1"/>
                </a:solidFill>
              </a:rPr>
              <a:t>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83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FC10BED-B455-4F86-BEEE-D32DFAB493F4}"/>
              </a:ext>
            </a:extLst>
          </p:cNvPr>
          <p:cNvSpPr/>
          <p:nvPr/>
        </p:nvSpPr>
        <p:spPr>
          <a:xfrm>
            <a:off x="1416956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74D9F-003A-499B-AB33-5B32B85491C6}"/>
              </a:ext>
            </a:extLst>
          </p:cNvPr>
          <p:cNvSpPr txBox="1"/>
          <p:nvPr/>
        </p:nvSpPr>
        <p:spPr>
          <a:xfrm>
            <a:off x="1981904" y="3529410"/>
            <a:ext cx="59422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4 көйнөк сатып алып, </a:t>
            </a:r>
          </a:p>
          <a:p>
            <a:pPr algn="ctr"/>
            <a:r>
              <a:rPr lang="ky-KG" sz="2800" dirty="0"/>
              <a:t>кийинкисин жарым баасына алыңыз!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70428-EFA2-489F-9C5B-8B9C0DBB6F86}"/>
              </a:ext>
            </a:extLst>
          </p:cNvPr>
          <p:cNvSpPr txBox="1"/>
          <p:nvPr/>
        </p:nvSpPr>
        <p:spPr>
          <a:xfrm>
            <a:off x="3183083" y="4656853"/>
            <a:ext cx="3539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5 көйнөк канча турат?</a:t>
            </a:r>
            <a:endParaRPr lang="en-GB" sz="2800" dirty="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F17DDD9-05C9-4CAE-9C93-254E57C15065}"/>
              </a:ext>
            </a:extLst>
          </p:cNvPr>
          <p:cNvSpPr/>
          <p:nvPr/>
        </p:nvSpPr>
        <p:spPr>
          <a:xfrm>
            <a:off x="7650703" y="3376246"/>
            <a:ext cx="829548" cy="829548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7C03A-B4C0-4193-AE88-9BE84D816B27}"/>
              </a:ext>
            </a:extLst>
          </p:cNvPr>
          <p:cNvSpPr txBox="1"/>
          <p:nvPr/>
        </p:nvSpPr>
        <p:spPr>
          <a:xfrm>
            <a:off x="3196774" y="5588838"/>
            <a:ext cx="35125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11 234,56</a:t>
            </a:r>
            <a:r>
              <a:rPr lang="ky-KG" sz="4400" dirty="0"/>
              <a:t> сом</a:t>
            </a:r>
            <a:endParaRPr lang="en-GB" sz="4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D36169-FCAE-4248-B469-4E0366CF3318}"/>
              </a:ext>
            </a:extLst>
          </p:cNvPr>
          <p:cNvSpPr txBox="1"/>
          <p:nvPr/>
        </p:nvSpPr>
        <p:spPr>
          <a:xfrm>
            <a:off x="202223" y="123092"/>
            <a:ext cx="3718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Дүңүнөн сатып алуулар</a:t>
            </a:r>
            <a:endParaRPr lang="en-GB" sz="2400" b="1" dirty="0">
              <a:solidFill>
                <a:schemeClr val="bg1">
                  <a:lumMod val="50000"/>
                </a:schemeClr>
              </a:solidFill>
              <a:latin typeface="Stencil" panose="040409050D0802020404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34C13-603E-493F-B07B-30763BE145E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124" y="389071"/>
            <a:ext cx="3035751" cy="273217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4DCEE9-946A-4102-8476-220D925F4157}"/>
              </a:ext>
            </a:extLst>
          </p:cNvPr>
          <p:cNvSpPr/>
          <p:nvPr/>
        </p:nvSpPr>
        <p:spPr>
          <a:xfrm>
            <a:off x="1084625" y="2238511"/>
            <a:ext cx="3718903" cy="79570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2496,57</a:t>
            </a:r>
            <a:r>
              <a:rPr lang="ky-KG" sz="4400" dirty="0">
                <a:solidFill>
                  <a:schemeClr val="tx1"/>
                </a:solidFill>
              </a:rPr>
              <a:t> сом</a:t>
            </a:r>
            <a:endParaRPr lang="en-GB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66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/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/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/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/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/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/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/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/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/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/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/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/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/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/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/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463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8986</TotalTime>
  <Words>484</Words>
  <Application>Microsoft Office PowerPoint</Application>
  <PresentationFormat>A4 Paper (210x297 mm)</PresentationFormat>
  <Paragraphs>141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 Light</vt:lpstr>
      <vt:lpstr>Calibri</vt:lpstr>
      <vt:lpstr>Stencil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399</cp:revision>
  <cp:lastPrinted>2017-12-31T22:38:51Z</cp:lastPrinted>
  <dcterms:created xsi:type="dcterms:W3CDTF">2017-01-17T16:57:04Z</dcterms:created>
  <dcterms:modified xsi:type="dcterms:W3CDTF">2024-09-14T15:30:10Z</dcterms:modified>
</cp:coreProperties>
</file>