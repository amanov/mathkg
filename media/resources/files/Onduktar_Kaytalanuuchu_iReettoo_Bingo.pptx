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93" r:id="rId2"/>
    <p:sldId id="994" r:id="rId3"/>
    <p:sldId id="851" r:id="rId4"/>
    <p:sldId id="979" r:id="rId5"/>
    <p:sldId id="982" r:id="rId6"/>
    <p:sldId id="977" r:id="rId7"/>
    <p:sldId id="983" r:id="rId8"/>
    <p:sldId id="978" r:id="rId9"/>
    <p:sldId id="980" r:id="rId10"/>
    <p:sldId id="985" r:id="rId11"/>
    <p:sldId id="981" r:id="rId12"/>
    <p:sldId id="984" r:id="rId13"/>
    <p:sldId id="986" r:id="rId14"/>
    <p:sldId id="987" r:id="rId15"/>
    <p:sldId id="990" r:id="rId16"/>
    <p:sldId id="988" r:id="rId17"/>
    <p:sldId id="989" r:id="rId18"/>
    <p:sldId id="991" r:id="rId19"/>
    <p:sldId id="992" r:id="rId20"/>
    <p:sldId id="940" r:id="rId21"/>
    <p:sldId id="968" r:id="rId22"/>
  </p:sldIdLst>
  <p:sldSz cx="9906000" cy="6858000" type="A4"/>
  <p:notesSz cx="6669088" cy="9926638"/>
  <p:embeddedFontLst>
    <p:embeddedFont>
      <p:font typeface="Cambria Math" panose="02040503050406030204" pitchFamily="18" charset="0"/>
      <p:regular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93"/>
          </p14:sldIdLst>
        </p14:section>
        <p14:section name="Титулдук слайд" id="{195A40EB-42C5-4819-BF1F-D64913D96EEB}">
          <p14:sldIdLst>
            <p14:sldId id="994"/>
          </p14:sldIdLst>
        </p14:section>
        <p14:section name="Сандарды тандаңыз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79"/>
            <p14:sldId id="982"/>
            <p14:sldId id="977"/>
            <p14:sldId id="983"/>
            <p14:sldId id="978"/>
            <p14:sldId id="980"/>
            <p14:sldId id="985"/>
            <p14:sldId id="981"/>
            <p14:sldId id="984"/>
            <p14:sldId id="986"/>
            <p14:sldId id="987"/>
            <p14:sldId id="990"/>
            <p14:sldId id="988"/>
            <p14:sldId id="989"/>
            <p14:sldId id="991"/>
            <p14:sldId id="992"/>
          </p14:sldIdLst>
        </p14:section>
        <p14:section name="Бош торчолор" id="{6E755883-6069-420B-9780-208DEDF6E016}">
          <p14:sldIdLst>
            <p14:sldId id="940"/>
          </p14:sldIdLst>
        </p14:section>
        <p14:section name="Кайтарым байланыш" id="{F3D720CF-F566-46A6-9361-125255B68FA6}">
          <p14:sldIdLst>
            <p14:sldId id="9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C55A11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387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22"/>
            <a:ext cx="9906000" cy="46474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Кайталануучу ондуктар – </a:t>
            </a:r>
            <a:r>
              <a:rPr lang="ky-KG" sz="2000" dirty="0">
                <a:solidFill>
                  <a:prstClr val="black"/>
                </a:solidFill>
                <a:latin typeface="Calibri" panose="020F0502020204030204"/>
              </a:rPr>
              <a:t>ИРЭЭТТӨӨ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––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жооптору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менен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тордон тогуз жоопту тандап, дептердеги 3х3 чакмакка каалагандай коюшат.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</a:p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R="0" lvl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4796DCC9-7296-83D1-96A8-4127C71B8D1A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82681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161800" y="2792502"/>
            <a:ext cx="9811954" cy="415498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FF0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Кайталануучу ондуктарды ирээттөө</a:t>
            </a:r>
          </a:p>
        </p:txBody>
      </p:sp>
    </p:spTree>
    <p:extLst>
      <p:ext uri="{BB962C8B-B14F-4D97-AF65-F5344CB8AC3E}">
        <p14:creationId xmlns:p14="http://schemas.microsoft.com/office/powerpoint/2010/main" val="2803707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/>
              <p:cNvGraphicFramePr>
                <a:graphicFrameLocks noGrp="1"/>
              </p:cNvGraphicFramePr>
              <p:nvPr/>
            </p:nvGraphicFramePr>
            <p:xfrm>
              <a:off x="292100" y="1197032"/>
              <a:ext cx="9321800" cy="44306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30450">
                      <a:extLst>
                        <a:ext uri="{9D8B030D-6E8A-4147-A177-3AD203B41FA5}">
                          <a16:colId xmlns:a16="http://schemas.microsoft.com/office/drawing/2014/main" val="62045395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161216684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924408573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772295460"/>
                        </a:ext>
                      </a:extLst>
                    </a:gridCol>
                  </a:tblGrid>
                  <a:tr h="1107671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0.5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0.767</m:t>
                                </m:r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4658278"/>
                      </a:ext>
                    </a:extLst>
                  </a:tr>
                  <a:tr h="1107671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6</m:t>
                                    </m:r>
                                  </m:e>
                                </m:acc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0458257"/>
                      </a:ext>
                    </a:extLst>
                  </a:tr>
                  <a:tr h="1107671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0.70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0.50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2040813"/>
                      </a:ext>
                    </a:extLst>
                  </a:tr>
                  <a:tr h="1107671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8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0.78</m:t>
                                </m:r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3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kumimoji="0" lang="en-GB" sz="3600" b="0" i="1" u="none" strike="noStrike" kern="1200" cap="none" spc="0" normalizeH="0" baseline="0" noProof="0" dirty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GB" sz="3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0" lang="en-GB" sz="3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89864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/>
              <p:cNvGraphicFramePr>
                <a:graphicFrameLocks noGrp="1"/>
              </p:cNvGraphicFramePr>
              <p:nvPr/>
            </p:nvGraphicFramePr>
            <p:xfrm>
              <a:off x="292100" y="1197032"/>
              <a:ext cx="9321800" cy="443068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30450">
                      <a:extLst>
                        <a:ext uri="{9D8B030D-6E8A-4147-A177-3AD203B41FA5}">
                          <a16:colId xmlns:a16="http://schemas.microsoft.com/office/drawing/2014/main" val="62045395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161216684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924408573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772295460"/>
                        </a:ext>
                      </a:extLst>
                    </a:gridCol>
                  </a:tblGrid>
                  <a:tr h="110767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549" r="-300261" b="-30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549" r="-200261" b="-30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549" r="-100785" b="-30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549" r="-522" b="-3010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4658278"/>
                      </a:ext>
                    </a:extLst>
                  </a:tr>
                  <a:tr h="110767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100549" r="-300261" b="-20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100549" r="-200261" b="-20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100549" r="-100785" b="-20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100549" r="-522" b="-2010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0458257"/>
                      </a:ext>
                    </a:extLst>
                  </a:tr>
                  <a:tr h="110767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200549" r="-300261" b="-10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200549" r="-200261" b="-10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200549" r="-100785" b="-10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200549" r="-522" b="-1010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2040813"/>
                      </a:ext>
                    </a:extLst>
                  </a:tr>
                  <a:tr h="110767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300549" r="-300261" b="-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300549" r="-200261" b="-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300549" r="-100785" b="-10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300549" r="-522" b="-10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898647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Rectangle 2"/>
          <p:cNvSpPr/>
          <p:nvPr/>
        </p:nvSpPr>
        <p:spPr>
          <a:xfrm>
            <a:off x="731075" y="19616"/>
            <a:ext cx="8443851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/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840992" y="6041522"/>
            <a:ext cx="3487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Китебиңизге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783752" y="440601"/>
            <a:ext cx="4338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чоңураак,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696673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3170431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31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783752" y="440601"/>
            <a:ext cx="4338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чоңураак,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78</m:t>
                      </m:r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014803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7809106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598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804593" y="440601"/>
            <a:ext cx="4296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кичирээк,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814280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7780531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94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804593" y="440601"/>
            <a:ext cx="4296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кичирээк,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787</m:t>
                      </m:r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835916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3275206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749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804593" y="440601"/>
            <a:ext cx="4296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кичирээк,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0127045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7704331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655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783752" y="440601"/>
            <a:ext cx="4338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чоңураак,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261812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7771006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88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804593" y="440601"/>
            <a:ext cx="4296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кичирээк,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543398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3170431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13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783752" y="440601"/>
            <a:ext cx="4338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чоңураак,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2739793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7885306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628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783752" y="440601"/>
            <a:ext cx="4338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чоңураак,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60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en-GB" sz="7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26664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7732906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63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804593" y="440601"/>
            <a:ext cx="4296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кичирээк,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767</m:t>
                      </m:r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218670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3208531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017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783752" y="440601"/>
            <a:ext cx="4338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чоңураак,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  <m:r>
                        <a:rPr lang="en-GB" sz="7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2342136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3170431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827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804593" y="440601"/>
            <a:ext cx="4296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кичирээк,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371332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7780531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296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783752" y="440601"/>
            <a:ext cx="4338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чоңураак,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368933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3170431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578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804596" y="440601"/>
            <a:ext cx="4296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кичирээк,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074124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7847206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2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804594" y="440601"/>
            <a:ext cx="4296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кичирээк,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787500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3170431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735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2783752" y="440601"/>
            <a:ext cx="4338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Кайсы сан чоңураак,</a:t>
            </a:r>
            <a:endParaRPr lang="en-GB" sz="36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/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7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7DEA001-FDAB-DD8D-6C1E-95470771B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552" y="1587205"/>
                <a:ext cx="2932924" cy="155134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/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7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  <m:acc>
                        <m:accPr>
                          <m:chr m:val="̇"/>
                          <m:ctrlPr>
                            <a:rPr lang="en-GB" sz="7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7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</m:oMath>
                  </m:oMathPara>
                </a14:m>
                <a:endParaRPr lang="en-GB" sz="7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94780C-146D-57FF-3229-70C600B72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305" y="1587205"/>
                <a:ext cx="2932924" cy="15513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76D1063-D550-B221-EEA6-0973352B8DED}"/>
              </a:ext>
            </a:extLst>
          </p:cNvPr>
          <p:cNvSpPr txBox="1"/>
          <p:nvPr/>
        </p:nvSpPr>
        <p:spPr>
          <a:xfrm>
            <a:off x="4578154" y="2039712"/>
            <a:ext cx="749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solidFill>
                  <a:srgbClr val="00B0F0"/>
                </a:solidFill>
              </a:rPr>
              <a:t>же</a:t>
            </a:r>
            <a:endParaRPr lang="en-GB" sz="3600" b="1" dirty="0">
              <a:solidFill>
                <a:srgbClr val="00B0F0"/>
              </a:solidFill>
            </a:endParaRP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94FDF39-238A-C4C7-5CC2-3A5E26530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495905"/>
              </p:ext>
            </p:extLst>
          </p:nvPr>
        </p:nvGraphicFramePr>
        <p:xfrm>
          <a:off x="1651000" y="4281900"/>
          <a:ext cx="6604002" cy="14240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67">
                  <a:extLst>
                    <a:ext uri="{9D8B030D-6E8A-4147-A177-3AD203B41FA5}">
                      <a16:colId xmlns:a16="http://schemas.microsoft.com/office/drawing/2014/main" val="102501813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4155120795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3847909126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0219854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531895249"/>
                    </a:ext>
                  </a:extLst>
                </a:gridCol>
                <a:gridCol w="1100667">
                  <a:extLst>
                    <a:ext uri="{9D8B030D-6E8A-4147-A177-3AD203B41FA5}">
                      <a16:colId xmlns:a16="http://schemas.microsoft.com/office/drawing/2014/main" val="2117151011"/>
                    </a:ext>
                  </a:extLst>
                </a:gridCol>
              </a:tblGrid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920382"/>
                  </a:ext>
                </a:extLst>
              </a:tr>
              <a:tr h="712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</a:t>
                      </a:r>
                      <a:endParaRPr kumimoji="0" lang="en-GB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3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05721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990224DE-55B0-555B-64AC-EEBDB0E0891B}"/>
              </a:ext>
            </a:extLst>
          </p:cNvPr>
          <p:cNvSpPr/>
          <p:nvPr/>
        </p:nvSpPr>
        <p:spPr>
          <a:xfrm>
            <a:off x="2682933" y="4547681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2556DE-F4FD-4D82-2C4F-A9FBBBC06292}"/>
              </a:ext>
            </a:extLst>
          </p:cNvPr>
          <p:cNvSpPr/>
          <p:nvPr/>
        </p:nvSpPr>
        <p:spPr>
          <a:xfrm>
            <a:off x="2682933" y="5300156"/>
            <a:ext cx="136467" cy="136467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FA56B0-775A-19C8-2E67-0ED5BF848FEB}"/>
              </a:ext>
            </a:extLst>
          </p:cNvPr>
          <p:cNvSpPr txBox="1"/>
          <p:nvPr/>
        </p:nvSpPr>
        <p:spPr>
          <a:xfrm>
            <a:off x="9044776" y="1947379"/>
            <a:ext cx="4700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rgbClr val="00B0F0"/>
                </a:solidFill>
              </a:rPr>
              <a:t>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B19478-1D86-EB2E-ADFE-D7466FC5852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7904356" y="2683022"/>
            <a:ext cx="896744" cy="96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947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44318" y="71764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989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8781</TotalTime>
  <Words>533</Words>
  <Application>Microsoft Office PowerPoint</Application>
  <PresentationFormat>A4 Paper (210x297 mm)</PresentationFormat>
  <Paragraphs>312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Calibri Light</vt:lpstr>
      <vt:lpstr>Cambria Math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405</cp:revision>
  <cp:lastPrinted>2017-12-31T22:38:51Z</cp:lastPrinted>
  <dcterms:created xsi:type="dcterms:W3CDTF">2017-01-17T16:57:04Z</dcterms:created>
  <dcterms:modified xsi:type="dcterms:W3CDTF">2024-10-22T08:35:11Z</dcterms:modified>
</cp:coreProperties>
</file>