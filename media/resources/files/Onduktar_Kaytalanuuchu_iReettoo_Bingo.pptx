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23"/>
  </p:notesMasterIdLst>
  <p:sldIdLst>
    <p:sldId id="993" r:id="rId2"/>
    <p:sldId id="994" r:id="rId3"/>
    <p:sldId id="851" r:id="rId4"/>
    <p:sldId id="979" r:id="rId5"/>
    <p:sldId id="982" r:id="rId6"/>
    <p:sldId id="977" r:id="rId7"/>
    <p:sldId id="983" r:id="rId8"/>
    <p:sldId id="978" r:id="rId9"/>
    <p:sldId id="980" r:id="rId10"/>
    <p:sldId id="985" r:id="rId11"/>
    <p:sldId id="981" r:id="rId12"/>
    <p:sldId id="984" r:id="rId13"/>
    <p:sldId id="986" r:id="rId14"/>
    <p:sldId id="987" r:id="rId15"/>
    <p:sldId id="990" r:id="rId16"/>
    <p:sldId id="988" r:id="rId17"/>
    <p:sldId id="989" r:id="rId18"/>
    <p:sldId id="991" r:id="rId19"/>
    <p:sldId id="992" r:id="rId20"/>
    <p:sldId id="940" r:id="rId21"/>
    <p:sldId id="968" r:id="rId22"/>
  </p:sldIdLst>
  <p:sldSz cx="9906000" cy="6858000" type="A4"/>
  <p:notesSz cx="6669088" cy="9926638"/>
  <p:embeddedFontLst>
    <p:embeddedFont>
      <p:font typeface="Cambria Math" panose="02040503050406030204" pitchFamily="18" charset="0"/>
      <p:regular r:id="rId2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993"/>
          </p14:sldIdLst>
        </p14:section>
        <p14:section name="Титулдук слайд" id="{195A40EB-42C5-4819-BF1F-D64913D96EEB}">
          <p14:sldIdLst>
            <p14:sldId id="994"/>
          </p14:sldIdLst>
        </p14:section>
        <p14:section name="Сандарды тандаңыз" id="{C9905531-21F4-4739-9781-312E283928B4}">
          <p14:sldIdLst>
            <p14:sldId id="851"/>
          </p14:sldIdLst>
        </p14:section>
        <p14:section name="Суроолор" id="{27E8BDD4-AEF9-42D7-8653-0FA4B14A353C}">
          <p14:sldIdLst>
            <p14:sldId id="979"/>
            <p14:sldId id="982"/>
            <p14:sldId id="977"/>
            <p14:sldId id="983"/>
            <p14:sldId id="978"/>
            <p14:sldId id="980"/>
            <p14:sldId id="985"/>
            <p14:sldId id="981"/>
            <p14:sldId id="984"/>
            <p14:sldId id="986"/>
            <p14:sldId id="987"/>
            <p14:sldId id="990"/>
            <p14:sldId id="988"/>
            <p14:sldId id="989"/>
            <p14:sldId id="991"/>
            <p14:sldId id="992"/>
          </p14:sldIdLst>
        </p14:section>
        <p14:section name="Бош торчолор" id="{6E755883-6069-420B-9780-208DEDF6E016}">
          <p14:sldIdLst>
            <p14:sldId id="940"/>
          </p14:sldIdLst>
        </p14:section>
        <p14:section name="Кайтарым байланыш" id="{F3D720CF-F566-46A6-9361-125255B68FA6}">
          <p14:sldIdLst>
            <p14:sldId id="96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C55A11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-387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22/10/2024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1" y="1904922"/>
            <a:ext cx="9906000" cy="46474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Кайталануучу ондуктар – </a:t>
            </a:r>
            <a:r>
              <a:rPr lang="ky-KG" sz="2000" dirty="0">
                <a:solidFill>
                  <a:prstClr val="black"/>
                </a:solidFill>
                <a:latin typeface="Calibri" panose="020F0502020204030204"/>
              </a:rPr>
              <a:t>ИРЭЭТТӨӨ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–– 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Бинго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жооптору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lang="ru-RU" sz="2000" dirty="0">
                <a:solidFill>
                  <a:prstClr val="black"/>
                </a:solidFill>
                <a:latin typeface="Calibri" panose="020F0502020204030204"/>
              </a:rPr>
              <a:t>менен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тордон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тогуз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жоопту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тандап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аларды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дептериндеги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3х3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квадратка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туш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келди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жайгаштырышы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керек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Мугалим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оюн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учурундагы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кыйынчылыкка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жараша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суроолорду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тандаса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болот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Убакыттын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өтүшүнө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жараша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сызык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X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менен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жеңе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алышат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4796DCC9-7296-83D1-96A8-4127C71B8D1A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6826811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34A0ED1-3629-4CDD-A58D-B95B3284C69E}"/>
              </a:ext>
            </a:extLst>
          </p:cNvPr>
          <p:cNvGraphicFramePr>
            <a:graphicFrameLocks noGrp="1"/>
          </p:cNvGraphicFramePr>
          <p:nvPr/>
        </p:nvGraphicFramePr>
        <p:xfrm>
          <a:off x="5400040" y="495497"/>
          <a:ext cx="3896361" cy="38963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8787">
                  <a:extLst>
                    <a:ext uri="{9D8B030D-6E8A-4147-A177-3AD203B41FA5}">
                      <a16:colId xmlns:a16="http://schemas.microsoft.com/office/drawing/2014/main" val="115635351"/>
                    </a:ext>
                  </a:extLst>
                </a:gridCol>
                <a:gridCol w="1298787">
                  <a:extLst>
                    <a:ext uri="{9D8B030D-6E8A-4147-A177-3AD203B41FA5}">
                      <a16:colId xmlns:a16="http://schemas.microsoft.com/office/drawing/2014/main" val="2834483198"/>
                    </a:ext>
                  </a:extLst>
                </a:gridCol>
                <a:gridCol w="1298787">
                  <a:extLst>
                    <a:ext uri="{9D8B030D-6E8A-4147-A177-3AD203B41FA5}">
                      <a16:colId xmlns:a16="http://schemas.microsoft.com/office/drawing/2014/main" val="3183003522"/>
                    </a:ext>
                  </a:extLst>
                </a:gridCol>
              </a:tblGrid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45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54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2735878"/>
                  </a:ext>
                </a:extLst>
              </a:tr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82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37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7044118"/>
                  </a:ext>
                </a:extLst>
              </a:tr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76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25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91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527153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A7B2AA45-FF2C-4A34-9A81-5A8EBE133E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040" y="495497"/>
            <a:ext cx="1328420" cy="13284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FCF7CF-6A6C-4477-AEEE-930530D464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46367">
            <a:off x="6721372" y="1804985"/>
            <a:ext cx="1189215" cy="11892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A51917A-7ABA-4CF9-9A1E-DE9D9BF533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7761">
            <a:off x="8065365" y="3076658"/>
            <a:ext cx="1328420" cy="13284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58D772-7203-4047-B730-8A75F50264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7761" flipH="1" flipV="1">
            <a:off x="5322490" y="2932737"/>
            <a:ext cx="1526948" cy="152694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D5FBB59-7545-4187-BFB5-71AAC1644F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70123">
            <a:off x="6753612" y="523758"/>
            <a:ext cx="1189215" cy="118921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BF76227-595D-492B-8E21-FFB692418519}"/>
              </a:ext>
            </a:extLst>
          </p:cNvPr>
          <p:cNvSpPr/>
          <p:nvPr/>
        </p:nvSpPr>
        <p:spPr>
          <a:xfrm>
            <a:off x="0" y="297064"/>
            <a:ext cx="7221249" cy="264687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600" b="1" i="0" u="none" strike="noStrike" kern="1200" cap="none" spc="0" normalizeH="0" baseline="0" noProof="0" dirty="0">
                <a:ln w="5715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БИНГО</a:t>
            </a:r>
            <a:r>
              <a:rPr kumimoji="0" lang="en-US" sz="16600" b="1" i="0" u="none" strike="noStrike" kern="1200" cap="none" spc="0" normalizeH="0" baseline="0" noProof="0" dirty="0">
                <a:ln w="5715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!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E67413-2406-441B-89DC-A1394BD34636}"/>
              </a:ext>
            </a:extLst>
          </p:cNvPr>
          <p:cNvSpPr/>
          <p:nvPr/>
        </p:nvSpPr>
        <p:spPr>
          <a:xfrm>
            <a:off x="-161800" y="2792502"/>
            <a:ext cx="9811954" cy="415498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800" b="1" i="0" u="none" strike="noStrike" kern="1200" cap="none" spc="0" normalizeH="0" baseline="0" noProof="0" dirty="0">
                <a:ln w="38100">
                  <a:solidFill>
                    <a:sysClr val="windowText" lastClr="000000"/>
                  </a:solidFill>
                </a:ln>
                <a:solidFill>
                  <a:srgbClr val="00FF0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Кайталануучу ондуктарды иреттөө</a:t>
            </a:r>
          </a:p>
        </p:txBody>
      </p:sp>
    </p:spTree>
    <p:extLst>
      <p:ext uri="{BB962C8B-B14F-4D97-AF65-F5344CB8AC3E}">
        <p14:creationId xmlns:p14="http://schemas.microsoft.com/office/powerpoint/2010/main" val="28037073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/>
            </p:nvGraphicFramePr>
            <p:xfrm>
              <a:off x="292100" y="1197032"/>
              <a:ext cx="9321800" cy="44306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30450">
                      <a:extLst>
                        <a:ext uri="{9D8B030D-6E8A-4147-A177-3AD203B41FA5}">
                          <a16:colId xmlns:a16="http://schemas.microsoft.com/office/drawing/2014/main" val="62045395"/>
                        </a:ext>
                      </a:extLst>
                    </a:gridCol>
                    <a:gridCol w="2330450">
                      <a:extLst>
                        <a:ext uri="{9D8B030D-6E8A-4147-A177-3AD203B41FA5}">
                          <a16:colId xmlns:a16="http://schemas.microsoft.com/office/drawing/2014/main" val="2161216684"/>
                        </a:ext>
                      </a:extLst>
                    </a:gridCol>
                    <a:gridCol w="2330450">
                      <a:extLst>
                        <a:ext uri="{9D8B030D-6E8A-4147-A177-3AD203B41FA5}">
                          <a16:colId xmlns:a16="http://schemas.microsoft.com/office/drawing/2014/main" val="2924408573"/>
                        </a:ext>
                      </a:extLst>
                    </a:gridCol>
                    <a:gridCol w="2330450">
                      <a:extLst>
                        <a:ext uri="{9D8B030D-6E8A-4147-A177-3AD203B41FA5}">
                          <a16:colId xmlns:a16="http://schemas.microsoft.com/office/drawing/2014/main" val="2772295460"/>
                        </a:ext>
                      </a:extLst>
                    </a:gridCol>
                  </a:tblGrid>
                  <a:tr h="1107671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3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0.5</m:t>
                                </m:r>
                                <m:acc>
                                  <m:accPr>
                                    <m:chr m:val="̇"/>
                                    <m:ctrlPr>
                                      <a:rPr kumimoji="0" lang="en-GB" sz="3600" b="0" i="1" u="none" strike="noStrike" kern="1200" cap="none" spc="0" normalizeH="0" baseline="0" noProof="0" dirty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0" lang="en-GB" sz="3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kumimoji="0" lang="en-GB" sz="3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3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</m:t>
                                </m:r>
                                <m:acc>
                                  <m:accPr>
                                    <m:chr m:val="̇"/>
                                    <m:ctrlPr>
                                      <a:rPr kumimoji="0" lang="en-GB" sz="3600" b="0" i="1" u="none" strike="noStrike" kern="1200" cap="none" spc="0" normalizeH="0" baseline="0" noProof="0" dirty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0" lang="en-GB" sz="3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6</m:t>
                                    </m:r>
                                  </m:e>
                                </m:acc>
                                <m:acc>
                                  <m:accPr>
                                    <m:chr m:val="̇"/>
                                    <m:ctrlPr>
                                      <a:rPr kumimoji="0" lang="en-GB" sz="3600" b="0" i="1" u="none" strike="noStrike" kern="1200" cap="none" spc="0" normalizeH="0" baseline="0" noProof="0" dirty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0" lang="en-GB" sz="3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kumimoji="0" lang="en-GB" sz="3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3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</m:t>
                                </m:r>
                                <m:acc>
                                  <m:accPr>
                                    <m:chr m:val="̇"/>
                                    <m:ctrlPr>
                                      <a:rPr kumimoji="0" lang="en-GB" sz="3600" b="0" i="1" u="none" strike="noStrike" kern="1200" cap="none" spc="0" normalizeH="0" baseline="0" noProof="0" dirty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0" lang="en-GB" sz="3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e>
                                </m:acc>
                                <m:acc>
                                  <m:accPr>
                                    <m:chr m:val="̇"/>
                                    <m:ctrlPr>
                                      <a:rPr kumimoji="0" lang="en-GB" sz="3600" b="0" i="1" u="none" strike="noStrike" kern="1200" cap="none" spc="0" normalizeH="0" baseline="0" noProof="0" dirty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0" lang="en-GB" sz="3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6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kumimoji="0" lang="en-GB" sz="3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3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0.767</m:t>
                                </m:r>
                              </m:oMath>
                            </m:oMathPara>
                          </a14:m>
                          <a:endParaRPr kumimoji="0" lang="en-GB" sz="3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4658278"/>
                      </a:ext>
                    </a:extLst>
                  </a:tr>
                  <a:tr h="1107671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3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</m:t>
                                </m:r>
                                <m:acc>
                                  <m:accPr>
                                    <m:chr m:val="̇"/>
                                    <m:ctrlPr>
                                      <a:rPr kumimoji="0" lang="en-GB" sz="3600" b="0" i="1" u="none" strike="noStrike" kern="1200" cap="none" spc="0" normalizeH="0" baseline="0" noProof="0" dirty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0" lang="en-GB" sz="3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0</m:t>
                                    </m:r>
                                  </m:e>
                                </m:acc>
                                <m:acc>
                                  <m:accPr>
                                    <m:chr m:val="̇"/>
                                    <m:ctrlPr>
                                      <a:rPr kumimoji="0" lang="en-GB" sz="3600" b="0" i="1" u="none" strike="noStrike" kern="1200" cap="none" spc="0" normalizeH="0" baseline="0" noProof="0" dirty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0" lang="en-GB" sz="3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kumimoji="0" lang="en-GB" sz="3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3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0.7</m:t>
                                </m:r>
                                <m:acc>
                                  <m:accPr>
                                    <m:chr m:val="̇"/>
                                    <m:ctrlPr>
                                      <a:rPr kumimoji="0" lang="en-GB" sz="3600" b="0" i="1" u="none" strike="noStrike" kern="1200" cap="none" spc="0" normalizeH="0" baseline="0" noProof="0" dirty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0" lang="en-GB" sz="3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6</m:t>
                                    </m:r>
                                  </m:e>
                                </m:acc>
                                <m:acc>
                                  <m:accPr>
                                    <m:chr m:val="̇"/>
                                    <m:ctrlPr>
                                      <a:rPr kumimoji="0" lang="en-GB" sz="3600" b="0" i="1" u="none" strike="noStrike" kern="1200" cap="none" spc="0" normalizeH="0" baseline="0" noProof="0" dirty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0" lang="en-GB" sz="3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7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kumimoji="0" lang="en-GB" sz="3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3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0.7</m:t>
                                </m:r>
                                <m:acc>
                                  <m:accPr>
                                    <m:chr m:val="̇"/>
                                    <m:ctrlPr>
                                      <a:rPr kumimoji="0" lang="en-GB" sz="3600" b="0" i="1" u="none" strike="noStrike" kern="1200" cap="none" spc="0" normalizeH="0" baseline="0" noProof="0" dirty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0" lang="en-GB" sz="3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8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kumimoji="0" lang="en-GB" sz="3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3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</m:t>
                                </m:r>
                                <m:acc>
                                  <m:accPr>
                                    <m:chr m:val="̇"/>
                                    <m:ctrlPr>
                                      <a:rPr kumimoji="0" lang="en-GB" sz="3600" b="0" i="1" u="none" strike="noStrike" kern="1200" cap="none" spc="0" normalizeH="0" baseline="0" noProof="0" dirty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0" lang="en-GB" sz="3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6</m:t>
                                    </m:r>
                                  </m:e>
                                </m:acc>
                                <m:r>
                                  <a:rPr kumimoji="0" lang="en-GB" sz="3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  <m:acc>
                                  <m:accPr>
                                    <m:chr m:val="̇"/>
                                    <m:ctrlPr>
                                      <a:rPr kumimoji="0" lang="en-GB" sz="3600" b="0" i="1" u="none" strike="noStrike" kern="1200" cap="none" spc="0" normalizeH="0" baseline="0" noProof="0" dirty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0" lang="en-GB" sz="3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kumimoji="0" lang="en-GB" sz="3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0458257"/>
                      </a:ext>
                    </a:extLst>
                  </a:tr>
                  <a:tr h="1107671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3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</m:t>
                                </m:r>
                                <m:acc>
                                  <m:accPr>
                                    <m:chr m:val="̇"/>
                                    <m:ctrlPr>
                                      <a:rPr kumimoji="0" lang="en-GB" sz="3600" b="0" i="1" u="none" strike="noStrike" kern="1200" cap="none" spc="0" normalizeH="0" baseline="0" noProof="0" dirty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0" lang="en-GB" sz="3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e>
                                </m:acc>
                                <m:acc>
                                  <m:accPr>
                                    <m:chr m:val="̇"/>
                                    <m:ctrlPr>
                                      <a:rPr kumimoji="0" lang="en-GB" sz="3600" b="0" i="1" u="none" strike="noStrike" kern="1200" cap="none" spc="0" normalizeH="0" baseline="0" noProof="0" dirty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0" lang="en-GB" sz="3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kumimoji="0" lang="en-GB" sz="3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3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0.70</m:t>
                                </m:r>
                                <m:acc>
                                  <m:accPr>
                                    <m:chr m:val="̇"/>
                                    <m:ctrlPr>
                                      <a:rPr kumimoji="0" lang="en-GB" sz="3600" b="0" i="1" u="none" strike="noStrike" kern="1200" cap="none" spc="0" normalizeH="0" baseline="0" noProof="0" dirty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0" lang="en-GB" sz="3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8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kumimoji="0" lang="en-GB" sz="3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3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</m:t>
                                </m:r>
                                <m:acc>
                                  <m:accPr>
                                    <m:chr m:val="̇"/>
                                    <m:ctrlPr>
                                      <a:rPr kumimoji="0" lang="en-GB" sz="3600" b="0" i="1" u="none" strike="noStrike" kern="1200" cap="none" spc="0" normalizeH="0" baseline="0" noProof="0" dirty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0" lang="en-GB" sz="3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kumimoji="0" lang="en-GB" sz="3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3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0.50</m:t>
                                </m:r>
                                <m:acc>
                                  <m:accPr>
                                    <m:chr m:val="̇"/>
                                    <m:ctrlPr>
                                      <a:rPr kumimoji="0" lang="en-GB" sz="3600" b="0" i="1" u="none" strike="noStrike" kern="1200" cap="none" spc="0" normalizeH="0" baseline="0" noProof="0" dirty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0" lang="en-GB" sz="3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kumimoji="0" lang="en-GB" sz="3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32040813"/>
                      </a:ext>
                    </a:extLst>
                  </a:tr>
                  <a:tr h="1107671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3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</m:t>
                                </m:r>
                                <m:acc>
                                  <m:accPr>
                                    <m:chr m:val="̇"/>
                                    <m:ctrlPr>
                                      <a:rPr kumimoji="0" lang="en-GB" sz="3600" b="0" i="1" u="none" strike="noStrike" kern="1200" cap="none" spc="0" normalizeH="0" baseline="0" noProof="0" dirty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0" lang="en-GB" sz="3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7</m:t>
                                    </m:r>
                                  </m:e>
                                </m:acc>
                                <m:acc>
                                  <m:accPr>
                                    <m:chr m:val="̇"/>
                                    <m:ctrlPr>
                                      <a:rPr kumimoji="0" lang="en-GB" sz="3600" b="0" i="1" u="none" strike="noStrike" kern="1200" cap="none" spc="0" normalizeH="0" baseline="0" noProof="0" dirty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0" lang="en-GB" sz="3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8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kumimoji="0" lang="en-GB" sz="3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3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0.78</m:t>
                                </m:r>
                              </m:oMath>
                            </m:oMathPara>
                          </a14:m>
                          <a:endParaRPr kumimoji="0" lang="en-GB" sz="3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3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0.6</m:t>
                                </m:r>
                                <m:acc>
                                  <m:accPr>
                                    <m:chr m:val="̇"/>
                                    <m:ctrlPr>
                                      <a:rPr kumimoji="0" lang="en-GB" sz="3600" b="0" i="1" u="none" strike="noStrike" kern="1200" cap="none" spc="0" normalizeH="0" baseline="0" noProof="0" dirty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0" lang="en-GB" sz="3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kumimoji="0" lang="en-GB" sz="3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3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0.</m:t>
                                </m:r>
                                <m:acc>
                                  <m:accPr>
                                    <m:chr m:val="̇"/>
                                    <m:ctrlPr>
                                      <a:rPr kumimoji="0" lang="en-GB" sz="3600" b="0" i="1" u="none" strike="noStrike" kern="1200" cap="none" spc="0" normalizeH="0" baseline="0" noProof="0" dirty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0" lang="en-GB" sz="3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7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kumimoji="0" lang="en-GB" sz="3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2898647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/>
            </p:nvGraphicFramePr>
            <p:xfrm>
              <a:off x="292100" y="1197032"/>
              <a:ext cx="9321800" cy="44306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30450">
                      <a:extLst>
                        <a:ext uri="{9D8B030D-6E8A-4147-A177-3AD203B41FA5}">
                          <a16:colId xmlns:a16="http://schemas.microsoft.com/office/drawing/2014/main" val="62045395"/>
                        </a:ext>
                      </a:extLst>
                    </a:gridCol>
                    <a:gridCol w="2330450">
                      <a:extLst>
                        <a:ext uri="{9D8B030D-6E8A-4147-A177-3AD203B41FA5}">
                          <a16:colId xmlns:a16="http://schemas.microsoft.com/office/drawing/2014/main" val="2161216684"/>
                        </a:ext>
                      </a:extLst>
                    </a:gridCol>
                    <a:gridCol w="2330450">
                      <a:extLst>
                        <a:ext uri="{9D8B030D-6E8A-4147-A177-3AD203B41FA5}">
                          <a16:colId xmlns:a16="http://schemas.microsoft.com/office/drawing/2014/main" val="2924408573"/>
                        </a:ext>
                      </a:extLst>
                    </a:gridCol>
                    <a:gridCol w="2330450">
                      <a:extLst>
                        <a:ext uri="{9D8B030D-6E8A-4147-A177-3AD203B41FA5}">
                          <a16:colId xmlns:a16="http://schemas.microsoft.com/office/drawing/2014/main" val="2772295460"/>
                        </a:ext>
                      </a:extLst>
                    </a:gridCol>
                  </a:tblGrid>
                  <a:tr h="110767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61" t="-549" r="-300261" b="-3010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261" t="-549" r="-200261" b="-3010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785" t="-549" r="-100785" b="-3010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000" t="-549" r="-522" b="-30109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4658278"/>
                      </a:ext>
                    </a:extLst>
                  </a:tr>
                  <a:tr h="110767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61" t="-100549" r="-300261" b="-2010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261" t="-100549" r="-200261" b="-2010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785" t="-100549" r="-100785" b="-2010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000" t="-100549" r="-522" b="-20109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0458257"/>
                      </a:ext>
                    </a:extLst>
                  </a:tr>
                  <a:tr h="110767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61" t="-200549" r="-300261" b="-1010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261" t="-200549" r="-200261" b="-1010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785" t="-200549" r="-100785" b="-1010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000" t="-200549" r="-522" b="-10109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32040813"/>
                      </a:ext>
                    </a:extLst>
                  </a:tr>
                  <a:tr h="110767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61" t="-300549" r="-300261" b="-10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261" t="-300549" r="-200261" b="-10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785" t="-300549" r="-100785" b="-10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000" t="-300549" r="-522" b="-109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2898647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Rectangle 2"/>
          <p:cNvSpPr/>
          <p:nvPr/>
        </p:nvSpPr>
        <p:spPr>
          <a:xfrm>
            <a:off x="731075" y="19616"/>
            <a:ext cx="8443851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6600" b="1" cap="none" spc="0" dirty="0">
                <a:ln w="9525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</a:rPr>
              <a:t>Сандарды тандаңыз…</a:t>
            </a:r>
            <a:endParaRPr lang="en-US" sz="6600" b="1" cap="none" spc="0" dirty="0">
              <a:ln w="9525">
                <a:solidFill>
                  <a:sysClr val="windowText" lastClr="000000"/>
                </a:solidFill>
              </a:ln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5F6707C-594E-4BE7-9A2A-69EC69C30D43}"/>
              </a:ext>
            </a:extLst>
          </p:cNvPr>
          <p:cNvGraphicFramePr>
            <a:graphicFrameLocks noGrp="1"/>
          </p:cNvGraphicFramePr>
          <p:nvPr/>
        </p:nvGraphicFramePr>
        <p:xfrm>
          <a:off x="5530918" y="5786675"/>
          <a:ext cx="879027" cy="879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009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293009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293009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</a:tblGrid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EDEA543-F1EE-4312-B1A0-843C76004B58}"/>
              </a:ext>
            </a:extLst>
          </p:cNvPr>
          <p:cNvSpPr txBox="1"/>
          <p:nvPr/>
        </p:nvSpPr>
        <p:spPr>
          <a:xfrm>
            <a:off x="1840992" y="6041522"/>
            <a:ext cx="3487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Китебиңизге 3х3 торчо тартыңыз.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3688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783752" y="440601"/>
            <a:ext cx="43384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600" b="1" dirty="0">
                <a:solidFill>
                  <a:srgbClr val="00B0F0"/>
                </a:solidFill>
              </a:rPr>
              <a:t>Кайсы сан чоңураак,</a:t>
            </a:r>
            <a:endParaRPr lang="en-GB" sz="3600" b="1" dirty="0">
              <a:solidFill>
                <a:srgbClr val="00B0F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C7DEA001-FDAB-DD8D-6C1E-95470771BA11}"/>
                  </a:ext>
                </a:extLst>
              </p:cNvPr>
              <p:cNvSpPr/>
              <p:nvPr/>
            </p:nvSpPr>
            <p:spPr>
              <a:xfrm>
                <a:off x="1155552" y="1587205"/>
                <a:ext cx="2932924" cy="1551344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7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72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7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acc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C7DEA001-FDAB-DD8D-6C1E-95470771BA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5552" y="1587205"/>
                <a:ext cx="2932924" cy="1551344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4B94780C-146D-57FF-3229-70C600B72093}"/>
                  </a:ext>
                </a:extLst>
              </p:cNvPr>
              <p:cNvSpPr/>
              <p:nvPr/>
            </p:nvSpPr>
            <p:spPr>
              <a:xfrm>
                <a:off x="5827305" y="1587205"/>
                <a:ext cx="2932924" cy="1551344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7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GB" sz="7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4B94780C-146D-57FF-3229-70C600B720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7305" y="1587205"/>
                <a:ext cx="2932924" cy="1551344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B76D1063-D550-B221-EEA6-0973352B8DED}"/>
              </a:ext>
            </a:extLst>
          </p:cNvPr>
          <p:cNvSpPr txBox="1"/>
          <p:nvPr/>
        </p:nvSpPr>
        <p:spPr>
          <a:xfrm>
            <a:off x="4578154" y="2039712"/>
            <a:ext cx="7496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600" b="1" dirty="0">
                <a:solidFill>
                  <a:srgbClr val="00B0F0"/>
                </a:solidFill>
              </a:rPr>
              <a:t>же</a:t>
            </a:r>
            <a:endParaRPr lang="en-GB" sz="3600" b="1" dirty="0">
              <a:solidFill>
                <a:srgbClr val="00B0F0"/>
              </a:solidFill>
            </a:endParaRP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D94FDF39-238A-C4C7-5CC2-3A5E265301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7696673"/>
              </p:ext>
            </p:extLst>
          </p:nvPr>
        </p:nvGraphicFramePr>
        <p:xfrm>
          <a:off x="1651000" y="4281900"/>
          <a:ext cx="6604002" cy="14240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0667">
                  <a:extLst>
                    <a:ext uri="{9D8B030D-6E8A-4147-A177-3AD203B41FA5}">
                      <a16:colId xmlns:a16="http://schemas.microsoft.com/office/drawing/2014/main" val="1025018134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4155120795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3847909126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50219854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531895249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2117151011"/>
                    </a:ext>
                  </a:extLst>
                </a:gridCol>
              </a:tblGrid>
              <a:tr h="712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8920382"/>
                  </a:ext>
                </a:extLst>
              </a:tr>
              <a:tr h="712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</a:t>
                      </a:r>
                      <a:endParaRPr kumimoji="0" lang="en-GB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1905721"/>
                  </a:ext>
                </a:extLst>
              </a:tr>
            </a:tbl>
          </a:graphicData>
        </a:graphic>
      </p:graphicFrame>
      <p:sp>
        <p:nvSpPr>
          <p:cNvPr id="10" name="Oval 9">
            <a:extLst>
              <a:ext uri="{FF2B5EF4-FFF2-40B4-BE49-F238E27FC236}">
                <a16:creationId xmlns:a16="http://schemas.microsoft.com/office/drawing/2014/main" id="{990224DE-55B0-555B-64AC-EEBDB0E0891B}"/>
              </a:ext>
            </a:extLst>
          </p:cNvPr>
          <p:cNvSpPr/>
          <p:nvPr/>
        </p:nvSpPr>
        <p:spPr>
          <a:xfrm>
            <a:off x="2682933" y="4547681"/>
            <a:ext cx="136467" cy="13646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42556DE-F4FD-4D82-2C4F-A9FBBBC06292}"/>
              </a:ext>
            </a:extLst>
          </p:cNvPr>
          <p:cNvSpPr/>
          <p:nvPr/>
        </p:nvSpPr>
        <p:spPr>
          <a:xfrm>
            <a:off x="2682933" y="5300156"/>
            <a:ext cx="136467" cy="13646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FA56B0-775A-19C8-2E67-0ED5BF848FEB}"/>
              </a:ext>
            </a:extLst>
          </p:cNvPr>
          <p:cNvSpPr txBox="1"/>
          <p:nvPr/>
        </p:nvSpPr>
        <p:spPr>
          <a:xfrm>
            <a:off x="9044776" y="1947379"/>
            <a:ext cx="47000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b="1" dirty="0">
                <a:solidFill>
                  <a:srgbClr val="00B0F0"/>
                </a:solidFill>
              </a:rPr>
              <a:t>?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7B19478-1D86-EB2E-ADFE-D7466FC5852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756"/>
          <a:stretch/>
        </p:blipFill>
        <p:spPr>
          <a:xfrm>
            <a:off x="3170431" y="2683022"/>
            <a:ext cx="896744" cy="969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317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783752" y="440601"/>
            <a:ext cx="43384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600" b="1" dirty="0">
                <a:solidFill>
                  <a:srgbClr val="00B0F0"/>
                </a:solidFill>
              </a:rPr>
              <a:t>Кайсы сан чоңураак,</a:t>
            </a:r>
            <a:endParaRPr lang="en-GB" sz="3600" b="1" dirty="0">
              <a:solidFill>
                <a:srgbClr val="00B0F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C7DEA001-FDAB-DD8D-6C1E-95470771BA11}"/>
                  </a:ext>
                </a:extLst>
              </p:cNvPr>
              <p:cNvSpPr/>
              <p:nvPr/>
            </p:nvSpPr>
            <p:spPr>
              <a:xfrm>
                <a:off x="1155552" y="1587205"/>
                <a:ext cx="2932924" cy="1551344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7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72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7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</m:acc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C7DEA001-FDAB-DD8D-6C1E-95470771BA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5552" y="1587205"/>
                <a:ext cx="2932924" cy="1551344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4B94780C-146D-57FF-3229-70C600B72093}"/>
                  </a:ext>
                </a:extLst>
              </p:cNvPr>
              <p:cNvSpPr/>
              <p:nvPr/>
            </p:nvSpPr>
            <p:spPr>
              <a:xfrm>
                <a:off x="5827305" y="1587205"/>
                <a:ext cx="2932924" cy="1551344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7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GB" sz="7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78</m:t>
                      </m:r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4B94780C-146D-57FF-3229-70C600B720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7305" y="1587205"/>
                <a:ext cx="2932924" cy="1551344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B76D1063-D550-B221-EEA6-0973352B8DED}"/>
              </a:ext>
            </a:extLst>
          </p:cNvPr>
          <p:cNvSpPr txBox="1"/>
          <p:nvPr/>
        </p:nvSpPr>
        <p:spPr>
          <a:xfrm>
            <a:off x="4578154" y="2039712"/>
            <a:ext cx="7496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600" b="1" dirty="0">
                <a:solidFill>
                  <a:srgbClr val="00B0F0"/>
                </a:solidFill>
              </a:rPr>
              <a:t>же</a:t>
            </a:r>
            <a:endParaRPr lang="en-GB" sz="3600" b="1" dirty="0">
              <a:solidFill>
                <a:srgbClr val="00B0F0"/>
              </a:solidFill>
            </a:endParaRP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D94FDF39-238A-C4C7-5CC2-3A5E265301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2014803"/>
              </p:ext>
            </p:extLst>
          </p:nvPr>
        </p:nvGraphicFramePr>
        <p:xfrm>
          <a:off x="1651000" y="4281900"/>
          <a:ext cx="6604002" cy="14240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0667">
                  <a:extLst>
                    <a:ext uri="{9D8B030D-6E8A-4147-A177-3AD203B41FA5}">
                      <a16:colId xmlns:a16="http://schemas.microsoft.com/office/drawing/2014/main" val="1025018134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4155120795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3847909126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50219854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531895249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2117151011"/>
                    </a:ext>
                  </a:extLst>
                </a:gridCol>
              </a:tblGrid>
              <a:tr h="712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8920382"/>
                  </a:ext>
                </a:extLst>
              </a:tr>
              <a:tr h="712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</a:t>
                      </a:r>
                      <a:endParaRPr kumimoji="0" lang="en-GB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1905721"/>
                  </a:ext>
                </a:extLst>
              </a:tr>
            </a:tbl>
          </a:graphicData>
        </a:graphic>
      </p:graphicFrame>
      <p:sp>
        <p:nvSpPr>
          <p:cNvPr id="10" name="Oval 9">
            <a:extLst>
              <a:ext uri="{FF2B5EF4-FFF2-40B4-BE49-F238E27FC236}">
                <a16:creationId xmlns:a16="http://schemas.microsoft.com/office/drawing/2014/main" id="{990224DE-55B0-555B-64AC-EEBDB0E0891B}"/>
              </a:ext>
            </a:extLst>
          </p:cNvPr>
          <p:cNvSpPr/>
          <p:nvPr/>
        </p:nvSpPr>
        <p:spPr>
          <a:xfrm>
            <a:off x="2682933" y="4547681"/>
            <a:ext cx="136467" cy="13646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42556DE-F4FD-4D82-2C4F-A9FBBBC06292}"/>
              </a:ext>
            </a:extLst>
          </p:cNvPr>
          <p:cNvSpPr/>
          <p:nvPr/>
        </p:nvSpPr>
        <p:spPr>
          <a:xfrm>
            <a:off x="2682933" y="5300156"/>
            <a:ext cx="136467" cy="13646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FA56B0-775A-19C8-2E67-0ED5BF848FEB}"/>
              </a:ext>
            </a:extLst>
          </p:cNvPr>
          <p:cNvSpPr txBox="1"/>
          <p:nvPr/>
        </p:nvSpPr>
        <p:spPr>
          <a:xfrm>
            <a:off x="9044776" y="1947379"/>
            <a:ext cx="47000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b="1" dirty="0">
                <a:solidFill>
                  <a:srgbClr val="00B0F0"/>
                </a:solidFill>
              </a:rPr>
              <a:t>?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7B19478-1D86-EB2E-ADFE-D7466FC5852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756"/>
          <a:stretch/>
        </p:blipFill>
        <p:spPr>
          <a:xfrm>
            <a:off x="7809106" y="2683022"/>
            <a:ext cx="896744" cy="969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598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804593" y="440601"/>
            <a:ext cx="42968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600" b="1" dirty="0">
                <a:solidFill>
                  <a:srgbClr val="00B0F0"/>
                </a:solidFill>
              </a:rPr>
              <a:t>Кайсы сан кичирээк,</a:t>
            </a:r>
            <a:endParaRPr lang="en-GB" sz="3600" b="1" dirty="0">
              <a:solidFill>
                <a:srgbClr val="00B0F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C7DEA001-FDAB-DD8D-6C1E-95470771BA11}"/>
                  </a:ext>
                </a:extLst>
              </p:cNvPr>
              <p:cNvSpPr/>
              <p:nvPr/>
            </p:nvSpPr>
            <p:spPr>
              <a:xfrm>
                <a:off x="1155552" y="1587205"/>
                <a:ext cx="2932924" cy="1551344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7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7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7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acc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C7DEA001-FDAB-DD8D-6C1E-95470771BA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5552" y="1587205"/>
                <a:ext cx="2932924" cy="1551344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4B94780C-146D-57FF-3229-70C600B72093}"/>
                  </a:ext>
                </a:extLst>
              </p:cNvPr>
              <p:cNvSpPr/>
              <p:nvPr/>
            </p:nvSpPr>
            <p:spPr>
              <a:xfrm>
                <a:off x="5827305" y="1587205"/>
                <a:ext cx="2932924" cy="1551344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7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7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7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acc>
                      <m:acc>
                        <m:accPr>
                          <m:chr m:val="̇"/>
                          <m:ctrlPr>
                            <a:rPr lang="en-GB" sz="72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7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acc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4B94780C-146D-57FF-3229-70C600B720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7305" y="1587205"/>
                <a:ext cx="2932924" cy="1551344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B76D1063-D550-B221-EEA6-0973352B8DED}"/>
              </a:ext>
            </a:extLst>
          </p:cNvPr>
          <p:cNvSpPr txBox="1"/>
          <p:nvPr/>
        </p:nvSpPr>
        <p:spPr>
          <a:xfrm>
            <a:off x="4578154" y="2039712"/>
            <a:ext cx="7496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600" b="1" dirty="0">
                <a:solidFill>
                  <a:srgbClr val="00B0F0"/>
                </a:solidFill>
              </a:rPr>
              <a:t>же</a:t>
            </a:r>
            <a:endParaRPr lang="en-GB" sz="3600" b="1" dirty="0">
              <a:solidFill>
                <a:srgbClr val="00B0F0"/>
              </a:solidFill>
            </a:endParaRP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D94FDF39-238A-C4C7-5CC2-3A5E265301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5814280"/>
              </p:ext>
            </p:extLst>
          </p:nvPr>
        </p:nvGraphicFramePr>
        <p:xfrm>
          <a:off x="1651000" y="4281900"/>
          <a:ext cx="6604002" cy="14240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0667">
                  <a:extLst>
                    <a:ext uri="{9D8B030D-6E8A-4147-A177-3AD203B41FA5}">
                      <a16:colId xmlns:a16="http://schemas.microsoft.com/office/drawing/2014/main" val="1025018134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4155120795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3847909126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50219854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531895249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2117151011"/>
                    </a:ext>
                  </a:extLst>
                </a:gridCol>
              </a:tblGrid>
              <a:tr h="712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8920382"/>
                  </a:ext>
                </a:extLst>
              </a:tr>
              <a:tr h="712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</a:t>
                      </a:r>
                      <a:endParaRPr kumimoji="0" lang="en-GB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1905721"/>
                  </a:ext>
                </a:extLst>
              </a:tr>
            </a:tbl>
          </a:graphicData>
        </a:graphic>
      </p:graphicFrame>
      <p:sp>
        <p:nvSpPr>
          <p:cNvPr id="10" name="Oval 9">
            <a:extLst>
              <a:ext uri="{FF2B5EF4-FFF2-40B4-BE49-F238E27FC236}">
                <a16:creationId xmlns:a16="http://schemas.microsoft.com/office/drawing/2014/main" id="{990224DE-55B0-555B-64AC-EEBDB0E0891B}"/>
              </a:ext>
            </a:extLst>
          </p:cNvPr>
          <p:cNvSpPr/>
          <p:nvPr/>
        </p:nvSpPr>
        <p:spPr>
          <a:xfrm>
            <a:off x="2682933" y="4547681"/>
            <a:ext cx="136467" cy="13646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42556DE-F4FD-4D82-2C4F-A9FBBBC06292}"/>
              </a:ext>
            </a:extLst>
          </p:cNvPr>
          <p:cNvSpPr/>
          <p:nvPr/>
        </p:nvSpPr>
        <p:spPr>
          <a:xfrm>
            <a:off x="2682933" y="5300156"/>
            <a:ext cx="136467" cy="13646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FA56B0-775A-19C8-2E67-0ED5BF848FEB}"/>
              </a:ext>
            </a:extLst>
          </p:cNvPr>
          <p:cNvSpPr txBox="1"/>
          <p:nvPr/>
        </p:nvSpPr>
        <p:spPr>
          <a:xfrm>
            <a:off x="9044776" y="1947379"/>
            <a:ext cx="47000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b="1" dirty="0">
                <a:solidFill>
                  <a:srgbClr val="00B0F0"/>
                </a:solidFill>
              </a:rPr>
              <a:t>?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7B19478-1D86-EB2E-ADFE-D7466FC5852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756"/>
          <a:stretch/>
        </p:blipFill>
        <p:spPr>
          <a:xfrm>
            <a:off x="7780531" y="2683022"/>
            <a:ext cx="896744" cy="969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949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804593" y="440601"/>
            <a:ext cx="42968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600" b="1" dirty="0">
                <a:solidFill>
                  <a:srgbClr val="00B0F0"/>
                </a:solidFill>
              </a:rPr>
              <a:t>Кайсы сан кичирээк,</a:t>
            </a:r>
            <a:endParaRPr lang="en-GB" sz="3600" b="1" dirty="0">
              <a:solidFill>
                <a:srgbClr val="00B0F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C7DEA001-FDAB-DD8D-6C1E-95470771BA11}"/>
                  </a:ext>
                </a:extLst>
              </p:cNvPr>
              <p:cNvSpPr/>
              <p:nvPr/>
            </p:nvSpPr>
            <p:spPr>
              <a:xfrm>
                <a:off x="1155552" y="1587205"/>
                <a:ext cx="2932924" cy="1551344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7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72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7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</m:acc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C7DEA001-FDAB-DD8D-6C1E-95470771BA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5552" y="1587205"/>
                <a:ext cx="2932924" cy="1551344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4B94780C-146D-57FF-3229-70C600B72093}"/>
                  </a:ext>
                </a:extLst>
              </p:cNvPr>
              <p:cNvSpPr/>
              <p:nvPr/>
            </p:nvSpPr>
            <p:spPr>
              <a:xfrm>
                <a:off x="5827305" y="1587205"/>
                <a:ext cx="2932924" cy="1551344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7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GB" sz="7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787</m:t>
                      </m:r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4B94780C-146D-57FF-3229-70C600B720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7305" y="1587205"/>
                <a:ext cx="2932924" cy="1551344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B76D1063-D550-B221-EEA6-0973352B8DED}"/>
              </a:ext>
            </a:extLst>
          </p:cNvPr>
          <p:cNvSpPr txBox="1"/>
          <p:nvPr/>
        </p:nvSpPr>
        <p:spPr>
          <a:xfrm>
            <a:off x="4578154" y="2039712"/>
            <a:ext cx="7496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600" b="1" dirty="0">
                <a:solidFill>
                  <a:srgbClr val="00B0F0"/>
                </a:solidFill>
              </a:rPr>
              <a:t>же</a:t>
            </a:r>
            <a:endParaRPr lang="en-GB" sz="3600" b="1" dirty="0">
              <a:solidFill>
                <a:srgbClr val="00B0F0"/>
              </a:solidFill>
            </a:endParaRP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D94FDF39-238A-C4C7-5CC2-3A5E265301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1835916"/>
              </p:ext>
            </p:extLst>
          </p:nvPr>
        </p:nvGraphicFramePr>
        <p:xfrm>
          <a:off x="1651000" y="4281900"/>
          <a:ext cx="6604002" cy="14240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0667">
                  <a:extLst>
                    <a:ext uri="{9D8B030D-6E8A-4147-A177-3AD203B41FA5}">
                      <a16:colId xmlns:a16="http://schemas.microsoft.com/office/drawing/2014/main" val="1025018134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4155120795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3847909126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50219854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531895249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2117151011"/>
                    </a:ext>
                  </a:extLst>
                </a:gridCol>
              </a:tblGrid>
              <a:tr h="712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8920382"/>
                  </a:ext>
                </a:extLst>
              </a:tr>
              <a:tr h="712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</a:t>
                      </a:r>
                      <a:endParaRPr kumimoji="0" lang="en-GB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1905721"/>
                  </a:ext>
                </a:extLst>
              </a:tr>
            </a:tbl>
          </a:graphicData>
        </a:graphic>
      </p:graphicFrame>
      <p:sp>
        <p:nvSpPr>
          <p:cNvPr id="10" name="Oval 9">
            <a:extLst>
              <a:ext uri="{FF2B5EF4-FFF2-40B4-BE49-F238E27FC236}">
                <a16:creationId xmlns:a16="http://schemas.microsoft.com/office/drawing/2014/main" id="{990224DE-55B0-555B-64AC-EEBDB0E0891B}"/>
              </a:ext>
            </a:extLst>
          </p:cNvPr>
          <p:cNvSpPr/>
          <p:nvPr/>
        </p:nvSpPr>
        <p:spPr>
          <a:xfrm>
            <a:off x="2682933" y="4547681"/>
            <a:ext cx="136467" cy="13646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42556DE-F4FD-4D82-2C4F-A9FBBBC06292}"/>
              </a:ext>
            </a:extLst>
          </p:cNvPr>
          <p:cNvSpPr/>
          <p:nvPr/>
        </p:nvSpPr>
        <p:spPr>
          <a:xfrm>
            <a:off x="2682933" y="5300156"/>
            <a:ext cx="136467" cy="13646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FA56B0-775A-19C8-2E67-0ED5BF848FEB}"/>
              </a:ext>
            </a:extLst>
          </p:cNvPr>
          <p:cNvSpPr txBox="1"/>
          <p:nvPr/>
        </p:nvSpPr>
        <p:spPr>
          <a:xfrm>
            <a:off x="9044776" y="1947379"/>
            <a:ext cx="47000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b="1" dirty="0">
                <a:solidFill>
                  <a:srgbClr val="00B0F0"/>
                </a:solidFill>
              </a:rPr>
              <a:t>?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7B19478-1D86-EB2E-ADFE-D7466FC5852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756"/>
          <a:stretch/>
        </p:blipFill>
        <p:spPr>
          <a:xfrm>
            <a:off x="3275206" y="2683022"/>
            <a:ext cx="896744" cy="969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749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804593" y="440601"/>
            <a:ext cx="42968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600" b="1" dirty="0">
                <a:solidFill>
                  <a:srgbClr val="00B0F0"/>
                </a:solidFill>
              </a:rPr>
              <a:t>Кайсы сан кичирээк,</a:t>
            </a:r>
            <a:endParaRPr lang="en-GB" sz="3600" b="1" dirty="0">
              <a:solidFill>
                <a:srgbClr val="00B0F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C7DEA001-FDAB-DD8D-6C1E-95470771BA11}"/>
                  </a:ext>
                </a:extLst>
              </p:cNvPr>
              <p:cNvSpPr/>
              <p:nvPr/>
            </p:nvSpPr>
            <p:spPr>
              <a:xfrm>
                <a:off x="1155552" y="1587205"/>
                <a:ext cx="2932924" cy="1551344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7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7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7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acc>
                      <m:acc>
                        <m:accPr>
                          <m:chr m:val="̇"/>
                          <m:ctrlPr>
                            <a:rPr lang="en-GB" sz="7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7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acc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C7DEA001-FDAB-DD8D-6C1E-95470771BA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5552" y="1587205"/>
                <a:ext cx="2932924" cy="1551344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4B94780C-146D-57FF-3229-70C600B72093}"/>
                  </a:ext>
                </a:extLst>
              </p:cNvPr>
              <p:cNvSpPr/>
              <p:nvPr/>
            </p:nvSpPr>
            <p:spPr>
              <a:xfrm>
                <a:off x="5827305" y="1587205"/>
                <a:ext cx="2932924" cy="1551344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7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GB" sz="7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acc>
                        <m:accPr>
                          <m:chr m:val="̇"/>
                          <m:ctrlPr>
                            <a:rPr lang="en-GB" sz="72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7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acc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4B94780C-146D-57FF-3229-70C600B720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7305" y="1587205"/>
                <a:ext cx="2932924" cy="1551344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B76D1063-D550-B221-EEA6-0973352B8DED}"/>
              </a:ext>
            </a:extLst>
          </p:cNvPr>
          <p:cNvSpPr txBox="1"/>
          <p:nvPr/>
        </p:nvSpPr>
        <p:spPr>
          <a:xfrm>
            <a:off x="4578154" y="2039712"/>
            <a:ext cx="7496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600" b="1" dirty="0">
                <a:solidFill>
                  <a:srgbClr val="00B0F0"/>
                </a:solidFill>
              </a:rPr>
              <a:t>же</a:t>
            </a:r>
            <a:endParaRPr lang="en-GB" sz="3600" b="1" dirty="0">
              <a:solidFill>
                <a:srgbClr val="00B0F0"/>
              </a:solidFill>
            </a:endParaRP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D94FDF39-238A-C4C7-5CC2-3A5E265301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0127045"/>
              </p:ext>
            </p:extLst>
          </p:nvPr>
        </p:nvGraphicFramePr>
        <p:xfrm>
          <a:off x="1651000" y="4281900"/>
          <a:ext cx="6604002" cy="14240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0667">
                  <a:extLst>
                    <a:ext uri="{9D8B030D-6E8A-4147-A177-3AD203B41FA5}">
                      <a16:colId xmlns:a16="http://schemas.microsoft.com/office/drawing/2014/main" val="1025018134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4155120795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3847909126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50219854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531895249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2117151011"/>
                    </a:ext>
                  </a:extLst>
                </a:gridCol>
              </a:tblGrid>
              <a:tr h="712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8920382"/>
                  </a:ext>
                </a:extLst>
              </a:tr>
              <a:tr h="712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</a:t>
                      </a:r>
                      <a:endParaRPr kumimoji="0" lang="en-GB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1905721"/>
                  </a:ext>
                </a:extLst>
              </a:tr>
            </a:tbl>
          </a:graphicData>
        </a:graphic>
      </p:graphicFrame>
      <p:sp>
        <p:nvSpPr>
          <p:cNvPr id="10" name="Oval 9">
            <a:extLst>
              <a:ext uri="{FF2B5EF4-FFF2-40B4-BE49-F238E27FC236}">
                <a16:creationId xmlns:a16="http://schemas.microsoft.com/office/drawing/2014/main" id="{990224DE-55B0-555B-64AC-EEBDB0E0891B}"/>
              </a:ext>
            </a:extLst>
          </p:cNvPr>
          <p:cNvSpPr/>
          <p:nvPr/>
        </p:nvSpPr>
        <p:spPr>
          <a:xfrm>
            <a:off x="2682933" y="4547681"/>
            <a:ext cx="136467" cy="13646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42556DE-F4FD-4D82-2C4F-A9FBBBC06292}"/>
              </a:ext>
            </a:extLst>
          </p:cNvPr>
          <p:cNvSpPr/>
          <p:nvPr/>
        </p:nvSpPr>
        <p:spPr>
          <a:xfrm>
            <a:off x="2682933" y="5300156"/>
            <a:ext cx="136467" cy="13646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FA56B0-775A-19C8-2E67-0ED5BF848FEB}"/>
              </a:ext>
            </a:extLst>
          </p:cNvPr>
          <p:cNvSpPr txBox="1"/>
          <p:nvPr/>
        </p:nvSpPr>
        <p:spPr>
          <a:xfrm>
            <a:off x="9044776" y="1947379"/>
            <a:ext cx="47000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b="1" dirty="0">
                <a:solidFill>
                  <a:srgbClr val="00B0F0"/>
                </a:solidFill>
              </a:rPr>
              <a:t>?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7B19478-1D86-EB2E-ADFE-D7466FC5852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756"/>
          <a:stretch/>
        </p:blipFill>
        <p:spPr>
          <a:xfrm>
            <a:off x="7704331" y="2683022"/>
            <a:ext cx="896744" cy="969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655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783752" y="440601"/>
            <a:ext cx="43384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600" b="1" dirty="0">
                <a:solidFill>
                  <a:srgbClr val="00B0F0"/>
                </a:solidFill>
              </a:rPr>
              <a:t>Кайсы сан чоңураак,</a:t>
            </a:r>
            <a:endParaRPr lang="en-GB" sz="3600" b="1" dirty="0">
              <a:solidFill>
                <a:srgbClr val="00B0F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C7DEA001-FDAB-DD8D-6C1E-95470771BA11}"/>
                  </a:ext>
                </a:extLst>
              </p:cNvPr>
              <p:cNvSpPr/>
              <p:nvPr/>
            </p:nvSpPr>
            <p:spPr>
              <a:xfrm>
                <a:off x="1155552" y="1587205"/>
                <a:ext cx="2932924" cy="1551344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7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7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7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</m:acc>
                      <m:acc>
                        <m:accPr>
                          <m:chr m:val="̇"/>
                          <m:ctrlPr>
                            <a:rPr lang="en-GB" sz="7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7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acc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C7DEA001-FDAB-DD8D-6C1E-95470771BA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5552" y="1587205"/>
                <a:ext cx="2932924" cy="1551344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4B94780C-146D-57FF-3229-70C600B72093}"/>
                  </a:ext>
                </a:extLst>
              </p:cNvPr>
              <p:cNvSpPr/>
              <p:nvPr/>
            </p:nvSpPr>
            <p:spPr>
              <a:xfrm>
                <a:off x="5827305" y="1587205"/>
                <a:ext cx="2932924" cy="1551344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7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GB" sz="7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7</m:t>
                      </m:r>
                      <m:acc>
                        <m:accPr>
                          <m:chr m:val="̇"/>
                          <m:ctrlPr>
                            <a:rPr lang="en-GB" sz="72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7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acc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4B94780C-146D-57FF-3229-70C600B720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7305" y="1587205"/>
                <a:ext cx="2932924" cy="1551344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B76D1063-D550-B221-EEA6-0973352B8DED}"/>
              </a:ext>
            </a:extLst>
          </p:cNvPr>
          <p:cNvSpPr txBox="1"/>
          <p:nvPr/>
        </p:nvSpPr>
        <p:spPr>
          <a:xfrm>
            <a:off x="4578154" y="2039712"/>
            <a:ext cx="7496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600" b="1" dirty="0">
                <a:solidFill>
                  <a:srgbClr val="00B0F0"/>
                </a:solidFill>
              </a:rPr>
              <a:t>же</a:t>
            </a:r>
            <a:endParaRPr lang="en-GB" sz="3600" b="1" dirty="0">
              <a:solidFill>
                <a:srgbClr val="00B0F0"/>
              </a:solidFill>
            </a:endParaRP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D94FDF39-238A-C4C7-5CC2-3A5E265301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3261812"/>
              </p:ext>
            </p:extLst>
          </p:nvPr>
        </p:nvGraphicFramePr>
        <p:xfrm>
          <a:off x="1651000" y="4281900"/>
          <a:ext cx="6604002" cy="14240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0667">
                  <a:extLst>
                    <a:ext uri="{9D8B030D-6E8A-4147-A177-3AD203B41FA5}">
                      <a16:colId xmlns:a16="http://schemas.microsoft.com/office/drawing/2014/main" val="1025018134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4155120795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3847909126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50219854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531895249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2117151011"/>
                    </a:ext>
                  </a:extLst>
                </a:gridCol>
              </a:tblGrid>
              <a:tr h="712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8920382"/>
                  </a:ext>
                </a:extLst>
              </a:tr>
              <a:tr h="712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</a:t>
                      </a:r>
                      <a:endParaRPr kumimoji="0" lang="en-GB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1905721"/>
                  </a:ext>
                </a:extLst>
              </a:tr>
            </a:tbl>
          </a:graphicData>
        </a:graphic>
      </p:graphicFrame>
      <p:sp>
        <p:nvSpPr>
          <p:cNvPr id="10" name="Oval 9">
            <a:extLst>
              <a:ext uri="{FF2B5EF4-FFF2-40B4-BE49-F238E27FC236}">
                <a16:creationId xmlns:a16="http://schemas.microsoft.com/office/drawing/2014/main" id="{990224DE-55B0-555B-64AC-EEBDB0E0891B}"/>
              </a:ext>
            </a:extLst>
          </p:cNvPr>
          <p:cNvSpPr/>
          <p:nvPr/>
        </p:nvSpPr>
        <p:spPr>
          <a:xfrm>
            <a:off x="2682933" y="4547681"/>
            <a:ext cx="136467" cy="13646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42556DE-F4FD-4D82-2C4F-A9FBBBC06292}"/>
              </a:ext>
            </a:extLst>
          </p:cNvPr>
          <p:cNvSpPr/>
          <p:nvPr/>
        </p:nvSpPr>
        <p:spPr>
          <a:xfrm>
            <a:off x="2682933" y="5300156"/>
            <a:ext cx="136467" cy="13646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FA56B0-775A-19C8-2E67-0ED5BF848FEB}"/>
              </a:ext>
            </a:extLst>
          </p:cNvPr>
          <p:cNvSpPr txBox="1"/>
          <p:nvPr/>
        </p:nvSpPr>
        <p:spPr>
          <a:xfrm>
            <a:off x="9044776" y="1947379"/>
            <a:ext cx="47000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b="1" dirty="0">
                <a:solidFill>
                  <a:srgbClr val="00B0F0"/>
                </a:solidFill>
              </a:rPr>
              <a:t>?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7B19478-1D86-EB2E-ADFE-D7466FC5852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756"/>
          <a:stretch/>
        </p:blipFill>
        <p:spPr>
          <a:xfrm>
            <a:off x="7771006" y="2683022"/>
            <a:ext cx="896744" cy="969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884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804593" y="440601"/>
            <a:ext cx="42968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600" b="1" dirty="0">
                <a:solidFill>
                  <a:srgbClr val="00B0F0"/>
                </a:solidFill>
              </a:rPr>
              <a:t>Кайсы сан кичирээк,</a:t>
            </a:r>
            <a:endParaRPr lang="en-GB" sz="3600" b="1" dirty="0">
              <a:solidFill>
                <a:srgbClr val="00B0F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C7DEA001-FDAB-DD8D-6C1E-95470771BA11}"/>
                  </a:ext>
                </a:extLst>
              </p:cNvPr>
              <p:cNvSpPr/>
              <p:nvPr/>
            </p:nvSpPr>
            <p:spPr>
              <a:xfrm>
                <a:off x="1155552" y="1587205"/>
                <a:ext cx="2932924" cy="1551344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7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7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7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acc>
                      <m:acc>
                        <m:accPr>
                          <m:chr m:val="̇"/>
                          <m:ctrlPr>
                            <a:rPr lang="en-GB" sz="7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7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acc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C7DEA001-FDAB-DD8D-6C1E-95470771BA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5552" y="1587205"/>
                <a:ext cx="2932924" cy="1551344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4B94780C-146D-57FF-3229-70C600B72093}"/>
                  </a:ext>
                </a:extLst>
              </p:cNvPr>
              <p:cNvSpPr/>
              <p:nvPr/>
            </p:nvSpPr>
            <p:spPr>
              <a:xfrm>
                <a:off x="5827305" y="1587205"/>
                <a:ext cx="2932924" cy="1551344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7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GB" sz="7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acc>
                        <m:accPr>
                          <m:chr m:val="̇"/>
                          <m:ctrlPr>
                            <a:rPr lang="en-GB" sz="72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7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acc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4B94780C-146D-57FF-3229-70C600B720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7305" y="1587205"/>
                <a:ext cx="2932924" cy="1551344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B76D1063-D550-B221-EEA6-0973352B8DED}"/>
              </a:ext>
            </a:extLst>
          </p:cNvPr>
          <p:cNvSpPr txBox="1"/>
          <p:nvPr/>
        </p:nvSpPr>
        <p:spPr>
          <a:xfrm>
            <a:off x="4578154" y="2039712"/>
            <a:ext cx="7496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600" b="1" dirty="0">
                <a:solidFill>
                  <a:srgbClr val="00B0F0"/>
                </a:solidFill>
              </a:rPr>
              <a:t>же</a:t>
            </a:r>
            <a:endParaRPr lang="en-GB" sz="3600" b="1" dirty="0">
              <a:solidFill>
                <a:srgbClr val="00B0F0"/>
              </a:solidFill>
            </a:endParaRP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D94FDF39-238A-C4C7-5CC2-3A5E265301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1543398"/>
              </p:ext>
            </p:extLst>
          </p:nvPr>
        </p:nvGraphicFramePr>
        <p:xfrm>
          <a:off x="1651000" y="4281900"/>
          <a:ext cx="6604002" cy="14240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0667">
                  <a:extLst>
                    <a:ext uri="{9D8B030D-6E8A-4147-A177-3AD203B41FA5}">
                      <a16:colId xmlns:a16="http://schemas.microsoft.com/office/drawing/2014/main" val="1025018134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4155120795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3847909126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50219854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531895249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2117151011"/>
                    </a:ext>
                  </a:extLst>
                </a:gridCol>
              </a:tblGrid>
              <a:tr h="712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</a:t>
                      </a:r>
                      <a:endParaRPr kumimoji="0" lang="en-GB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</a:t>
                      </a:r>
                      <a:endParaRPr kumimoji="0" lang="en-GB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</a:t>
                      </a:r>
                      <a:endParaRPr kumimoji="0" lang="en-GB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8920382"/>
                  </a:ext>
                </a:extLst>
              </a:tr>
              <a:tr h="712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</a:t>
                      </a:r>
                      <a:endParaRPr kumimoji="0" lang="en-GB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</a:t>
                      </a:r>
                      <a:endParaRPr kumimoji="0" lang="en-GB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1905721"/>
                  </a:ext>
                </a:extLst>
              </a:tr>
            </a:tbl>
          </a:graphicData>
        </a:graphic>
      </p:graphicFrame>
      <p:sp>
        <p:nvSpPr>
          <p:cNvPr id="10" name="Oval 9">
            <a:extLst>
              <a:ext uri="{FF2B5EF4-FFF2-40B4-BE49-F238E27FC236}">
                <a16:creationId xmlns:a16="http://schemas.microsoft.com/office/drawing/2014/main" id="{990224DE-55B0-555B-64AC-EEBDB0E0891B}"/>
              </a:ext>
            </a:extLst>
          </p:cNvPr>
          <p:cNvSpPr/>
          <p:nvPr/>
        </p:nvSpPr>
        <p:spPr>
          <a:xfrm>
            <a:off x="2682933" y="4547681"/>
            <a:ext cx="136467" cy="13646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42556DE-F4FD-4D82-2C4F-A9FBBBC06292}"/>
              </a:ext>
            </a:extLst>
          </p:cNvPr>
          <p:cNvSpPr/>
          <p:nvPr/>
        </p:nvSpPr>
        <p:spPr>
          <a:xfrm>
            <a:off x="2682933" y="5300156"/>
            <a:ext cx="136467" cy="13646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FA56B0-775A-19C8-2E67-0ED5BF848FEB}"/>
              </a:ext>
            </a:extLst>
          </p:cNvPr>
          <p:cNvSpPr txBox="1"/>
          <p:nvPr/>
        </p:nvSpPr>
        <p:spPr>
          <a:xfrm>
            <a:off x="9044776" y="1947379"/>
            <a:ext cx="47000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b="1" dirty="0">
                <a:solidFill>
                  <a:srgbClr val="00B0F0"/>
                </a:solidFill>
              </a:rPr>
              <a:t>?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7B19478-1D86-EB2E-ADFE-D7466FC5852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756"/>
          <a:stretch/>
        </p:blipFill>
        <p:spPr>
          <a:xfrm>
            <a:off x="3170431" y="2683022"/>
            <a:ext cx="896744" cy="969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13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783752" y="440601"/>
            <a:ext cx="43384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600" b="1" dirty="0">
                <a:solidFill>
                  <a:srgbClr val="00B0F0"/>
                </a:solidFill>
              </a:rPr>
              <a:t>Кайсы сан чоңураак,</a:t>
            </a:r>
            <a:endParaRPr lang="en-GB" sz="3600" b="1" dirty="0">
              <a:solidFill>
                <a:srgbClr val="00B0F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C7DEA001-FDAB-DD8D-6C1E-95470771BA11}"/>
                  </a:ext>
                </a:extLst>
              </p:cNvPr>
              <p:cNvSpPr/>
              <p:nvPr/>
            </p:nvSpPr>
            <p:spPr>
              <a:xfrm>
                <a:off x="1155552" y="1587205"/>
                <a:ext cx="2932924" cy="1551344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7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GB" sz="7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  <m:acc>
                        <m:accPr>
                          <m:chr m:val="̇"/>
                          <m:ctrlPr>
                            <a:rPr lang="en-GB" sz="72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7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acc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C7DEA001-FDAB-DD8D-6C1E-95470771BA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5552" y="1587205"/>
                <a:ext cx="2932924" cy="1551344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4B94780C-146D-57FF-3229-70C600B72093}"/>
                  </a:ext>
                </a:extLst>
              </p:cNvPr>
              <p:cNvSpPr/>
              <p:nvPr/>
            </p:nvSpPr>
            <p:spPr>
              <a:xfrm>
                <a:off x="5827305" y="1587205"/>
                <a:ext cx="2932924" cy="1551344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7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7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7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acc>
                      <m:acc>
                        <m:accPr>
                          <m:chr m:val="̇"/>
                          <m:ctrlPr>
                            <a:rPr lang="en-GB" sz="7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7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acc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4B94780C-146D-57FF-3229-70C600B720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7305" y="1587205"/>
                <a:ext cx="2932924" cy="1551344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B76D1063-D550-B221-EEA6-0973352B8DED}"/>
              </a:ext>
            </a:extLst>
          </p:cNvPr>
          <p:cNvSpPr txBox="1"/>
          <p:nvPr/>
        </p:nvSpPr>
        <p:spPr>
          <a:xfrm>
            <a:off x="4578154" y="2039712"/>
            <a:ext cx="7496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600" b="1" dirty="0">
                <a:solidFill>
                  <a:srgbClr val="00B0F0"/>
                </a:solidFill>
              </a:rPr>
              <a:t>же</a:t>
            </a:r>
            <a:endParaRPr lang="en-GB" sz="3600" b="1" dirty="0">
              <a:solidFill>
                <a:srgbClr val="00B0F0"/>
              </a:solidFill>
            </a:endParaRP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D94FDF39-238A-C4C7-5CC2-3A5E265301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2739793"/>
              </p:ext>
            </p:extLst>
          </p:nvPr>
        </p:nvGraphicFramePr>
        <p:xfrm>
          <a:off x="1651000" y="4281900"/>
          <a:ext cx="6604002" cy="14240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0667">
                  <a:extLst>
                    <a:ext uri="{9D8B030D-6E8A-4147-A177-3AD203B41FA5}">
                      <a16:colId xmlns:a16="http://schemas.microsoft.com/office/drawing/2014/main" val="1025018134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4155120795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3847909126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50219854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531895249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2117151011"/>
                    </a:ext>
                  </a:extLst>
                </a:gridCol>
              </a:tblGrid>
              <a:tr h="712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8920382"/>
                  </a:ext>
                </a:extLst>
              </a:tr>
              <a:tr h="712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</a:t>
                      </a:r>
                      <a:endParaRPr kumimoji="0" lang="en-GB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1905721"/>
                  </a:ext>
                </a:extLst>
              </a:tr>
            </a:tbl>
          </a:graphicData>
        </a:graphic>
      </p:graphicFrame>
      <p:sp>
        <p:nvSpPr>
          <p:cNvPr id="10" name="Oval 9">
            <a:extLst>
              <a:ext uri="{FF2B5EF4-FFF2-40B4-BE49-F238E27FC236}">
                <a16:creationId xmlns:a16="http://schemas.microsoft.com/office/drawing/2014/main" id="{990224DE-55B0-555B-64AC-EEBDB0E0891B}"/>
              </a:ext>
            </a:extLst>
          </p:cNvPr>
          <p:cNvSpPr/>
          <p:nvPr/>
        </p:nvSpPr>
        <p:spPr>
          <a:xfrm>
            <a:off x="2682933" y="4547681"/>
            <a:ext cx="136467" cy="13646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42556DE-F4FD-4D82-2C4F-A9FBBBC06292}"/>
              </a:ext>
            </a:extLst>
          </p:cNvPr>
          <p:cNvSpPr/>
          <p:nvPr/>
        </p:nvSpPr>
        <p:spPr>
          <a:xfrm>
            <a:off x="2682933" y="5300156"/>
            <a:ext cx="136467" cy="13646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FA56B0-775A-19C8-2E67-0ED5BF848FEB}"/>
              </a:ext>
            </a:extLst>
          </p:cNvPr>
          <p:cNvSpPr txBox="1"/>
          <p:nvPr/>
        </p:nvSpPr>
        <p:spPr>
          <a:xfrm>
            <a:off x="9044776" y="1947379"/>
            <a:ext cx="47000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b="1" dirty="0">
                <a:solidFill>
                  <a:srgbClr val="00B0F0"/>
                </a:solidFill>
              </a:rPr>
              <a:t>?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7B19478-1D86-EB2E-ADFE-D7466FC5852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756"/>
          <a:stretch/>
        </p:blipFill>
        <p:spPr>
          <a:xfrm>
            <a:off x="7885306" y="2683022"/>
            <a:ext cx="896744" cy="969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628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783752" y="440601"/>
            <a:ext cx="43384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600" b="1" dirty="0">
                <a:solidFill>
                  <a:srgbClr val="00B0F0"/>
                </a:solidFill>
              </a:rPr>
              <a:t>Кайсы сан чоңураак,</a:t>
            </a:r>
            <a:endParaRPr lang="en-GB" sz="3600" b="1" dirty="0">
              <a:solidFill>
                <a:srgbClr val="00B0F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C7DEA001-FDAB-DD8D-6C1E-95470771BA11}"/>
                  </a:ext>
                </a:extLst>
              </p:cNvPr>
              <p:cNvSpPr/>
              <p:nvPr/>
            </p:nvSpPr>
            <p:spPr>
              <a:xfrm>
                <a:off x="1155552" y="1587205"/>
                <a:ext cx="2932924" cy="1551344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7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GB" sz="7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60</m:t>
                      </m:r>
                      <m:acc>
                        <m:accPr>
                          <m:chr m:val="̇"/>
                          <m:ctrlPr>
                            <a:rPr lang="en-GB" sz="7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7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acc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C7DEA001-FDAB-DD8D-6C1E-95470771BA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5552" y="1587205"/>
                <a:ext cx="2932924" cy="1551344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4B94780C-146D-57FF-3229-70C600B72093}"/>
                  </a:ext>
                </a:extLst>
              </p:cNvPr>
              <p:cNvSpPr/>
              <p:nvPr/>
            </p:nvSpPr>
            <p:spPr>
              <a:xfrm>
                <a:off x="5827305" y="1587205"/>
                <a:ext cx="2932924" cy="1551344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7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7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7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acc>
                      <m:r>
                        <a:rPr lang="en-GB" sz="72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acc>
                        <m:accPr>
                          <m:chr m:val="̇"/>
                          <m:ctrlPr>
                            <a:rPr lang="en-GB" sz="7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7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acc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4B94780C-146D-57FF-3229-70C600B720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7305" y="1587205"/>
                <a:ext cx="2932924" cy="1551344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B76D1063-D550-B221-EEA6-0973352B8DED}"/>
              </a:ext>
            </a:extLst>
          </p:cNvPr>
          <p:cNvSpPr txBox="1"/>
          <p:nvPr/>
        </p:nvSpPr>
        <p:spPr>
          <a:xfrm>
            <a:off x="4578154" y="2039712"/>
            <a:ext cx="7496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600" b="1" dirty="0">
                <a:solidFill>
                  <a:srgbClr val="00B0F0"/>
                </a:solidFill>
              </a:rPr>
              <a:t>же</a:t>
            </a:r>
            <a:endParaRPr lang="en-GB" sz="3600" b="1" dirty="0">
              <a:solidFill>
                <a:srgbClr val="00B0F0"/>
              </a:solidFill>
            </a:endParaRP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D94FDF39-238A-C4C7-5CC2-3A5E265301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826664"/>
              </p:ext>
            </p:extLst>
          </p:nvPr>
        </p:nvGraphicFramePr>
        <p:xfrm>
          <a:off x="1651000" y="4281900"/>
          <a:ext cx="6604002" cy="14240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0667">
                  <a:extLst>
                    <a:ext uri="{9D8B030D-6E8A-4147-A177-3AD203B41FA5}">
                      <a16:colId xmlns:a16="http://schemas.microsoft.com/office/drawing/2014/main" val="1025018134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4155120795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3847909126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50219854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531895249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2117151011"/>
                    </a:ext>
                  </a:extLst>
                </a:gridCol>
              </a:tblGrid>
              <a:tr h="712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</a:t>
                      </a:r>
                      <a:endParaRPr kumimoji="0" lang="en-GB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8920382"/>
                  </a:ext>
                </a:extLst>
              </a:tr>
              <a:tr h="712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</a:t>
                      </a:r>
                      <a:endParaRPr kumimoji="0" lang="en-GB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</a:t>
                      </a:r>
                      <a:endParaRPr kumimoji="0" lang="en-GB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1905721"/>
                  </a:ext>
                </a:extLst>
              </a:tr>
            </a:tbl>
          </a:graphicData>
        </a:graphic>
      </p:graphicFrame>
      <p:sp>
        <p:nvSpPr>
          <p:cNvPr id="10" name="Oval 9">
            <a:extLst>
              <a:ext uri="{FF2B5EF4-FFF2-40B4-BE49-F238E27FC236}">
                <a16:creationId xmlns:a16="http://schemas.microsoft.com/office/drawing/2014/main" id="{990224DE-55B0-555B-64AC-EEBDB0E0891B}"/>
              </a:ext>
            </a:extLst>
          </p:cNvPr>
          <p:cNvSpPr/>
          <p:nvPr/>
        </p:nvSpPr>
        <p:spPr>
          <a:xfrm>
            <a:off x="2682933" y="4547681"/>
            <a:ext cx="136467" cy="13646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42556DE-F4FD-4D82-2C4F-A9FBBBC06292}"/>
              </a:ext>
            </a:extLst>
          </p:cNvPr>
          <p:cNvSpPr/>
          <p:nvPr/>
        </p:nvSpPr>
        <p:spPr>
          <a:xfrm>
            <a:off x="2682933" y="5300156"/>
            <a:ext cx="136467" cy="13646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FA56B0-775A-19C8-2E67-0ED5BF848FEB}"/>
              </a:ext>
            </a:extLst>
          </p:cNvPr>
          <p:cNvSpPr txBox="1"/>
          <p:nvPr/>
        </p:nvSpPr>
        <p:spPr>
          <a:xfrm>
            <a:off x="9044776" y="1947379"/>
            <a:ext cx="47000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b="1" dirty="0">
                <a:solidFill>
                  <a:srgbClr val="00B0F0"/>
                </a:solidFill>
              </a:rPr>
              <a:t>?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7B19478-1D86-EB2E-ADFE-D7466FC5852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756"/>
          <a:stretch/>
        </p:blipFill>
        <p:spPr>
          <a:xfrm>
            <a:off x="7732906" y="2683022"/>
            <a:ext cx="896744" cy="969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63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804593" y="440601"/>
            <a:ext cx="42968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600" b="1" dirty="0">
                <a:solidFill>
                  <a:srgbClr val="00B0F0"/>
                </a:solidFill>
              </a:rPr>
              <a:t>Кайсы сан кичирээк,</a:t>
            </a:r>
            <a:endParaRPr lang="en-GB" sz="3600" b="1" dirty="0">
              <a:solidFill>
                <a:srgbClr val="00B0F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C7DEA001-FDAB-DD8D-6C1E-95470771BA11}"/>
                  </a:ext>
                </a:extLst>
              </p:cNvPr>
              <p:cNvSpPr/>
              <p:nvPr/>
            </p:nvSpPr>
            <p:spPr>
              <a:xfrm>
                <a:off x="1155552" y="1587205"/>
                <a:ext cx="2932924" cy="1551344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7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GB" sz="7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767</m:t>
                      </m:r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C7DEA001-FDAB-DD8D-6C1E-95470771BA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5552" y="1587205"/>
                <a:ext cx="2932924" cy="1551344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4B94780C-146D-57FF-3229-70C600B72093}"/>
                  </a:ext>
                </a:extLst>
              </p:cNvPr>
              <p:cNvSpPr/>
              <p:nvPr/>
            </p:nvSpPr>
            <p:spPr>
              <a:xfrm>
                <a:off x="5827305" y="1587205"/>
                <a:ext cx="2932924" cy="1551344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7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7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7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</m:acc>
                      <m:acc>
                        <m:accPr>
                          <m:chr m:val="̇"/>
                          <m:ctrlPr>
                            <a:rPr lang="en-GB" sz="7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7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acc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4B94780C-146D-57FF-3229-70C600B720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7305" y="1587205"/>
                <a:ext cx="2932924" cy="1551344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B76D1063-D550-B221-EEA6-0973352B8DED}"/>
              </a:ext>
            </a:extLst>
          </p:cNvPr>
          <p:cNvSpPr txBox="1"/>
          <p:nvPr/>
        </p:nvSpPr>
        <p:spPr>
          <a:xfrm>
            <a:off x="4578154" y="2039712"/>
            <a:ext cx="7496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600" b="1" dirty="0">
                <a:solidFill>
                  <a:srgbClr val="00B0F0"/>
                </a:solidFill>
              </a:rPr>
              <a:t>же</a:t>
            </a:r>
            <a:endParaRPr lang="en-GB" sz="3600" b="1" dirty="0">
              <a:solidFill>
                <a:srgbClr val="00B0F0"/>
              </a:solidFill>
            </a:endParaRP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D94FDF39-238A-C4C7-5CC2-3A5E265301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8218670"/>
              </p:ext>
            </p:extLst>
          </p:nvPr>
        </p:nvGraphicFramePr>
        <p:xfrm>
          <a:off x="1651000" y="4281900"/>
          <a:ext cx="6604002" cy="14240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0667">
                  <a:extLst>
                    <a:ext uri="{9D8B030D-6E8A-4147-A177-3AD203B41FA5}">
                      <a16:colId xmlns:a16="http://schemas.microsoft.com/office/drawing/2014/main" val="1025018134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4155120795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3847909126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50219854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531895249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2117151011"/>
                    </a:ext>
                  </a:extLst>
                </a:gridCol>
              </a:tblGrid>
              <a:tr h="712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8920382"/>
                  </a:ext>
                </a:extLst>
              </a:tr>
              <a:tr h="712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</a:t>
                      </a:r>
                      <a:endParaRPr kumimoji="0" lang="en-GB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1905721"/>
                  </a:ext>
                </a:extLst>
              </a:tr>
            </a:tbl>
          </a:graphicData>
        </a:graphic>
      </p:graphicFrame>
      <p:sp>
        <p:nvSpPr>
          <p:cNvPr id="10" name="Oval 9">
            <a:extLst>
              <a:ext uri="{FF2B5EF4-FFF2-40B4-BE49-F238E27FC236}">
                <a16:creationId xmlns:a16="http://schemas.microsoft.com/office/drawing/2014/main" id="{990224DE-55B0-555B-64AC-EEBDB0E0891B}"/>
              </a:ext>
            </a:extLst>
          </p:cNvPr>
          <p:cNvSpPr/>
          <p:nvPr/>
        </p:nvSpPr>
        <p:spPr>
          <a:xfrm>
            <a:off x="2682933" y="4547681"/>
            <a:ext cx="136467" cy="13646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42556DE-F4FD-4D82-2C4F-A9FBBBC06292}"/>
              </a:ext>
            </a:extLst>
          </p:cNvPr>
          <p:cNvSpPr/>
          <p:nvPr/>
        </p:nvSpPr>
        <p:spPr>
          <a:xfrm>
            <a:off x="2682933" y="5300156"/>
            <a:ext cx="136467" cy="13646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FA56B0-775A-19C8-2E67-0ED5BF848FEB}"/>
              </a:ext>
            </a:extLst>
          </p:cNvPr>
          <p:cNvSpPr txBox="1"/>
          <p:nvPr/>
        </p:nvSpPr>
        <p:spPr>
          <a:xfrm>
            <a:off x="9044776" y="1947379"/>
            <a:ext cx="47000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b="1" dirty="0">
                <a:solidFill>
                  <a:srgbClr val="00B0F0"/>
                </a:solidFill>
              </a:rPr>
              <a:t>?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7B19478-1D86-EB2E-ADFE-D7466FC5852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756"/>
          <a:stretch/>
        </p:blipFill>
        <p:spPr>
          <a:xfrm>
            <a:off x="3208531" y="2683022"/>
            <a:ext cx="896744" cy="969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017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783752" y="440601"/>
            <a:ext cx="43384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600" b="1" dirty="0">
                <a:solidFill>
                  <a:srgbClr val="00B0F0"/>
                </a:solidFill>
              </a:rPr>
              <a:t>Кайсы сан чоңураак,</a:t>
            </a:r>
            <a:endParaRPr lang="en-GB" sz="3600" b="1" dirty="0">
              <a:solidFill>
                <a:srgbClr val="00B0F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C7DEA001-FDAB-DD8D-6C1E-95470771BA11}"/>
                  </a:ext>
                </a:extLst>
              </p:cNvPr>
              <p:cNvSpPr/>
              <p:nvPr/>
            </p:nvSpPr>
            <p:spPr>
              <a:xfrm>
                <a:off x="1155552" y="1587205"/>
                <a:ext cx="2932924" cy="1551344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7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GB" sz="7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70</m:t>
                      </m:r>
                      <m:acc>
                        <m:accPr>
                          <m:chr m:val="̇"/>
                          <m:ctrlPr>
                            <a:rPr lang="en-GB" sz="7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7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acc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C7DEA001-FDAB-DD8D-6C1E-95470771BA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5552" y="1587205"/>
                <a:ext cx="2932924" cy="1551344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4B94780C-146D-57FF-3229-70C600B72093}"/>
                  </a:ext>
                </a:extLst>
              </p:cNvPr>
              <p:cNvSpPr/>
              <p:nvPr/>
            </p:nvSpPr>
            <p:spPr>
              <a:xfrm>
                <a:off x="5827305" y="1587205"/>
                <a:ext cx="2932924" cy="1551344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7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7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7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</m:acc>
                      <m:r>
                        <a:rPr lang="en-GB" sz="72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acc>
                        <m:accPr>
                          <m:chr m:val="̇"/>
                          <m:ctrlPr>
                            <a:rPr lang="en-GB" sz="7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7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acc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4B94780C-146D-57FF-3229-70C600B720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7305" y="1587205"/>
                <a:ext cx="2932924" cy="1551344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B76D1063-D550-B221-EEA6-0973352B8DED}"/>
              </a:ext>
            </a:extLst>
          </p:cNvPr>
          <p:cNvSpPr txBox="1"/>
          <p:nvPr/>
        </p:nvSpPr>
        <p:spPr>
          <a:xfrm>
            <a:off x="4578154" y="2039712"/>
            <a:ext cx="7496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600" b="1" dirty="0">
                <a:solidFill>
                  <a:srgbClr val="00B0F0"/>
                </a:solidFill>
              </a:rPr>
              <a:t>же</a:t>
            </a:r>
            <a:endParaRPr lang="en-GB" sz="3600" b="1" dirty="0">
              <a:solidFill>
                <a:srgbClr val="00B0F0"/>
              </a:solidFill>
            </a:endParaRP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D94FDF39-238A-C4C7-5CC2-3A5E265301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2342136"/>
              </p:ext>
            </p:extLst>
          </p:nvPr>
        </p:nvGraphicFramePr>
        <p:xfrm>
          <a:off x="1651000" y="4281900"/>
          <a:ext cx="6604002" cy="14240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0667">
                  <a:extLst>
                    <a:ext uri="{9D8B030D-6E8A-4147-A177-3AD203B41FA5}">
                      <a16:colId xmlns:a16="http://schemas.microsoft.com/office/drawing/2014/main" val="1025018134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4155120795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3847909126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50219854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531895249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2117151011"/>
                    </a:ext>
                  </a:extLst>
                </a:gridCol>
              </a:tblGrid>
              <a:tr h="712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</a:t>
                      </a:r>
                      <a:endParaRPr kumimoji="0" lang="en-GB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8920382"/>
                  </a:ext>
                </a:extLst>
              </a:tr>
              <a:tr h="712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</a:t>
                      </a:r>
                      <a:endParaRPr kumimoji="0" lang="en-GB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</a:t>
                      </a:r>
                      <a:endParaRPr kumimoji="0" lang="en-GB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1905721"/>
                  </a:ext>
                </a:extLst>
              </a:tr>
            </a:tbl>
          </a:graphicData>
        </a:graphic>
      </p:graphicFrame>
      <p:sp>
        <p:nvSpPr>
          <p:cNvPr id="10" name="Oval 9">
            <a:extLst>
              <a:ext uri="{FF2B5EF4-FFF2-40B4-BE49-F238E27FC236}">
                <a16:creationId xmlns:a16="http://schemas.microsoft.com/office/drawing/2014/main" id="{990224DE-55B0-555B-64AC-EEBDB0E0891B}"/>
              </a:ext>
            </a:extLst>
          </p:cNvPr>
          <p:cNvSpPr/>
          <p:nvPr/>
        </p:nvSpPr>
        <p:spPr>
          <a:xfrm>
            <a:off x="2682933" y="4547681"/>
            <a:ext cx="136467" cy="13646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42556DE-F4FD-4D82-2C4F-A9FBBBC06292}"/>
              </a:ext>
            </a:extLst>
          </p:cNvPr>
          <p:cNvSpPr/>
          <p:nvPr/>
        </p:nvSpPr>
        <p:spPr>
          <a:xfrm>
            <a:off x="2682933" y="5300156"/>
            <a:ext cx="136467" cy="13646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FA56B0-775A-19C8-2E67-0ED5BF848FEB}"/>
              </a:ext>
            </a:extLst>
          </p:cNvPr>
          <p:cNvSpPr txBox="1"/>
          <p:nvPr/>
        </p:nvSpPr>
        <p:spPr>
          <a:xfrm>
            <a:off x="9044776" y="1947379"/>
            <a:ext cx="47000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b="1" dirty="0">
                <a:solidFill>
                  <a:srgbClr val="00B0F0"/>
                </a:solidFill>
              </a:rPr>
              <a:t>?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7B19478-1D86-EB2E-ADFE-D7466FC5852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756"/>
          <a:stretch/>
        </p:blipFill>
        <p:spPr>
          <a:xfrm>
            <a:off x="3170431" y="2683022"/>
            <a:ext cx="896744" cy="969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827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804593" y="440601"/>
            <a:ext cx="42968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600" b="1" dirty="0">
                <a:solidFill>
                  <a:srgbClr val="00B0F0"/>
                </a:solidFill>
              </a:rPr>
              <a:t>Кайсы сан кичирээк,</a:t>
            </a:r>
            <a:endParaRPr lang="en-GB" sz="3600" b="1" dirty="0">
              <a:solidFill>
                <a:srgbClr val="00B0F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C7DEA001-FDAB-DD8D-6C1E-95470771BA11}"/>
                  </a:ext>
                </a:extLst>
              </p:cNvPr>
              <p:cNvSpPr/>
              <p:nvPr/>
            </p:nvSpPr>
            <p:spPr>
              <a:xfrm>
                <a:off x="1155552" y="1587205"/>
                <a:ext cx="2932924" cy="1551344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7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GB" sz="7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  <m:acc>
                        <m:accPr>
                          <m:chr m:val="̇"/>
                          <m:ctrlPr>
                            <a:rPr lang="en-GB" sz="7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7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acc>
                      <m:acc>
                        <m:accPr>
                          <m:chr m:val="̇"/>
                          <m:ctrlPr>
                            <a:rPr lang="en-GB" sz="72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7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acc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C7DEA001-FDAB-DD8D-6C1E-95470771BA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5552" y="1587205"/>
                <a:ext cx="2932924" cy="1551344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4B94780C-146D-57FF-3229-70C600B72093}"/>
                  </a:ext>
                </a:extLst>
              </p:cNvPr>
              <p:cNvSpPr/>
              <p:nvPr/>
            </p:nvSpPr>
            <p:spPr>
              <a:xfrm>
                <a:off x="5827305" y="1587205"/>
                <a:ext cx="2932924" cy="1551344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7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GB" sz="7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  <m:acc>
                        <m:accPr>
                          <m:chr m:val="̇"/>
                          <m:ctrlPr>
                            <a:rPr lang="en-GB" sz="7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7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acc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4B94780C-146D-57FF-3229-70C600B720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7305" y="1587205"/>
                <a:ext cx="2932924" cy="1551344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B76D1063-D550-B221-EEA6-0973352B8DED}"/>
              </a:ext>
            </a:extLst>
          </p:cNvPr>
          <p:cNvSpPr txBox="1"/>
          <p:nvPr/>
        </p:nvSpPr>
        <p:spPr>
          <a:xfrm>
            <a:off x="4578154" y="2039712"/>
            <a:ext cx="7496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600" b="1" dirty="0">
                <a:solidFill>
                  <a:srgbClr val="00B0F0"/>
                </a:solidFill>
              </a:rPr>
              <a:t>же</a:t>
            </a:r>
            <a:endParaRPr lang="en-GB" sz="3600" b="1" dirty="0">
              <a:solidFill>
                <a:srgbClr val="00B0F0"/>
              </a:solidFill>
            </a:endParaRP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D94FDF39-238A-C4C7-5CC2-3A5E265301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5371332"/>
              </p:ext>
            </p:extLst>
          </p:nvPr>
        </p:nvGraphicFramePr>
        <p:xfrm>
          <a:off x="1651000" y="4281900"/>
          <a:ext cx="6604002" cy="14240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0667">
                  <a:extLst>
                    <a:ext uri="{9D8B030D-6E8A-4147-A177-3AD203B41FA5}">
                      <a16:colId xmlns:a16="http://schemas.microsoft.com/office/drawing/2014/main" val="1025018134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4155120795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3847909126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50219854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531895249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2117151011"/>
                    </a:ext>
                  </a:extLst>
                </a:gridCol>
              </a:tblGrid>
              <a:tr h="712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8920382"/>
                  </a:ext>
                </a:extLst>
              </a:tr>
              <a:tr h="712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</a:t>
                      </a:r>
                      <a:endParaRPr kumimoji="0" lang="en-GB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1905721"/>
                  </a:ext>
                </a:extLst>
              </a:tr>
            </a:tbl>
          </a:graphicData>
        </a:graphic>
      </p:graphicFrame>
      <p:sp>
        <p:nvSpPr>
          <p:cNvPr id="10" name="Oval 9">
            <a:extLst>
              <a:ext uri="{FF2B5EF4-FFF2-40B4-BE49-F238E27FC236}">
                <a16:creationId xmlns:a16="http://schemas.microsoft.com/office/drawing/2014/main" id="{990224DE-55B0-555B-64AC-EEBDB0E0891B}"/>
              </a:ext>
            </a:extLst>
          </p:cNvPr>
          <p:cNvSpPr/>
          <p:nvPr/>
        </p:nvSpPr>
        <p:spPr>
          <a:xfrm>
            <a:off x="2682933" y="4547681"/>
            <a:ext cx="136467" cy="13646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42556DE-F4FD-4D82-2C4F-A9FBBBC06292}"/>
              </a:ext>
            </a:extLst>
          </p:cNvPr>
          <p:cNvSpPr/>
          <p:nvPr/>
        </p:nvSpPr>
        <p:spPr>
          <a:xfrm>
            <a:off x="2682933" y="5300156"/>
            <a:ext cx="136467" cy="13646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FA56B0-775A-19C8-2E67-0ED5BF848FEB}"/>
              </a:ext>
            </a:extLst>
          </p:cNvPr>
          <p:cNvSpPr txBox="1"/>
          <p:nvPr/>
        </p:nvSpPr>
        <p:spPr>
          <a:xfrm>
            <a:off x="9044776" y="1947379"/>
            <a:ext cx="47000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b="1" dirty="0">
                <a:solidFill>
                  <a:srgbClr val="00B0F0"/>
                </a:solidFill>
              </a:rPr>
              <a:t>?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7B19478-1D86-EB2E-ADFE-D7466FC5852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756"/>
          <a:stretch/>
        </p:blipFill>
        <p:spPr>
          <a:xfrm>
            <a:off x="7780531" y="2683022"/>
            <a:ext cx="896744" cy="969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296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783752" y="440601"/>
            <a:ext cx="43384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600" b="1" dirty="0">
                <a:solidFill>
                  <a:srgbClr val="00B0F0"/>
                </a:solidFill>
              </a:rPr>
              <a:t>Кайсы сан чоңураак,</a:t>
            </a:r>
            <a:endParaRPr lang="en-GB" sz="3600" b="1" dirty="0">
              <a:solidFill>
                <a:srgbClr val="00B0F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C7DEA001-FDAB-DD8D-6C1E-95470771BA11}"/>
                  </a:ext>
                </a:extLst>
              </p:cNvPr>
              <p:cNvSpPr/>
              <p:nvPr/>
            </p:nvSpPr>
            <p:spPr>
              <a:xfrm>
                <a:off x="1155552" y="1587205"/>
                <a:ext cx="2932924" cy="1551344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7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7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7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</m:acc>
                      <m:acc>
                        <m:accPr>
                          <m:chr m:val="̇"/>
                          <m:ctrlPr>
                            <a:rPr lang="en-GB" sz="7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7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acc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C7DEA001-FDAB-DD8D-6C1E-95470771BA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5552" y="1587205"/>
                <a:ext cx="2932924" cy="1551344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4B94780C-146D-57FF-3229-70C600B72093}"/>
                  </a:ext>
                </a:extLst>
              </p:cNvPr>
              <p:cNvSpPr/>
              <p:nvPr/>
            </p:nvSpPr>
            <p:spPr>
              <a:xfrm>
                <a:off x="5827305" y="1587205"/>
                <a:ext cx="2932924" cy="1551344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7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7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7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</m:acc>
                      <m:r>
                        <a:rPr lang="en-GB" sz="7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8</m:t>
                      </m:r>
                      <m:acc>
                        <m:accPr>
                          <m:chr m:val="̇"/>
                          <m:ctrlPr>
                            <a:rPr lang="en-GB" sz="72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7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</m:acc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4B94780C-146D-57FF-3229-70C600B720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7305" y="1587205"/>
                <a:ext cx="2932924" cy="1551344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B76D1063-D550-B221-EEA6-0973352B8DED}"/>
              </a:ext>
            </a:extLst>
          </p:cNvPr>
          <p:cNvSpPr txBox="1"/>
          <p:nvPr/>
        </p:nvSpPr>
        <p:spPr>
          <a:xfrm>
            <a:off x="4578154" y="2039712"/>
            <a:ext cx="7496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600" b="1" dirty="0">
                <a:solidFill>
                  <a:srgbClr val="00B0F0"/>
                </a:solidFill>
              </a:rPr>
              <a:t>же</a:t>
            </a:r>
            <a:endParaRPr lang="en-GB" sz="3600" b="1" dirty="0">
              <a:solidFill>
                <a:srgbClr val="00B0F0"/>
              </a:solidFill>
            </a:endParaRP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D94FDF39-238A-C4C7-5CC2-3A5E265301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8368933"/>
              </p:ext>
            </p:extLst>
          </p:nvPr>
        </p:nvGraphicFramePr>
        <p:xfrm>
          <a:off x="1651000" y="4281900"/>
          <a:ext cx="6604002" cy="14240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0667">
                  <a:extLst>
                    <a:ext uri="{9D8B030D-6E8A-4147-A177-3AD203B41FA5}">
                      <a16:colId xmlns:a16="http://schemas.microsoft.com/office/drawing/2014/main" val="1025018134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4155120795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3847909126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50219854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531895249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2117151011"/>
                    </a:ext>
                  </a:extLst>
                </a:gridCol>
              </a:tblGrid>
              <a:tr h="712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8920382"/>
                  </a:ext>
                </a:extLst>
              </a:tr>
              <a:tr h="712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</a:t>
                      </a:r>
                      <a:endParaRPr kumimoji="0" lang="en-GB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1905721"/>
                  </a:ext>
                </a:extLst>
              </a:tr>
            </a:tbl>
          </a:graphicData>
        </a:graphic>
      </p:graphicFrame>
      <p:sp>
        <p:nvSpPr>
          <p:cNvPr id="10" name="Oval 9">
            <a:extLst>
              <a:ext uri="{FF2B5EF4-FFF2-40B4-BE49-F238E27FC236}">
                <a16:creationId xmlns:a16="http://schemas.microsoft.com/office/drawing/2014/main" id="{990224DE-55B0-555B-64AC-EEBDB0E0891B}"/>
              </a:ext>
            </a:extLst>
          </p:cNvPr>
          <p:cNvSpPr/>
          <p:nvPr/>
        </p:nvSpPr>
        <p:spPr>
          <a:xfrm>
            <a:off x="2682933" y="4547681"/>
            <a:ext cx="136467" cy="13646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42556DE-F4FD-4D82-2C4F-A9FBBBC06292}"/>
              </a:ext>
            </a:extLst>
          </p:cNvPr>
          <p:cNvSpPr/>
          <p:nvPr/>
        </p:nvSpPr>
        <p:spPr>
          <a:xfrm>
            <a:off x="2682933" y="5300156"/>
            <a:ext cx="136467" cy="13646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FA56B0-775A-19C8-2E67-0ED5BF848FEB}"/>
              </a:ext>
            </a:extLst>
          </p:cNvPr>
          <p:cNvSpPr txBox="1"/>
          <p:nvPr/>
        </p:nvSpPr>
        <p:spPr>
          <a:xfrm>
            <a:off x="9044776" y="1947379"/>
            <a:ext cx="47000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b="1" dirty="0">
                <a:solidFill>
                  <a:srgbClr val="00B0F0"/>
                </a:solidFill>
              </a:rPr>
              <a:t>?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7B19478-1D86-EB2E-ADFE-D7466FC5852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756"/>
          <a:stretch/>
        </p:blipFill>
        <p:spPr>
          <a:xfrm>
            <a:off x="3170431" y="2683022"/>
            <a:ext cx="896744" cy="969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578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804596" y="440601"/>
            <a:ext cx="42968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600" b="1" dirty="0">
                <a:solidFill>
                  <a:srgbClr val="00B0F0"/>
                </a:solidFill>
              </a:rPr>
              <a:t>Кайсы сан кичирээк,</a:t>
            </a:r>
            <a:endParaRPr lang="en-GB" sz="3600" b="1" dirty="0">
              <a:solidFill>
                <a:srgbClr val="00B0F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C7DEA001-FDAB-DD8D-6C1E-95470771BA11}"/>
                  </a:ext>
                </a:extLst>
              </p:cNvPr>
              <p:cNvSpPr/>
              <p:nvPr/>
            </p:nvSpPr>
            <p:spPr>
              <a:xfrm>
                <a:off x="1155552" y="1587205"/>
                <a:ext cx="2932924" cy="1551344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7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GB" sz="7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acc>
                        <m:accPr>
                          <m:chr m:val="̇"/>
                          <m:ctrlPr>
                            <a:rPr lang="en-GB" sz="72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7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acc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C7DEA001-FDAB-DD8D-6C1E-95470771BA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5552" y="1587205"/>
                <a:ext cx="2932924" cy="1551344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4B94780C-146D-57FF-3229-70C600B72093}"/>
                  </a:ext>
                </a:extLst>
              </p:cNvPr>
              <p:cNvSpPr/>
              <p:nvPr/>
            </p:nvSpPr>
            <p:spPr>
              <a:xfrm>
                <a:off x="5827305" y="1587205"/>
                <a:ext cx="2932924" cy="1551344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7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7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7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acc>
                      <m:acc>
                        <m:accPr>
                          <m:chr m:val="̇"/>
                          <m:ctrlPr>
                            <a:rPr lang="en-GB" sz="72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7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acc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4B94780C-146D-57FF-3229-70C600B720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7305" y="1587205"/>
                <a:ext cx="2932924" cy="1551344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B76D1063-D550-B221-EEA6-0973352B8DED}"/>
              </a:ext>
            </a:extLst>
          </p:cNvPr>
          <p:cNvSpPr txBox="1"/>
          <p:nvPr/>
        </p:nvSpPr>
        <p:spPr>
          <a:xfrm>
            <a:off x="4578154" y="2039712"/>
            <a:ext cx="7496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600" b="1" dirty="0">
                <a:solidFill>
                  <a:srgbClr val="00B0F0"/>
                </a:solidFill>
              </a:rPr>
              <a:t>же</a:t>
            </a:r>
            <a:endParaRPr lang="en-GB" sz="3600" b="1" dirty="0">
              <a:solidFill>
                <a:srgbClr val="00B0F0"/>
              </a:solidFill>
            </a:endParaRP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D94FDF39-238A-C4C7-5CC2-3A5E265301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0074124"/>
              </p:ext>
            </p:extLst>
          </p:nvPr>
        </p:nvGraphicFramePr>
        <p:xfrm>
          <a:off x="1651000" y="4281900"/>
          <a:ext cx="6604002" cy="14240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0667">
                  <a:extLst>
                    <a:ext uri="{9D8B030D-6E8A-4147-A177-3AD203B41FA5}">
                      <a16:colId xmlns:a16="http://schemas.microsoft.com/office/drawing/2014/main" val="1025018134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4155120795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3847909126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50219854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531895249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2117151011"/>
                    </a:ext>
                  </a:extLst>
                </a:gridCol>
              </a:tblGrid>
              <a:tr h="712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8920382"/>
                  </a:ext>
                </a:extLst>
              </a:tr>
              <a:tr h="712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</a:t>
                      </a:r>
                      <a:endParaRPr kumimoji="0" lang="en-GB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1905721"/>
                  </a:ext>
                </a:extLst>
              </a:tr>
            </a:tbl>
          </a:graphicData>
        </a:graphic>
      </p:graphicFrame>
      <p:sp>
        <p:nvSpPr>
          <p:cNvPr id="10" name="Oval 9">
            <a:extLst>
              <a:ext uri="{FF2B5EF4-FFF2-40B4-BE49-F238E27FC236}">
                <a16:creationId xmlns:a16="http://schemas.microsoft.com/office/drawing/2014/main" id="{990224DE-55B0-555B-64AC-EEBDB0E0891B}"/>
              </a:ext>
            </a:extLst>
          </p:cNvPr>
          <p:cNvSpPr/>
          <p:nvPr/>
        </p:nvSpPr>
        <p:spPr>
          <a:xfrm>
            <a:off x="2682933" y="4547681"/>
            <a:ext cx="136467" cy="13646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42556DE-F4FD-4D82-2C4F-A9FBBBC06292}"/>
              </a:ext>
            </a:extLst>
          </p:cNvPr>
          <p:cNvSpPr/>
          <p:nvPr/>
        </p:nvSpPr>
        <p:spPr>
          <a:xfrm>
            <a:off x="2682933" y="5300156"/>
            <a:ext cx="136467" cy="13646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FA56B0-775A-19C8-2E67-0ED5BF848FEB}"/>
              </a:ext>
            </a:extLst>
          </p:cNvPr>
          <p:cNvSpPr txBox="1"/>
          <p:nvPr/>
        </p:nvSpPr>
        <p:spPr>
          <a:xfrm>
            <a:off x="9044776" y="1947379"/>
            <a:ext cx="47000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b="1" dirty="0">
                <a:solidFill>
                  <a:srgbClr val="00B0F0"/>
                </a:solidFill>
              </a:rPr>
              <a:t>?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7B19478-1D86-EB2E-ADFE-D7466FC5852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756"/>
          <a:stretch/>
        </p:blipFill>
        <p:spPr>
          <a:xfrm>
            <a:off x="7847206" y="2683022"/>
            <a:ext cx="896744" cy="969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326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804594" y="440601"/>
            <a:ext cx="42968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600" b="1" dirty="0">
                <a:solidFill>
                  <a:srgbClr val="00B0F0"/>
                </a:solidFill>
              </a:rPr>
              <a:t>Кайсы сан кичирээк,</a:t>
            </a:r>
            <a:endParaRPr lang="en-GB" sz="3600" b="1" dirty="0">
              <a:solidFill>
                <a:srgbClr val="00B0F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C7DEA001-FDAB-DD8D-6C1E-95470771BA11}"/>
                  </a:ext>
                </a:extLst>
              </p:cNvPr>
              <p:cNvSpPr/>
              <p:nvPr/>
            </p:nvSpPr>
            <p:spPr>
              <a:xfrm>
                <a:off x="1155552" y="1587205"/>
                <a:ext cx="2932924" cy="1551344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7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GB" sz="7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7</m:t>
                      </m:r>
                      <m:acc>
                        <m:accPr>
                          <m:chr m:val="̇"/>
                          <m:ctrlPr>
                            <a:rPr lang="en-GB" sz="7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7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acc>
                      <m:acc>
                        <m:accPr>
                          <m:chr m:val="̇"/>
                          <m:ctrlPr>
                            <a:rPr lang="en-GB" sz="7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7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</m:acc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C7DEA001-FDAB-DD8D-6C1E-95470771BA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5552" y="1587205"/>
                <a:ext cx="2932924" cy="1551344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4B94780C-146D-57FF-3229-70C600B72093}"/>
                  </a:ext>
                </a:extLst>
              </p:cNvPr>
              <p:cNvSpPr/>
              <p:nvPr/>
            </p:nvSpPr>
            <p:spPr>
              <a:xfrm>
                <a:off x="5827305" y="1587205"/>
                <a:ext cx="2932924" cy="1551344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7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sz="7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7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</m:acc>
                      <m:r>
                        <a:rPr lang="en-GB" sz="7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  <m:acc>
                        <m:accPr>
                          <m:chr m:val="̇"/>
                          <m:ctrlPr>
                            <a:rPr lang="en-GB" sz="7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7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</m:acc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4B94780C-146D-57FF-3229-70C600B720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7305" y="1587205"/>
                <a:ext cx="2932924" cy="1551344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B76D1063-D550-B221-EEA6-0973352B8DED}"/>
              </a:ext>
            </a:extLst>
          </p:cNvPr>
          <p:cNvSpPr txBox="1"/>
          <p:nvPr/>
        </p:nvSpPr>
        <p:spPr>
          <a:xfrm>
            <a:off x="4578154" y="2039712"/>
            <a:ext cx="7496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600" b="1" dirty="0">
                <a:solidFill>
                  <a:srgbClr val="00B0F0"/>
                </a:solidFill>
              </a:rPr>
              <a:t>же</a:t>
            </a:r>
            <a:endParaRPr lang="en-GB" sz="3600" b="1" dirty="0">
              <a:solidFill>
                <a:srgbClr val="00B0F0"/>
              </a:solidFill>
            </a:endParaRP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D94FDF39-238A-C4C7-5CC2-3A5E265301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1787500"/>
              </p:ext>
            </p:extLst>
          </p:nvPr>
        </p:nvGraphicFramePr>
        <p:xfrm>
          <a:off x="1651000" y="4281900"/>
          <a:ext cx="6604002" cy="14240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0667">
                  <a:extLst>
                    <a:ext uri="{9D8B030D-6E8A-4147-A177-3AD203B41FA5}">
                      <a16:colId xmlns:a16="http://schemas.microsoft.com/office/drawing/2014/main" val="1025018134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4155120795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3847909126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50219854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531895249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2117151011"/>
                    </a:ext>
                  </a:extLst>
                </a:gridCol>
              </a:tblGrid>
              <a:tr h="712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8920382"/>
                  </a:ext>
                </a:extLst>
              </a:tr>
              <a:tr h="712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</a:t>
                      </a:r>
                      <a:endParaRPr kumimoji="0" lang="en-GB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1905721"/>
                  </a:ext>
                </a:extLst>
              </a:tr>
            </a:tbl>
          </a:graphicData>
        </a:graphic>
      </p:graphicFrame>
      <p:sp>
        <p:nvSpPr>
          <p:cNvPr id="10" name="Oval 9">
            <a:extLst>
              <a:ext uri="{FF2B5EF4-FFF2-40B4-BE49-F238E27FC236}">
                <a16:creationId xmlns:a16="http://schemas.microsoft.com/office/drawing/2014/main" id="{990224DE-55B0-555B-64AC-EEBDB0E0891B}"/>
              </a:ext>
            </a:extLst>
          </p:cNvPr>
          <p:cNvSpPr/>
          <p:nvPr/>
        </p:nvSpPr>
        <p:spPr>
          <a:xfrm>
            <a:off x="2682933" y="4547681"/>
            <a:ext cx="136467" cy="13646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42556DE-F4FD-4D82-2C4F-A9FBBBC06292}"/>
              </a:ext>
            </a:extLst>
          </p:cNvPr>
          <p:cNvSpPr/>
          <p:nvPr/>
        </p:nvSpPr>
        <p:spPr>
          <a:xfrm>
            <a:off x="2682933" y="5300156"/>
            <a:ext cx="136467" cy="13646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FA56B0-775A-19C8-2E67-0ED5BF848FEB}"/>
              </a:ext>
            </a:extLst>
          </p:cNvPr>
          <p:cNvSpPr txBox="1"/>
          <p:nvPr/>
        </p:nvSpPr>
        <p:spPr>
          <a:xfrm>
            <a:off x="9044776" y="1947379"/>
            <a:ext cx="47000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b="1" dirty="0">
                <a:solidFill>
                  <a:srgbClr val="00B0F0"/>
                </a:solidFill>
              </a:rPr>
              <a:t>?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7B19478-1D86-EB2E-ADFE-D7466FC5852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756"/>
          <a:stretch/>
        </p:blipFill>
        <p:spPr>
          <a:xfrm>
            <a:off x="3170431" y="2683022"/>
            <a:ext cx="896744" cy="969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735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783752" y="440601"/>
            <a:ext cx="43384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600" b="1" dirty="0">
                <a:solidFill>
                  <a:srgbClr val="00B0F0"/>
                </a:solidFill>
              </a:rPr>
              <a:t>Кайсы сан чоңураак,</a:t>
            </a:r>
            <a:endParaRPr lang="en-GB" sz="3600" b="1" dirty="0">
              <a:solidFill>
                <a:srgbClr val="00B0F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C7DEA001-FDAB-DD8D-6C1E-95470771BA11}"/>
                  </a:ext>
                </a:extLst>
              </p:cNvPr>
              <p:cNvSpPr/>
              <p:nvPr/>
            </p:nvSpPr>
            <p:spPr>
              <a:xfrm>
                <a:off x="1155552" y="1587205"/>
                <a:ext cx="2932924" cy="1551344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7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GB" sz="7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acc>
                        <m:accPr>
                          <m:chr m:val="̇"/>
                          <m:ctrlPr>
                            <a:rPr lang="en-GB" sz="7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7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acc>
                      <m:acc>
                        <m:accPr>
                          <m:chr m:val="̇"/>
                          <m:ctrlPr>
                            <a:rPr lang="en-GB" sz="7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7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acc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C7DEA001-FDAB-DD8D-6C1E-95470771BA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5552" y="1587205"/>
                <a:ext cx="2932924" cy="1551344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4B94780C-146D-57FF-3229-70C600B72093}"/>
                  </a:ext>
                </a:extLst>
              </p:cNvPr>
              <p:cNvSpPr/>
              <p:nvPr/>
            </p:nvSpPr>
            <p:spPr>
              <a:xfrm>
                <a:off x="5827305" y="1587205"/>
                <a:ext cx="2932924" cy="1551344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7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GB" sz="72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50</m:t>
                      </m:r>
                      <m:acc>
                        <m:accPr>
                          <m:chr m:val="̇"/>
                          <m:ctrlPr>
                            <a:rPr lang="en-GB" sz="72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7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acc>
                    </m:oMath>
                  </m:oMathPara>
                </a14:m>
                <a:endParaRPr lang="en-GB" sz="7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4B94780C-146D-57FF-3229-70C600B720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7305" y="1587205"/>
                <a:ext cx="2932924" cy="1551344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B76D1063-D550-B221-EEA6-0973352B8DED}"/>
              </a:ext>
            </a:extLst>
          </p:cNvPr>
          <p:cNvSpPr txBox="1"/>
          <p:nvPr/>
        </p:nvSpPr>
        <p:spPr>
          <a:xfrm>
            <a:off x="4578154" y="2039712"/>
            <a:ext cx="7496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600" b="1" dirty="0">
                <a:solidFill>
                  <a:srgbClr val="00B0F0"/>
                </a:solidFill>
              </a:rPr>
              <a:t>же</a:t>
            </a:r>
            <a:endParaRPr lang="en-GB" sz="3600" b="1" dirty="0">
              <a:solidFill>
                <a:srgbClr val="00B0F0"/>
              </a:solidFill>
            </a:endParaRP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D94FDF39-238A-C4C7-5CC2-3A5E265301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5495905"/>
              </p:ext>
            </p:extLst>
          </p:nvPr>
        </p:nvGraphicFramePr>
        <p:xfrm>
          <a:off x="1651000" y="4281900"/>
          <a:ext cx="6604002" cy="14240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0667">
                  <a:extLst>
                    <a:ext uri="{9D8B030D-6E8A-4147-A177-3AD203B41FA5}">
                      <a16:colId xmlns:a16="http://schemas.microsoft.com/office/drawing/2014/main" val="1025018134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4155120795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3847909126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50219854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531895249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2117151011"/>
                    </a:ext>
                  </a:extLst>
                </a:gridCol>
              </a:tblGrid>
              <a:tr h="712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</a:t>
                      </a:r>
                      <a:endParaRPr kumimoji="0" lang="en-GB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</a:t>
                      </a:r>
                      <a:endParaRPr kumimoji="0" lang="en-GB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8920382"/>
                  </a:ext>
                </a:extLst>
              </a:tr>
              <a:tr h="7120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</a:t>
                      </a:r>
                      <a:endParaRPr kumimoji="0" lang="en-GB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</a:t>
                      </a:r>
                      <a:endParaRPr kumimoji="0" lang="en-GB" sz="3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3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1905721"/>
                  </a:ext>
                </a:extLst>
              </a:tr>
            </a:tbl>
          </a:graphicData>
        </a:graphic>
      </p:graphicFrame>
      <p:sp>
        <p:nvSpPr>
          <p:cNvPr id="10" name="Oval 9">
            <a:extLst>
              <a:ext uri="{FF2B5EF4-FFF2-40B4-BE49-F238E27FC236}">
                <a16:creationId xmlns:a16="http://schemas.microsoft.com/office/drawing/2014/main" id="{990224DE-55B0-555B-64AC-EEBDB0E0891B}"/>
              </a:ext>
            </a:extLst>
          </p:cNvPr>
          <p:cNvSpPr/>
          <p:nvPr/>
        </p:nvSpPr>
        <p:spPr>
          <a:xfrm>
            <a:off x="2682933" y="4547681"/>
            <a:ext cx="136467" cy="13646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42556DE-F4FD-4D82-2C4F-A9FBBBC06292}"/>
              </a:ext>
            </a:extLst>
          </p:cNvPr>
          <p:cNvSpPr/>
          <p:nvPr/>
        </p:nvSpPr>
        <p:spPr>
          <a:xfrm>
            <a:off x="2682933" y="5300156"/>
            <a:ext cx="136467" cy="136467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FA56B0-775A-19C8-2E67-0ED5BF848FEB}"/>
              </a:ext>
            </a:extLst>
          </p:cNvPr>
          <p:cNvSpPr txBox="1"/>
          <p:nvPr/>
        </p:nvSpPr>
        <p:spPr>
          <a:xfrm>
            <a:off x="9044776" y="1947379"/>
            <a:ext cx="47000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b="1" dirty="0">
                <a:solidFill>
                  <a:srgbClr val="00B0F0"/>
                </a:solidFill>
              </a:rPr>
              <a:t>?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7B19478-1D86-EB2E-ADFE-D7466FC5852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756"/>
          <a:stretch/>
        </p:blipFill>
        <p:spPr>
          <a:xfrm>
            <a:off x="7904356" y="2683022"/>
            <a:ext cx="896744" cy="969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947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455F9FF-A775-44DB-99DD-42DDB47487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929352"/>
              </p:ext>
            </p:extLst>
          </p:nvPr>
        </p:nvGraphicFramePr>
        <p:xfrm>
          <a:off x="59945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AD8C36C-2AB2-44CF-BF97-992F65F82F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1891624"/>
              </p:ext>
            </p:extLst>
          </p:nvPr>
        </p:nvGraphicFramePr>
        <p:xfrm>
          <a:off x="2042419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2773A22-7D82-4A6C-9386-8C73822F86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8005975"/>
              </p:ext>
            </p:extLst>
          </p:nvPr>
        </p:nvGraphicFramePr>
        <p:xfrm>
          <a:off x="4024893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ACA04EB-1AF0-4BA4-B56C-D92E4B8FC6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8737508"/>
              </p:ext>
            </p:extLst>
          </p:nvPr>
        </p:nvGraphicFramePr>
        <p:xfrm>
          <a:off x="6007367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DD0CEA2-BF13-4F1F-BDF8-723774394B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2065140"/>
              </p:ext>
            </p:extLst>
          </p:nvPr>
        </p:nvGraphicFramePr>
        <p:xfrm>
          <a:off x="7989841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217ECC1-187E-45C6-AAD9-69FCF451F4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819278"/>
              </p:ext>
            </p:extLst>
          </p:nvPr>
        </p:nvGraphicFramePr>
        <p:xfrm>
          <a:off x="59945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8F2A369-4849-4D8C-9C48-42AC19EAC6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3002619"/>
              </p:ext>
            </p:extLst>
          </p:nvPr>
        </p:nvGraphicFramePr>
        <p:xfrm>
          <a:off x="2042419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CC34FD8-28B7-4290-89FF-C844EE6A1A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619173"/>
              </p:ext>
            </p:extLst>
          </p:nvPr>
        </p:nvGraphicFramePr>
        <p:xfrm>
          <a:off x="4024893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EE0B481-E5E6-4A56-A167-F7909231AE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741186"/>
              </p:ext>
            </p:extLst>
          </p:nvPr>
        </p:nvGraphicFramePr>
        <p:xfrm>
          <a:off x="6007367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04524C6-1AA7-41E4-A1BD-52B735BCF1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8690728"/>
              </p:ext>
            </p:extLst>
          </p:nvPr>
        </p:nvGraphicFramePr>
        <p:xfrm>
          <a:off x="7989841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D378E7F-888B-451D-A437-1143E900F4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700732"/>
              </p:ext>
            </p:extLst>
          </p:nvPr>
        </p:nvGraphicFramePr>
        <p:xfrm>
          <a:off x="59945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D9438F2-5F7B-453A-9852-A5D953E267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7154783"/>
              </p:ext>
            </p:extLst>
          </p:nvPr>
        </p:nvGraphicFramePr>
        <p:xfrm>
          <a:off x="2042419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8E97513C-7184-48FD-B483-FD49969CA2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9329546"/>
              </p:ext>
            </p:extLst>
          </p:nvPr>
        </p:nvGraphicFramePr>
        <p:xfrm>
          <a:off x="4024893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FE2DA72-78F4-437E-AA8B-E7D5DF47DE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355289"/>
              </p:ext>
            </p:extLst>
          </p:nvPr>
        </p:nvGraphicFramePr>
        <p:xfrm>
          <a:off x="6007367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6BB7F846-3757-45E8-B86C-628E47A78F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4402805"/>
              </p:ext>
            </p:extLst>
          </p:nvPr>
        </p:nvGraphicFramePr>
        <p:xfrm>
          <a:off x="7989841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88449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44318" y="717640"/>
            <a:ext cx="9240883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39890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>
            <a:lumMod val="40000"/>
            <a:lumOff val="60000"/>
          </a:schemeClr>
        </a:solidFill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8781</TotalTime>
  <Words>533</Words>
  <Application>Microsoft Office PowerPoint</Application>
  <PresentationFormat>A4 Paper (210x297 mm)</PresentationFormat>
  <Paragraphs>312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Calibri Light</vt:lpstr>
      <vt:lpstr>Cambria Math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405</cp:revision>
  <cp:lastPrinted>2017-12-31T22:38:51Z</cp:lastPrinted>
  <dcterms:created xsi:type="dcterms:W3CDTF">2017-01-17T16:57:04Z</dcterms:created>
  <dcterms:modified xsi:type="dcterms:W3CDTF">2024-10-22T08:35:11Z</dcterms:modified>
</cp:coreProperties>
</file>