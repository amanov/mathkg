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slideLayouts/slideLayout30.xml" ContentType="application/vnd.openxmlformats-officedocument.presentationml.slideLayout+xml"/>
  <Override PartName="/ppt/theme/theme4.xml" ContentType="application/vnd.openxmlformats-officedocument.theme+xml"/>
  <Override PartName="/ppt/slideLayouts/slideLayout3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8" r:id="rId2"/>
    <p:sldMasterId id="2147483733" r:id="rId3"/>
    <p:sldMasterId id="2147483747" r:id="rId4"/>
    <p:sldMasterId id="2147483749" r:id="rId5"/>
  </p:sldMasterIdLst>
  <p:notesMasterIdLst>
    <p:notesMasterId r:id="rId59"/>
  </p:notesMasterIdLst>
  <p:handoutMasterIdLst>
    <p:handoutMasterId r:id="rId60"/>
  </p:handoutMasterIdLst>
  <p:sldIdLst>
    <p:sldId id="257" r:id="rId6"/>
    <p:sldId id="965" r:id="rId7"/>
    <p:sldId id="966" r:id="rId8"/>
    <p:sldId id="973" r:id="rId9"/>
    <p:sldId id="976" r:id="rId10"/>
    <p:sldId id="974" r:id="rId11"/>
    <p:sldId id="977" r:id="rId12"/>
    <p:sldId id="978" r:id="rId13"/>
    <p:sldId id="979" r:id="rId14"/>
    <p:sldId id="997" r:id="rId15"/>
    <p:sldId id="980" r:id="rId16"/>
    <p:sldId id="981" r:id="rId17"/>
    <p:sldId id="982" r:id="rId18"/>
    <p:sldId id="983" r:id="rId19"/>
    <p:sldId id="984" r:id="rId20"/>
    <p:sldId id="985" r:id="rId21"/>
    <p:sldId id="986" r:id="rId22"/>
    <p:sldId id="987" r:id="rId23"/>
    <p:sldId id="995" r:id="rId24"/>
    <p:sldId id="1147" r:id="rId25"/>
    <p:sldId id="1143" r:id="rId26"/>
    <p:sldId id="1145" r:id="rId27"/>
    <p:sldId id="1144" r:id="rId28"/>
    <p:sldId id="1123" r:id="rId29"/>
    <p:sldId id="1124" r:id="rId30"/>
    <p:sldId id="1148" r:id="rId31"/>
    <p:sldId id="1149" r:id="rId32"/>
    <p:sldId id="1150" r:id="rId33"/>
    <p:sldId id="1151" r:id="rId34"/>
    <p:sldId id="1117" r:id="rId35"/>
    <p:sldId id="1118" r:id="rId36"/>
    <p:sldId id="1119" r:id="rId37"/>
    <p:sldId id="1105" r:id="rId38"/>
    <p:sldId id="1128" r:id="rId39"/>
    <p:sldId id="1129" r:id="rId40"/>
    <p:sldId id="1141" r:id="rId41"/>
    <p:sldId id="1127" r:id="rId42"/>
    <p:sldId id="1132" r:id="rId43"/>
    <p:sldId id="1135" r:id="rId44"/>
    <p:sldId id="1131" r:id="rId45"/>
    <p:sldId id="1134" r:id="rId46"/>
    <p:sldId id="1137" r:id="rId47"/>
    <p:sldId id="1142" r:id="rId48"/>
    <p:sldId id="1085" r:id="rId49"/>
    <p:sldId id="1086" r:id="rId50"/>
    <p:sldId id="1087" r:id="rId51"/>
    <p:sldId id="1088" r:id="rId52"/>
    <p:sldId id="1091" r:id="rId53"/>
    <p:sldId id="1092" r:id="rId54"/>
    <p:sldId id="1094" r:id="rId55"/>
    <p:sldId id="1096" r:id="rId56"/>
    <p:sldId id="1146" r:id="rId57"/>
    <p:sldId id="942" r:id="rId58"/>
  </p:sldIdLst>
  <p:sldSz cx="9906000" cy="6858000" type="A4"/>
  <p:notesSz cx="7104063" cy="10234613"/>
  <p:embeddedFontLst>
    <p:embeddedFont>
      <p:font typeface="Stencil" panose="040409050D0802020404" pitchFamily="82" charset="0"/>
      <p:regular r:id="rId6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257"/>
          </p14:sldIdLst>
        </p14:section>
        <p14:section name="Көбөйтүү" id="{059544AC-2C27-45B1-9F95-F87DF8854DD6}">
          <p14:sldIdLst>
            <p14:sldId id="965"/>
            <p14:sldId id="966"/>
          </p14:sldIdLst>
        </p14:section>
        <p14:section name="1 орундуу" id="{1FCABE41-1AD6-4DB3-A6CD-82EC9313586F}">
          <p14:sldIdLst>
            <p14:sldId id="973"/>
            <p14:sldId id="976"/>
            <p14:sldId id="974"/>
            <p14:sldId id="977"/>
            <p14:sldId id="978"/>
            <p14:sldId id="979"/>
            <p14:sldId id="997"/>
          </p14:sldIdLst>
        </p14:section>
        <p14:section name="2 орундуу" id="{70559AFD-08D0-4934-8FC3-1BAC0FD0367F}">
          <p14:sldIdLst>
            <p14:sldId id="980"/>
            <p14:sldId id="981"/>
            <p14:sldId id="982"/>
            <p14:sldId id="983"/>
            <p14:sldId id="984"/>
            <p14:sldId id="985"/>
            <p14:sldId id="986"/>
            <p14:sldId id="987"/>
            <p14:sldId id="995"/>
            <p14:sldId id="1147"/>
          </p14:sldIdLst>
        </p14:section>
        <p14:section name="БӨЛҮҮ" id="{0B384D5E-19B1-413B-97C8-65D0DE9342E9}">
          <p14:sldIdLst>
            <p14:sldId id="1143"/>
            <p14:sldId id="1145"/>
            <p14:sldId id="1144"/>
            <p14:sldId id="1123"/>
            <p14:sldId id="1124"/>
            <p14:sldId id="1148"/>
            <p14:sldId id="1149"/>
            <p14:sldId id="1150"/>
            <p14:sldId id="1151"/>
          </p14:sldIdLst>
        </p14:section>
        <p14:section name="1 орундуу" id="{91F16702-42C0-4A79-9119-0A2778F7B813}">
          <p14:sldIdLst>
            <p14:sldId id="1117"/>
            <p14:sldId id="1118"/>
            <p14:sldId id="1119"/>
            <p14:sldId id="1105"/>
            <p14:sldId id="1128"/>
            <p14:sldId id="1129"/>
            <p14:sldId id="1141"/>
          </p14:sldIdLst>
        </p14:section>
        <p14:section name="2 орундуу" id="{8874A9AC-BF0E-4924-976F-29051BEBDAD7}">
          <p14:sldIdLst>
            <p14:sldId id="1127"/>
            <p14:sldId id="1132"/>
            <p14:sldId id="1135"/>
            <p14:sldId id="1131"/>
            <p14:sldId id="1134"/>
            <p14:sldId id="1137"/>
            <p14:sldId id="1142"/>
          </p14:sldIdLst>
        </p14:section>
        <p14:section name="3 орундуу" id="{CCAA12B3-15ED-4681-A04F-4E3F45CE5E0D}">
          <p14:sldIdLst>
            <p14:sldId id="1085"/>
            <p14:sldId id="1086"/>
            <p14:sldId id="1087"/>
            <p14:sldId id="1088"/>
            <p14:sldId id="1091"/>
            <p14:sldId id="1092"/>
            <p14:sldId id="1094"/>
            <p14:sldId id="1096"/>
            <p14:sldId id="1146"/>
          </p14:sldIdLst>
        </p14:section>
        <p14:section name="Кайтарым байланыш" id="{F3D720CF-F566-46A6-9361-125255B68FA6}">
          <p14:sldIdLst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D7EE"/>
    <a:srgbClr val="C5E0B4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notesViewPr>
    <p:cSldViewPr snapToGrid="0" showGuides="1">
      <p:cViewPr varScale="1">
        <p:scale>
          <a:sx n="59" d="100"/>
          <a:sy n="59" d="100"/>
        </p:scale>
        <p:origin x="3254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61" Type="http://schemas.openxmlformats.org/officeDocument/2006/relationships/font" Target="fonts/font1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handoutMaster" Target="handoutMasters/handoutMaster1.xml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theme" Target="theme/theme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F95EEC0-BA2F-4C89-A04C-7A4A655E27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20E98-7CDF-4021-8551-1596F15CE7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831BB-79C8-47D7-927B-A4A057B48BB9}" type="datetimeFigureOut">
              <a:rPr lang="en-GB" smtClean="0"/>
              <a:t>03/06/2024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72B7C-7F8E-4E82-8E98-820250829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38D9-98AA-4E2F-BECD-0B5701A075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3C3B0-A9E3-44D3-89EF-A392F668C0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8304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03/06/2024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649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6/3/2024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545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6/3/2024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2273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6/3/2024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96751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6/3/2024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946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6/3/2024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387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6/3/2024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442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6/3/2024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081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6/3/2024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839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6/3/2024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8356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6/3/2024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0147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6/3/2024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8454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3422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5733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369158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9313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0571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360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6913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398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7718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2098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90891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7268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142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1334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304328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6/3/2024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630113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347987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4918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30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6/3/2024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756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535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984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608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2 Сандуу Ондуктар – Көбөйтүү жана Бөлүү – Сабак</a:t>
            </a:r>
          </a:p>
          <a:p>
            <a:endParaRPr lang="ru-RU" baseline="-3000" dirty="0"/>
          </a:p>
          <a:p>
            <a:r>
              <a:rPr lang="ru-RU" dirty="0"/>
              <a:t>Бул ресурс математикалык ыкманын жандуу демонстрацияларын камсыз кылат.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12216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EE442FA-C414-4F38-A6EF-5C7FE08B96A6}"/>
              </a:ext>
            </a:extLst>
          </p:cNvPr>
          <p:cNvSpPr/>
          <p:nvPr/>
        </p:nvSpPr>
        <p:spPr>
          <a:xfrm>
            <a:off x="2785696" y="782517"/>
            <a:ext cx="4334608" cy="5099538"/>
          </a:xfrm>
          <a:prstGeom prst="roundRect">
            <a:avLst>
              <a:gd name="adj" fmla="val 8756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54EBB7-AE66-4E77-BD61-8ABCADDFC404}"/>
              </a:ext>
            </a:extLst>
          </p:cNvPr>
          <p:cNvSpPr txBox="1"/>
          <p:nvPr/>
        </p:nvSpPr>
        <p:spPr>
          <a:xfrm>
            <a:off x="3719765" y="2633301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 × 2 =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476A63-4828-445B-B693-422A6C4615DA}"/>
              </a:ext>
            </a:extLst>
          </p:cNvPr>
          <p:cNvSpPr txBox="1"/>
          <p:nvPr/>
        </p:nvSpPr>
        <p:spPr>
          <a:xfrm>
            <a:off x="3953804" y="3479561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 × 2 =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9B344D-24CE-47FB-82B7-6F85F4E60CAB}"/>
              </a:ext>
            </a:extLst>
          </p:cNvPr>
          <p:cNvSpPr txBox="1"/>
          <p:nvPr/>
        </p:nvSpPr>
        <p:spPr>
          <a:xfrm>
            <a:off x="3485727" y="1787041"/>
            <a:ext cx="19960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300 × 2 =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FA3818-C41F-4433-B068-8F689A0EEDB8}"/>
              </a:ext>
            </a:extLst>
          </p:cNvPr>
          <p:cNvSpPr txBox="1"/>
          <p:nvPr/>
        </p:nvSpPr>
        <p:spPr>
          <a:xfrm>
            <a:off x="3251688" y="940781"/>
            <a:ext cx="22300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3000 × 2 =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166194-F988-4ED4-A82B-4B525E8DF240}"/>
              </a:ext>
            </a:extLst>
          </p:cNvPr>
          <p:cNvSpPr txBox="1"/>
          <p:nvPr/>
        </p:nvSpPr>
        <p:spPr>
          <a:xfrm>
            <a:off x="3602745" y="4325819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0.3 × 2 =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3BF96F-E957-4CC3-8BD4-C37F7530F8DA}"/>
              </a:ext>
            </a:extLst>
          </p:cNvPr>
          <p:cNvSpPr txBox="1"/>
          <p:nvPr/>
        </p:nvSpPr>
        <p:spPr>
          <a:xfrm>
            <a:off x="3368707" y="5108335"/>
            <a:ext cx="21130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0.03 × 2 =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1B4729-68B2-4738-AA60-24E5894206BD}"/>
              </a:ext>
            </a:extLst>
          </p:cNvPr>
          <p:cNvSpPr txBox="1"/>
          <p:nvPr/>
        </p:nvSpPr>
        <p:spPr>
          <a:xfrm>
            <a:off x="5442419" y="2633301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366E8C-EE08-41EA-9450-7014757BFB9B}"/>
              </a:ext>
            </a:extLst>
          </p:cNvPr>
          <p:cNvSpPr txBox="1"/>
          <p:nvPr/>
        </p:nvSpPr>
        <p:spPr>
          <a:xfrm>
            <a:off x="5442419" y="347956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9E503E-7243-43BD-9366-44A224806A4D}"/>
              </a:ext>
            </a:extLst>
          </p:cNvPr>
          <p:cNvSpPr txBox="1"/>
          <p:nvPr/>
        </p:nvSpPr>
        <p:spPr>
          <a:xfrm>
            <a:off x="5442419" y="1787041"/>
            <a:ext cx="8867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1EB8D9-DDE8-4888-A4ED-CC9132B9DD4A}"/>
              </a:ext>
            </a:extLst>
          </p:cNvPr>
          <p:cNvSpPr txBox="1"/>
          <p:nvPr/>
        </p:nvSpPr>
        <p:spPr>
          <a:xfrm>
            <a:off x="5442419" y="940781"/>
            <a:ext cx="11208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B48861-CCFB-4EB8-9A51-52AF45E4924B}"/>
              </a:ext>
            </a:extLst>
          </p:cNvPr>
          <p:cNvSpPr txBox="1"/>
          <p:nvPr/>
        </p:nvSpPr>
        <p:spPr>
          <a:xfrm>
            <a:off x="5442419" y="4325819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0.6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C4D24D-2A76-4E13-9B11-B1C0BB5A421C}"/>
              </a:ext>
            </a:extLst>
          </p:cNvPr>
          <p:cNvSpPr txBox="1"/>
          <p:nvPr/>
        </p:nvSpPr>
        <p:spPr>
          <a:xfrm>
            <a:off x="5442419" y="5108335"/>
            <a:ext cx="100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0.06</a:t>
            </a:r>
          </a:p>
        </p:txBody>
      </p:sp>
      <p:sp>
        <p:nvSpPr>
          <p:cNvPr id="30" name="Arrow: Circular 29">
            <a:extLst>
              <a:ext uri="{FF2B5EF4-FFF2-40B4-BE49-F238E27FC236}">
                <a16:creationId xmlns:a16="http://schemas.microsoft.com/office/drawing/2014/main" id="{46E32C67-7C55-433E-9D5C-A3AC3B35A641}"/>
              </a:ext>
            </a:extLst>
          </p:cNvPr>
          <p:cNvSpPr/>
          <p:nvPr/>
        </p:nvSpPr>
        <p:spPr>
          <a:xfrm rot="16200000">
            <a:off x="2561771" y="2933343"/>
            <a:ext cx="843270" cy="843270"/>
          </a:xfrm>
          <a:prstGeom prst="circularArrow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1" name="Arrow: Circular 30">
            <a:extLst>
              <a:ext uri="{FF2B5EF4-FFF2-40B4-BE49-F238E27FC236}">
                <a16:creationId xmlns:a16="http://schemas.microsoft.com/office/drawing/2014/main" id="{A82E76B2-4294-4F54-A44E-09EC4DF9F182}"/>
              </a:ext>
            </a:extLst>
          </p:cNvPr>
          <p:cNvSpPr/>
          <p:nvPr/>
        </p:nvSpPr>
        <p:spPr>
          <a:xfrm rot="16200000" flipV="1">
            <a:off x="6508267" y="2934553"/>
            <a:ext cx="843270" cy="840850"/>
          </a:xfrm>
          <a:prstGeom prst="circularArrow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Arrow: Circular 31">
            <a:extLst>
              <a:ext uri="{FF2B5EF4-FFF2-40B4-BE49-F238E27FC236}">
                <a16:creationId xmlns:a16="http://schemas.microsoft.com/office/drawing/2014/main" id="{B57B6322-DE04-4283-8E03-5AAA8782B3F8}"/>
              </a:ext>
            </a:extLst>
          </p:cNvPr>
          <p:cNvSpPr/>
          <p:nvPr/>
        </p:nvSpPr>
        <p:spPr>
          <a:xfrm rot="5400000">
            <a:off x="6507057" y="3821366"/>
            <a:ext cx="843270" cy="843270"/>
          </a:xfrm>
          <a:prstGeom prst="circularArrow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3" name="Arrow: Circular 32">
            <a:extLst>
              <a:ext uri="{FF2B5EF4-FFF2-40B4-BE49-F238E27FC236}">
                <a16:creationId xmlns:a16="http://schemas.microsoft.com/office/drawing/2014/main" id="{3BDA201C-081C-4EF6-8C86-5CD244BB57A7}"/>
              </a:ext>
            </a:extLst>
          </p:cNvPr>
          <p:cNvSpPr/>
          <p:nvPr/>
        </p:nvSpPr>
        <p:spPr>
          <a:xfrm rot="5400000" flipV="1">
            <a:off x="2560561" y="3822576"/>
            <a:ext cx="843270" cy="840850"/>
          </a:xfrm>
          <a:prstGeom prst="circularArrow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3654F0-8752-48E5-9027-2E8C75C2F225}"/>
              </a:ext>
            </a:extLst>
          </p:cNvPr>
          <p:cNvSpPr txBox="1"/>
          <p:nvPr/>
        </p:nvSpPr>
        <p:spPr>
          <a:xfrm>
            <a:off x="7363722" y="3023093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× 10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29DB3C-0ABC-467D-8E3D-EAF9107B87F1}"/>
              </a:ext>
            </a:extLst>
          </p:cNvPr>
          <p:cNvSpPr txBox="1"/>
          <p:nvPr/>
        </p:nvSpPr>
        <p:spPr>
          <a:xfrm>
            <a:off x="1631137" y="3023093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× 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05D86CC-1968-46C8-9EC0-C21B7633E261}"/>
              </a:ext>
            </a:extLst>
          </p:cNvPr>
          <p:cNvSpPr txBox="1"/>
          <p:nvPr/>
        </p:nvSpPr>
        <p:spPr>
          <a:xfrm>
            <a:off x="7363722" y="3990247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÷ 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7759ABE-F0B9-4A47-8B42-D9CD2363AD25}"/>
              </a:ext>
            </a:extLst>
          </p:cNvPr>
          <p:cNvSpPr txBox="1"/>
          <p:nvPr/>
        </p:nvSpPr>
        <p:spPr>
          <a:xfrm>
            <a:off x="1631137" y="3990247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÷ 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498EC6C-B634-4B83-93C6-67187ED308B0}"/>
              </a:ext>
            </a:extLst>
          </p:cNvPr>
          <p:cNvSpPr txBox="1"/>
          <p:nvPr/>
        </p:nvSpPr>
        <p:spPr>
          <a:xfrm>
            <a:off x="1989279" y="38669"/>
            <a:ext cx="59275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Көбөйтүлө турган сандардын бири 10 эсе чоң болсо,</a:t>
            </a:r>
          </a:p>
          <a:p>
            <a:pPr algn="ctr"/>
            <a:r>
              <a:rPr lang="ru-RU" sz="2000" dirty="0"/>
              <a:t> жооп дагы 10 эсе чоң болушу керек.</a:t>
            </a:r>
            <a:endParaRPr lang="en-GB" sz="2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C3D08C-B61C-402B-B541-512EB283907E}"/>
              </a:ext>
            </a:extLst>
          </p:cNvPr>
          <p:cNvSpPr txBox="1"/>
          <p:nvPr/>
        </p:nvSpPr>
        <p:spPr>
          <a:xfrm>
            <a:off x="2071835" y="6008646"/>
            <a:ext cx="57624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Көбөйтүлө турган сандардын бири 10 эсе аз болсо,</a:t>
            </a:r>
          </a:p>
          <a:p>
            <a:pPr algn="ctr"/>
            <a:r>
              <a:rPr lang="ru-RU" sz="2000" dirty="0"/>
              <a:t> жооп дагы 10 эсе аз болушу керек.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044709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3" grpId="0" animBg="1"/>
      <p:bldP spid="36" grpId="0"/>
      <p:bldP spid="37" grpId="0"/>
      <p:bldP spid="38" grpId="0"/>
      <p:bldP spid="39" grpId="0"/>
      <p:bldP spid="40" grpId="0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EE442FA-C414-4F38-A6EF-5C7FE08B96A6}"/>
              </a:ext>
            </a:extLst>
          </p:cNvPr>
          <p:cNvSpPr/>
          <p:nvPr/>
        </p:nvSpPr>
        <p:spPr>
          <a:xfrm>
            <a:off x="726831" y="650629"/>
            <a:ext cx="3528646" cy="2655277"/>
          </a:xfrm>
          <a:prstGeom prst="roundRect">
            <a:avLst>
              <a:gd name="adj" fmla="val 8756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54EBB7-AE66-4E77-BD61-8ABCADDFC404}"/>
              </a:ext>
            </a:extLst>
          </p:cNvPr>
          <p:cNvSpPr txBox="1"/>
          <p:nvPr/>
        </p:nvSpPr>
        <p:spPr>
          <a:xfrm>
            <a:off x="1257919" y="742954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40 × 2 =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476A63-4828-445B-B693-422A6C4615DA}"/>
              </a:ext>
            </a:extLst>
          </p:cNvPr>
          <p:cNvSpPr txBox="1"/>
          <p:nvPr/>
        </p:nvSpPr>
        <p:spPr>
          <a:xfrm>
            <a:off x="1491958" y="1345227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4 × 2 =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166194-F988-4ED4-A82B-4B525E8DF240}"/>
              </a:ext>
            </a:extLst>
          </p:cNvPr>
          <p:cNvSpPr txBox="1"/>
          <p:nvPr/>
        </p:nvSpPr>
        <p:spPr>
          <a:xfrm>
            <a:off x="1140899" y="1947500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0.4 × 2 =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3BF96F-E957-4CC3-8BD4-C37F7530F8DA}"/>
              </a:ext>
            </a:extLst>
          </p:cNvPr>
          <p:cNvSpPr txBox="1"/>
          <p:nvPr/>
        </p:nvSpPr>
        <p:spPr>
          <a:xfrm>
            <a:off x="906861" y="2549772"/>
            <a:ext cx="21130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0.04 × 2 =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498EC6C-B634-4B83-93C6-67187ED308B0}"/>
              </a:ext>
            </a:extLst>
          </p:cNvPr>
          <p:cNvSpPr txBox="1"/>
          <p:nvPr/>
        </p:nvSpPr>
        <p:spPr>
          <a:xfrm>
            <a:off x="3634232" y="38669"/>
            <a:ext cx="26376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Амалдарды аткаргыла</a:t>
            </a:r>
            <a:endParaRPr lang="en-GB" sz="2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E1AB1E-5294-4921-BA42-63579CF63E63}"/>
              </a:ext>
            </a:extLst>
          </p:cNvPr>
          <p:cNvSpPr txBox="1"/>
          <p:nvPr/>
        </p:nvSpPr>
        <p:spPr>
          <a:xfrm>
            <a:off x="3008222" y="742954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80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10E3D8-6AE3-4A42-BE29-8203A705011D}"/>
              </a:ext>
            </a:extLst>
          </p:cNvPr>
          <p:cNvSpPr txBox="1"/>
          <p:nvPr/>
        </p:nvSpPr>
        <p:spPr>
          <a:xfrm>
            <a:off x="3008222" y="13452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5BF360-8567-4B31-8B58-C5C2C492670B}"/>
              </a:ext>
            </a:extLst>
          </p:cNvPr>
          <p:cNvSpPr txBox="1"/>
          <p:nvPr/>
        </p:nvSpPr>
        <p:spPr>
          <a:xfrm>
            <a:off x="3008222" y="1947500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0.8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AD66C6-9416-48B8-A76E-401782820C56}"/>
              </a:ext>
            </a:extLst>
          </p:cNvPr>
          <p:cNvSpPr txBox="1"/>
          <p:nvPr/>
        </p:nvSpPr>
        <p:spPr>
          <a:xfrm>
            <a:off x="3008222" y="2549772"/>
            <a:ext cx="100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0.08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607A156-741D-4DF6-ADDA-2AA1772E4836}"/>
              </a:ext>
            </a:extLst>
          </p:cNvPr>
          <p:cNvSpPr/>
          <p:nvPr/>
        </p:nvSpPr>
        <p:spPr>
          <a:xfrm>
            <a:off x="5861539" y="650629"/>
            <a:ext cx="3528646" cy="2655277"/>
          </a:xfrm>
          <a:prstGeom prst="roundRect">
            <a:avLst>
              <a:gd name="adj" fmla="val 8756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696F74-2B67-40C1-B378-BB63BF45A396}"/>
              </a:ext>
            </a:extLst>
          </p:cNvPr>
          <p:cNvSpPr txBox="1"/>
          <p:nvPr/>
        </p:nvSpPr>
        <p:spPr>
          <a:xfrm>
            <a:off x="6392627" y="742954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 × 3 =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85AEE58-3914-4DC2-80DE-09F05918AAFE}"/>
              </a:ext>
            </a:extLst>
          </p:cNvPr>
          <p:cNvSpPr txBox="1"/>
          <p:nvPr/>
        </p:nvSpPr>
        <p:spPr>
          <a:xfrm>
            <a:off x="6626666" y="1345227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 × 3 =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3363BBD-9EC6-4473-B28B-F3DCAEDABA28}"/>
              </a:ext>
            </a:extLst>
          </p:cNvPr>
          <p:cNvSpPr txBox="1"/>
          <p:nvPr/>
        </p:nvSpPr>
        <p:spPr>
          <a:xfrm>
            <a:off x="6275607" y="1947500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0.3 × 3 =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10B9FF5-D3D0-432E-B26C-147633C676C5}"/>
              </a:ext>
            </a:extLst>
          </p:cNvPr>
          <p:cNvSpPr txBox="1"/>
          <p:nvPr/>
        </p:nvSpPr>
        <p:spPr>
          <a:xfrm>
            <a:off x="6041569" y="2549772"/>
            <a:ext cx="21130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0.03 × 3 =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B157514-2527-42FC-8BCF-92088A5E4ED1}"/>
              </a:ext>
            </a:extLst>
          </p:cNvPr>
          <p:cNvSpPr txBox="1"/>
          <p:nvPr/>
        </p:nvSpPr>
        <p:spPr>
          <a:xfrm>
            <a:off x="8142930" y="742954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90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A5A8EF8-C3BF-42B7-BC6C-EE04FEA1A58D}"/>
              </a:ext>
            </a:extLst>
          </p:cNvPr>
          <p:cNvSpPr txBox="1"/>
          <p:nvPr/>
        </p:nvSpPr>
        <p:spPr>
          <a:xfrm>
            <a:off x="8142930" y="13452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23863E3-794A-4902-A0D0-01F5661AAF40}"/>
              </a:ext>
            </a:extLst>
          </p:cNvPr>
          <p:cNvSpPr txBox="1"/>
          <p:nvPr/>
        </p:nvSpPr>
        <p:spPr>
          <a:xfrm>
            <a:off x="8142930" y="1947500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0.9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FAF97D7-B1A9-4AA9-8254-77C419CF48BD}"/>
              </a:ext>
            </a:extLst>
          </p:cNvPr>
          <p:cNvSpPr txBox="1"/>
          <p:nvPr/>
        </p:nvSpPr>
        <p:spPr>
          <a:xfrm>
            <a:off x="8142930" y="2549772"/>
            <a:ext cx="100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0.09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720608F4-0E38-4874-9E4E-29E75B6EDC23}"/>
              </a:ext>
            </a:extLst>
          </p:cNvPr>
          <p:cNvSpPr/>
          <p:nvPr/>
        </p:nvSpPr>
        <p:spPr>
          <a:xfrm>
            <a:off x="726831" y="3789483"/>
            <a:ext cx="3528646" cy="2655277"/>
          </a:xfrm>
          <a:prstGeom prst="roundRect">
            <a:avLst>
              <a:gd name="adj" fmla="val 8756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AEDDA3B-0519-47FF-94EF-70CED29C4514}"/>
              </a:ext>
            </a:extLst>
          </p:cNvPr>
          <p:cNvSpPr txBox="1"/>
          <p:nvPr/>
        </p:nvSpPr>
        <p:spPr>
          <a:xfrm>
            <a:off x="1257919" y="3881808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20 × 5 =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B1CAF76-A729-471D-B296-BF0D42F1F6AB}"/>
              </a:ext>
            </a:extLst>
          </p:cNvPr>
          <p:cNvSpPr txBox="1"/>
          <p:nvPr/>
        </p:nvSpPr>
        <p:spPr>
          <a:xfrm>
            <a:off x="1491958" y="4484081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2 × 5 =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C0573C3-9F29-4E8E-88D9-D30B87FD08BC}"/>
              </a:ext>
            </a:extLst>
          </p:cNvPr>
          <p:cNvSpPr txBox="1"/>
          <p:nvPr/>
        </p:nvSpPr>
        <p:spPr>
          <a:xfrm>
            <a:off x="1140899" y="5086354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0.2 × 5 =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72FDA2E-087D-44DE-AE15-2451E9C362A2}"/>
              </a:ext>
            </a:extLst>
          </p:cNvPr>
          <p:cNvSpPr txBox="1"/>
          <p:nvPr/>
        </p:nvSpPr>
        <p:spPr>
          <a:xfrm>
            <a:off x="906861" y="5688626"/>
            <a:ext cx="21130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0.02 × 5 =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2BA204E-67DF-4175-A997-1DE3A24B2F4F}"/>
              </a:ext>
            </a:extLst>
          </p:cNvPr>
          <p:cNvSpPr txBox="1"/>
          <p:nvPr/>
        </p:nvSpPr>
        <p:spPr>
          <a:xfrm>
            <a:off x="3008222" y="3881808"/>
            <a:ext cx="886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100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22632A8-4ABC-4CC0-B312-267BE5ABA342}"/>
              </a:ext>
            </a:extLst>
          </p:cNvPr>
          <p:cNvSpPr txBox="1"/>
          <p:nvPr/>
        </p:nvSpPr>
        <p:spPr>
          <a:xfrm>
            <a:off x="3008222" y="4484081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3D29CA-28E3-4C44-9BE6-ACCD8EE29394}"/>
              </a:ext>
            </a:extLst>
          </p:cNvPr>
          <p:cNvSpPr txBox="1"/>
          <p:nvPr/>
        </p:nvSpPr>
        <p:spPr>
          <a:xfrm>
            <a:off x="3008222" y="5086354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1E56F28-F864-424D-B2BE-8C886A33DE77}"/>
              </a:ext>
            </a:extLst>
          </p:cNvPr>
          <p:cNvSpPr txBox="1"/>
          <p:nvPr/>
        </p:nvSpPr>
        <p:spPr>
          <a:xfrm>
            <a:off x="3008222" y="5688626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0.1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7B8A9CDB-3BB5-4BD1-A156-2F276E49BA0B}"/>
              </a:ext>
            </a:extLst>
          </p:cNvPr>
          <p:cNvSpPr/>
          <p:nvPr/>
        </p:nvSpPr>
        <p:spPr>
          <a:xfrm>
            <a:off x="5861539" y="3789483"/>
            <a:ext cx="3528646" cy="2655277"/>
          </a:xfrm>
          <a:prstGeom prst="roundRect">
            <a:avLst>
              <a:gd name="adj" fmla="val 8756"/>
            </a:avLst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C877AFA-7747-47C7-B4DF-1002CB3C7059}"/>
              </a:ext>
            </a:extLst>
          </p:cNvPr>
          <p:cNvSpPr txBox="1"/>
          <p:nvPr/>
        </p:nvSpPr>
        <p:spPr>
          <a:xfrm>
            <a:off x="6392627" y="3881808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70 × 3 =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D272AB0-550F-46F0-AAA2-B1AE7A99DE2E}"/>
              </a:ext>
            </a:extLst>
          </p:cNvPr>
          <p:cNvSpPr txBox="1"/>
          <p:nvPr/>
        </p:nvSpPr>
        <p:spPr>
          <a:xfrm>
            <a:off x="6626666" y="4484081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7 × 3 =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9F5DF32-9A5D-490B-8CDD-9F6B8170BC6F}"/>
              </a:ext>
            </a:extLst>
          </p:cNvPr>
          <p:cNvSpPr txBox="1"/>
          <p:nvPr/>
        </p:nvSpPr>
        <p:spPr>
          <a:xfrm>
            <a:off x="6275607" y="5086354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0.7 × 3 =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6C33D62-7505-4AC9-B507-BEB90DB59224}"/>
              </a:ext>
            </a:extLst>
          </p:cNvPr>
          <p:cNvSpPr txBox="1"/>
          <p:nvPr/>
        </p:nvSpPr>
        <p:spPr>
          <a:xfrm>
            <a:off x="6041569" y="5688626"/>
            <a:ext cx="21130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0.07 × 3 =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B7C8D47-E5C9-4FFC-98C1-0ABD266B53D1}"/>
              </a:ext>
            </a:extLst>
          </p:cNvPr>
          <p:cNvSpPr txBox="1"/>
          <p:nvPr/>
        </p:nvSpPr>
        <p:spPr>
          <a:xfrm>
            <a:off x="8142930" y="3881808"/>
            <a:ext cx="886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210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8288DF1-6562-4D33-9E71-91797B5E5CE4}"/>
              </a:ext>
            </a:extLst>
          </p:cNvPr>
          <p:cNvSpPr txBox="1"/>
          <p:nvPr/>
        </p:nvSpPr>
        <p:spPr>
          <a:xfrm>
            <a:off x="8142930" y="4484081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D2BD10B-2471-4812-9F0F-E3D9E4C620D2}"/>
              </a:ext>
            </a:extLst>
          </p:cNvPr>
          <p:cNvSpPr txBox="1"/>
          <p:nvPr/>
        </p:nvSpPr>
        <p:spPr>
          <a:xfrm>
            <a:off x="8142930" y="5086354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2.1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49C2C0E-B193-4570-9603-C51D22D76CF9}"/>
              </a:ext>
            </a:extLst>
          </p:cNvPr>
          <p:cNvSpPr txBox="1"/>
          <p:nvPr/>
        </p:nvSpPr>
        <p:spPr>
          <a:xfrm>
            <a:off x="8142930" y="5688626"/>
            <a:ext cx="100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0.21</a:t>
            </a:r>
          </a:p>
        </p:txBody>
      </p:sp>
    </p:spTree>
    <p:extLst>
      <p:ext uri="{BB962C8B-B14F-4D97-AF65-F5344CB8AC3E}">
        <p14:creationId xmlns:p14="http://schemas.microsoft.com/office/powerpoint/2010/main" val="3879602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8" grpId="0"/>
      <p:bldP spid="44" grpId="0"/>
      <p:bldP spid="45" grpId="0"/>
      <p:bldP spid="46" grpId="0"/>
      <p:bldP spid="52" grpId="0"/>
      <p:bldP spid="53" grpId="0"/>
      <p:bldP spid="54" grpId="0"/>
      <p:bldP spid="55" grpId="0"/>
      <p:bldP spid="61" grpId="0"/>
      <p:bldP spid="62" grpId="0"/>
      <p:bldP spid="63" grpId="0"/>
      <p:bldP spid="6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2.4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7.2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65765" y="1440478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72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696148" y="3455381"/>
            <a:ext cx="705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7.2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885647" y="729765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AF939C-52A6-A08A-FC95-E47BA2951F8A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1D2FC1-C40F-3695-0DF8-2E395FC9BB20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C31ADB-F70F-B625-CE6D-5723D298F603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793026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8" grpId="0"/>
      <p:bldP spid="49" grpId="0"/>
      <p:bldP spid="57" grpId="0"/>
      <p:bldP spid="2" grpId="0"/>
      <p:bldP spid="3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0.16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0.8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65765" y="1273424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80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696149" y="3455381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885647" y="729765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D7C1EC-E377-490E-8EEA-DCB8156CFF31}"/>
              </a:ext>
            </a:extLst>
          </p:cNvPr>
          <p:cNvSpPr txBox="1"/>
          <p:nvPr/>
        </p:nvSpPr>
        <p:spPr>
          <a:xfrm>
            <a:off x="265765" y="165149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49B3C4-242F-471D-95A7-13C35669F1EE}"/>
              </a:ext>
            </a:extLst>
          </p:cNvPr>
          <p:cNvSpPr txBox="1"/>
          <p:nvPr/>
        </p:nvSpPr>
        <p:spPr>
          <a:xfrm>
            <a:off x="3072580" y="299930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36E6E5-1B75-4EB7-82C4-F99D0B6A67EF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E42044-7CE9-E5F3-E762-3B986F96C092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47208A-B606-D968-E23E-AA6C078E00B6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E9BCEF-E054-503B-F48F-0F3F139178DA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762633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8" grpId="0"/>
      <p:bldP spid="49" grpId="0"/>
      <p:bldP spid="57" grpId="0"/>
      <p:bldP spid="30" grpId="0"/>
      <p:bldP spid="31" grpId="0"/>
      <p:bldP spid="2" grpId="0"/>
      <p:bldP spid="3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1.5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1.8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83350" y="141410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713243" y="2127742"/>
            <a:ext cx="6944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12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180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696148" y="3455381"/>
            <a:ext cx="705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4" y="729765"/>
            <a:ext cx="705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1207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1207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059396" y="144927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F64ED9-BCA0-42F5-AE27-5D516A3701C4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DD29A8-819F-0AE8-A04A-4F604FFD5C72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060BC7-02FE-2C31-A2D2-9AC791818132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332901-4D2A-557C-4872-7FB170480830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275258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9" grpId="0"/>
      <p:bldP spid="57" grpId="0"/>
      <p:bldP spid="31" grpId="0"/>
      <p:bldP spid="38" grpId="0"/>
      <p:bldP spid="40" grpId="0"/>
      <p:bldP spid="2" grpId="0"/>
      <p:bldP spid="3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2.3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1.38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833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138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1.38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1207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1207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0769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73AAC5-60C0-4547-B419-1CF0109423AC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376EC4-A7A9-5F7A-BAF3-836CA1925F7D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967385-820D-790A-4377-A840B2DC8F91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5D3E96-E7C4-283F-FB8B-C415447A7A4C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276465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9" grpId="0"/>
      <p:bldP spid="57" grpId="0"/>
      <p:bldP spid="31" grpId="0"/>
      <p:bldP spid="38" grpId="0"/>
      <p:bldP spid="40" grpId="0"/>
      <p:bldP spid="2" grpId="0"/>
      <p:bldP spid="3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2.3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1.38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833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713748" y="23582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138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1.38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1207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1207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0769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6608A3-2BCD-4907-9433-8BA5AAE52F55}"/>
              </a:ext>
            </a:extLst>
          </p:cNvPr>
          <p:cNvSpPr txBox="1"/>
          <p:nvPr/>
        </p:nvSpPr>
        <p:spPr>
          <a:xfrm>
            <a:off x="57090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0.7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E51C2D-F4AF-412D-BA5B-E30BA3310AB7}"/>
              </a:ext>
            </a:extLst>
          </p:cNvPr>
          <p:cNvSpPr txBox="1"/>
          <p:nvPr/>
        </p:nvSpPr>
        <p:spPr>
          <a:xfrm>
            <a:off x="77084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0.35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F8CC567-1081-4FB0-A4D4-4509E0642A73}"/>
              </a:ext>
            </a:extLst>
          </p:cNvPr>
          <p:cNvCxnSpPr>
            <a:cxnSpLocks/>
          </p:cNvCxnSpPr>
          <p:nvPr/>
        </p:nvCxnSpPr>
        <p:spPr>
          <a:xfrm>
            <a:off x="60701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E32F588-F6B7-499A-9BF9-126123282A2B}"/>
              </a:ext>
            </a:extLst>
          </p:cNvPr>
          <p:cNvSpPr txBox="1"/>
          <p:nvPr/>
        </p:nvSpPr>
        <p:spPr>
          <a:xfrm>
            <a:off x="54268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69FEA91-C1AC-403D-88D2-55F256BE0EBE}"/>
              </a:ext>
            </a:extLst>
          </p:cNvPr>
          <p:cNvSpPr txBox="1"/>
          <p:nvPr/>
        </p:nvSpPr>
        <p:spPr>
          <a:xfrm>
            <a:off x="5885458" y="212774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0EBAEC7-E6A3-4273-A0C9-533E5B98DCC2}"/>
              </a:ext>
            </a:extLst>
          </p:cNvPr>
          <p:cNvSpPr txBox="1"/>
          <p:nvPr/>
        </p:nvSpPr>
        <p:spPr>
          <a:xfrm>
            <a:off x="69609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5DBBB93-4F68-4DC8-B18A-AB497C65D97D}"/>
              </a:ext>
            </a:extLst>
          </p:cNvPr>
          <p:cNvSpPr txBox="1"/>
          <p:nvPr/>
        </p:nvSpPr>
        <p:spPr>
          <a:xfrm>
            <a:off x="75420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35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E1CBD5D-DE48-4CC5-B8E4-68F3A6CE5AEB}"/>
              </a:ext>
            </a:extLst>
          </p:cNvPr>
          <p:cNvCxnSpPr>
            <a:cxnSpLocks/>
          </p:cNvCxnSpPr>
          <p:nvPr/>
        </p:nvCxnSpPr>
        <p:spPr>
          <a:xfrm>
            <a:off x="72457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5E9EC92-5370-4485-B887-08E8251CED88}"/>
              </a:ext>
            </a:extLst>
          </p:cNvPr>
          <p:cNvCxnSpPr>
            <a:cxnSpLocks/>
          </p:cNvCxnSpPr>
          <p:nvPr/>
        </p:nvCxnSpPr>
        <p:spPr>
          <a:xfrm>
            <a:off x="82070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C124FC6B-32FE-43FF-B827-E78B0476623B}"/>
              </a:ext>
            </a:extLst>
          </p:cNvPr>
          <p:cNvSpPr txBox="1"/>
          <p:nvPr/>
        </p:nvSpPr>
        <p:spPr>
          <a:xfrm>
            <a:off x="77354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0.35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195CBAC-F8F1-443A-8A15-7AFE258BB926}"/>
              </a:ext>
            </a:extLst>
          </p:cNvPr>
          <p:cNvSpPr txBox="1"/>
          <p:nvPr/>
        </p:nvSpPr>
        <p:spPr>
          <a:xfrm>
            <a:off x="64551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8832396-61D5-4AF1-A952-ED5348639AFE}"/>
              </a:ext>
            </a:extLst>
          </p:cNvPr>
          <p:cNvSpPr txBox="1"/>
          <p:nvPr/>
        </p:nvSpPr>
        <p:spPr>
          <a:xfrm>
            <a:off x="68728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EEFDC66-465F-45C6-8BA1-7CA797C1982D}"/>
              </a:ext>
            </a:extLst>
          </p:cNvPr>
          <p:cNvSpPr txBox="1"/>
          <p:nvPr/>
        </p:nvSpPr>
        <p:spPr>
          <a:xfrm>
            <a:off x="64551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D86F124-3032-48CD-BCCA-3E72C8B3A6D1}"/>
              </a:ext>
            </a:extLst>
          </p:cNvPr>
          <p:cNvSpPr txBox="1"/>
          <p:nvPr/>
        </p:nvSpPr>
        <p:spPr>
          <a:xfrm>
            <a:off x="82642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33D7D92-30CB-4A53-B7BF-0BF04B2E7A90}"/>
              </a:ext>
            </a:extLst>
          </p:cNvPr>
          <p:cNvSpPr txBox="1"/>
          <p:nvPr/>
        </p:nvSpPr>
        <p:spPr>
          <a:xfrm>
            <a:off x="82642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760C9BD-D85C-4DBA-BA28-FDC8726E7B35}"/>
              </a:ext>
            </a:extLst>
          </p:cNvPr>
          <p:cNvSpPr txBox="1"/>
          <p:nvPr/>
        </p:nvSpPr>
        <p:spPr>
          <a:xfrm>
            <a:off x="72204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A4EED2D-1867-40A9-AF5E-51B204B17F8F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D6CD52-8156-978F-843F-7EA2C534FCFE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32A11E-7B07-3676-F872-0F5A23058121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FD94B7-1CA7-476D-A136-B754090E8201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202531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8" grpId="0"/>
      <p:bldP spid="52" grpId="0"/>
      <p:bldP spid="53" grpId="0"/>
      <p:bldP spid="60" grpId="0"/>
      <p:bldP spid="63" grpId="0"/>
      <p:bldP spid="68" grpId="0"/>
      <p:bldP spid="69" grpId="0"/>
      <p:bldP spid="70" grpId="0"/>
      <p:bldP spid="71" grpId="0"/>
      <p:bldP spid="2" grpId="0"/>
      <p:bldP spid="3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2.3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1.38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833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755595" y="-488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138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1.38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1207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1207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0769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6608A3-2BCD-4907-9433-8BA5AAE52F55}"/>
              </a:ext>
            </a:extLst>
          </p:cNvPr>
          <p:cNvSpPr txBox="1"/>
          <p:nvPr/>
        </p:nvSpPr>
        <p:spPr>
          <a:xfrm>
            <a:off x="57090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1.3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E51C2D-F4AF-412D-BA5B-E30BA3310AB7}"/>
              </a:ext>
            </a:extLst>
          </p:cNvPr>
          <p:cNvSpPr txBox="1"/>
          <p:nvPr/>
        </p:nvSpPr>
        <p:spPr>
          <a:xfrm>
            <a:off x="77084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0.91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F8CC567-1081-4FB0-A4D4-4509E0642A73}"/>
              </a:ext>
            </a:extLst>
          </p:cNvPr>
          <p:cNvCxnSpPr>
            <a:cxnSpLocks/>
          </p:cNvCxnSpPr>
          <p:nvPr/>
        </p:nvCxnSpPr>
        <p:spPr>
          <a:xfrm>
            <a:off x="60701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E32F588-F6B7-499A-9BF9-126123282A2B}"/>
              </a:ext>
            </a:extLst>
          </p:cNvPr>
          <p:cNvSpPr txBox="1"/>
          <p:nvPr/>
        </p:nvSpPr>
        <p:spPr>
          <a:xfrm>
            <a:off x="54268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69FEA91-C1AC-403D-88D2-55F256BE0EBE}"/>
              </a:ext>
            </a:extLst>
          </p:cNvPr>
          <p:cNvSpPr txBox="1"/>
          <p:nvPr/>
        </p:nvSpPr>
        <p:spPr>
          <a:xfrm>
            <a:off x="57812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0EBAEC7-E6A3-4273-A0C9-533E5B98DCC2}"/>
              </a:ext>
            </a:extLst>
          </p:cNvPr>
          <p:cNvSpPr txBox="1"/>
          <p:nvPr/>
        </p:nvSpPr>
        <p:spPr>
          <a:xfrm>
            <a:off x="69609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5DBBB93-4F68-4DC8-B18A-AB497C65D97D}"/>
              </a:ext>
            </a:extLst>
          </p:cNvPr>
          <p:cNvSpPr txBox="1"/>
          <p:nvPr/>
        </p:nvSpPr>
        <p:spPr>
          <a:xfrm>
            <a:off x="75420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91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E1CBD5D-DE48-4CC5-B8E4-68F3A6CE5AEB}"/>
              </a:ext>
            </a:extLst>
          </p:cNvPr>
          <p:cNvCxnSpPr>
            <a:cxnSpLocks/>
          </p:cNvCxnSpPr>
          <p:nvPr/>
        </p:nvCxnSpPr>
        <p:spPr>
          <a:xfrm>
            <a:off x="72457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5E9EC92-5370-4485-B887-08E8251CED88}"/>
              </a:ext>
            </a:extLst>
          </p:cNvPr>
          <p:cNvCxnSpPr>
            <a:cxnSpLocks/>
          </p:cNvCxnSpPr>
          <p:nvPr/>
        </p:nvCxnSpPr>
        <p:spPr>
          <a:xfrm>
            <a:off x="82070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C124FC6B-32FE-43FF-B827-E78B0476623B}"/>
              </a:ext>
            </a:extLst>
          </p:cNvPr>
          <p:cNvSpPr txBox="1"/>
          <p:nvPr/>
        </p:nvSpPr>
        <p:spPr>
          <a:xfrm>
            <a:off x="77354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0.91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195CBAC-F8F1-443A-8A15-7AFE258BB926}"/>
              </a:ext>
            </a:extLst>
          </p:cNvPr>
          <p:cNvSpPr txBox="1"/>
          <p:nvPr/>
        </p:nvSpPr>
        <p:spPr>
          <a:xfrm>
            <a:off x="64551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8832396-61D5-4AF1-A952-ED5348639AFE}"/>
              </a:ext>
            </a:extLst>
          </p:cNvPr>
          <p:cNvSpPr txBox="1"/>
          <p:nvPr/>
        </p:nvSpPr>
        <p:spPr>
          <a:xfrm>
            <a:off x="68728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EEFDC66-465F-45C6-8BA1-7CA797C1982D}"/>
              </a:ext>
            </a:extLst>
          </p:cNvPr>
          <p:cNvSpPr txBox="1"/>
          <p:nvPr/>
        </p:nvSpPr>
        <p:spPr>
          <a:xfrm>
            <a:off x="64551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D86F124-3032-48CD-BCCA-3E72C8B3A6D1}"/>
              </a:ext>
            </a:extLst>
          </p:cNvPr>
          <p:cNvSpPr txBox="1"/>
          <p:nvPr/>
        </p:nvSpPr>
        <p:spPr>
          <a:xfrm>
            <a:off x="82642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33D7D92-30CB-4A53-B7BF-0BF04B2E7A90}"/>
              </a:ext>
            </a:extLst>
          </p:cNvPr>
          <p:cNvSpPr txBox="1"/>
          <p:nvPr/>
        </p:nvSpPr>
        <p:spPr>
          <a:xfrm>
            <a:off x="82642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760C9BD-D85C-4DBA-BA28-FDC8726E7B35}"/>
              </a:ext>
            </a:extLst>
          </p:cNvPr>
          <p:cNvSpPr txBox="1"/>
          <p:nvPr/>
        </p:nvSpPr>
        <p:spPr>
          <a:xfrm>
            <a:off x="72204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CC89B51-A2D8-49D8-B195-2825CC28EFB2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0A4D46-DB29-7D1B-F055-BD976694A0FA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261A3E-7F66-3AB5-DC79-A0FC9F952758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4F1456-5A13-0916-7BA5-E50153B0ACA0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451501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8" grpId="0"/>
      <p:bldP spid="52" grpId="0"/>
      <p:bldP spid="53" grpId="0"/>
      <p:bldP spid="60" grpId="0"/>
      <p:bldP spid="63" grpId="0"/>
      <p:bldP spid="68" grpId="0"/>
      <p:bldP spid="69" grpId="0"/>
      <p:bldP spid="70" grpId="0"/>
      <p:bldP spid="71" grpId="0"/>
      <p:bldP spid="2" grpId="0"/>
      <p:bldP spid="3" grpId="0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793630" y="-16860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A86C178-0F82-4EA2-8FA9-DB4BE9B725B4}"/>
              </a:ext>
            </a:extLst>
          </p:cNvPr>
          <p:cNvSpPr txBox="1"/>
          <p:nvPr/>
        </p:nvSpPr>
        <p:spPr>
          <a:xfrm>
            <a:off x="5448465" y="722087"/>
            <a:ext cx="28296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1</a:t>
            </a:r>
            <a:r>
              <a:rPr lang="en-GB" sz="3200" dirty="0"/>
              <a:t>)   0.5 × 3 = 1.5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3D428F-5393-4D84-98F7-C605A91E6436}"/>
              </a:ext>
            </a:extLst>
          </p:cNvPr>
          <p:cNvSpPr txBox="1"/>
          <p:nvPr/>
        </p:nvSpPr>
        <p:spPr>
          <a:xfrm>
            <a:off x="5448465" y="1573834"/>
            <a:ext cx="28296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2</a:t>
            </a:r>
            <a:r>
              <a:rPr lang="en-GB" sz="3200" dirty="0"/>
              <a:t>)   6 × 0.2 = 1.2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8A31413-A14D-46E2-AF46-83BC97FB2DA0}"/>
              </a:ext>
            </a:extLst>
          </p:cNvPr>
          <p:cNvSpPr txBox="1"/>
          <p:nvPr/>
        </p:nvSpPr>
        <p:spPr>
          <a:xfrm>
            <a:off x="5448465" y="2425581"/>
            <a:ext cx="3350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3</a:t>
            </a:r>
            <a:r>
              <a:rPr lang="en-GB" sz="3200" dirty="0"/>
              <a:t>)   0.6 × 0.6 = 0.36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AD8691B-4639-4D3D-AB44-FBC2E0D1CFFE}"/>
              </a:ext>
            </a:extLst>
          </p:cNvPr>
          <p:cNvSpPr txBox="1"/>
          <p:nvPr/>
        </p:nvSpPr>
        <p:spPr>
          <a:xfrm>
            <a:off x="5448465" y="3277328"/>
            <a:ext cx="3350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4</a:t>
            </a:r>
            <a:r>
              <a:rPr lang="en-GB" sz="3200" dirty="0"/>
              <a:t>)   1.1 × 0.8 = 0.88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CBBE76A-F04D-4FB1-8D11-355FCF19E4CD}"/>
              </a:ext>
            </a:extLst>
          </p:cNvPr>
          <p:cNvSpPr txBox="1"/>
          <p:nvPr/>
        </p:nvSpPr>
        <p:spPr>
          <a:xfrm>
            <a:off x="5448465" y="4129075"/>
            <a:ext cx="32464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5</a:t>
            </a:r>
            <a:r>
              <a:rPr lang="en-GB" sz="3200" dirty="0"/>
              <a:t>)   0.12 × 4 = 0.48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4516145-DB36-4AE9-B7FE-23B2F55BC176}"/>
              </a:ext>
            </a:extLst>
          </p:cNvPr>
          <p:cNvSpPr txBox="1"/>
          <p:nvPr/>
        </p:nvSpPr>
        <p:spPr>
          <a:xfrm>
            <a:off x="5448465" y="4980822"/>
            <a:ext cx="37673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6</a:t>
            </a:r>
            <a:r>
              <a:rPr lang="en-GB" sz="3200" dirty="0"/>
              <a:t>)   0.5 × 0.13 = 0.065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24616B4-540B-482F-9F23-5CBA8891AFC4}"/>
              </a:ext>
            </a:extLst>
          </p:cNvPr>
          <p:cNvSpPr txBox="1"/>
          <p:nvPr/>
        </p:nvSpPr>
        <p:spPr>
          <a:xfrm>
            <a:off x="5448465" y="5832567"/>
            <a:ext cx="41841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7</a:t>
            </a:r>
            <a:r>
              <a:rPr lang="en-GB" sz="3200" dirty="0"/>
              <a:t>)   0.21 × 0.04 = 0.0084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7D974AD-2071-424E-93FB-312CDABBD730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1D6692-F503-4DBF-A560-063D870E8C17}"/>
              </a:ext>
            </a:extLst>
          </p:cNvPr>
          <p:cNvSpPr/>
          <p:nvPr/>
        </p:nvSpPr>
        <p:spPr>
          <a:xfrm>
            <a:off x="7666892" y="681463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F11C38B-CE39-41A0-AA51-A7218AAAD1EA}"/>
              </a:ext>
            </a:extLst>
          </p:cNvPr>
          <p:cNvSpPr/>
          <p:nvPr/>
        </p:nvSpPr>
        <p:spPr>
          <a:xfrm>
            <a:off x="7634654" y="1642755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B030BF5-2075-4561-832A-BB16AEC42B4A}"/>
              </a:ext>
            </a:extLst>
          </p:cNvPr>
          <p:cNvSpPr/>
          <p:nvPr/>
        </p:nvSpPr>
        <p:spPr>
          <a:xfrm>
            <a:off x="7918938" y="2384240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3FB9E3C-03F9-4E35-B2A9-61C5433BA611}"/>
              </a:ext>
            </a:extLst>
          </p:cNvPr>
          <p:cNvSpPr/>
          <p:nvPr/>
        </p:nvSpPr>
        <p:spPr>
          <a:xfrm>
            <a:off x="7939454" y="3257609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A0209C3-EA73-41CB-A144-A1302BB8485E}"/>
              </a:ext>
            </a:extLst>
          </p:cNvPr>
          <p:cNvSpPr/>
          <p:nvPr/>
        </p:nvSpPr>
        <p:spPr>
          <a:xfrm>
            <a:off x="7819293" y="4201316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C2623BC-85EC-46A7-AEEE-990705F3DA7D}"/>
              </a:ext>
            </a:extLst>
          </p:cNvPr>
          <p:cNvSpPr/>
          <p:nvPr/>
        </p:nvSpPr>
        <p:spPr>
          <a:xfrm>
            <a:off x="8059616" y="4907632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DFF07D7-5318-4E47-8F93-03CF6324A96B}"/>
              </a:ext>
            </a:extLst>
          </p:cNvPr>
          <p:cNvSpPr/>
          <p:nvPr/>
        </p:nvSpPr>
        <p:spPr>
          <a:xfrm>
            <a:off x="8361485" y="5763417"/>
            <a:ext cx="1256701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C49DAD-77A1-FF43-55D4-BA333488BBBB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2.3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A6224F-A88F-85F4-75B4-267F470F07A1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1.38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D2AD280-EED4-3D50-80FE-5BFC2973B9E8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5C15AB6-8C1C-AFB5-8098-DB50BF7A4015}"/>
              </a:ext>
            </a:extLst>
          </p:cNvPr>
          <p:cNvSpPr txBox="1"/>
          <p:nvPr/>
        </p:nvSpPr>
        <p:spPr>
          <a:xfrm>
            <a:off x="2833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FDFF14-3D0E-214B-800B-477EC384C0F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F5CDA7-05DF-6243-0930-B1DEF3C5A203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347208-5DE6-81B8-21A1-60D22A6F8626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138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D425DAA-CED2-4D09-419B-E1BDB5BEA4DF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C7728C-9687-6237-84B6-D8FA711A7AF5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1F4C867-A0B1-BF20-D024-CA6B35CD7C94}"/>
              </a:ext>
            </a:extLst>
          </p:cNvPr>
          <p:cNvSpPr txBox="1"/>
          <p:nvPr/>
        </p:nvSpPr>
        <p:spPr>
          <a:xfrm>
            <a:off x="25919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1.38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C5CA82-A8DF-4F43-7875-331609FE70BE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05E9DB-D2D9-C04C-07E5-D8A4290EF880}"/>
              </a:ext>
            </a:extLst>
          </p:cNvPr>
          <p:cNvSpPr txBox="1"/>
          <p:nvPr/>
        </p:nvSpPr>
        <p:spPr>
          <a:xfrm>
            <a:off x="17293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B987AE-F08B-ACF3-C5CD-127C918401D2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911724-0440-C5BB-836A-8F4C797989FC}"/>
              </a:ext>
            </a:extLst>
          </p:cNvPr>
          <p:cNvSpPr txBox="1"/>
          <p:nvPr/>
        </p:nvSpPr>
        <p:spPr>
          <a:xfrm>
            <a:off x="31207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CD15DD-705F-FF5E-5804-1B4DDF5FC142}"/>
              </a:ext>
            </a:extLst>
          </p:cNvPr>
          <p:cNvSpPr txBox="1"/>
          <p:nvPr/>
        </p:nvSpPr>
        <p:spPr>
          <a:xfrm>
            <a:off x="31207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57F653-7105-9D6A-7EE2-21C81D2F7543}"/>
              </a:ext>
            </a:extLst>
          </p:cNvPr>
          <p:cNvSpPr txBox="1"/>
          <p:nvPr/>
        </p:nvSpPr>
        <p:spPr>
          <a:xfrm>
            <a:off x="20769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581F39-694A-06C7-7B46-3F0B2277D4AC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06ABDE-87EC-0AE8-C464-83B1F7A07F04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4C6B148-2880-761E-8D20-DE1CD97C29B1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466016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6" grpId="0" animBg="1"/>
      <p:bldP spid="47" grpId="0" animBg="1"/>
      <p:bldP spid="50" grpId="0" animBg="1"/>
      <p:bldP spid="51" grpId="0" animBg="1"/>
      <p:bldP spid="52" grpId="0" animBg="1"/>
      <p:bldP spid="53" grpId="0" animBg="1"/>
      <p:bldP spid="23" grpId="0"/>
      <p:bldP spid="24" grpId="0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0.17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4205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0.068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68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487759" y="3455381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0.068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6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072580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075339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8958D6-49A7-4B58-BD0E-21C632D4A271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FA83B0-DC0A-BFF2-8D54-A34C5FB15DDA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590179-CD55-C6A5-323B-DA0F6056DD48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FB6F04-17C5-DF94-1693-E25A69A28CE0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847913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8" grpId="0"/>
      <p:bldP spid="49" grpId="0"/>
      <p:bldP spid="57" grpId="0"/>
      <p:bldP spid="30" grpId="0"/>
      <p:bldP spid="38" grpId="0"/>
      <p:bldP spid="39" grpId="0"/>
      <p:bldP spid="40" grpId="0"/>
      <p:bldP spid="2" grpId="0"/>
      <p:bldP spid="3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0.35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0.07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4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0.07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6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072580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075339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9C84204-7CC2-45C4-829A-A7C28BF8107E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C88316-8290-429E-3E03-F4A38DA07732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753634-BB88-D068-927B-ADBDCA5E22D3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EB10CC-9EA9-7463-F47D-655B7E00D16F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045898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8" grpId="0"/>
      <p:bldP spid="49" grpId="0"/>
      <p:bldP spid="57" grpId="0"/>
      <p:bldP spid="30" grpId="0"/>
      <p:bldP spid="38" grpId="0"/>
      <p:bldP spid="39" grpId="0"/>
      <p:bldP spid="40" grpId="0"/>
      <p:bldP spid="2" grpId="0"/>
      <p:bldP spid="3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0.35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0.07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710390" y="24703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4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0.07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6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072580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075339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3AC391-8EE4-4648-B6BD-1634500137F0}"/>
              </a:ext>
            </a:extLst>
          </p:cNvPr>
          <p:cNvSpPr txBox="1"/>
          <p:nvPr/>
        </p:nvSpPr>
        <p:spPr>
          <a:xfrm>
            <a:off x="5579807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0.26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C16812-1252-498A-ABE3-A7131CC39AC2}"/>
              </a:ext>
            </a:extLst>
          </p:cNvPr>
          <p:cNvSpPr txBox="1"/>
          <p:nvPr/>
        </p:nvSpPr>
        <p:spPr>
          <a:xfrm>
            <a:off x="7787550" y="729765"/>
            <a:ext cx="14205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0.078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BB90035-D8D3-4B51-BCF1-8AAEC6E67F44}"/>
              </a:ext>
            </a:extLst>
          </p:cNvPr>
          <p:cNvCxnSpPr>
            <a:cxnSpLocks/>
          </p:cNvCxnSpPr>
          <p:nvPr/>
        </p:nvCxnSpPr>
        <p:spPr>
          <a:xfrm>
            <a:off x="6149271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47FB717-4706-4914-BD6A-CB77E74C0C9E}"/>
              </a:ext>
            </a:extLst>
          </p:cNvPr>
          <p:cNvSpPr txBox="1"/>
          <p:nvPr/>
        </p:nvSpPr>
        <p:spPr>
          <a:xfrm>
            <a:off x="5453227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C5E305-870B-4A1F-A2D5-76F9294EC96D}"/>
              </a:ext>
            </a:extLst>
          </p:cNvPr>
          <p:cNvSpPr txBox="1"/>
          <p:nvPr/>
        </p:nvSpPr>
        <p:spPr>
          <a:xfrm>
            <a:off x="5860394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DA77D52-C441-4BCD-9C71-7426A9FF3061}"/>
              </a:ext>
            </a:extLst>
          </p:cNvPr>
          <p:cNvSpPr txBox="1"/>
          <p:nvPr/>
        </p:nvSpPr>
        <p:spPr>
          <a:xfrm>
            <a:off x="7040069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BB3A69A-93BA-41B2-9825-CC20DF316661}"/>
              </a:ext>
            </a:extLst>
          </p:cNvPr>
          <p:cNvSpPr txBox="1"/>
          <p:nvPr/>
        </p:nvSpPr>
        <p:spPr>
          <a:xfrm>
            <a:off x="7621186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78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B11CF20-1714-4DAF-B5FC-99CEC8632E27}"/>
              </a:ext>
            </a:extLst>
          </p:cNvPr>
          <p:cNvCxnSpPr>
            <a:cxnSpLocks/>
          </p:cNvCxnSpPr>
          <p:nvPr/>
        </p:nvCxnSpPr>
        <p:spPr>
          <a:xfrm>
            <a:off x="7324854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55D90CA-D419-4B79-8B3F-63DE3A40E750}"/>
              </a:ext>
            </a:extLst>
          </p:cNvPr>
          <p:cNvCxnSpPr>
            <a:cxnSpLocks/>
          </p:cNvCxnSpPr>
          <p:nvPr/>
        </p:nvCxnSpPr>
        <p:spPr>
          <a:xfrm>
            <a:off x="8286146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EC01E2B-7AD0-4B6D-B6F1-FE668887CA52}"/>
              </a:ext>
            </a:extLst>
          </p:cNvPr>
          <p:cNvSpPr txBox="1"/>
          <p:nvPr/>
        </p:nvSpPr>
        <p:spPr>
          <a:xfrm>
            <a:off x="8295211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630CDDE-BA25-4685-832D-E4487C25CA7F}"/>
              </a:ext>
            </a:extLst>
          </p:cNvPr>
          <p:cNvSpPr txBox="1"/>
          <p:nvPr/>
        </p:nvSpPr>
        <p:spPr>
          <a:xfrm>
            <a:off x="7710390" y="3455381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0.078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CEF4558-870A-43A4-849F-E4F8F4D7E4B2}"/>
              </a:ext>
            </a:extLst>
          </p:cNvPr>
          <p:cNvSpPr txBox="1"/>
          <p:nvPr/>
        </p:nvSpPr>
        <p:spPr>
          <a:xfrm>
            <a:off x="6534294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BD62B62-209E-4601-A16B-BB45688F05A7}"/>
              </a:ext>
            </a:extLst>
          </p:cNvPr>
          <p:cNvSpPr txBox="1"/>
          <p:nvPr/>
        </p:nvSpPr>
        <p:spPr>
          <a:xfrm>
            <a:off x="6951987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2728970-3AAD-4F75-B96B-F5C368C19092}"/>
              </a:ext>
            </a:extLst>
          </p:cNvPr>
          <p:cNvSpPr txBox="1"/>
          <p:nvPr/>
        </p:nvSpPr>
        <p:spPr>
          <a:xfrm>
            <a:off x="6534294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6DBD756-B4F7-4941-8664-CC5EAB7BB8AC}"/>
              </a:ext>
            </a:extLst>
          </p:cNvPr>
          <p:cNvSpPr txBox="1"/>
          <p:nvPr/>
        </p:nvSpPr>
        <p:spPr>
          <a:xfrm>
            <a:off x="8295211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A5F97EC-F7B3-4B20-B6B3-E558FA713BF3}"/>
              </a:ext>
            </a:extLst>
          </p:cNvPr>
          <p:cNvSpPr txBox="1"/>
          <p:nvPr/>
        </p:nvSpPr>
        <p:spPr>
          <a:xfrm>
            <a:off x="8297970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C62B52E-D8B3-4ED7-9D0C-91F41DD55A39}"/>
              </a:ext>
            </a:extLst>
          </p:cNvPr>
          <p:cNvSpPr txBox="1"/>
          <p:nvPr/>
        </p:nvSpPr>
        <p:spPr>
          <a:xfrm>
            <a:off x="5453227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CDCAB70-615B-4C73-A67E-00E923BEADC0}"/>
              </a:ext>
            </a:extLst>
          </p:cNvPr>
          <p:cNvSpPr txBox="1"/>
          <p:nvPr/>
        </p:nvSpPr>
        <p:spPr>
          <a:xfrm>
            <a:off x="7413912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FA4DCF4-886E-4311-AE0D-1F1AE02C27CD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7B6CCF-4D7B-357C-BC08-2347C5B24C53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997503-459D-F9AB-8DA0-AA7263BC0D8B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7FE41D-AA27-1AA4-D6F4-1AC83F2BC3E3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948277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7" grpId="0"/>
      <p:bldP spid="50" grpId="0"/>
      <p:bldP spid="51" grpId="0"/>
      <p:bldP spid="54" grpId="0"/>
      <p:bldP spid="60" grpId="0"/>
      <p:bldP spid="61" grpId="0"/>
      <p:bldP spid="64" grpId="0"/>
      <p:bldP spid="65" grpId="0"/>
      <p:bldP spid="66" grpId="0"/>
      <p:bldP spid="67" grpId="0"/>
      <p:bldP spid="68" grpId="0"/>
      <p:bldP spid="2" grpId="0"/>
      <p:bldP spid="3" grpId="0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0.35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0.07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689474" y="35118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4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0.07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6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072580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075339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3AC391-8EE4-4648-B6BD-1634500137F0}"/>
              </a:ext>
            </a:extLst>
          </p:cNvPr>
          <p:cNvSpPr txBox="1"/>
          <p:nvPr/>
        </p:nvSpPr>
        <p:spPr>
          <a:xfrm>
            <a:off x="5579807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0.42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C16812-1252-498A-ABE3-A7131CC39AC2}"/>
              </a:ext>
            </a:extLst>
          </p:cNvPr>
          <p:cNvSpPr txBox="1"/>
          <p:nvPr/>
        </p:nvSpPr>
        <p:spPr>
          <a:xfrm>
            <a:off x="7787550" y="729765"/>
            <a:ext cx="16289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0.0168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BB90035-D8D3-4B51-BCF1-8AAEC6E67F44}"/>
              </a:ext>
            </a:extLst>
          </p:cNvPr>
          <p:cNvCxnSpPr>
            <a:cxnSpLocks/>
          </p:cNvCxnSpPr>
          <p:nvPr/>
        </p:nvCxnSpPr>
        <p:spPr>
          <a:xfrm>
            <a:off x="6149271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47FB717-4706-4914-BD6A-CB77E74C0C9E}"/>
              </a:ext>
            </a:extLst>
          </p:cNvPr>
          <p:cNvSpPr txBox="1"/>
          <p:nvPr/>
        </p:nvSpPr>
        <p:spPr>
          <a:xfrm>
            <a:off x="5453227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C5E305-870B-4A1F-A2D5-76F9294EC96D}"/>
              </a:ext>
            </a:extLst>
          </p:cNvPr>
          <p:cNvSpPr txBox="1"/>
          <p:nvPr/>
        </p:nvSpPr>
        <p:spPr>
          <a:xfrm>
            <a:off x="5860394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DA77D52-C441-4BCD-9C71-7426A9FF3061}"/>
              </a:ext>
            </a:extLst>
          </p:cNvPr>
          <p:cNvSpPr txBox="1"/>
          <p:nvPr/>
        </p:nvSpPr>
        <p:spPr>
          <a:xfrm>
            <a:off x="7040069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BB3A69A-93BA-41B2-9825-CC20DF316661}"/>
              </a:ext>
            </a:extLst>
          </p:cNvPr>
          <p:cNvSpPr txBox="1"/>
          <p:nvPr/>
        </p:nvSpPr>
        <p:spPr>
          <a:xfrm>
            <a:off x="7621186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168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B11CF20-1714-4DAF-B5FC-99CEC8632E27}"/>
              </a:ext>
            </a:extLst>
          </p:cNvPr>
          <p:cNvCxnSpPr>
            <a:cxnSpLocks/>
          </p:cNvCxnSpPr>
          <p:nvPr/>
        </p:nvCxnSpPr>
        <p:spPr>
          <a:xfrm>
            <a:off x="7324854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55D90CA-D419-4B79-8B3F-63DE3A40E750}"/>
              </a:ext>
            </a:extLst>
          </p:cNvPr>
          <p:cNvCxnSpPr>
            <a:cxnSpLocks/>
          </p:cNvCxnSpPr>
          <p:nvPr/>
        </p:nvCxnSpPr>
        <p:spPr>
          <a:xfrm>
            <a:off x="8286146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EC01E2B-7AD0-4B6D-B6F1-FE668887CA52}"/>
              </a:ext>
            </a:extLst>
          </p:cNvPr>
          <p:cNvSpPr txBox="1"/>
          <p:nvPr/>
        </p:nvSpPr>
        <p:spPr>
          <a:xfrm>
            <a:off x="8295211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630CDDE-BA25-4685-832D-E4487C25CA7F}"/>
              </a:ext>
            </a:extLst>
          </p:cNvPr>
          <p:cNvSpPr txBox="1"/>
          <p:nvPr/>
        </p:nvSpPr>
        <p:spPr>
          <a:xfrm>
            <a:off x="7606195" y="3455381"/>
            <a:ext cx="13308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0.0168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CEF4558-870A-43A4-849F-E4F8F4D7E4B2}"/>
              </a:ext>
            </a:extLst>
          </p:cNvPr>
          <p:cNvSpPr txBox="1"/>
          <p:nvPr/>
        </p:nvSpPr>
        <p:spPr>
          <a:xfrm>
            <a:off x="6534294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BD62B62-209E-4601-A16B-BB45688F05A7}"/>
              </a:ext>
            </a:extLst>
          </p:cNvPr>
          <p:cNvSpPr txBox="1"/>
          <p:nvPr/>
        </p:nvSpPr>
        <p:spPr>
          <a:xfrm>
            <a:off x="6951987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2728970-3AAD-4F75-B96B-F5C368C19092}"/>
              </a:ext>
            </a:extLst>
          </p:cNvPr>
          <p:cNvSpPr txBox="1"/>
          <p:nvPr/>
        </p:nvSpPr>
        <p:spPr>
          <a:xfrm>
            <a:off x="6534294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6DBD756-B4F7-4941-8664-CC5EAB7BB8AC}"/>
              </a:ext>
            </a:extLst>
          </p:cNvPr>
          <p:cNvSpPr txBox="1"/>
          <p:nvPr/>
        </p:nvSpPr>
        <p:spPr>
          <a:xfrm>
            <a:off x="8295211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A5F97EC-F7B3-4B20-B6B3-E558FA713BF3}"/>
              </a:ext>
            </a:extLst>
          </p:cNvPr>
          <p:cNvSpPr txBox="1"/>
          <p:nvPr/>
        </p:nvSpPr>
        <p:spPr>
          <a:xfrm>
            <a:off x="8297970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C62B52E-D8B3-4ED7-9D0C-91F41DD55A39}"/>
              </a:ext>
            </a:extLst>
          </p:cNvPr>
          <p:cNvSpPr txBox="1"/>
          <p:nvPr/>
        </p:nvSpPr>
        <p:spPr>
          <a:xfrm>
            <a:off x="5453227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CDCAB70-615B-4C73-A67E-00E923BEADC0}"/>
              </a:ext>
            </a:extLst>
          </p:cNvPr>
          <p:cNvSpPr txBox="1"/>
          <p:nvPr/>
        </p:nvSpPr>
        <p:spPr>
          <a:xfrm>
            <a:off x="7413912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DD28C47-5E57-45F5-86C8-7DDF4C733F6E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8D369B-44ED-FBF5-546C-3774C5FA6061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C49384-B09F-039A-BFCC-8B6CFA0EDF48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A7D5A0-48E9-8C07-F6F9-03C31F9ED68E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731229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7" grpId="0"/>
      <p:bldP spid="50" grpId="0"/>
      <p:bldP spid="51" grpId="0"/>
      <p:bldP spid="54" grpId="0"/>
      <p:bldP spid="60" grpId="0"/>
      <p:bldP spid="61" grpId="0"/>
      <p:bldP spid="64" grpId="0"/>
      <p:bldP spid="65" grpId="0"/>
      <p:bldP spid="66" grpId="0"/>
      <p:bldP spid="67" grpId="0"/>
      <p:bldP spid="68" grpId="0"/>
      <p:bldP spid="2" grpId="0"/>
      <p:bldP spid="3" grpId="0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0.13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6289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0.0195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713243" y="2127742"/>
            <a:ext cx="6944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15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195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166560" y="261752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383563" y="3455381"/>
            <a:ext cx="13308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0.0195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625159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0.15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186880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78751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78751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4DAFA4D-0AE6-4507-96B2-78C5F0AF00E1}"/>
              </a:ext>
            </a:extLst>
          </p:cNvPr>
          <p:cNvSpPr txBox="1"/>
          <p:nvPr/>
        </p:nvSpPr>
        <p:spPr>
          <a:xfrm>
            <a:off x="2191281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5121FA-8DEC-4515-B5D7-E9336AD10524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97B83A-5957-ABA3-7F04-1C348CE6F95F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59351D-887E-ABE2-0AC6-2B2983797CC1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0E0D20-702C-E588-8E64-0F714DC4B94C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598130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8" grpId="0"/>
      <p:bldP spid="49" grpId="0"/>
      <p:bldP spid="57" grpId="0"/>
      <p:bldP spid="30" grpId="0"/>
      <p:bldP spid="31" grpId="0"/>
      <p:bldP spid="38" grpId="0"/>
      <p:bldP spid="39" grpId="0"/>
      <p:bldP spid="40" grpId="0"/>
      <p:bldP spid="41" grpId="0"/>
      <p:bldP spid="2" grpId="0"/>
      <p:bldP spid="3" grpId="0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0.22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6289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0.0176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176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166560" y="261752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383563" y="3455381"/>
            <a:ext cx="13308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0.0176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625159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0.08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186880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78751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78751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4DAFA4D-0AE6-4507-96B2-78C5F0AF00E1}"/>
              </a:ext>
            </a:extLst>
          </p:cNvPr>
          <p:cNvSpPr txBox="1"/>
          <p:nvPr/>
        </p:nvSpPr>
        <p:spPr>
          <a:xfrm>
            <a:off x="2191281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268905B-5C22-4FF3-BD43-FDCD96A4A72C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DF6C8E-6317-E5C8-1F0C-91E12A7A555E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A6D492-05AE-1A2C-2428-0C12B8C8C9F6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0A7A55-30B4-35AC-63ED-18ECAC9572E8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319554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8" grpId="0"/>
      <p:bldP spid="49" grpId="0"/>
      <p:bldP spid="57" grpId="0"/>
      <p:bldP spid="30" grpId="0"/>
      <p:bldP spid="31" grpId="0"/>
      <p:bldP spid="38" grpId="0"/>
      <p:bldP spid="39" grpId="0"/>
      <p:bldP spid="40" grpId="0"/>
      <p:bldP spid="41" grpId="0"/>
      <p:bldP spid="2" grpId="0"/>
      <p:bldP spid="3" grpId="0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0.22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6289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0.0176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947373" y="15389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176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166560" y="261752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383563" y="3455381"/>
            <a:ext cx="13308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0.0176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625159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0.08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186880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78751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78751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4DAFA4D-0AE6-4507-96B2-78C5F0AF00E1}"/>
              </a:ext>
            </a:extLst>
          </p:cNvPr>
          <p:cNvSpPr txBox="1"/>
          <p:nvPr/>
        </p:nvSpPr>
        <p:spPr>
          <a:xfrm>
            <a:off x="2191281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C9F806D-910A-4E1E-BE06-6CEE8D4B57A8}"/>
              </a:ext>
            </a:extLst>
          </p:cNvPr>
          <p:cNvSpPr txBox="1"/>
          <p:nvPr/>
        </p:nvSpPr>
        <p:spPr>
          <a:xfrm>
            <a:off x="536605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0.16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A89E4C3-D73C-4D53-9EA4-9CCFEE46C05D}"/>
              </a:ext>
            </a:extLst>
          </p:cNvPr>
          <p:cNvSpPr txBox="1"/>
          <p:nvPr/>
        </p:nvSpPr>
        <p:spPr>
          <a:xfrm>
            <a:off x="7573799" y="729765"/>
            <a:ext cx="14205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0.064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2C6652B-D2DA-4B7F-8C6A-7BA2EB70719E}"/>
              </a:ext>
            </a:extLst>
          </p:cNvPr>
          <p:cNvCxnSpPr>
            <a:cxnSpLocks/>
          </p:cNvCxnSpPr>
          <p:nvPr/>
        </p:nvCxnSpPr>
        <p:spPr>
          <a:xfrm>
            <a:off x="593552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B3E95741-EA04-4A1F-9020-B0E3E8820E81}"/>
              </a:ext>
            </a:extLst>
          </p:cNvPr>
          <p:cNvSpPr txBox="1"/>
          <p:nvPr/>
        </p:nvSpPr>
        <p:spPr>
          <a:xfrm>
            <a:off x="523947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39A80F4-F627-433C-99B9-180BBB17C910}"/>
              </a:ext>
            </a:extLst>
          </p:cNvPr>
          <p:cNvSpPr txBox="1"/>
          <p:nvPr/>
        </p:nvSpPr>
        <p:spPr>
          <a:xfrm>
            <a:off x="564664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3652122-5838-4711-B2B7-579C6E35AAC9}"/>
              </a:ext>
            </a:extLst>
          </p:cNvPr>
          <p:cNvSpPr txBox="1"/>
          <p:nvPr/>
        </p:nvSpPr>
        <p:spPr>
          <a:xfrm>
            <a:off x="682631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8CF400E-444B-42AD-8780-B2FBA5B65191}"/>
              </a:ext>
            </a:extLst>
          </p:cNvPr>
          <p:cNvSpPr txBox="1"/>
          <p:nvPr/>
        </p:nvSpPr>
        <p:spPr>
          <a:xfrm>
            <a:off x="740743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64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7A20010-24D8-4C83-8BBD-73A560C47D6D}"/>
              </a:ext>
            </a:extLst>
          </p:cNvPr>
          <p:cNvCxnSpPr>
            <a:cxnSpLocks/>
          </p:cNvCxnSpPr>
          <p:nvPr/>
        </p:nvCxnSpPr>
        <p:spPr>
          <a:xfrm>
            <a:off x="711110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DAEC0EE-D9D2-476B-B8DA-9978B1AFB8E7}"/>
              </a:ext>
            </a:extLst>
          </p:cNvPr>
          <p:cNvCxnSpPr>
            <a:cxnSpLocks/>
          </p:cNvCxnSpPr>
          <p:nvPr/>
        </p:nvCxnSpPr>
        <p:spPr>
          <a:xfrm>
            <a:off x="807239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A903E228-654E-4DF2-A057-D89EB5910BBC}"/>
              </a:ext>
            </a:extLst>
          </p:cNvPr>
          <p:cNvSpPr txBox="1"/>
          <p:nvPr/>
        </p:nvSpPr>
        <p:spPr>
          <a:xfrm>
            <a:off x="8175440" y="261752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2331015-ABC4-420E-8C94-615EAD78D214}"/>
              </a:ext>
            </a:extLst>
          </p:cNvPr>
          <p:cNvSpPr txBox="1"/>
          <p:nvPr/>
        </p:nvSpPr>
        <p:spPr>
          <a:xfrm>
            <a:off x="7496638" y="3455381"/>
            <a:ext cx="11224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0.064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660153B-D199-447F-8B43-3C21B9C8C39C}"/>
              </a:ext>
            </a:extLst>
          </p:cNvPr>
          <p:cNvSpPr txBox="1"/>
          <p:nvPr/>
        </p:nvSpPr>
        <p:spPr>
          <a:xfrm>
            <a:off x="632054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6F8AE85-4D1A-4FE2-A857-2DDC7552B713}"/>
              </a:ext>
            </a:extLst>
          </p:cNvPr>
          <p:cNvSpPr txBox="1"/>
          <p:nvPr/>
        </p:nvSpPr>
        <p:spPr>
          <a:xfrm>
            <a:off x="6634039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0.04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792BBEF-0255-446F-84DE-AB5887030EA7}"/>
              </a:ext>
            </a:extLst>
          </p:cNvPr>
          <p:cNvSpPr txBox="1"/>
          <p:nvPr/>
        </p:nvSpPr>
        <p:spPr>
          <a:xfrm>
            <a:off x="632054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0E3C803-4807-4EDC-A201-4EA3D3356351}"/>
              </a:ext>
            </a:extLst>
          </p:cNvPr>
          <p:cNvSpPr txBox="1"/>
          <p:nvPr/>
        </p:nvSpPr>
        <p:spPr>
          <a:xfrm>
            <a:off x="8195760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4E4E626-6F35-422A-900C-557B7B06E4EB}"/>
              </a:ext>
            </a:extLst>
          </p:cNvPr>
          <p:cNvSpPr txBox="1"/>
          <p:nvPr/>
        </p:nvSpPr>
        <p:spPr>
          <a:xfrm>
            <a:off x="879639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F3C8CC5-FCDC-406C-9F1A-016383AC5D96}"/>
              </a:ext>
            </a:extLst>
          </p:cNvPr>
          <p:cNvSpPr txBox="1"/>
          <p:nvPr/>
        </p:nvSpPr>
        <p:spPr>
          <a:xfrm>
            <a:off x="879639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93A47AE-9A88-4708-85AC-6A0E8626686A}"/>
              </a:ext>
            </a:extLst>
          </p:cNvPr>
          <p:cNvSpPr txBox="1"/>
          <p:nvPr/>
        </p:nvSpPr>
        <p:spPr>
          <a:xfrm>
            <a:off x="523947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8CC2480-E8C7-4CAC-B59E-3E69F003F7D3}"/>
              </a:ext>
            </a:extLst>
          </p:cNvPr>
          <p:cNvSpPr txBox="1"/>
          <p:nvPr/>
        </p:nvSpPr>
        <p:spPr>
          <a:xfrm>
            <a:off x="7200161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8C3F63A-FF56-4482-A618-A7EF3624F29B}"/>
              </a:ext>
            </a:extLst>
          </p:cNvPr>
          <p:cNvSpPr txBox="1"/>
          <p:nvPr/>
        </p:nvSpPr>
        <p:spPr>
          <a:xfrm>
            <a:off x="7200161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AC6C51A-E6C0-459C-B0DB-70DD98D60F96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23A558-4AA3-525B-A551-39DC29A38175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E238B8-DD1C-8307-ACE0-459A2290D001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C8BB4C-7970-57CE-722A-0EB73600835A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754481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51" grpId="0"/>
      <p:bldP spid="52" grpId="0"/>
      <p:bldP spid="53" grpId="0"/>
      <p:bldP spid="59" grpId="0"/>
      <p:bldP spid="62" grpId="0"/>
      <p:bldP spid="63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2" grpId="0"/>
      <p:bldP spid="3" grpId="0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0.22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6289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0.0176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961433" y="-16860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176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166560" y="261752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383563" y="3455381"/>
            <a:ext cx="13308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0.0176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625159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0.08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186880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78751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78751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4DAFA4D-0AE6-4507-96B2-78C5F0AF00E1}"/>
              </a:ext>
            </a:extLst>
          </p:cNvPr>
          <p:cNvSpPr txBox="1"/>
          <p:nvPr/>
        </p:nvSpPr>
        <p:spPr>
          <a:xfrm>
            <a:off x="2191281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C9F806D-910A-4E1E-BE06-6CEE8D4B57A8}"/>
              </a:ext>
            </a:extLst>
          </p:cNvPr>
          <p:cNvSpPr txBox="1"/>
          <p:nvPr/>
        </p:nvSpPr>
        <p:spPr>
          <a:xfrm>
            <a:off x="536605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0.23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A89E4C3-D73C-4D53-9EA4-9CCFEE46C05D}"/>
              </a:ext>
            </a:extLst>
          </p:cNvPr>
          <p:cNvSpPr txBox="1"/>
          <p:nvPr/>
        </p:nvSpPr>
        <p:spPr>
          <a:xfrm>
            <a:off x="7573799" y="729765"/>
            <a:ext cx="16289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0.0276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2C6652B-D2DA-4B7F-8C6A-7BA2EB70719E}"/>
              </a:ext>
            </a:extLst>
          </p:cNvPr>
          <p:cNvCxnSpPr>
            <a:cxnSpLocks/>
          </p:cNvCxnSpPr>
          <p:nvPr/>
        </p:nvCxnSpPr>
        <p:spPr>
          <a:xfrm>
            <a:off x="593552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B3E95741-EA04-4A1F-9020-B0E3E8820E81}"/>
              </a:ext>
            </a:extLst>
          </p:cNvPr>
          <p:cNvSpPr txBox="1"/>
          <p:nvPr/>
        </p:nvSpPr>
        <p:spPr>
          <a:xfrm>
            <a:off x="523947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39A80F4-F627-433C-99B9-180BBB17C910}"/>
              </a:ext>
            </a:extLst>
          </p:cNvPr>
          <p:cNvSpPr txBox="1"/>
          <p:nvPr/>
        </p:nvSpPr>
        <p:spPr>
          <a:xfrm>
            <a:off x="564664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3652122-5838-4711-B2B7-579C6E35AAC9}"/>
              </a:ext>
            </a:extLst>
          </p:cNvPr>
          <p:cNvSpPr txBox="1"/>
          <p:nvPr/>
        </p:nvSpPr>
        <p:spPr>
          <a:xfrm>
            <a:off x="6722123" y="2127742"/>
            <a:ext cx="6944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12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8CF400E-444B-42AD-8780-B2FBA5B65191}"/>
              </a:ext>
            </a:extLst>
          </p:cNvPr>
          <p:cNvSpPr txBox="1"/>
          <p:nvPr/>
        </p:nvSpPr>
        <p:spPr>
          <a:xfrm>
            <a:off x="740743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276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7A20010-24D8-4C83-8BBD-73A560C47D6D}"/>
              </a:ext>
            </a:extLst>
          </p:cNvPr>
          <p:cNvCxnSpPr>
            <a:cxnSpLocks/>
          </p:cNvCxnSpPr>
          <p:nvPr/>
        </p:nvCxnSpPr>
        <p:spPr>
          <a:xfrm>
            <a:off x="711110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DAEC0EE-D9D2-476B-B8DA-9978B1AFB8E7}"/>
              </a:ext>
            </a:extLst>
          </p:cNvPr>
          <p:cNvCxnSpPr>
            <a:cxnSpLocks/>
          </p:cNvCxnSpPr>
          <p:nvPr/>
        </p:nvCxnSpPr>
        <p:spPr>
          <a:xfrm>
            <a:off x="807239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A903E228-654E-4DF2-A057-D89EB5910BBC}"/>
              </a:ext>
            </a:extLst>
          </p:cNvPr>
          <p:cNvSpPr txBox="1"/>
          <p:nvPr/>
        </p:nvSpPr>
        <p:spPr>
          <a:xfrm>
            <a:off x="8175440" y="261752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2331015-ABC4-420E-8C94-615EAD78D214}"/>
              </a:ext>
            </a:extLst>
          </p:cNvPr>
          <p:cNvSpPr txBox="1"/>
          <p:nvPr/>
        </p:nvSpPr>
        <p:spPr>
          <a:xfrm>
            <a:off x="7392442" y="3455381"/>
            <a:ext cx="13308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0.0276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660153B-D199-447F-8B43-3C21B9C8C39C}"/>
              </a:ext>
            </a:extLst>
          </p:cNvPr>
          <p:cNvSpPr txBox="1"/>
          <p:nvPr/>
        </p:nvSpPr>
        <p:spPr>
          <a:xfrm>
            <a:off x="632054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6F8AE85-4D1A-4FE2-A857-2DDC7552B713}"/>
              </a:ext>
            </a:extLst>
          </p:cNvPr>
          <p:cNvSpPr txBox="1"/>
          <p:nvPr/>
        </p:nvSpPr>
        <p:spPr>
          <a:xfrm>
            <a:off x="6634039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0.12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792BBEF-0255-446F-84DE-AB5887030EA7}"/>
              </a:ext>
            </a:extLst>
          </p:cNvPr>
          <p:cNvSpPr txBox="1"/>
          <p:nvPr/>
        </p:nvSpPr>
        <p:spPr>
          <a:xfrm>
            <a:off x="632054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0E3C803-4807-4EDC-A201-4EA3D3356351}"/>
              </a:ext>
            </a:extLst>
          </p:cNvPr>
          <p:cNvSpPr txBox="1"/>
          <p:nvPr/>
        </p:nvSpPr>
        <p:spPr>
          <a:xfrm>
            <a:off x="8195760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4E4E626-6F35-422A-900C-557B7B06E4EB}"/>
              </a:ext>
            </a:extLst>
          </p:cNvPr>
          <p:cNvSpPr txBox="1"/>
          <p:nvPr/>
        </p:nvSpPr>
        <p:spPr>
          <a:xfrm>
            <a:off x="879639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F3C8CC5-FCDC-406C-9F1A-016383AC5D96}"/>
              </a:ext>
            </a:extLst>
          </p:cNvPr>
          <p:cNvSpPr txBox="1"/>
          <p:nvPr/>
        </p:nvSpPr>
        <p:spPr>
          <a:xfrm>
            <a:off x="879639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93A47AE-9A88-4708-85AC-6A0E8626686A}"/>
              </a:ext>
            </a:extLst>
          </p:cNvPr>
          <p:cNvSpPr txBox="1"/>
          <p:nvPr/>
        </p:nvSpPr>
        <p:spPr>
          <a:xfrm>
            <a:off x="523947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8CC2480-E8C7-4CAC-B59E-3E69F003F7D3}"/>
              </a:ext>
            </a:extLst>
          </p:cNvPr>
          <p:cNvSpPr txBox="1"/>
          <p:nvPr/>
        </p:nvSpPr>
        <p:spPr>
          <a:xfrm>
            <a:off x="7200161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8C3F63A-FF56-4482-A618-A7EF3624F29B}"/>
              </a:ext>
            </a:extLst>
          </p:cNvPr>
          <p:cNvSpPr txBox="1"/>
          <p:nvPr/>
        </p:nvSpPr>
        <p:spPr>
          <a:xfrm>
            <a:off x="7200161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75791CC-FD5C-4EE7-820F-B69EBD762D29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59CEED-F69F-23B6-956B-C57C81B522FE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B1E9C4-412A-3054-B16A-B56D9DDA3D0C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210C79-7DF3-5454-5BAC-E3B878239E5C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876302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51" grpId="0"/>
      <p:bldP spid="52" grpId="0"/>
      <p:bldP spid="53" grpId="0"/>
      <p:bldP spid="59" grpId="0"/>
      <p:bldP spid="62" grpId="0"/>
      <p:bldP spid="63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2" grpId="0"/>
      <p:bldP spid="3" grpId="0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0.22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6289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0.0176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826585" y="-1968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176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166560" y="261752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383563" y="3455381"/>
            <a:ext cx="13308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0.0176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625159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0.08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186880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78751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78751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4DAFA4D-0AE6-4507-96B2-78C5F0AF00E1}"/>
              </a:ext>
            </a:extLst>
          </p:cNvPr>
          <p:cNvSpPr txBox="1"/>
          <p:nvPr/>
        </p:nvSpPr>
        <p:spPr>
          <a:xfrm>
            <a:off x="2191281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A86C178-0F82-4EA2-8FA9-DB4BE9B725B4}"/>
              </a:ext>
            </a:extLst>
          </p:cNvPr>
          <p:cNvSpPr txBox="1"/>
          <p:nvPr/>
        </p:nvSpPr>
        <p:spPr>
          <a:xfrm>
            <a:off x="5448465" y="722087"/>
            <a:ext cx="31422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1</a:t>
            </a:r>
            <a:r>
              <a:rPr lang="en-GB" sz="3200" dirty="0"/>
              <a:t>)   1.5 × 0.8 = 1.2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3D428F-5393-4D84-98F7-C605A91E6436}"/>
              </a:ext>
            </a:extLst>
          </p:cNvPr>
          <p:cNvSpPr txBox="1"/>
          <p:nvPr/>
        </p:nvSpPr>
        <p:spPr>
          <a:xfrm>
            <a:off x="5448465" y="1573834"/>
            <a:ext cx="39757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2</a:t>
            </a:r>
            <a:r>
              <a:rPr lang="en-GB" sz="3200" dirty="0"/>
              <a:t>)   0.15 × 0.02 = 0.003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8A31413-A14D-46E2-AF46-83BC97FB2DA0}"/>
              </a:ext>
            </a:extLst>
          </p:cNvPr>
          <p:cNvSpPr txBox="1"/>
          <p:nvPr/>
        </p:nvSpPr>
        <p:spPr>
          <a:xfrm>
            <a:off x="5448465" y="2425581"/>
            <a:ext cx="41841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3</a:t>
            </a:r>
            <a:r>
              <a:rPr lang="en-GB" sz="3200" dirty="0"/>
              <a:t>)   0.06 × 0.08 = 0.0048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AD8691B-4639-4D3D-AB44-FBC2E0D1CFFE}"/>
              </a:ext>
            </a:extLst>
          </p:cNvPr>
          <p:cNvSpPr txBox="1"/>
          <p:nvPr/>
        </p:nvSpPr>
        <p:spPr>
          <a:xfrm>
            <a:off x="5448465" y="3277328"/>
            <a:ext cx="37673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4</a:t>
            </a:r>
            <a:r>
              <a:rPr lang="en-GB" sz="3200" dirty="0"/>
              <a:t>)   0.41 × 1.2 = 0.492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CBBE76A-F04D-4FB1-8D11-355FCF19E4CD}"/>
              </a:ext>
            </a:extLst>
          </p:cNvPr>
          <p:cNvSpPr txBox="1"/>
          <p:nvPr/>
        </p:nvSpPr>
        <p:spPr>
          <a:xfrm>
            <a:off x="5448465" y="4129075"/>
            <a:ext cx="37673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5</a:t>
            </a:r>
            <a:r>
              <a:rPr lang="en-GB" sz="3200" dirty="0"/>
              <a:t>)   5.2 × 0.14 = 0.728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4516145-DB36-4AE9-B7FE-23B2F55BC176}"/>
              </a:ext>
            </a:extLst>
          </p:cNvPr>
          <p:cNvSpPr txBox="1"/>
          <p:nvPr/>
        </p:nvSpPr>
        <p:spPr>
          <a:xfrm>
            <a:off x="5448465" y="4980822"/>
            <a:ext cx="41841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6</a:t>
            </a:r>
            <a:r>
              <a:rPr lang="en-GB" sz="3200" dirty="0"/>
              <a:t>)   1.14 × 0.08 = 0.0912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24616B4-540B-482F-9F23-5CBA8891AFC4}"/>
              </a:ext>
            </a:extLst>
          </p:cNvPr>
          <p:cNvSpPr txBox="1"/>
          <p:nvPr/>
        </p:nvSpPr>
        <p:spPr>
          <a:xfrm>
            <a:off x="5448465" y="5832567"/>
            <a:ext cx="41841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7</a:t>
            </a:r>
            <a:r>
              <a:rPr lang="en-GB" sz="3200" dirty="0"/>
              <a:t>)   2.44 × 0.26 = 0.6344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ED5A10-E076-43C5-B4FF-E90BF7344578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7EB215F-6FA4-4F7B-B811-AA421EC1C75D}"/>
              </a:ext>
            </a:extLst>
          </p:cNvPr>
          <p:cNvSpPr/>
          <p:nvPr/>
        </p:nvSpPr>
        <p:spPr>
          <a:xfrm>
            <a:off x="7921869" y="690255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230A6F6-CF60-424F-9F88-AA87CA93B605}"/>
              </a:ext>
            </a:extLst>
          </p:cNvPr>
          <p:cNvSpPr/>
          <p:nvPr/>
        </p:nvSpPr>
        <p:spPr>
          <a:xfrm>
            <a:off x="8346831" y="1502078"/>
            <a:ext cx="1122484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BE8E792-9A1C-4B66-85F5-ADC699120AC3}"/>
              </a:ext>
            </a:extLst>
          </p:cNvPr>
          <p:cNvSpPr/>
          <p:nvPr/>
        </p:nvSpPr>
        <p:spPr>
          <a:xfrm>
            <a:off x="8288215" y="2340278"/>
            <a:ext cx="1267065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9562335-414B-4C8D-843F-E5650AD6AB5D}"/>
              </a:ext>
            </a:extLst>
          </p:cNvPr>
          <p:cNvSpPr/>
          <p:nvPr/>
        </p:nvSpPr>
        <p:spPr>
          <a:xfrm>
            <a:off x="8080131" y="3319155"/>
            <a:ext cx="1267065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B156A99-66C0-47B2-8E9E-B44B2F64AE25}"/>
              </a:ext>
            </a:extLst>
          </p:cNvPr>
          <p:cNvSpPr/>
          <p:nvPr/>
        </p:nvSpPr>
        <p:spPr>
          <a:xfrm>
            <a:off x="8100647" y="4025471"/>
            <a:ext cx="1267065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ABB2937-2853-4583-89B7-77235F3A2198}"/>
              </a:ext>
            </a:extLst>
          </p:cNvPr>
          <p:cNvSpPr/>
          <p:nvPr/>
        </p:nvSpPr>
        <p:spPr>
          <a:xfrm>
            <a:off x="8279424" y="4881256"/>
            <a:ext cx="1267065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E2F1566-CF99-43B9-A335-40B21360DD8B}"/>
              </a:ext>
            </a:extLst>
          </p:cNvPr>
          <p:cNvSpPr/>
          <p:nvPr/>
        </p:nvSpPr>
        <p:spPr>
          <a:xfrm>
            <a:off x="8326316" y="5904095"/>
            <a:ext cx="1267065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96ECEC-C844-3840-E9BF-68B427E463BB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9494AF-FA7E-258D-C6DE-25367AF89A9F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AFF21C-57B2-3B3E-3843-83B625DAF592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387020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50" grpId="0" animBg="1"/>
      <p:bldP spid="51" grpId="0" animBg="1"/>
      <p:bldP spid="52" grpId="0" animBg="1"/>
      <p:bldP spid="53" grpId="0" animBg="1"/>
      <p:bldP spid="59" grpId="0" animBg="1"/>
      <p:bldP spid="2" grpId="0"/>
      <p:bldP spid="3" grpId="0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076CD0-6E50-4FC9-ACA5-C70E48769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79" y="334596"/>
            <a:ext cx="1475476" cy="1514523"/>
          </a:xfrm>
          <a:prstGeom prst="rect">
            <a:avLst/>
          </a:prstGeom>
        </p:spPr>
      </p:pic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5D8647BF-6DB1-489F-86E6-3B303A3478C4}"/>
              </a:ext>
            </a:extLst>
          </p:cNvPr>
          <p:cNvSpPr/>
          <p:nvPr/>
        </p:nvSpPr>
        <p:spPr>
          <a:xfrm>
            <a:off x="2690104" y="207686"/>
            <a:ext cx="3964695" cy="752676"/>
          </a:xfrm>
          <a:prstGeom prst="wedgeRoundRectCallout">
            <a:avLst>
              <a:gd name="adj1" fmla="val -69238"/>
              <a:gd name="adj2" fmla="val 76706"/>
              <a:gd name="adj3" fmla="val 16667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 жөн гана ондуктарды санай алам.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24A623-C7F2-46CD-9461-24EBCF13BE95}"/>
              </a:ext>
            </a:extLst>
          </p:cNvPr>
          <p:cNvSpPr txBox="1"/>
          <p:nvPr/>
        </p:nvSpPr>
        <p:spPr>
          <a:xfrm>
            <a:off x="3154604" y="1519314"/>
            <a:ext cx="25987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0.17 × 0.3 =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8E0192-2831-4B79-8B6F-92D309819BB7}"/>
              </a:ext>
            </a:extLst>
          </p:cNvPr>
          <p:cNvSpPr txBox="1"/>
          <p:nvPr/>
        </p:nvSpPr>
        <p:spPr>
          <a:xfrm>
            <a:off x="2301608" y="2499511"/>
            <a:ext cx="1882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ондук орун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F788CA-96E0-4575-931F-C050107FC86E}"/>
              </a:ext>
            </a:extLst>
          </p:cNvPr>
          <p:cNvSpPr txBox="1"/>
          <p:nvPr/>
        </p:nvSpPr>
        <p:spPr>
          <a:xfrm>
            <a:off x="7698600" y="2688487"/>
            <a:ext cx="1882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ондук орун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3411B5-856E-478D-BF26-F817721C5844}"/>
              </a:ext>
            </a:extLst>
          </p:cNvPr>
          <p:cNvSpPr txBox="1"/>
          <p:nvPr/>
        </p:nvSpPr>
        <p:spPr>
          <a:xfrm>
            <a:off x="5778717" y="1545574"/>
            <a:ext cx="13532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0.051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8376DC-2411-4D46-9849-60884D4F9C5E}"/>
              </a:ext>
            </a:extLst>
          </p:cNvPr>
          <p:cNvCxnSpPr>
            <a:cxnSpLocks/>
          </p:cNvCxnSpPr>
          <p:nvPr/>
        </p:nvCxnSpPr>
        <p:spPr>
          <a:xfrm>
            <a:off x="3653790" y="2138680"/>
            <a:ext cx="468630" cy="0"/>
          </a:xfrm>
          <a:prstGeom prst="lin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B376FD2-4245-4D55-8276-6CB1032C479C}"/>
              </a:ext>
            </a:extLst>
          </p:cNvPr>
          <p:cNvCxnSpPr>
            <a:cxnSpLocks/>
          </p:cNvCxnSpPr>
          <p:nvPr/>
        </p:nvCxnSpPr>
        <p:spPr>
          <a:xfrm>
            <a:off x="4965700" y="2138680"/>
            <a:ext cx="287020" cy="0"/>
          </a:xfrm>
          <a:prstGeom prst="lin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9ABFC2A-0C61-4042-8BB2-A46C9232839C}"/>
              </a:ext>
            </a:extLst>
          </p:cNvPr>
          <p:cNvCxnSpPr>
            <a:cxnSpLocks/>
          </p:cNvCxnSpPr>
          <p:nvPr/>
        </p:nvCxnSpPr>
        <p:spPr>
          <a:xfrm flipV="1">
            <a:off x="3479800" y="2212340"/>
            <a:ext cx="342900" cy="36068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1B6CC1E-6F8F-4D16-A347-67F29D4B4F5B}"/>
              </a:ext>
            </a:extLst>
          </p:cNvPr>
          <p:cNvCxnSpPr>
            <a:cxnSpLocks/>
          </p:cNvCxnSpPr>
          <p:nvPr/>
        </p:nvCxnSpPr>
        <p:spPr>
          <a:xfrm flipV="1">
            <a:off x="4160520" y="2212340"/>
            <a:ext cx="889000" cy="51562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39A7726-244A-43BB-8EE0-23C223E98492}"/>
              </a:ext>
            </a:extLst>
          </p:cNvPr>
          <p:cNvCxnSpPr>
            <a:cxnSpLocks/>
          </p:cNvCxnSpPr>
          <p:nvPr/>
        </p:nvCxnSpPr>
        <p:spPr>
          <a:xfrm>
            <a:off x="6264148" y="2138680"/>
            <a:ext cx="845312" cy="0"/>
          </a:xfrm>
          <a:prstGeom prst="lin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D380E9F-E514-4B95-BDDE-3B610D9994D9}"/>
              </a:ext>
            </a:extLst>
          </p:cNvPr>
          <p:cNvCxnSpPr>
            <a:cxnSpLocks/>
          </p:cNvCxnSpPr>
          <p:nvPr/>
        </p:nvCxnSpPr>
        <p:spPr>
          <a:xfrm flipH="1" flipV="1">
            <a:off x="6804660" y="2216150"/>
            <a:ext cx="583692" cy="54330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0AE51B9-1733-4C3C-A1B7-D2E1FCC38866}"/>
              </a:ext>
            </a:extLst>
          </p:cNvPr>
          <p:cNvSpPr txBox="1"/>
          <p:nvPr/>
        </p:nvSpPr>
        <p:spPr>
          <a:xfrm>
            <a:off x="1286463" y="3476266"/>
            <a:ext cx="73332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эсептөөлөргө жооп табуу үчүн Алиянын методун колдонуңуз.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522A39-8292-4CF7-A4D9-E5CD9987C024}"/>
              </a:ext>
            </a:extLst>
          </p:cNvPr>
          <p:cNvSpPr txBox="1"/>
          <p:nvPr/>
        </p:nvSpPr>
        <p:spPr>
          <a:xfrm>
            <a:off x="72443" y="4359367"/>
            <a:ext cx="22172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0.3 × 3 = 0.9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9D912E-4C8A-405F-B9C0-BD2AB0C3A63F}"/>
              </a:ext>
            </a:extLst>
          </p:cNvPr>
          <p:cNvSpPr txBox="1"/>
          <p:nvPr/>
        </p:nvSpPr>
        <p:spPr>
          <a:xfrm>
            <a:off x="72443" y="5578567"/>
            <a:ext cx="22172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 × 0.5 = 2.5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A1A182-4466-439F-A5FE-2DF3D04F3F02}"/>
              </a:ext>
            </a:extLst>
          </p:cNvPr>
          <p:cNvSpPr txBox="1"/>
          <p:nvPr/>
        </p:nvSpPr>
        <p:spPr>
          <a:xfrm>
            <a:off x="2965048" y="4359367"/>
            <a:ext cx="27382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0.6 × 0.7 = 0.42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DE6A74-082E-463F-A89F-8EB5A471E478}"/>
              </a:ext>
            </a:extLst>
          </p:cNvPr>
          <p:cNvSpPr txBox="1"/>
          <p:nvPr/>
        </p:nvSpPr>
        <p:spPr>
          <a:xfrm>
            <a:off x="6399087" y="4359367"/>
            <a:ext cx="3155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0.21 × 0.7 = 0.147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E1A6D9-E083-46D8-9C26-7727A95C1DFF}"/>
              </a:ext>
            </a:extLst>
          </p:cNvPr>
          <p:cNvSpPr txBox="1"/>
          <p:nvPr/>
        </p:nvSpPr>
        <p:spPr>
          <a:xfrm>
            <a:off x="6266785" y="5578567"/>
            <a:ext cx="35718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0.3 × 0.036 = 0.0108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F2D393-26F8-4953-9925-3AFB3EE64F58}"/>
              </a:ext>
            </a:extLst>
          </p:cNvPr>
          <p:cNvSpPr txBox="1"/>
          <p:nvPr/>
        </p:nvSpPr>
        <p:spPr>
          <a:xfrm>
            <a:off x="2761627" y="5578567"/>
            <a:ext cx="31550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0.5 × 0.13 = 0.065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9553B37-A446-43EF-A0E6-FA5EBEC655F0}"/>
              </a:ext>
            </a:extLst>
          </p:cNvPr>
          <p:cNvSpPr/>
          <p:nvPr/>
        </p:nvSpPr>
        <p:spPr>
          <a:xfrm>
            <a:off x="1626576" y="4356648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64EEDD8-10F6-4F0E-B698-C82B15BA1DA3}"/>
              </a:ext>
            </a:extLst>
          </p:cNvPr>
          <p:cNvSpPr/>
          <p:nvPr/>
        </p:nvSpPr>
        <p:spPr>
          <a:xfrm>
            <a:off x="1620714" y="5643256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9E4CC28-FE5A-4EB2-977B-DA84459EE084}"/>
              </a:ext>
            </a:extLst>
          </p:cNvPr>
          <p:cNvSpPr/>
          <p:nvPr/>
        </p:nvSpPr>
        <p:spPr>
          <a:xfrm>
            <a:off x="4850422" y="4265794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F534E8D-60B1-45EE-855C-C1DE9EB89DD3}"/>
              </a:ext>
            </a:extLst>
          </p:cNvPr>
          <p:cNvSpPr/>
          <p:nvPr/>
        </p:nvSpPr>
        <p:spPr>
          <a:xfrm>
            <a:off x="4826975" y="5569986"/>
            <a:ext cx="1134209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7F1C743-EB08-4F4D-9664-7A667ACC1135}"/>
              </a:ext>
            </a:extLst>
          </p:cNvPr>
          <p:cNvSpPr/>
          <p:nvPr/>
        </p:nvSpPr>
        <p:spPr>
          <a:xfrm>
            <a:off x="8513883" y="4333201"/>
            <a:ext cx="1134209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B6C3B45-8BFB-4FD0-A312-9793A9E99D8A}"/>
              </a:ext>
            </a:extLst>
          </p:cNvPr>
          <p:cNvSpPr/>
          <p:nvPr/>
        </p:nvSpPr>
        <p:spPr>
          <a:xfrm>
            <a:off x="8587152" y="5531886"/>
            <a:ext cx="1134209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5598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6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DF577E0-8D55-5658-398E-9914E4E5A771}"/>
              </a:ext>
            </a:extLst>
          </p:cNvPr>
          <p:cNvSpPr/>
          <p:nvPr/>
        </p:nvSpPr>
        <p:spPr>
          <a:xfrm>
            <a:off x="2215844" y="2378826"/>
            <a:ext cx="5495076" cy="160297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A227AA-087B-F932-FF8B-85EA4BAB399A}"/>
              </a:ext>
            </a:extLst>
          </p:cNvPr>
          <p:cNvSpPr txBox="1"/>
          <p:nvPr/>
        </p:nvSpPr>
        <p:spPr>
          <a:xfrm>
            <a:off x="3211139" y="2718646"/>
            <a:ext cx="35044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16  ÷  8  =  ?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02C2987-F31F-F7A7-63F3-A507384FFD26}"/>
              </a:ext>
            </a:extLst>
          </p:cNvPr>
          <p:cNvSpPr/>
          <p:nvPr/>
        </p:nvSpPr>
        <p:spPr>
          <a:xfrm flipH="1" flipV="1">
            <a:off x="6871335" y="1039087"/>
            <a:ext cx="403628" cy="1720737"/>
          </a:xfrm>
          <a:custGeom>
            <a:avLst/>
            <a:gdLst>
              <a:gd name="connsiteX0" fmla="*/ 0 w 190500"/>
              <a:gd name="connsiteY0" fmla="*/ 0 h 542925"/>
              <a:gd name="connsiteX1" fmla="*/ 190500 w 190500"/>
              <a:gd name="connsiteY1" fmla="*/ 542925 h 542925"/>
              <a:gd name="connsiteX0" fmla="*/ 0 w 190500"/>
              <a:gd name="connsiteY0" fmla="*/ 0 h 590550"/>
              <a:gd name="connsiteX1" fmla="*/ 190500 w 190500"/>
              <a:gd name="connsiteY1" fmla="*/ 590550 h 590550"/>
              <a:gd name="connsiteX0" fmla="*/ 31486 w 221986"/>
              <a:gd name="connsiteY0" fmla="*/ 0 h 590550"/>
              <a:gd name="connsiteX1" fmla="*/ 221986 w 221986"/>
              <a:gd name="connsiteY1" fmla="*/ 590550 h 590550"/>
              <a:gd name="connsiteX0" fmla="*/ 36662 w 179537"/>
              <a:gd name="connsiteY0" fmla="*/ 0 h 600075"/>
              <a:gd name="connsiteX1" fmla="*/ 179537 w 179537"/>
              <a:gd name="connsiteY1" fmla="*/ 600075 h 600075"/>
              <a:gd name="connsiteX0" fmla="*/ 17004 w 241200"/>
              <a:gd name="connsiteY0" fmla="*/ 0 h 600075"/>
              <a:gd name="connsiteX1" fmla="*/ 159879 w 241200"/>
              <a:gd name="connsiteY1" fmla="*/ 600075 h 600075"/>
              <a:gd name="connsiteX0" fmla="*/ 17139 w 237121"/>
              <a:gd name="connsiteY0" fmla="*/ 0 h 895350"/>
              <a:gd name="connsiteX1" fmla="*/ 155252 w 237121"/>
              <a:gd name="connsiteY1" fmla="*/ 895350 h 895350"/>
              <a:gd name="connsiteX0" fmla="*/ 247989 w 386102"/>
              <a:gd name="connsiteY0" fmla="*/ 0 h 895350"/>
              <a:gd name="connsiteX1" fmla="*/ 386102 w 386102"/>
              <a:gd name="connsiteY1" fmla="*/ 895350 h 895350"/>
              <a:gd name="connsiteX0" fmla="*/ 259813 w 397926"/>
              <a:gd name="connsiteY0" fmla="*/ 0 h 895350"/>
              <a:gd name="connsiteX1" fmla="*/ 397926 w 397926"/>
              <a:gd name="connsiteY1" fmla="*/ 895350 h 895350"/>
              <a:gd name="connsiteX0" fmla="*/ 202930 w 441055"/>
              <a:gd name="connsiteY0" fmla="*/ 0 h 847725"/>
              <a:gd name="connsiteX1" fmla="*/ 441055 w 441055"/>
              <a:gd name="connsiteY1" fmla="*/ 847725 h 847725"/>
              <a:gd name="connsiteX0" fmla="*/ 194438 w 432563"/>
              <a:gd name="connsiteY0" fmla="*/ 0 h 847725"/>
              <a:gd name="connsiteX1" fmla="*/ 432563 w 432563"/>
              <a:gd name="connsiteY1" fmla="*/ 847725 h 847725"/>
              <a:gd name="connsiteX0" fmla="*/ 447526 w 447526"/>
              <a:gd name="connsiteY0" fmla="*/ 0 h 1048200"/>
              <a:gd name="connsiteX1" fmla="*/ 304417 w 447526"/>
              <a:gd name="connsiteY1" fmla="*/ 1048200 h 1048200"/>
              <a:gd name="connsiteX0" fmla="*/ 175347 w 175347"/>
              <a:gd name="connsiteY0" fmla="*/ 0 h 1048200"/>
              <a:gd name="connsiteX1" fmla="*/ 32238 w 175347"/>
              <a:gd name="connsiteY1" fmla="*/ 1048200 h 1048200"/>
              <a:gd name="connsiteX0" fmla="*/ 236332 w 236332"/>
              <a:gd name="connsiteY0" fmla="*/ 0 h 1185669"/>
              <a:gd name="connsiteX1" fmla="*/ 23330 w 236332"/>
              <a:gd name="connsiteY1" fmla="*/ 1185669 h 1185669"/>
              <a:gd name="connsiteX0" fmla="*/ 222382 w 222382"/>
              <a:gd name="connsiteY0" fmla="*/ 0 h 1257893"/>
              <a:gd name="connsiteX1" fmla="*/ 24887 w 222382"/>
              <a:gd name="connsiteY1" fmla="*/ 1257893 h 1257893"/>
              <a:gd name="connsiteX0" fmla="*/ 203793 w 203793"/>
              <a:gd name="connsiteY0" fmla="*/ 0 h 1257893"/>
              <a:gd name="connsiteX1" fmla="*/ 6298 w 203793"/>
              <a:gd name="connsiteY1" fmla="*/ 1257893 h 1257893"/>
              <a:gd name="connsiteX0" fmla="*/ 200839 w 200839"/>
              <a:gd name="connsiteY0" fmla="*/ 0 h 1324098"/>
              <a:gd name="connsiteX1" fmla="*/ 6445 w 200839"/>
              <a:gd name="connsiteY1" fmla="*/ 1324098 h 1324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0839" h="1324098">
                <a:moveTo>
                  <a:pt x="200839" y="0"/>
                </a:moveTo>
                <a:cubicBezTo>
                  <a:pt x="69077" y="252413"/>
                  <a:pt x="-26178" y="842106"/>
                  <a:pt x="6445" y="1324098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40478E-A1C3-6E0E-28C9-28FD446A3884}"/>
              </a:ext>
            </a:extLst>
          </p:cNvPr>
          <p:cNvSpPr txBox="1"/>
          <p:nvPr/>
        </p:nvSpPr>
        <p:spPr>
          <a:xfrm>
            <a:off x="4356891" y="563153"/>
            <a:ext cx="1367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бөлүүчү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CAF5B4-5501-12F9-BE1F-328783E03143}"/>
              </a:ext>
            </a:extLst>
          </p:cNvPr>
          <p:cNvSpPr txBox="1"/>
          <p:nvPr/>
        </p:nvSpPr>
        <p:spPr>
          <a:xfrm>
            <a:off x="1632333" y="738331"/>
            <a:ext cx="1700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бөлүнүүчү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6EE727-2A7F-8E26-8007-40E4B7B7EE89}"/>
              </a:ext>
            </a:extLst>
          </p:cNvPr>
          <p:cNvSpPr txBox="1"/>
          <p:nvPr/>
        </p:nvSpPr>
        <p:spPr>
          <a:xfrm>
            <a:off x="6543138" y="563153"/>
            <a:ext cx="1367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бөлүк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56C6E36-96DC-7F38-28B2-4A740D7D4B43}"/>
              </a:ext>
            </a:extLst>
          </p:cNvPr>
          <p:cNvSpPr/>
          <p:nvPr/>
        </p:nvSpPr>
        <p:spPr>
          <a:xfrm flipV="1">
            <a:off x="4930282" y="1030777"/>
            <a:ext cx="204160" cy="1629295"/>
          </a:xfrm>
          <a:custGeom>
            <a:avLst/>
            <a:gdLst>
              <a:gd name="connsiteX0" fmla="*/ 0 w 190500"/>
              <a:gd name="connsiteY0" fmla="*/ 0 h 542925"/>
              <a:gd name="connsiteX1" fmla="*/ 190500 w 190500"/>
              <a:gd name="connsiteY1" fmla="*/ 542925 h 542925"/>
              <a:gd name="connsiteX0" fmla="*/ 0 w 190500"/>
              <a:gd name="connsiteY0" fmla="*/ 0 h 590550"/>
              <a:gd name="connsiteX1" fmla="*/ 190500 w 190500"/>
              <a:gd name="connsiteY1" fmla="*/ 590550 h 590550"/>
              <a:gd name="connsiteX0" fmla="*/ 31486 w 221986"/>
              <a:gd name="connsiteY0" fmla="*/ 0 h 590550"/>
              <a:gd name="connsiteX1" fmla="*/ 221986 w 221986"/>
              <a:gd name="connsiteY1" fmla="*/ 590550 h 590550"/>
              <a:gd name="connsiteX0" fmla="*/ 36662 w 179537"/>
              <a:gd name="connsiteY0" fmla="*/ 0 h 600075"/>
              <a:gd name="connsiteX1" fmla="*/ 179537 w 179537"/>
              <a:gd name="connsiteY1" fmla="*/ 600075 h 600075"/>
              <a:gd name="connsiteX0" fmla="*/ 17004 w 241200"/>
              <a:gd name="connsiteY0" fmla="*/ 0 h 600075"/>
              <a:gd name="connsiteX1" fmla="*/ 159879 w 241200"/>
              <a:gd name="connsiteY1" fmla="*/ 600075 h 600075"/>
              <a:gd name="connsiteX0" fmla="*/ 17139 w 237121"/>
              <a:gd name="connsiteY0" fmla="*/ 0 h 895350"/>
              <a:gd name="connsiteX1" fmla="*/ 155252 w 237121"/>
              <a:gd name="connsiteY1" fmla="*/ 895350 h 895350"/>
              <a:gd name="connsiteX0" fmla="*/ 247989 w 386102"/>
              <a:gd name="connsiteY0" fmla="*/ 0 h 895350"/>
              <a:gd name="connsiteX1" fmla="*/ 386102 w 386102"/>
              <a:gd name="connsiteY1" fmla="*/ 895350 h 895350"/>
              <a:gd name="connsiteX0" fmla="*/ 259813 w 397926"/>
              <a:gd name="connsiteY0" fmla="*/ 0 h 895350"/>
              <a:gd name="connsiteX1" fmla="*/ 397926 w 397926"/>
              <a:gd name="connsiteY1" fmla="*/ 895350 h 895350"/>
              <a:gd name="connsiteX0" fmla="*/ 202930 w 441055"/>
              <a:gd name="connsiteY0" fmla="*/ 0 h 847725"/>
              <a:gd name="connsiteX1" fmla="*/ 441055 w 441055"/>
              <a:gd name="connsiteY1" fmla="*/ 847725 h 847725"/>
              <a:gd name="connsiteX0" fmla="*/ 194438 w 432563"/>
              <a:gd name="connsiteY0" fmla="*/ 0 h 847725"/>
              <a:gd name="connsiteX1" fmla="*/ 432563 w 432563"/>
              <a:gd name="connsiteY1" fmla="*/ 847725 h 847725"/>
              <a:gd name="connsiteX0" fmla="*/ 447526 w 447526"/>
              <a:gd name="connsiteY0" fmla="*/ 0 h 1048200"/>
              <a:gd name="connsiteX1" fmla="*/ 304417 w 447526"/>
              <a:gd name="connsiteY1" fmla="*/ 1048200 h 1048200"/>
              <a:gd name="connsiteX0" fmla="*/ 175347 w 175347"/>
              <a:gd name="connsiteY0" fmla="*/ 0 h 1048200"/>
              <a:gd name="connsiteX1" fmla="*/ 32238 w 175347"/>
              <a:gd name="connsiteY1" fmla="*/ 1048200 h 1048200"/>
              <a:gd name="connsiteX0" fmla="*/ 236332 w 236332"/>
              <a:gd name="connsiteY0" fmla="*/ 0 h 1185669"/>
              <a:gd name="connsiteX1" fmla="*/ 23330 w 236332"/>
              <a:gd name="connsiteY1" fmla="*/ 1185669 h 1185669"/>
              <a:gd name="connsiteX0" fmla="*/ 139176 w 139176"/>
              <a:gd name="connsiteY0" fmla="*/ 0 h 1263911"/>
              <a:gd name="connsiteX1" fmla="*/ 42030 w 139176"/>
              <a:gd name="connsiteY1" fmla="*/ 1263911 h 1263911"/>
              <a:gd name="connsiteX0" fmla="*/ 97146 w 102152"/>
              <a:gd name="connsiteY0" fmla="*/ 0 h 1263911"/>
              <a:gd name="connsiteX1" fmla="*/ 0 w 102152"/>
              <a:gd name="connsiteY1" fmla="*/ 1263911 h 1263911"/>
              <a:gd name="connsiteX0" fmla="*/ 113689 w 113689"/>
              <a:gd name="connsiteY0" fmla="*/ 0 h 1263911"/>
              <a:gd name="connsiteX1" fmla="*/ 16543 w 113689"/>
              <a:gd name="connsiteY1" fmla="*/ 1263911 h 1263911"/>
              <a:gd name="connsiteX0" fmla="*/ 101253 w 143615"/>
              <a:gd name="connsiteY0" fmla="*/ 0 h 1294004"/>
              <a:gd name="connsiteX1" fmla="*/ 79414 w 143615"/>
              <a:gd name="connsiteY1" fmla="*/ 1294004 h 1294004"/>
              <a:gd name="connsiteX0" fmla="*/ 63482 w 115657"/>
              <a:gd name="connsiteY0" fmla="*/ 0 h 1294004"/>
              <a:gd name="connsiteX1" fmla="*/ 41643 w 115657"/>
              <a:gd name="connsiteY1" fmla="*/ 1294004 h 1294004"/>
              <a:gd name="connsiteX0" fmla="*/ 59673 w 142272"/>
              <a:gd name="connsiteY0" fmla="*/ 0 h 1294004"/>
              <a:gd name="connsiteX1" fmla="*/ 72591 w 142272"/>
              <a:gd name="connsiteY1" fmla="*/ 1294004 h 1294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2272" h="1294004">
                <a:moveTo>
                  <a:pt x="59673" y="0"/>
                </a:moveTo>
                <a:cubicBezTo>
                  <a:pt x="-158980" y="667699"/>
                  <a:pt x="311643" y="812011"/>
                  <a:pt x="72591" y="1294004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C6DBD95-F99A-CF6E-C9B9-BA4E65662564}"/>
              </a:ext>
            </a:extLst>
          </p:cNvPr>
          <p:cNvSpPr/>
          <p:nvPr/>
        </p:nvSpPr>
        <p:spPr>
          <a:xfrm flipV="1">
            <a:off x="2482216" y="1155465"/>
            <a:ext cx="640080" cy="1654235"/>
          </a:xfrm>
          <a:custGeom>
            <a:avLst/>
            <a:gdLst>
              <a:gd name="connsiteX0" fmla="*/ 0 w 190500"/>
              <a:gd name="connsiteY0" fmla="*/ 0 h 542925"/>
              <a:gd name="connsiteX1" fmla="*/ 190500 w 190500"/>
              <a:gd name="connsiteY1" fmla="*/ 542925 h 542925"/>
              <a:gd name="connsiteX0" fmla="*/ 0 w 190500"/>
              <a:gd name="connsiteY0" fmla="*/ 0 h 590550"/>
              <a:gd name="connsiteX1" fmla="*/ 190500 w 190500"/>
              <a:gd name="connsiteY1" fmla="*/ 590550 h 590550"/>
              <a:gd name="connsiteX0" fmla="*/ 31486 w 221986"/>
              <a:gd name="connsiteY0" fmla="*/ 0 h 590550"/>
              <a:gd name="connsiteX1" fmla="*/ 221986 w 221986"/>
              <a:gd name="connsiteY1" fmla="*/ 590550 h 590550"/>
              <a:gd name="connsiteX0" fmla="*/ 36662 w 179537"/>
              <a:gd name="connsiteY0" fmla="*/ 0 h 600075"/>
              <a:gd name="connsiteX1" fmla="*/ 179537 w 179537"/>
              <a:gd name="connsiteY1" fmla="*/ 600075 h 600075"/>
              <a:gd name="connsiteX0" fmla="*/ 17004 w 241200"/>
              <a:gd name="connsiteY0" fmla="*/ 0 h 600075"/>
              <a:gd name="connsiteX1" fmla="*/ 159879 w 241200"/>
              <a:gd name="connsiteY1" fmla="*/ 600075 h 600075"/>
              <a:gd name="connsiteX0" fmla="*/ 17139 w 237121"/>
              <a:gd name="connsiteY0" fmla="*/ 0 h 895350"/>
              <a:gd name="connsiteX1" fmla="*/ 155252 w 237121"/>
              <a:gd name="connsiteY1" fmla="*/ 895350 h 895350"/>
              <a:gd name="connsiteX0" fmla="*/ 247989 w 386102"/>
              <a:gd name="connsiteY0" fmla="*/ 0 h 895350"/>
              <a:gd name="connsiteX1" fmla="*/ 386102 w 386102"/>
              <a:gd name="connsiteY1" fmla="*/ 895350 h 895350"/>
              <a:gd name="connsiteX0" fmla="*/ 259813 w 397926"/>
              <a:gd name="connsiteY0" fmla="*/ 0 h 895350"/>
              <a:gd name="connsiteX1" fmla="*/ 397926 w 397926"/>
              <a:gd name="connsiteY1" fmla="*/ 895350 h 895350"/>
              <a:gd name="connsiteX0" fmla="*/ 202930 w 441055"/>
              <a:gd name="connsiteY0" fmla="*/ 0 h 847725"/>
              <a:gd name="connsiteX1" fmla="*/ 441055 w 441055"/>
              <a:gd name="connsiteY1" fmla="*/ 847725 h 847725"/>
              <a:gd name="connsiteX0" fmla="*/ 194438 w 432563"/>
              <a:gd name="connsiteY0" fmla="*/ 0 h 847725"/>
              <a:gd name="connsiteX1" fmla="*/ 432563 w 432563"/>
              <a:gd name="connsiteY1" fmla="*/ 847725 h 847725"/>
              <a:gd name="connsiteX0" fmla="*/ 447526 w 447526"/>
              <a:gd name="connsiteY0" fmla="*/ 0 h 1048200"/>
              <a:gd name="connsiteX1" fmla="*/ 304417 w 447526"/>
              <a:gd name="connsiteY1" fmla="*/ 1048200 h 1048200"/>
              <a:gd name="connsiteX0" fmla="*/ 175347 w 175347"/>
              <a:gd name="connsiteY0" fmla="*/ 0 h 1048200"/>
              <a:gd name="connsiteX1" fmla="*/ 32238 w 175347"/>
              <a:gd name="connsiteY1" fmla="*/ 1048200 h 1048200"/>
              <a:gd name="connsiteX0" fmla="*/ 236332 w 236332"/>
              <a:gd name="connsiteY0" fmla="*/ 0 h 1185669"/>
              <a:gd name="connsiteX1" fmla="*/ 23330 w 236332"/>
              <a:gd name="connsiteY1" fmla="*/ 1185669 h 1185669"/>
              <a:gd name="connsiteX0" fmla="*/ 222382 w 222382"/>
              <a:gd name="connsiteY0" fmla="*/ 0 h 1257893"/>
              <a:gd name="connsiteX1" fmla="*/ 24887 w 222382"/>
              <a:gd name="connsiteY1" fmla="*/ 1257893 h 1257893"/>
              <a:gd name="connsiteX0" fmla="*/ 203793 w 203793"/>
              <a:gd name="connsiteY0" fmla="*/ 0 h 1257893"/>
              <a:gd name="connsiteX1" fmla="*/ 6298 w 203793"/>
              <a:gd name="connsiteY1" fmla="*/ 1257893 h 1257893"/>
              <a:gd name="connsiteX0" fmla="*/ 200839 w 200839"/>
              <a:gd name="connsiteY0" fmla="*/ 0 h 1324098"/>
              <a:gd name="connsiteX1" fmla="*/ 6445 w 200839"/>
              <a:gd name="connsiteY1" fmla="*/ 1324098 h 1324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0839" h="1324098">
                <a:moveTo>
                  <a:pt x="200839" y="0"/>
                </a:moveTo>
                <a:cubicBezTo>
                  <a:pt x="69077" y="252413"/>
                  <a:pt x="-26178" y="842106"/>
                  <a:pt x="6445" y="1324098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323B6E-BB61-485E-6332-513EB0239E5E}"/>
              </a:ext>
            </a:extLst>
          </p:cNvPr>
          <p:cNvSpPr txBox="1"/>
          <p:nvPr/>
        </p:nvSpPr>
        <p:spPr>
          <a:xfrm>
            <a:off x="1575418" y="4761080"/>
            <a:ext cx="7121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'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Бөлүк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ар дайым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бөлүнүүчүдөн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кичине болот'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BE9647-AC23-2CF8-78FA-B25AE91B58CC}"/>
              </a:ext>
            </a:extLst>
          </p:cNvPr>
          <p:cNvSpPr txBox="1"/>
          <p:nvPr/>
        </p:nvSpPr>
        <p:spPr>
          <a:xfrm>
            <a:off x="1592658" y="5639879"/>
            <a:ext cx="6720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макулсузбу?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5706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/>
      <p:bldP spid="9" grpId="0"/>
      <p:bldP spid="11" grpId="0" animBg="1"/>
      <p:bldP spid="1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AD75EB02-5E56-2167-2703-7CBB4846E69C}"/>
              </a:ext>
            </a:extLst>
          </p:cNvPr>
          <p:cNvSpPr/>
          <p:nvPr/>
        </p:nvSpPr>
        <p:spPr>
          <a:xfrm>
            <a:off x="1104898" y="1104898"/>
            <a:ext cx="1190627" cy="119062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Partial Circle 2">
            <a:extLst>
              <a:ext uri="{FF2B5EF4-FFF2-40B4-BE49-F238E27FC236}">
                <a16:creationId xmlns:a16="http://schemas.microsoft.com/office/drawing/2014/main" id="{7BDF3ADF-4ED6-4B77-20DF-731D7D9936B1}"/>
              </a:ext>
            </a:extLst>
          </p:cNvPr>
          <p:cNvSpPr/>
          <p:nvPr/>
        </p:nvSpPr>
        <p:spPr>
          <a:xfrm>
            <a:off x="5681661" y="1104898"/>
            <a:ext cx="1190627" cy="1190627"/>
          </a:xfrm>
          <a:prstGeom prst="pie">
            <a:avLst>
              <a:gd name="adj1" fmla="val 5380817"/>
              <a:gd name="adj2" fmla="val 16200000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D30F0C-32A5-14F1-C859-E77A868FE2B0}"/>
              </a:ext>
            </a:extLst>
          </p:cNvPr>
          <p:cNvSpPr txBox="1"/>
          <p:nvPr/>
        </p:nvSpPr>
        <p:spPr>
          <a:xfrm>
            <a:off x="4224745" y="2470996"/>
            <a:ext cx="218040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÷ 0.5  =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C8D17D-5DF8-8212-0BE0-DBA7D49E739F}"/>
              </a:ext>
            </a:extLst>
          </p:cNvPr>
          <p:cNvSpPr txBox="1"/>
          <p:nvPr/>
        </p:nvSpPr>
        <p:spPr>
          <a:xfrm>
            <a:off x="2770832" y="365971"/>
            <a:ext cx="43643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бүтүндүктө канча жарым бар?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177C898-A7E1-9A06-F198-069284DE11A6}"/>
              </a:ext>
            </a:extLst>
          </p:cNvPr>
          <p:cNvSpPr/>
          <p:nvPr/>
        </p:nvSpPr>
        <p:spPr>
          <a:xfrm>
            <a:off x="2752723" y="1104898"/>
            <a:ext cx="1190627" cy="119062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B293F3-9B6E-1157-0F4A-2D8BEC12EC85}"/>
              </a:ext>
            </a:extLst>
          </p:cNvPr>
          <p:cNvSpPr txBox="1"/>
          <p:nvPr/>
        </p:nvSpPr>
        <p:spPr>
          <a:xfrm>
            <a:off x="4583753" y="1284713"/>
            <a:ext cx="4908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5F9847-3B13-64C7-9A3E-FACAA65748BA}"/>
              </a:ext>
            </a:extLst>
          </p:cNvPr>
          <p:cNvSpPr txBox="1"/>
          <p:nvPr/>
        </p:nvSpPr>
        <p:spPr>
          <a:xfrm>
            <a:off x="7019098" y="1284713"/>
            <a:ext cx="6303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4E9CCC-59ED-8012-F4FE-44D0ACDF0404}"/>
              </a:ext>
            </a:extLst>
          </p:cNvPr>
          <p:cNvSpPr txBox="1"/>
          <p:nvPr/>
        </p:nvSpPr>
        <p:spPr>
          <a:xfrm>
            <a:off x="8371498" y="1284713"/>
            <a:ext cx="4972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3AD1E5E-F7C6-A74D-4D07-6C82C05F2A8B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FAEEE4E-6F72-78A5-57F2-0051EAC6A304}"/>
              </a:ext>
            </a:extLst>
          </p:cNvPr>
          <p:cNvSpPr/>
          <p:nvPr/>
        </p:nvSpPr>
        <p:spPr>
          <a:xfrm>
            <a:off x="1790698" y="4438648"/>
            <a:ext cx="1190627" cy="119062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B1CA96-9472-718C-2A82-E6983FC05F64}"/>
              </a:ext>
            </a:extLst>
          </p:cNvPr>
          <p:cNvSpPr txBox="1"/>
          <p:nvPr/>
        </p:nvSpPr>
        <p:spPr>
          <a:xfrm>
            <a:off x="4218727" y="5804746"/>
            <a:ext cx="24400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÷ 0.25  =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B2F7E7-F23D-7FBF-5DA8-57D8A2982468}"/>
              </a:ext>
            </a:extLst>
          </p:cNvPr>
          <p:cNvSpPr txBox="1"/>
          <p:nvPr/>
        </p:nvSpPr>
        <p:spPr>
          <a:xfrm>
            <a:off x="2936125" y="3699721"/>
            <a:ext cx="43576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бүтүндүктө канча чейрек бар?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6CB8611-619C-751D-E0AC-95FFB7E8A01C}"/>
              </a:ext>
            </a:extLst>
          </p:cNvPr>
          <p:cNvSpPr/>
          <p:nvPr/>
        </p:nvSpPr>
        <p:spPr>
          <a:xfrm>
            <a:off x="3143248" y="4438648"/>
            <a:ext cx="1190627" cy="119062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568FC8-CC36-B54D-F3BB-CBBE3CB6FDE1}"/>
              </a:ext>
            </a:extLst>
          </p:cNvPr>
          <p:cNvSpPr txBox="1"/>
          <p:nvPr/>
        </p:nvSpPr>
        <p:spPr>
          <a:xfrm>
            <a:off x="4583753" y="4618463"/>
            <a:ext cx="4908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D62D78-18E5-E178-B157-219CDFE800C6}"/>
              </a:ext>
            </a:extLst>
          </p:cNvPr>
          <p:cNvSpPr txBox="1"/>
          <p:nvPr/>
        </p:nvSpPr>
        <p:spPr>
          <a:xfrm>
            <a:off x="7019098" y="4618463"/>
            <a:ext cx="6303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0265D1-B96D-E741-8589-0EB5426A89E8}"/>
              </a:ext>
            </a:extLst>
          </p:cNvPr>
          <p:cNvSpPr txBox="1"/>
          <p:nvPr/>
        </p:nvSpPr>
        <p:spPr>
          <a:xfrm>
            <a:off x="8215205" y="4618463"/>
            <a:ext cx="8098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</a:t>
            </a:r>
          </a:p>
        </p:txBody>
      </p:sp>
      <p:sp>
        <p:nvSpPr>
          <p:cNvPr id="20" name="Partial Circle 19">
            <a:extLst>
              <a:ext uri="{FF2B5EF4-FFF2-40B4-BE49-F238E27FC236}">
                <a16:creationId xmlns:a16="http://schemas.microsoft.com/office/drawing/2014/main" id="{B95B2A79-46A5-09DD-A3D1-BE2C4B382FB4}"/>
              </a:ext>
            </a:extLst>
          </p:cNvPr>
          <p:cNvSpPr/>
          <p:nvPr/>
        </p:nvSpPr>
        <p:spPr>
          <a:xfrm>
            <a:off x="5681661" y="4438648"/>
            <a:ext cx="1162050" cy="1162050"/>
          </a:xfrm>
          <a:prstGeom prst="pie">
            <a:avLst>
              <a:gd name="adj1" fmla="val 10818845"/>
              <a:gd name="adj2" fmla="val 16200000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8FED638-3F78-EDEE-9EBC-0EFA5A90B703}"/>
              </a:ext>
            </a:extLst>
          </p:cNvPr>
          <p:cNvSpPr/>
          <p:nvPr/>
        </p:nvSpPr>
        <p:spPr>
          <a:xfrm>
            <a:off x="438148" y="4438648"/>
            <a:ext cx="1190627" cy="119062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D20ADAC-7256-68FD-8241-2785841B1E1C}"/>
              </a:ext>
            </a:extLst>
          </p:cNvPr>
          <p:cNvCxnSpPr>
            <a:cxnSpLocks/>
          </p:cNvCxnSpPr>
          <p:nvPr/>
        </p:nvCxnSpPr>
        <p:spPr>
          <a:xfrm flipH="1">
            <a:off x="2647950" y="3429000"/>
            <a:ext cx="4610100" cy="0"/>
          </a:xfrm>
          <a:prstGeom prst="line">
            <a:avLst/>
          </a:prstGeom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4205ECF-5E67-1548-D926-5BF59A23FA2F}"/>
              </a:ext>
            </a:extLst>
          </p:cNvPr>
          <p:cNvCxnSpPr>
            <a:cxnSpLocks/>
            <a:stCxn id="2" idx="0"/>
            <a:endCxn id="2" idx="4"/>
          </p:cNvCxnSpPr>
          <p:nvPr/>
        </p:nvCxnSpPr>
        <p:spPr>
          <a:xfrm>
            <a:off x="1700212" y="1104898"/>
            <a:ext cx="0" cy="11906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8310814-658C-8208-DDB8-C0E93EF68E19}"/>
              </a:ext>
            </a:extLst>
          </p:cNvPr>
          <p:cNvCxnSpPr>
            <a:cxnSpLocks/>
            <a:stCxn id="6" idx="0"/>
            <a:endCxn id="6" idx="4"/>
          </p:cNvCxnSpPr>
          <p:nvPr/>
        </p:nvCxnSpPr>
        <p:spPr>
          <a:xfrm>
            <a:off x="3348037" y="1104898"/>
            <a:ext cx="0" cy="11906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70C786E-FE33-5C9F-70C8-51C5E1D1E3B1}"/>
              </a:ext>
            </a:extLst>
          </p:cNvPr>
          <p:cNvCxnSpPr>
            <a:cxnSpLocks/>
            <a:stCxn id="15" idx="0"/>
            <a:endCxn id="15" idx="4"/>
          </p:cNvCxnSpPr>
          <p:nvPr/>
        </p:nvCxnSpPr>
        <p:spPr>
          <a:xfrm>
            <a:off x="3738562" y="4438648"/>
            <a:ext cx="0" cy="11906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7C20D1F-6438-37CD-3447-0892690B5588}"/>
              </a:ext>
            </a:extLst>
          </p:cNvPr>
          <p:cNvCxnSpPr>
            <a:cxnSpLocks/>
            <a:stCxn id="15" idx="6"/>
            <a:endCxn id="15" idx="2"/>
          </p:cNvCxnSpPr>
          <p:nvPr/>
        </p:nvCxnSpPr>
        <p:spPr>
          <a:xfrm flipH="1">
            <a:off x="3143248" y="5033962"/>
            <a:ext cx="1190627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FE44950-3BE8-08A5-F74D-EA8F96E4855B}"/>
              </a:ext>
            </a:extLst>
          </p:cNvPr>
          <p:cNvCxnSpPr>
            <a:cxnSpLocks/>
            <a:stCxn id="11" idx="6"/>
            <a:endCxn id="11" idx="2"/>
          </p:cNvCxnSpPr>
          <p:nvPr/>
        </p:nvCxnSpPr>
        <p:spPr>
          <a:xfrm flipH="1">
            <a:off x="1790698" y="5033962"/>
            <a:ext cx="1190627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497C3AC-6247-288F-A633-276415CCAA6F}"/>
              </a:ext>
            </a:extLst>
          </p:cNvPr>
          <p:cNvCxnSpPr>
            <a:cxnSpLocks/>
            <a:stCxn id="11" idx="0"/>
            <a:endCxn id="11" idx="4"/>
          </p:cNvCxnSpPr>
          <p:nvPr/>
        </p:nvCxnSpPr>
        <p:spPr>
          <a:xfrm>
            <a:off x="2386012" y="4438648"/>
            <a:ext cx="0" cy="11906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B6AE621-0FF3-694B-4EA4-B03A2520B061}"/>
              </a:ext>
            </a:extLst>
          </p:cNvPr>
          <p:cNvCxnSpPr>
            <a:cxnSpLocks/>
            <a:stCxn id="21" idx="0"/>
            <a:endCxn id="21" idx="4"/>
          </p:cNvCxnSpPr>
          <p:nvPr/>
        </p:nvCxnSpPr>
        <p:spPr>
          <a:xfrm>
            <a:off x="1033462" y="4438648"/>
            <a:ext cx="0" cy="11906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FB47795-E7AC-F0A7-4820-6BDE11CEDD94}"/>
              </a:ext>
            </a:extLst>
          </p:cNvPr>
          <p:cNvCxnSpPr>
            <a:cxnSpLocks/>
            <a:stCxn id="21" idx="6"/>
            <a:endCxn id="21" idx="2"/>
          </p:cNvCxnSpPr>
          <p:nvPr/>
        </p:nvCxnSpPr>
        <p:spPr>
          <a:xfrm flipH="1">
            <a:off x="438148" y="5033962"/>
            <a:ext cx="1190627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061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3" grpId="0"/>
      <p:bldP spid="1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8C1E0A-33C7-6208-128C-009A7FCA6540}"/>
              </a:ext>
            </a:extLst>
          </p:cNvPr>
          <p:cNvSpPr txBox="1"/>
          <p:nvPr/>
        </p:nvSpPr>
        <p:spPr>
          <a:xfrm>
            <a:off x="5284825" y="2226487"/>
            <a:ext cx="40302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  ÷  0.5  =  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A0950B-4E04-8580-457F-EA326BF4701D}"/>
              </a:ext>
            </a:extLst>
          </p:cNvPr>
          <p:cNvSpPr txBox="1"/>
          <p:nvPr/>
        </p:nvSpPr>
        <p:spPr>
          <a:xfrm>
            <a:off x="629007" y="1467605"/>
            <a:ext cx="35044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  ÷  5  =  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6F186A-69D1-3892-366E-DCDE2271F649}"/>
              </a:ext>
            </a:extLst>
          </p:cNvPr>
          <p:cNvSpPr txBox="1"/>
          <p:nvPr/>
        </p:nvSpPr>
        <p:spPr>
          <a:xfrm>
            <a:off x="-301180" y="708455"/>
            <a:ext cx="5330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10до канча 5 бар?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D76A28-EA18-4D43-3BB0-36E1ECA1E343}"/>
              </a:ext>
            </a:extLst>
          </p:cNvPr>
          <p:cNvSpPr txBox="1"/>
          <p:nvPr/>
        </p:nvSpPr>
        <p:spPr>
          <a:xfrm>
            <a:off x="4617530" y="1467336"/>
            <a:ext cx="5330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10до канча 0,5 бар?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3BFDEA-D7F7-2E16-2DCA-A9F72595B243}"/>
              </a:ext>
            </a:extLst>
          </p:cNvPr>
          <p:cNvSpPr txBox="1"/>
          <p:nvPr/>
        </p:nvSpPr>
        <p:spPr>
          <a:xfrm>
            <a:off x="8605359" y="2226487"/>
            <a:ext cx="886781" cy="92333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D5C9FF-923D-7570-4460-A906E0807122}"/>
              </a:ext>
            </a:extLst>
          </p:cNvPr>
          <p:cNvSpPr txBox="1"/>
          <p:nvPr/>
        </p:nvSpPr>
        <p:spPr>
          <a:xfrm>
            <a:off x="3618337" y="1467605"/>
            <a:ext cx="535724" cy="92333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244FCBC-E2E5-7699-8A3B-9E24F2E571EE}"/>
              </a:ext>
            </a:extLst>
          </p:cNvPr>
          <p:cNvSpPr/>
          <p:nvPr/>
        </p:nvSpPr>
        <p:spPr>
          <a:xfrm>
            <a:off x="1434465" y="4406308"/>
            <a:ext cx="6915150" cy="153919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Бөлүүчү 1ден аз болгондо, натыйжа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бөлүнүүчү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чоң болот.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D8F734D-A477-E8DD-454B-6580DF658364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3845B51-3470-285B-1C6C-3E5E6F5F3510}"/>
              </a:ext>
            </a:extLst>
          </p:cNvPr>
          <p:cNvSpPr/>
          <p:nvPr/>
        </p:nvSpPr>
        <p:spPr>
          <a:xfrm rot="11243172" flipV="1">
            <a:off x="4843482" y="3109082"/>
            <a:ext cx="2548043" cy="1775007"/>
          </a:xfrm>
          <a:custGeom>
            <a:avLst/>
            <a:gdLst>
              <a:gd name="connsiteX0" fmla="*/ 0 w 190500"/>
              <a:gd name="connsiteY0" fmla="*/ 0 h 542925"/>
              <a:gd name="connsiteX1" fmla="*/ 190500 w 190500"/>
              <a:gd name="connsiteY1" fmla="*/ 542925 h 542925"/>
              <a:gd name="connsiteX0" fmla="*/ 0 w 190500"/>
              <a:gd name="connsiteY0" fmla="*/ 0 h 590550"/>
              <a:gd name="connsiteX1" fmla="*/ 190500 w 190500"/>
              <a:gd name="connsiteY1" fmla="*/ 590550 h 590550"/>
              <a:gd name="connsiteX0" fmla="*/ 31486 w 221986"/>
              <a:gd name="connsiteY0" fmla="*/ 0 h 590550"/>
              <a:gd name="connsiteX1" fmla="*/ 221986 w 221986"/>
              <a:gd name="connsiteY1" fmla="*/ 590550 h 590550"/>
              <a:gd name="connsiteX0" fmla="*/ 36662 w 179537"/>
              <a:gd name="connsiteY0" fmla="*/ 0 h 600075"/>
              <a:gd name="connsiteX1" fmla="*/ 179537 w 179537"/>
              <a:gd name="connsiteY1" fmla="*/ 600075 h 600075"/>
              <a:gd name="connsiteX0" fmla="*/ 17004 w 241200"/>
              <a:gd name="connsiteY0" fmla="*/ 0 h 600075"/>
              <a:gd name="connsiteX1" fmla="*/ 159879 w 241200"/>
              <a:gd name="connsiteY1" fmla="*/ 600075 h 600075"/>
              <a:gd name="connsiteX0" fmla="*/ 17139 w 237121"/>
              <a:gd name="connsiteY0" fmla="*/ 0 h 895350"/>
              <a:gd name="connsiteX1" fmla="*/ 155252 w 237121"/>
              <a:gd name="connsiteY1" fmla="*/ 895350 h 895350"/>
              <a:gd name="connsiteX0" fmla="*/ 247989 w 386102"/>
              <a:gd name="connsiteY0" fmla="*/ 0 h 895350"/>
              <a:gd name="connsiteX1" fmla="*/ 386102 w 386102"/>
              <a:gd name="connsiteY1" fmla="*/ 895350 h 895350"/>
              <a:gd name="connsiteX0" fmla="*/ 259813 w 397926"/>
              <a:gd name="connsiteY0" fmla="*/ 0 h 895350"/>
              <a:gd name="connsiteX1" fmla="*/ 397926 w 397926"/>
              <a:gd name="connsiteY1" fmla="*/ 895350 h 895350"/>
              <a:gd name="connsiteX0" fmla="*/ 202930 w 441055"/>
              <a:gd name="connsiteY0" fmla="*/ 0 h 847725"/>
              <a:gd name="connsiteX1" fmla="*/ 441055 w 441055"/>
              <a:gd name="connsiteY1" fmla="*/ 847725 h 847725"/>
              <a:gd name="connsiteX0" fmla="*/ 194438 w 432563"/>
              <a:gd name="connsiteY0" fmla="*/ 0 h 847725"/>
              <a:gd name="connsiteX1" fmla="*/ 432563 w 432563"/>
              <a:gd name="connsiteY1" fmla="*/ 847725 h 847725"/>
              <a:gd name="connsiteX0" fmla="*/ 447526 w 447526"/>
              <a:gd name="connsiteY0" fmla="*/ 0 h 1048200"/>
              <a:gd name="connsiteX1" fmla="*/ 304417 w 447526"/>
              <a:gd name="connsiteY1" fmla="*/ 1048200 h 1048200"/>
              <a:gd name="connsiteX0" fmla="*/ 175347 w 175347"/>
              <a:gd name="connsiteY0" fmla="*/ 0 h 1048200"/>
              <a:gd name="connsiteX1" fmla="*/ 32238 w 175347"/>
              <a:gd name="connsiteY1" fmla="*/ 1048200 h 1048200"/>
              <a:gd name="connsiteX0" fmla="*/ 236332 w 236332"/>
              <a:gd name="connsiteY0" fmla="*/ 0 h 1185669"/>
              <a:gd name="connsiteX1" fmla="*/ 23330 w 236332"/>
              <a:gd name="connsiteY1" fmla="*/ 1185669 h 1185669"/>
              <a:gd name="connsiteX0" fmla="*/ 139176 w 139176"/>
              <a:gd name="connsiteY0" fmla="*/ 0 h 1263911"/>
              <a:gd name="connsiteX1" fmla="*/ 42030 w 139176"/>
              <a:gd name="connsiteY1" fmla="*/ 1263911 h 1263911"/>
              <a:gd name="connsiteX0" fmla="*/ 97146 w 102152"/>
              <a:gd name="connsiteY0" fmla="*/ 0 h 1263911"/>
              <a:gd name="connsiteX1" fmla="*/ 0 w 102152"/>
              <a:gd name="connsiteY1" fmla="*/ 1263911 h 1263911"/>
              <a:gd name="connsiteX0" fmla="*/ 113689 w 113689"/>
              <a:gd name="connsiteY0" fmla="*/ 0 h 1263911"/>
              <a:gd name="connsiteX1" fmla="*/ 16543 w 113689"/>
              <a:gd name="connsiteY1" fmla="*/ 1263911 h 1263911"/>
              <a:gd name="connsiteX0" fmla="*/ 101253 w 143615"/>
              <a:gd name="connsiteY0" fmla="*/ 0 h 1294004"/>
              <a:gd name="connsiteX1" fmla="*/ 79414 w 143615"/>
              <a:gd name="connsiteY1" fmla="*/ 1294004 h 1294004"/>
              <a:gd name="connsiteX0" fmla="*/ 63482 w 115657"/>
              <a:gd name="connsiteY0" fmla="*/ 0 h 1294004"/>
              <a:gd name="connsiteX1" fmla="*/ 41643 w 115657"/>
              <a:gd name="connsiteY1" fmla="*/ 1294004 h 1294004"/>
              <a:gd name="connsiteX0" fmla="*/ 59673 w 142272"/>
              <a:gd name="connsiteY0" fmla="*/ 0 h 1294004"/>
              <a:gd name="connsiteX1" fmla="*/ 72591 w 142272"/>
              <a:gd name="connsiteY1" fmla="*/ 1294004 h 1294004"/>
              <a:gd name="connsiteX0" fmla="*/ 16747 w 1577807"/>
              <a:gd name="connsiteY0" fmla="*/ 0 h 1451136"/>
              <a:gd name="connsiteX1" fmla="*/ 1557917 w 1577807"/>
              <a:gd name="connsiteY1" fmla="*/ 1451136 h 1451136"/>
              <a:gd name="connsiteX0" fmla="*/ 0 w 1567714"/>
              <a:gd name="connsiteY0" fmla="*/ 0 h 1451136"/>
              <a:gd name="connsiteX1" fmla="*/ 1541170 w 1567714"/>
              <a:gd name="connsiteY1" fmla="*/ 1451136 h 1451136"/>
              <a:gd name="connsiteX0" fmla="*/ 0 w 1636709"/>
              <a:gd name="connsiteY0" fmla="*/ 0 h 1423350"/>
              <a:gd name="connsiteX1" fmla="*/ 1611263 w 1636709"/>
              <a:gd name="connsiteY1" fmla="*/ 1423350 h 1423350"/>
              <a:gd name="connsiteX0" fmla="*/ 0 w 1611263"/>
              <a:gd name="connsiteY0" fmla="*/ 0 h 1423350"/>
              <a:gd name="connsiteX1" fmla="*/ 1611263 w 1611263"/>
              <a:gd name="connsiteY1" fmla="*/ 1423350 h 1423350"/>
              <a:gd name="connsiteX0" fmla="*/ 2535 w 1613798"/>
              <a:gd name="connsiteY0" fmla="*/ 0 h 1423350"/>
              <a:gd name="connsiteX1" fmla="*/ 1613798 w 1613798"/>
              <a:gd name="connsiteY1" fmla="*/ 1423350 h 1423350"/>
              <a:gd name="connsiteX0" fmla="*/ 2596 w 1588991"/>
              <a:gd name="connsiteY0" fmla="*/ 0 h 1465445"/>
              <a:gd name="connsiteX1" fmla="*/ 1588991 w 1588991"/>
              <a:gd name="connsiteY1" fmla="*/ 1465445 h 1465445"/>
              <a:gd name="connsiteX0" fmla="*/ 2589 w 1592032"/>
              <a:gd name="connsiteY0" fmla="*/ 0 h 1320960"/>
              <a:gd name="connsiteX1" fmla="*/ 1592032 w 1592032"/>
              <a:gd name="connsiteY1" fmla="*/ 1320960 h 1320960"/>
              <a:gd name="connsiteX0" fmla="*/ 1620 w 1591063"/>
              <a:gd name="connsiteY0" fmla="*/ 0 h 1320960"/>
              <a:gd name="connsiteX1" fmla="*/ 1591063 w 1591063"/>
              <a:gd name="connsiteY1" fmla="*/ 1320960 h 1320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91063" h="1320960">
                <a:moveTo>
                  <a:pt x="1620" y="0"/>
                </a:moveTo>
                <a:cubicBezTo>
                  <a:pt x="-58319" y="919991"/>
                  <a:pt x="1565106" y="815071"/>
                  <a:pt x="1591063" y="1320960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4378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1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E9AF54A-9CB2-D234-6EF7-80208DAD24B8}"/>
              </a:ext>
            </a:extLst>
          </p:cNvPr>
          <p:cNvSpPr/>
          <p:nvPr/>
        </p:nvSpPr>
        <p:spPr>
          <a:xfrm>
            <a:off x="1238233" y="1057103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 ÷ 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8B9DE99-44DF-AC79-83DA-B2A389D95F85}"/>
              </a:ext>
            </a:extLst>
          </p:cNvPr>
          <p:cNvSpPr/>
          <p:nvPr/>
        </p:nvSpPr>
        <p:spPr>
          <a:xfrm>
            <a:off x="6151055" y="1057103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100 ÷ 20</a:t>
            </a: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DEC7BC2-861E-41FC-5C0F-098A2FA6F3DE}"/>
              </a:ext>
            </a:extLst>
          </p:cNvPr>
          <p:cNvGrpSpPr/>
          <p:nvPr/>
        </p:nvGrpSpPr>
        <p:grpSpPr>
          <a:xfrm>
            <a:off x="5412048" y="2069696"/>
            <a:ext cx="3897380" cy="4239492"/>
            <a:chOff x="4937761" y="515389"/>
            <a:chExt cx="4829695" cy="525364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42429A2-1B82-E24F-05E2-1E380F158286}"/>
                </a:ext>
              </a:extLst>
            </p:cNvPr>
            <p:cNvGrpSpPr/>
            <p:nvPr/>
          </p:nvGrpSpPr>
          <p:grpSpPr>
            <a:xfrm>
              <a:off x="4937761" y="515389"/>
              <a:ext cx="4829695" cy="390699"/>
              <a:chOff x="5162204" y="515389"/>
              <a:chExt cx="4829695" cy="390699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22272A8D-29C9-25D2-59E9-9E7C85D2C7FD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2F1FAB3-349D-114B-D286-C9C250D39C6A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03D3F321-5707-389C-C7D0-3B2EAF2F82DB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69092D1F-3AA1-7F65-2735-6D5CED7A3BF9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2E31F91D-D537-1FF6-598E-6DFDCF3958FF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11D707DD-00E3-32AC-39FC-8ADF2A76B448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4DB6A4D-060E-AB88-45F5-BE7D293450BA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B6D69C64-E40A-6F3F-9DD6-00D662CB8F19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FB799A1-1BCC-ECD9-1CE0-7936D010DB2C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505CA0C3-D123-0EA8-0F1C-4C7783195D8F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21AC867-7AC1-EA72-18DE-3D074EEEE8CD}"/>
                </a:ext>
              </a:extLst>
            </p:cNvPr>
            <p:cNvGrpSpPr/>
            <p:nvPr/>
          </p:nvGrpSpPr>
          <p:grpSpPr>
            <a:xfrm>
              <a:off x="4937761" y="1055716"/>
              <a:ext cx="4829695" cy="390699"/>
              <a:chOff x="5162204" y="515389"/>
              <a:chExt cx="4829695" cy="390699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0822E34B-E9BB-FFF9-90FA-807270944411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94113F12-26A6-3AFE-1955-D81FBE4C8934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0994161-AC14-9452-16C5-631A5138AD3E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A4FBE0C2-32F8-4950-336A-5E1531DAF333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24A08C7-8F3A-77D8-F411-5D6A79D7F3A9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D3A3D6E7-11F1-DD32-35EC-4A2C91D21F8E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C5EFDE5-DA70-9885-B06B-EAA64B54CFB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1AA69004-20B9-EA3B-B04D-0A74968D11DB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A76FABE-EBFD-1BDD-66DF-265876352D4D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8304019-5584-7414-E182-0874E3CB852B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2F1F679-51A3-56A9-780E-17B8E7B83812}"/>
                </a:ext>
              </a:extLst>
            </p:cNvPr>
            <p:cNvGrpSpPr/>
            <p:nvPr/>
          </p:nvGrpSpPr>
          <p:grpSpPr>
            <a:xfrm>
              <a:off x="4937761" y="1596043"/>
              <a:ext cx="4829695" cy="390699"/>
              <a:chOff x="5162204" y="515389"/>
              <a:chExt cx="4829695" cy="390699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862465BA-0928-FE98-4689-97C635CE83D9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5563D4BC-4407-2643-88BA-C7D0930DE1A9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E20832A-DB5A-54B1-C43A-E9F9B887023A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9E33947E-500F-E694-3689-C4A1AF155F82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629B75F7-4B4F-3EB5-969C-28E2270F74C5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2B460BE9-9913-AA05-80B2-9D2889E6C662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E9326B8E-AADF-A0EA-0310-B7892B31A8FE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54F9A348-0EC9-194E-EBCC-B5FFAA5C0DC2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8388127E-AA8E-5FB9-0019-4D551AF0DB8B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07C62F4A-AB3C-9B48-32AD-6768CC011056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EA7CD1BB-9416-FC7B-EE90-107B3E107D09}"/>
                </a:ext>
              </a:extLst>
            </p:cNvPr>
            <p:cNvGrpSpPr/>
            <p:nvPr/>
          </p:nvGrpSpPr>
          <p:grpSpPr>
            <a:xfrm>
              <a:off x="4937761" y="2136370"/>
              <a:ext cx="4829695" cy="390699"/>
              <a:chOff x="5162204" y="515389"/>
              <a:chExt cx="4829695" cy="390699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E192C44F-D257-3A61-A1F7-9494536AE544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7B5A7DC0-6869-3267-11BD-C78CFF75A2B1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2BC0CB9C-B6C7-03B2-8D14-CB3B1FED80D7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551D8B01-0B82-BDA6-F2FF-02DAAEFC2404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04DD8BE4-6CFF-F474-E389-AE900160D556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04AF265A-A4FF-2A4D-D50E-CE79B80E4692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CAB83367-2E28-18BF-94FD-CF5E6A4B402F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C09E5975-403C-681B-B58C-8588724B191A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2DC3A04D-C9CD-5C6A-F166-3539F794C892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2E1F181-44E8-CEAC-C9F1-94315FC1A9B4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62B52015-75F2-9F98-F847-8164F7FAFBCD}"/>
                </a:ext>
              </a:extLst>
            </p:cNvPr>
            <p:cNvGrpSpPr/>
            <p:nvPr/>
          </p:nvGrpSpPr>
          <p:grpSpPr>
            <a:xfrm>
              <a:off x="4937761" y="2676697"/>
              <a:ext cx="4829695" cy="390699"/>
              <a:chOff x="5162204" y="515389"/>
              <a:chExt cx="4829695" cy="390699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02E83ACD-D6CF-6DE9-1BFA-319A75A9038B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DFE61781-A05F-0953-B8DC-04CC5F28A004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656805CD-0459-286B-6AC1-191EB597DDAD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5A3C0907-3971-E7BF-133C-2CCB0001DFE0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408FEC84-6990-1E66-FB47-7C69095F7880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A1FA491B-E404-50DA-64D0-AE0807E25A35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238C2998-9A92-4D97-12EF-024B5B36166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2F4C3F94-D3A7-0AA6-3121-EA4260AB7CCB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EC0F6EE0-C8B6-FBB6-DE13-BA52FE86C3D0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43505161-9A7F-3FE6-6E51-743453450685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3BF63F49-4566-3111-B1BC-47D6C67AC99E}"/>
                </a:ext>
              </a:extLst>
            </p:cNvPr>
            <p:cNvGrpSpPr/>
            <p:nvPr/>
          </p:nvGrpSpPr>
          <p:grpSpPr>
            <a:xfrm>
              <a:off x="4937761" y="3217024"/>
              <a:ext cx="4829695" cy="390699"/>
              <a:chOff x="5162204" y="515389"/>
              <a:chExt cx="4829695" cy="390699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662BFF38-E654-1943-B794-D02E652CBB75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8E23BD34-E8D4-B8EE-535E-584857242975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52D1FA3E-FE82-3CC5-FC97-BFE0CDA9FF35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80D0D258-A412-2780-8277-A73274E48D68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A2F0FB5D-2A6F-0D5F-8C32-7692E1ECC99F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BBEBF73D-5B27-41F0-CC7A-B4F603C1CF18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13449EA2-097C-B5F4-F4D1-1B8F12832029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1F61A528-15AE-9F66-707B-031F86403FAF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014AFF35-4EBD-F4AC-A211-1FF167B1DAFE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ABCA3D1C-5831-9410-BBD6-D6A7A1EFA3A4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D640B949-2BBC-1441-9995-A4A272369464}"/>
                </a:ext>
              </a:extLst>
            </p:cNvPr>
            <p:cNvGrpSpPr/>
            <p:nvPr/>
          </p:nvGrpSpPr>
          <p:grpSpPr>
            <a:xfrm>
              <a:off x="4937761" y="3757351"/>
              <a:ext cx="4829695" cy="390699"/>
              <a:chOff x="5162204" y="515389"/>
              <a:chExt cx="4829695" cy="390699"/>
            </a:xfrm>
          </p:grpSpPr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23C7598B-2BB4-9E21-60A8-2F9BE865772A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5F2849D8-17FF-8464-0836-967EC8212E7E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B0F2B8E0-A7FF-21DA-4E9F-411B1B995A39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466FB5BB-A7AC-CC0A-58C4-A0E81E98EC31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1F9511A8-5A03-BECE-DC95-AEF04B212762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7CC956FB-9413-B80A-5D2B-3B59A554D055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C59A8BBB-E1F2-3B6F-D86E-96168F5CA0E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C70AC515-CB4D-75BC-811A-90C791B66CBC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11557D51-F9AD-D8BB-4DA6-67131DAB8BF6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118FA8AD-508D-EE88-7536-46127C21BE17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3891CCE0-8CD7-BBCB-294D-18FB9F22D3A5}"/>
                </a:ext>
              </a:extLst>
            </p:cNvPr>
            <p:cNvGrpSpPr/>
            <p:nvPr/>
          </p:nvGrpSpPr>
          <p:grpSpPr>
            <a:xfrm>
              <a:off x="4937761" y="4297678"/>
              <a:ext cx="4829695" cy="390699"/>
              <a:chOff x="5162204" y="515389"/>
              <a:chExt cx="4829695" cy="390699"/>
            </a:xfrm>
          </p:grpSpPr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80B9FDF2-49DA-64CA-43A3-FE38CEFBB9C0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E792F556-5721-40D9-9290-A2A377FE78C7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7DAEE801-5CC2-E28C-BE6B-93B40A73216A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2E5D3DE3-C90A-8106-01FC-FD552D57CA50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EDF50171-1070-B3EE-05F0-70ED6478DAD6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8DCE7C15-99EF-3EEF-115F-BB1835BC769A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19382E21-B442-A945-756F-70ADABCEC9BB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A6B554A4-14E9-3151-0DB2-2A456AEA8963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F812CCFC-A2CF-C684-DFFB-5EACCC573B87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34A8D79F-8985-EE2C-945C-C59C04D97B5D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667489C0-DB47-9F78-4083-115D1467F2C9}"/>
                </a:ext>
              </a:extLst>
            </p:cNvPr>
            <p:cNvGrpSpPr/>
            <p:nvPr/>
          </p:nvGrpSpPr>
          <p:grpSpPr>
            <a:xfrm>
              <a:off x="4937761" y="4838005"/>
              <a:ext cx="4829695" cy="390699"/>
              <a:chOff x="5162204" y="515389"/>
              <a:chExt cx="4829695" cy="390699"/>
            </a:xfrm>
          </p:grpSpPr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065E2F59-6866-78B6-FC29-EB1EFA02E7B4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18074E4C-CF60-8986-4417-00D5F7B9EA42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7E14F7F4-95B5-3D5F-6F03-E36FFB43A18E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3D1B0140-7FBD-E2DC-EA39-EC44E2E36777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2B53C62F-47F2-EFEC-7A4B-8923411C0AD8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19F65242-ABA4-E1F5-310F-A676F87E21AE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D7CA2A3B-C00E-FF5F-91D2-D540D1A7C871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B76EEEB6-5F4F-B6AE-CA02-5AF095751E2A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F393BACF-C7CC-4011-BA55-A449994F44CC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705E1858-C587-2044-6241-51C32C802460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7FCDFC1E-D0FA-15E9-4047-9C0902B7F29F}"/>
                </a:ext>
              </a:extLst>
            </p:cNvPr>
            <p:cNvGrpSpPr/>
            <p:nvPr/>
          </p:nvGrpSpPr>
          <p:grpSpPr>
            <a:xfrm>
              <a:off x="4937761" y="5378335"/>
              <a:ext cx="4829695" cy="390699"/>
              <a:chOff x="5162204" y="515389"/>
              <a:chExt cx="4829695" cy="390699"/>
            </a:xfrm>
          </p:grpSpPr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770FC949-14B8-ED82-A017-BA3822667F2C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7BF8884B-B2C7-8EE1-2C34-3ACEDC6BA2DB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45A8B423-E081-3C50-AEEF-988E1EF11711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B2477FBD-4288-9895-D55F-AF68FDF45B8C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268BB93D-B6E8-FF74-090E-A4C195871062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E73575E4-B8D1-0CF9-8E32-5B974BA377B0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C876ADF0-5FF5-6B9E-9217-12F9AC8D720F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20C550C6-68EC-5137-21A4-D8ABA6C6593B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54A6A97F-5C2A-5DDC-AD62-70D735F4103A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E0317A77-8867-A764-BB93-C635F3527D90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353C0F55-EF69-63B4-9B36-CC4C49825BDC}"/>
              </a:ext>
            </a:extLst>
          </p:cNvPr>
          <p:cNvGrpSpPr/>
          <p:nvPr/>
        </p:nvGrpSpPr>
        <p:grpSpPr>
          <a:xfrm>
            <a:off x="2290277" y="2069696"/>
            <a:ext cx="315279" cy="4239492"/>
            <a:chOff x="2369590" y="307571"/>
            <a:chExt cx="315279" cy="4239492"/>
          </a:xfrm>
        </p:grpSpPr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18A3E369-EF41-79A5-102F-7D1FF691F7E3}"/>
                </a:ext>
              </a:extLst>
            </p:cNvPr>
            <p:cNvSpPr/>
            <p:nvPr/>
          </p:nvSpPr>
          <p:spPr>
            <a:xfrm>
              <a:off x="2369590" y="307571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8FDF23E7-E140-0E9A-DB27-AD4D512B336F}"/>
                </a:ext>
              </a:extLst>
            </p:cNvPr>
            <p:cNvSpPr/>
            <p:nvPr/>
          </p:nvSpPr>
          <p:spPr>
            <a:xfrm>
              <a:off x="2369590" y="743594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4F904CC7-09D0-90FD-4F39-4AF113B2B777}"/>
                </a:ext>
              </a:extLst>
            </p:cNvPr>
            <p:cNvSpPr/>
            <p:nvPr/>
          </p:nvSpPr>
          <p:spPr>
            <a:xfrm>
              <a:off x="2369590" y="1179618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7DC6A224-7C65-89DD-BD01-CA922A89FF8A}"/>
                </a:ext>
              </a:extLst>
            </p:cNvPr>
            <p:cNvSpPr/>
            <p:nvPr/>
          </p:nvSpPr>
          <p:spPr>
            <a:xfrm>
              <a:off x="2369590" y="1615641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E5AA25AD-C940-F0B0-E990-87466223FBCD}"/>
                </a:ext>
              </a:extLst>
            </p:cNvPr>
            <p:cNvSpPr/>
            <p:nvPr/>
          </p:nvSpPr>
          <p:spPr>
            <a:xfrm>
              <a:off x="2369590" y="2051664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49A0CB04-B6F1-812E-3454-8236DA5178AD}"/>
                </a:ext>
              </a:extLst>
            </p:cNvPr>
            <p:cNvSpPr/>
            <p:nvPr/>
          </p:nvSpPr>
          <p:spPr>
            <a:xfrm>
              <a:off x="2369590" y="2487688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0415700E-52B3-3A2D-C971-72FB65626E25}"/>
                </a:ext>
              </a:extLst>
            </p:cNvPr>
            <p:cNvSpPr/>
            <p:nvPr/>
          </p:nvSpPr>
          <p:spPr>
            <a:xfrm>
              <a:off x="2369590" y="2923711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E349F4BC-A058-74B0-18F2-578C3F9CE5C9}"/>
                </a:ext>
              </a:extLst>
            </p:cNvPr>
            <p:cNvSpPr/>
            <p:nvPr/>
          </p:nvSpPr>
          <p:spPr>
            <a:xfrm>
              <a:off x="2369590" y="3359735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7DB5B822-4D14-B7F6-CC28-D3AD9B344441}"/>
                </a:ext>
              </a:extLst>
            </p:cNvPr>
            <p:cNvSpPr/>
            <p:nvPr/>
          </p:nvSpPr>
          <p:spPr>
            <a:xfrm>
              <a:off x="2369590" y="3795758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B055211B-1F8A-22D0-4F3A-6CAE38259751}"/>
                </a:ext>
              </a:extLst>
            </p:cNvPr>
            <p:cNvSpPr/>
            <p:nvPr/>
          </p:nvSpPr>
          <p:spPr>
            <a:xfrm>
              <a:off x="2369590" y="4231784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28" name="Right Bracket 227">
            <a:extLst>
              <a:ext uri="{FF2B5EF4-FFF2-40B4-BE49-F238E27FC236}">
                <a16:creationId xmlns:a16="http://schemas.microsoft.com/office/drawing/2014/main" id="{48C0D922-5709-197E-653F-C282502EF318}"/>
              </a:ext>
            </a:extLst>
          </p:cNvPr>
          <p:cNvSpPr/>
          <p:nvPr/>
        </p:nvSpPr>
        <p:spPr>
          <a:xfrm rot="10800000">
            <a:off x="5001314" y="205739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0" name="Right Bracket 229">
            <a:extLst>
              <a:ext uri="{FF2B5EF4-FFF2-40B4-BE49-F238E27FC236}">
                <a16:creationId xmlns:a16="http://schemas.microsoft.com/office/drawing/2014/main" id="{F834CEF7-924A-BD87-E275-27E496AB206D}"/>
              </a:ext>
            </a:extLst>
          </p:cNvPr>
          <p:cNvSpPr/>
          <p:nvPr/>
        </p:nvSpPr>
        <p:spPr>
          <a:xfrm rot="10800000">
            <a:off x="5001314" y="291464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1" name="Right Bracket 230">
            <a:extLst>
              <a:ext uri="{FF2B5EF4-FFF2-40B4-BE49-F238E27FC236}">
                <a16:creationId xmlns:a16="http://schemas.microsoft.com/office/drawing/2014/main" id="{E01993CD-5B4D-4DE1-57E8-52105D53CB2B}"/>
              </a:ext>
            </a:extLst>
          </p:cNvPr>
          <p:cNvSpPr/>
          <p:nvPr/>
        </p:nvSpPr>
        <p:spPr>
          <a:xfrm rot="10800000">
            <a:off x="5001314" y="37861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2" name="Right Bracket 231">
            <a:extLst>
              <a:ext uri="{FF2B5EF4-FFF2-40B4-BE49-F238E27FC236}">
                <a16:creationId xmlns:a16="http://schemas.microsoft.com/office/drawing/2014/main" id="{457B8AB8-2644-C500-9DAB-80EA83479CCB}"/>
              </a:ext>
            </a:extLst>
          </p:cNvPr>
          <p:cNvSpPr/>
          <p:nvPr/>
        </p:nvSpPr>
        <p:spPr>
          <a:xfrm rot="10800000">
            <a:off x="5001314" y="464343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3" name="Right Bracket 232">
            <a:extLst>
              <a:ext uri="{FF2B5EF4-FFF2-40B4-BE49-F238E27FC236}">
                <a16:creationId xmlns:a16="http://schemas.microsoft.com/office/drawing/2014/main" id="{9A703B77-3F17-CA13-4F11-F3D5586B4F8B}"/>
              </a:ext>
            </a:extLst>
          </p:cNvPr>
          <p:cNvSpPr/>
          <p:nvPr/>
        </p:nvSpPr>
        <p:spPr>
          <a:xfrm rot="10800000">
            <a:off x="5001314" y="55387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4" name="Right Bracket 233">
            <a:extLst>
              <a:ext uri="{FF2B5EF4-FFF2-40B4-BE49-F238E27FC236}">
                <a16:creationId xmlns:a16="http://schemas.microsoft.com/office/drawing/2014/main" id="{73E4D23F-4B46-E22C-D8CB-F70444D7B91F}"/>
              </a:ext>
            </a:extLst>
          </p:cNvPr>
          <p:cNvSpPr/>
          <p:nvPr/>
        </p:nvSpPr>
        <p:spPr>
          <a:xfrm rot="10800000">
            <a:off x="1992107" y="205739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5" name="Right Bracket 234">
            <a:extLst>
              <a:ext uri="{FF2B5EF4-FFF2-40B4-BE49-F238E27FC236}">
                <a16:creationId xmlns:a16="http://schemas.microsoft.com/office/drawing/2014/main" id="{FF5AB83C-E184-F555-BD22-8742A809A2A9}"/>
              </a:ext>
            </a:extLst>
          </p:cNvPr>
          <p:cNvSpPr/>
          <p:nvPr/>
        </p:nvSpPr>
        <p:spPr>
          <a:xfrm rot="10800000">
            <a:off x="1992107" y="291464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6" name="Right Bracket 235">
            <a:extLst>
              <a:ext uri="{FF2B5EF4-FFF2-40B4-BE49-F238E27FC236}">
                <a16:creationId xmlns:a16="http://schemas.microsoft.com/office/drawing/2014/main" id="{A6D0AB0D-AC17-685C-912A-D3A5C4E87302}"/>
              </a:ext>
            </a:extLst>
          </p:cNvPr>
          <p:cNvSpPr/>
          <p:nvPr/>
        </p:nvSpPr>
        <p:spPr>
          <a:xfrm rot="10800000">
            <a:off x="1992107" y="37861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7" name="Right Bracket 236">
            <a:extLst>
              <a:ext uri="{FF2B5EF4-FFF2-40B4-BE49-F238E27FC236}">
                <a16:creationId xmlns:a16="http://schemas.microsoft.com/office/drawing/2014/main" id="{A06DE6CA-EA83-2D9F-9B4E-689DFAA84A7B}"/>
              </a:ext>
            </a:extLst>
          </p:cNvPr>
          <p:cNvSpPr/>
          <p:nvPr/>
        </p:nvSpPr>
        <p:spPr>
          <a:xfrm rot="10800000">
            <a:off x="1992107" y="464343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8" name="Right Bracket 237">
            <a:extLst>
              <a:ext uri="{FF2B5EF4-FFF2-40B4-BE49-F238E27FC236}">
                <a16:creationId xmlns:a16="http://schemas.microsoft.com/office/drawing/2014/main" id="{546D7429-FE06-48DD-41E6-F2D3A007EC4B}"/>
              </a:ext>
            </a:extLst>
          </p:cNvPr>
          <p:cNvSpPr/>
          <p:nvPr/>
        </p:nvSpPr>
        <p:spPr>
          <a:xfrm rot="10800000">
            <a:off x="1992107" y="55387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5F65F063-FC03-5E77-E7E2-FBBE8AD60980}"/>
              </a:ext>
            </a:extLst>
          </p:cNvPr>
          <p:cNvSpPr txBox="1"/>
          <p:nvPr/>
        </p:nvSpPr>
        <p:spPr>
          <a:xfrm>
            <a:off x="1099729" y="327453"/>
            <a:ext cx="77232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эки эсеп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тин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кандай окшоштугу бар, жана кандай айырмасы бар?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90A0BA9-86A4-86C8-4BA9-52EC142FA3D0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1987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" grpId="0" animBg="1"/>
      <p:bldP spid="230" grpId="0" animBg="1"/>
      <p:bldP spid="231" grpId="0" animBg="1"/>
      <p:bldP spid="232" grpId="0" animBg="1"/>
      <p:bldP spid="233" grpId="0" animBg="1"/>
      <p:bldP spid="234" grpId="0" animBg="1"/>
      <p:bldP spid="235" grpId="0" animBg="1"/>
      <p:bldP spid="236" grpId="0" animBg="1"/>
      <p:bldP spid="237" grpId="0" animBg="1"/>
      <p:bldP spid="23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E9AF54A-9CB2-D234-6EF7-80208DAD24B8}"/>
              </a:ext>
            </a:extLst>
          </p:cNvPr>
          <p:cNvSpPr/>
          <p:nvPr/>
        </p:nvSpPr>
        <p:spPr>
          <a:xfrm>
            <a:off x="1238233" y="1057103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 ÷ 4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8B9DE99-44DF-AC79-83DA-B2A389D95F85}"/>
              </a:ext>
            </a:extLst>
          </p:cNvPr>
          <p:cNvSpPr/>
          <p:nvPr/>
        </p:nvSpPr>
        <p:spPr>
          <a:xfrm>
            <a:off x="6151055" y="1057103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80 ÷ 40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5900CC3-7517-AEE9-C10F-20DE2144CAAD}"/>
              </a:ext>
            </a:extLst>
          </p:cNvPr>
          <p:cNvGrpSpPr/>
          <p:nvPr/>
        </p:nvGrpSpPr>
        <p:grpSpPr>
          <a:xfrm>
            <a:off x="5412048" y="2069696"/>
            <a:ext cx="3897380" cy="3367443"/>
            <a:chOff x="5412048" y="2069696"/>
            <a:chExt cx="3897380" cy="3367443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42429A2-1B82-E24F-05E2-1E380F158286}"/>
                </a:ext>
              </a:extLst>
            </p:cNvPr>
            <p:cNvGrpSpPr/>
            <p:nvPr/>
          </p:nvGrpSpPr>
          <p:grpSpPr>
            <a:xfrm>
              <a:off x="5412048" y="2069696"/>
              <a:ext cx="3897380" cy="315279"/>
              <a:chOff x="5162204" y="515389"/>
              <a:chExt cx="4829695" cy="390699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22272A8D-29C9-25D2-59E9-9E7C85D2C7FD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2F1FAB3-349D-114B-D286-C9C250D39C6A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03D3F321-5707-389C-C7D0-3B2EAF2F82DB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69092D1F-3AA1-7F65-2735-6D5CED7A3BF9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2E31F91D-D537-1FF6-598E-6DFDCF3958FF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11D707DD-00E3-32AC-39FC-8ADF2A76B448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4DB6A4D-060E-AB88-45F5-BE7D293450BA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B6D69C64-E40A-6F3F-9DD6-00D662CB8F19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FB799A1-1BCC-ECD9-1CE0-7936D010DB2C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505CA0C3-D123-0EA8-0F1C-4C7783195D8F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21AC867-7AC1-EA72-18DE-3D074EEEE8CD}"/>
                </a:ext>
              </a:extLst>
            </p:cNvPr>
            <p:cNvGrpSpPr/>
            <p:nvPr/>
          </p:nvGrpSpPr>
          <p:grpSpPr>
            <a:xfrm>
              <a:off x="5412048" y="2505719"/>
              <a:ext cx="3897380" cy="315279"/>
              <a:chOff x="5162204" y="515389"/>
              <a:chExt cx="4829695" cy="390699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0822E34B-E9BB-FFF9-90FA-807270944411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94113F12-26A6-3AFE-1955-D81FBE4C8934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0994161-AC14-9452-16C5-631A5138AD3E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A4FBE0C2-32F8-4950-336A-5E1531DAF333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24A08C7-8F3A-77D8-F411-5D6A79D7F3A9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D3A3D6E7-11F1-DD32-35EC-4A2C91D21F8E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C5EFDE5-DA70-9885-B06B-EAA64B54CFB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1AA69004-20B9-EA3B-B04D-0A74968D11DB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A76FABE-EBFD-1BDD-66DF-265876352D4D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8304019-5584-7414-E182-0874E3CB852B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2F1F679-51A3-56A9-780E-17B8E7B83812}"/>
                </a:ext>
              </a:extLst>
            </p:cNvPr>
            <p:cNvGrpSpPr/>
            <p:nvPr/>
          </p:nvGrpSpPr>
          <p:grpSpPr>
            <a:xfrm>
              <a:off x="5412048" y="2941743"/>
              <a:ext cx="3897380" cy="315279"/>
              <a:chOff x="5162204" y="515389"/>
              <a:chExt cx="4829695" cy="390699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862465BA-0928-FE98-4689-97C635CE83D9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5563D4BC-4407-2643-88BA-C7D0930DE1A9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E20832A-DB5A-54B1-C43A-E9F9B887023A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9E33947E-500F-E694-3689-C4A1AF155F82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629B75F7-4B4F-3EB5-969C-28E2270F74C5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2B460BE9-9913-AA05-80B2-9D2889E6C662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E9326B8E-AADF-A0EA-0310-B7892B31A8FE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54F9A348-0EC9-194E-EBCC-B5FFAA5C0DC2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8388127E-AA8E-5FB9-0019-4D551AF0DB8B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07C62F4A-AB3C-9B48-32AD-6768CC011056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EA7CD1BB-9416-FC7B-EE90-107B3E107D09}"/>
                </a:ext>
              </a:extLst>
            </p:cNvPr>
            <p:cNvGrpSpPr/>
            <p:nvPr/>
          </p:nvGrpSpPr>
          <p:grpSpPr>
            <a:xfrm>
              <a:off x="5412048" y="3377766"/>
              <a:ext cx="3897380" cy="315279"/>
              <a:chOff x="5162204" y="515389"/>
              <a:chExt cx="4829695" cy="390699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E192C44F-D257-3A61-A1F7-9494536AE544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7B5A7DC0-6869-3267-11BD-C78CFF75A2B1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2BC0CB9C-B6C7-03B2-8D14-CB3B1FED80D7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551D8B01-0B82-BDA6-F2FF-02DAAEFC2404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04DD8BE4-6CFF-F474-E389-AE900160D556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04AF265A-A4FF-2A4D-D50E-CE79B80E4692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CAB83367-2E28-18BF-94FD-CF5E6A4B402F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C09E5975-403C-681B-B58C-8588724B191A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2DC3A04D-C9CD-5C6A-F166-3539F794C892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2E1F181-44E8-CEAC-C9F1-94315FC1A9B4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62B52015-75F2-9F98-F847-8164F7FAFBCD}"/>
                </a:ext>
              </a:extLst>
            </p:cNvPr>
            <p:cNvGrpSpPr/>
            <p:nvPr/>
          </p:nvGrpSpPr>
          <p:grpSpPr>
            <a:xfrm>
              <a:off x="5412048" y="3813789"/>
              <a:ext cx="3897380" cy="315279"/>
              <a:chOff x="5162204" y="515389"/>
              <a:chExt cx="4829695" cy="390699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02E83ACD-D6CF-6DE9-1BFA-319A75A9038B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DFE61781-A05F-0953-B8DC-04CC5F28A004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656805CD-0459-286B-6AC1-191EB597DDAD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5A3C0907-3971-E7BF-133C-2CCB0001DFE0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408FEC84-6990-1E66-FB47-7C69095F7880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A1FA491B-E404-50DA-64D0-AE0807E25A35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238C2998-9A92-4D97-12EF-024B5B36166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2F4C3F94-D3A7-0AA6-3121-EA4260AB7CCB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EC0F6EE0-C8B6-FBB6-DE13-BA52FE86C3D0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43505161-9A7F-3FE6-6E51-743453450685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3BF63F49-4566-3111-B1BC-47D6C67AC99E}"/>
                </a:ext>
              </a:extLst>
            </p:cNvPr>
            <p:cNvGrpSpPr/>
            <p:nvPr/>
          </p:nvGrpSpPr>
          <p:grpSpPr>
            <a:xfrm>
              <a:off x="5412048" y="4249813"/>
              <a:ext cx="3897380" cy="315279"/>
              <a:chOff x="5162204" y="515389"/>
              <a:chExt cx="4829695" cy="390699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662BFF38-E654-1943-B794-D02E652CBB75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8E23BD34-E8D4-B8EE-535E-584857242975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52D1FA3E-FE82-3CC5-FC97-BFE0CDA9FF35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80D0D258-A412-2780-8277-A73274E48D68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A2F0FB5D-2A6F-0D5F-8C32-7692E1ECC99F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BBEBF73D-5B27-41F0-CC7A-B4F603C1CF18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13449EA2-097C-B5F4-F4D1-1B8F12832029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1F61A528-15AE-9F66-707B-031F86403FAF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014AFF35-4EBD-F4AC-A211-1FF167B1DAFE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ABCA3D1C-5831-9410-BBD6-D6A7A1EFA3A4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D640B949-2BBC-1441-9995-A4A272369464}"/>
                </a:ext>
              </a:extLst>
            </p:cNvPr>
            <p:cNvGrpSpPr/>
            <p:nvPr/>
          </p:nvGrpSpPr>
          <p:grpSpPr>
            <a:xfrm>
              <a:off x="5412048" y="4685836"/>
              <a:ext cx="3897380" cy="315279"/>
              <a:chOff x="5162204" y="515389"/>
              <a:chExt cx="4829695" cy="390699"/>
            </a:xfrm>
          </p:grpSpPr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23C7598B-2BB4-9E21-60A8-2F9BE865772A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5F2849D8-17FF-8464-0836-967EC8212E7E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B0F2B8E0-A7FF-21DA-4E9F-411B1B995A39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466FB5BB-A7AC-CC0A-58C4-A0E81E98EC31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1F9511A8-5A03-BECE-DC95-AEF04B212762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7CC956FB-9413-B80A-5D2B-3B59A554D055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C59A8BBB-E1F2-3B6F-D86E-96168F5CA0E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C70AC515-CB4D-75BC-811A-90C791B66CBC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11557D51-F9AD-D8BB-4DA6-67131DAB8BF6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118FA8AD-508D-EE88-7536-46127C21BE17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3891CCE0-8CD7-BBCB-294D-18FB9F22D3A5}"/>
                </a:ext>
              </a:extLst>
            </p:cNvPr>
            <p:cNvGrpSpPr/>
            <p:nvPr/>
          </p:nvGrpSpPr>
          <p:grpSpPr>
            <a:xfrm>
              <a:off x="5412048" y="5121860"/>
              <a:ext cx="3897380" cy="315279"/>
              <a:chOff x="5162204" y="515389"/>
              <a:chExt cx="4829695" cy="390699"/>
            </a:xfrm>
          </p:grpSpPr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80B9FDF2-49DA-64CA-43A3-FE38CEFBB9C0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E792F556-5721-40D9-9290-A2A377FE78C7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7DAEE801-5CC2-E28C-BE6B-93B40A73216A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2E5D3DE3-C90A-8106-01FC-FD552D57CA50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EDF50171-1070-B3EE-05F0-70ED6478DAD6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8DCE7C15-99EF-3EEF-115F-BB1835BC769A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19382E21-B442-A945-756F-70ADABCEC9BB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A6B554A4-14E9-3151-0DB2-2A456AEA8963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F812CCFC-A2CF-C684-DFFB-5EACCC573B87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34A8D79F-8985-EE2C-945C-C59C04D97B5D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9C393080-6B6E-0332-22F0-5309E0855C9C}"/>
              </a:ext>
            </a:extLst>
          </p:cNvPr>
          <p:cNvGrpSpPr/>
          <p:nvPr/>
        </p:nvGrpSpPr>
        <p:grpSpPr>
          <a:xfrm>
            <a:off x="2290277" y="2069696"/>
            <a:ext cx="315279" cy="3367443"/>
            <a:chOff x="2290277" y="2069696"/>
            <a:chExt cx="315279" cy="3367443"/>
          </a:xfrm>
        </p:grpSpPr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18A3E369-EF41-79A5-102F-7D1FF691F7E3}"/>
                </a:ext>
              </a:extLst>
            </p:cNvPr>
            <p:cNvSpPr/>
            <p:nvPr/>
          </p:nvSpPr>
          <p:spPr>
            <a:xfrm>
              <a:off x="2290277" y="2069696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8FDF23E7-E140-0E9A-DB27-AD4D512B336F}"/>
                </a:ext>
              </a:extLst>
            </p:cNvPr>
            <p:cNvSpPr/>
            <p:nvPr/>
          </p:nvSpPr>
          <p:spPr>
            <a:xfrm>
              <a:off x="2290277" y="2505719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4F904CC7-09D0-90FD-4F39-4AF113B2B777}"/>
                </a:ext>
              </a:extLst>
            </p:cNvPr>
            <p:cNvSpPr/>
            <p:nvPr/>
          </p:nvSpPr>
          <p:spPr>
            <a:xfrm>
              <a:off x="2290277" y="2941743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7DC6A224-7C65-89DD-BD01-CA922A89FF8A}"/>
                </a:ext>
              </a:extLst>
            </p:cNvPr>
            <p:cNvSpPr/>
            <p:nvPr/>
          </p:nvSpPr>
          <p:spPr>
            <a:xfrm>
              <a:off x="2290277" y="3377766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E5AA25AD-C940-F0B0-E990-87466223FBCD}"/>
                </a:ext>
              </a:extLst>
            </p:cNvPr>
            <p:cNvSpPr/>
            <p:nvPr/>
          </p:nvSpPr>
          <p:spPr>
            <a:xfrm>
              <a:off x="2290277" y="3813789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49A0CB04-B6F1-812E-3454-8236DA5178AD}"/>
                </a:ext>
              </a:extLst>
            </p:cNvPr>
            <p:cNvSpPr/>
            <p:nvPr/>
          </p:nvSpPr>
          <p:spPr>
            <a:xfrm>
              <a:off x="2290277" y="4249813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0415700E-52B3-3A2D-C971-72FB65626E25}"/>
                </a:ext>
              </a:extLst>
            </p:cNvPr>
            <p:cNvSpPr/>
            <p:nvPr/>
          </p:nvSpPr>
          <p:spPr>
            <a:xfrm>
              <a:off x="2290277" y="4685836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E349F4BC-A058-74B0-18F2-578C3F9CE5C9}"/>
                </a:ext>
              </a:extLst>
            </p:cNvPr>
            <p:cNvSpPr/>
            <p:nvPr/>
          </p:nvSpPr>
          <p:spPr>
            <a:xfrm>
              <a:off x="2290277" y="5121860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28" name="Right Bracket 227">
            <a:extLst>
              <a:ext uri="{FF2B5EF4-FFF2-40B4-BE49-F238E27FC236}">
                <a16:creationId xmlns:a16="http://schemas.microsoft.com/office/drawing/2014/main" id="{48C0D922-5709-197E-653F-C282502EF318}"/>
              </a:ext>
            </a:extLst>
          </p:cNvPr>
          <p:cNvSpPr/>
          <p:nvPr/>
        </p:nvSpPr>
        <p:spPr>
          <a:xfrm rot="10800000">
            <a:off x="5001314" y="205739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0" name="Right Bracket 229">
            <a:extLst>
              <a:ext uri="{FF2B5EF4-FFF2-40B4-BE49-F238E27FC236}">
                <a16:creationId xmlns:a16="http://schemas.microsoft.com/office/drawing/2014/main" id="{F834CEF7-924A-BD87-E275-27E496AB206D}"/>
              </a:ext>
            </a:extLst>
          </p:cNvPr>
          <p:cNvSpPr/>
          <p:nvPr/>
        </p:nvSpPr>
        <p:spPr>
          <a:xfrm rot="10800000">
            <a:off x="5001314" y="291464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1" name="Right Bracket 230">
            <a:extLst>
              <a:ext uri="{FF2B5EF4-FFF2-40B4-BE49-F238E27FC236}">
                <a16:creationId xmlns:a16="http://schemas.microsoft.com/office/drawing/2014/main" id="{E01993CD-5B4D-4DE1-57E8-52105D53CB2B}"/>
              </a:ext>
            </a:extLst>
          </p:cNvPr>
          <p:cNvSpPr/>
          <p:nvPr/>
        </p:nvSpPr>
        <p:spPr>
          <a:xfrm rot="10800000">
            <a:off x="5001314" y="37861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2" name="Right Bracket 231">
            <a:extLst>
              <a:ext uri="{FF2B5EF4-FFF2-40B4-BE49-F238E27FC236}">
                <a16:creationId xmlns:a16="http://schemas.microsoft.com/office/drawing/2014/main" id="{457B8AB8-2644-C500-9DAB-80EA83479CCB}"/>
              </a:ext>
            </a:extLst>
          </p:cNvPr>
          <p:cNvSpPr/>
          <p:nvPr/>
        </p:nvSpPr>
        <p:spPr>
          <a:xfrm rot="10800000">
            <a:off x="5001314" y="464343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4" name="Right Bracket 233">
            <a:extLst>
              <a:ext uri="{FF2B5EF4-FFF2-40B4-BE49-F238E27FC236}">
                <a16:creationId xmlns:a16="http://schemas.microsoft.com/office/drawing/2014/main" id="{73E4D23F-4B46-E22C-D8CB-F70444D7B91F}"/>
              </a:ext>
            </a:extLst>
          </p:cNvPr>
          <p:cNvSpPr/>
          <p:nvPr/>
        </p:nvSpPr>
        <p:spPr>
          <a:xfrm rot="10800000">
            <a:off x="1992107" y="205739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5" name="Right Bracket 234">
            <a:extLst>
              <a:ext uri="{FF2B5EF4-FFF2-40B4-BE49-F238E27FC236}">
                <a16:creationId xmlns:a16="http://schemas.microsoft.com/office/drawing/2014/main" id="{FF5AB83C-E184-F555-BD22-8742A809A2A9}"/>
              </a:ext>
            </a:extLst>
          </p:cNvPr>
          <p:cNvSpPr/>
          <p:nvPr/>
        </p:nvSpPr>
        <p:spPr>
          <a:xfrm rot="10800000">
            <a:off x="1992107" y="291464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6" name="Right Bracket 235">
            <a:extLst>
              <a:ext uri="{FF2B5EF4-FFF2-40B4-BE49-F238E27FC236}">
                <a16:creationId xmlns:a16="http://schemas.microsoft.com/office/drawing/2014/main" id="{A6D0AB0D-AC17-685C-912A-D3A5C4E87302}"/>
              </a:ext>
            </a:extLst>
          </p:cNvPr>
          <p:cNvSpPr/>
          <p:nvPr/>
        </p:nvSpPr>
        <p:spPr>
          <a:xfrm rot="10800000">
            <a:off x="1992107" y="37861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7" name="Right Bracket 236">
            <a:extLst>
              <a:ext uri="{FF2B5EF4-FFF2-40B4-BE49-F238E27FC236}">
                <a16:creationId xmlns:a16="http://schemas.microsoft.com/office/drawing/2014/main" id="{A06DE6CA-EA83-2D9F-9B4E-689DFAA84A7B}"/>
              </a:ext>
            </a:extLst>
          </p:cNvPr>
          <p:cNvSpPr/>
          <p:nvPr/>
        </p:nvSpPr>
        <p:spPr>
          <a:xfrm rot="10800000">
            <a:off x="1992107" y="464343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5F65F063-FC03-5E77-E7E2-FBBE8AD60980}"/>
              </a:ext>
            </a:extLst>
          </p:cNvPr>
          <p:cNvSpPr txBox="1"/>
          <p:nvPr/>
        </p:nvSpPr>
        <p:spPr>
          <a:xfrm>
            <a:off x="1099728" y="327453"/>
            <a:ext cx="77232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эки эсеп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тин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кандай окшоштугу бар, жана кандай айырмасы бар?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915F3B03-6CB9-EDBF-2D3C-7AEB723A275C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3353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" grpId="0" animBg="1"/>
      <p:bldP spid="230" grpId="0" animBg="1"/>
      <p:bldP spid="231" grpId="0" animBg="1"/>
      <p:bldP spid="232" grpId="0" animBg="1"/>
      <p:bldP spid="234" grpId="0" animBg="1"/>
      <p:bldP spid="235" grpId="0" animBg="1"/>
      <p:bldP spid="236" grpId="0" animBg="1"/>
      <p:bldP spid="23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9192571-08B0-298E-160D-6F8F02587CAF}"/>
              </a:ext>
            </a:extLst>
          </p:cNvPr>
          <p:cNvSpPr/>
          <p:nvPr/>
        </p:nvSpPr>
        <p:spPr>
          <a:xfrm>
            <a:off x="1314433" y="1476375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 ÷ 0.8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311E8F-591D-0BE6-34F9-BAF144317266}"/>
              </a:ext>
            </a:extLst>
          </p:cNvPr>
          <p:cNvSpPr txBox="1"/>
          <p:nvPr/>
        </p:nvSpPr>
        <p:spPr>
          <a:xfrm>
            <a:off x="2602760" y="527478"/>
            <a:ext cx="47171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эсепти кантип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сүрөттөп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бере алабыз?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55A6A5C-3509-E048-43DA-A056DE922BA4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833130-CEA4-8636-0B79-FB66E90D1AB1}"/>
              </a:ext>
            </a:extLst>
          </p:cNvPr>
          <p:cNvSpPr txBox="1"/>
          <p:nvPr/>
        </p:nvSpPr>
        <p:spPr>
          <a:xfrm>
            <a:off x="960849" y="2403903"/>
            <a:ext cx="3028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 бирдикте канча 0,8 бар?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Equals 5">
            <a:extLst>
              <a:ext uri="{FF2B5EF4-FFF2-40B4-BE49-F238E27FC236}">
                <a16:creationId xmlns:a16="http://schemas.microsoft.com/office/drawing/2014/main" id="{1F8A69EB-3A75-DCCA-49D2-A9AA8A377A8B}"/>
              </a:ext>
            </a:extLst>
          </p:cNvPr>
          <p:cNvSpPr/>
          <p:nvPr/>
        </p:nvSpPr>
        <p:spPr>
          <a:xfrm>
            <a:off x="4784738" y="1614381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392672-4258-E772-EEDB-4EA537C7250E}"/>
              </a:ext>
            </a:extLst>
          </p:cNvPr>
          <p:cNvSpPr txBox="1"/>
          <p:nvPr/>
        </p:nvSpPr>
        <p:spPr>
          <a:xfrm>
            <a:off x="2244533" y="4306063"/>
            <a:ext cx="54336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Бөлүүдө биз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бүтүн санга бөлүүнү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 көрөбүз.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4556CB-C8B8-9936-761F-A48CAD1D92CE}"/>
              </a:ext>
            </a:extLst>
          </p:cNvPr>
          <p:cNvSpPr txBox="1"/>
          <p:nvPr/>
        </p:nvSpPr>
        <p:spPr>
          <a:xfrm>
            <a:off x="4330401" y="5351565"/>
            <a:ext cx="25287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 эмес,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"тегерек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телген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 сан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3B428DE-7495-6A31-EE7C-20F2A6E09396}"/>
              </a:ext>
            </a:extLst>
          </p:cNvPr>
          <p:cNvSpPr/>
          <p:nvPr/>
        </p:nvSpPr>
        <p:spPr>
          <a:xfrm>
            <a:off x="3360134" y="4706173"/>
            <a:ext cx="1424604" cy="869555"/>
          </a:xfrm>
          <a:custGeom>
            <a:avLst/>
            <a:gdLst>
              <a:gd name="connsiteX0" fmla="*/ 0 w 190500"/>
              <a:gd name="connsiteY0" fmla="*/ 0 h 542925"/>
              <a:gd name="connsiteX1" fmla="*/ 190500 w 190500"/>
              <a:gd name="connsiteY1" fmla="*/ 542925 h 542925"/>
              <a:gd name="connsiteX0" fmla="*/ 0 w 190500"/>
              <a:gd name="connsiteY0" fmla="*/ 0 h 590550"/>
              <a:gd name="connsiteX1" fmla="*/ 190500 w 190500"/>
              <a:gd name="connsiteY1" fmla="*/ 590550 h 590550"/>
              <a:gd name="connsiteX0" fmla="*/ 31486 w 221986"/>
              <a:gd name="connsiteY0" fmla="*/ 0 h 590550"/>
              <a:gd name="connsiteX1" fmla="*/ 221986 w 221986"/>
              <a:gd name="connsiteY1" fmla="*/ 590550 h 590550"/>
              <a:gd name="connsiteX0" fmla="*/ 36662 w 179537"/>
              <a:gd name="connsiteY0" fmla="*/ 0 h 600075"/>
              <a:gd name="connsiteX1" fmla="*/ 179537 w 179537"/>
              <a:gd name="connsiteY1" fmla="*/ 600075 h 600075"/>
              <a:gd name="connsiteX0" fmla="*/ 17004 w 241200"/>
              <a:gd name="connsiteY0" fmla="*/ 0 h 600075"/>
              <a:gd name="connsiteX1" fmla="*/ 159879 w 241200"/>
              <a:gd name="connsiteY1" fmla="*/ 600075 h 600075"/>
              <a:gd name="connsiteX0" fmla="*/ 17139 w 237121"/>
              <a:gd name="connsiteY0" fmla="*/ 0 h 895350"/>
              <a:gd name="connsiteX1" fmla="*/ 155252 w 237121"/>
              <a:gd name="connsiteY1" fmla="*/ 895350 h 895350"/>
              <a:gd name="connsiteX0" fmla="*/ 247989 w 386102"/>
              <a:gd name="connsiteY0" fmla="*/ 0 h 895350"/>
              <a:gd name="connsiteX1" fmla="*/ 386102 w 386102"/>
              <a:gd name="connsiteY1" fmla="*/ 895350 h 895350"/>
              <a:gd name="connsiteX0" fmla="*/ 259813 w 397926"/>
              <a:gd name="connsiteY0" fmla="*/ 0 h 895350"/>
              <a:gd name="connsiteX1" fmla="*/ 397926 w 397926"/>
              <a:gd name="connsiteY1" fmla="*/ 895350 h 895350"/>
              <a:gd name="connsiteX0" fmla="*/ 202930 w 441055"/>
              <a:gd name="connsiteY0" fmla="*/ 0 h 847725"/>
              <a:gd name="connsiteX1" fmla="*/ 441055 w 441055"/>
              <a:gd name="connsiteY1" fmla="*/ 847725 h 847725"/>
              <a:gd name="connsiteX0" fmla="*/ 194438 w 432563"/>
              <a:gd name="connsiteY0" fmla="*/ 0 h 847725"/>
              <a:gd name="connsiteX1" fmla="*/ 432563 w 432563"/>
              <a:gd name="connsiteY1" fmla="*/ 847725 h 84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32563" h="847725">
                <a:moveTo>
                  <a:pt x="194438" y="0"/>
                </a:moveTo>
                <a:cubicBezTo>
                  <a:pt x="62676" y="252413"/>
                  <a:pt x="-269112" y="619125"/>
                  <a:pt x="432563" y="847725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AE40AB7-600C-251B-0CC8-B4F5070C73EB}"/>
              </a:ext>
            </a:extLst>
          </p:cNvPr>
          <p:cNvSpPr/>
          <p:nvPr/>
        </p:nvSpPr>
        <p:spPr>
          <a:xfrm>
            <a:off x="6191233" y="1476375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40 ÷ 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FCFF90-7EA8-20CC-D577-330FDDF3485E}"/>
              </a:ext>
            </a:extLst>
          </p:cNvPr>
          <p:cNvSpPr txBox="1"/>
          <p:nvPr/>
        </p:nvSpPr>
        <p:spPr>
          <a:xfrm>
            <a:off x="5980365" y="2659091"/>
            <a:ext cx="29647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40 бирдикте канча 8 бар?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7762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  <p:bldP spid="8" grpId="0"/>
      <p:bldP spid="9" grpId="0" animBg="1"/>
      <p:bldP spid="10" grpId="0" animBg="1"/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3F11AB9-4229-DA20-D451-672DA820E20E}"/>
              </a:ext>
            </a:extLst>
          </p:cNvPr>
          <p:cNvSpPr/>
          <p:nvPr/>
        </p:nvSpPr>
        <p:spPr>
          <a:xfrm>
            <a:off x="514334" y="85621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÷ 0.8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2E823C0-C53A-FB97-48B4-3EACA345A13D}"/>
              </a:ext>
            </a:extLst>
          </p:cNvPr>
          <p:cNvSpPr/>
          <p:nvPr/>
        </p:nvSpPr>
        <p:spPr>
          <a:xfrm>
            <a:off x="514334" y="186870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 ÷ 1.2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96930D9-7A47-F90E-99F8-0F790FB02EFF}"/>
              </a:ext>
            </a:extLst>
          </p:cNvPr>
          <p:cNvSpPr/>
          <p:nvPr/>
        </p:nvSpPr>
        <p:spPr>
          <a:xfrm>
            <a:off x="514334" y="288119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62 ÷ 0.5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5B7DDC6-855F-7E81-C0C7-366861EE9DDF}"/>
              </a:ext>
            </a:extLst>
          </p:cNvPr>
          <p:cNvSpPr/>
          <p:nvPr/>
        </p:nvSpPr>
        <p:spPr>
          <a:xfrm>
            <a:off x="514334" y="389368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 ÷ 0.12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A3635CC-511F-18B5-CCE6-4F29C5ED89B9}"/>
              </a:ext>
            </a:extLst>
          </p:cNvPr>
          <p:cNvSpPr/>
          <p:nvPr/>
        </p:nvSpPr>
        <p:spPr>
          <a:xfrm>
            <a:off x="514334" y="490617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150 ÷ 2.5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0A4802-E4FE-C521-3574-D41755AD47BE}"/>
              </a:ext>
            </a:extLst>
          </p:cNvPr>
          <p:cNvSpPr/>
          <p:nvPr/>
        </p:nvSpPr>
        <p:spPr>
          <a:xfrm>
            <a:off x="514334" y="5918659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 ÷ 5.25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7B88225-9CFD-D5B6-2261-491DC93A81FC}"/>
              </a:ext>
            </a:extLst>
          </p:cNvPr>
          <p:cNvSpPr/>
          <p:nvPr/>
        </p:nvSpPr>
        <p:spPr>
          <a:xfrm>
            <a:off x="2800777" y="85621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 ÷ 8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1DE2089-C555-0A35-5FEC-D7179945BBA7}"/>
              </a:ext>
            </a:extLst>
          </p:cNvPr>
          <p:cNvSpPr/>
          <p:nvPr/>
        </p:nvSpPr>
        <p:spPr>
          <a:xfrm>
            <a:off x="2800777" y="186870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70 ÷ 12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378C371-7BFD-1F3E-247F-5B9E6C7FDDB6}"/>
              </a:ext>
            </a:extLst>
          </p:cNvPr>
          <p:cNvSpPr/>
          <p:nvPr/>
        </p:nvSpPr>
        <p:spPr>
          <a:xfrm>
            <a:off x="2800777" y="288119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620 ÷ 5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88A77AA-9A77-BD69-36B7-0D9F8B3C2271}"/>
              </a:ext>
            </a:extLst>
          </p:cNvPr>
          <p:cNvSpPr/>
          <p:nvPr/>
        </p:nvSpPr>
        <p:spPr>
          <a:xfrm>
            <a:off x="2800777" y="389368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800 ÷ 12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D478964-A04B-96B8-89B2-B9DCE29FD23B}"/>
              </a:ext>
            </a:extLst>
          </p:cNvPr>
          <p:cNvSpPr/>
          <p:nvPr/>
        </p:nvSpPr>
        <p:spPr>
          <a:xfrm>
            <a:off x="2800777" y="490617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1500 ÷ 25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8E89BD1-ECA9-CB4C-B965-07EF5395447B}"/>
              </a:ext>
            </a:extLst>
          </p:cNvPr>
          <p:cNvSpPr/>
          <p:nvPr/>
        </p:nvSpPr>
        <p:spPr>
          <a:xfrm>
            <a:off x="2800777" y="5918659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700 ÷ 525</a:t>
            </a:r>
          </a:p>
        </p:txBody>
      </p:sp>
      <p:sp>
        <p:nvSpPr>
          <p:cNvPr id="5" name="Equals 4">
            <a:extLst>
              <a:ext uri="{FF2B5EF4-FFF2-40B4-BE49-F238E27FC236}">
                <a16:creationId xmlns:a16="http://schemas.microsoft.com/office/drawing/2014/main" id="{5519A075-29E7-6D0F-98D2-538334BC7724}"/>
              </a:ext>
            </a:extLst>
          </p:cNvPr>
          <p:cNvSpPr/>
          <p:nvPr/>
        </p:nvSpPr>
        <p:spPr>
          <a:xfrm>
            <a:off x="2223544" y="93810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Equals 9">
            <a:extLst>
              <a:ext uri="{FF2B5EF4-FFF2-40B4-BE49-F238E27FC236}">
                <a16:creationId xmlns:a16="http://schemas.microsoft.com/office/drawing/2014/main" id="{21057A76-E944-3C58-00C9-31DF5FCC0FFE}"/>
              </a:ext>
            </a:extLst>
          </p:cNvPr>
          <p:cNvSpPr/>
          <p:nvPr/>
        </p:nvSpPr>
        <p:spPr>
          <a:xfrm>
            <a:off x="2223544" y="195059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Equals 13">
            <a:extLst>
              <a:ext uri="{FF2B5EF4-FFF2-40B4-BE49-F238E27FC236}">
                <a16:creationId xmlns:a16="http://schemas.microsoft.com/office/drawing/2014/main" id="{C956A95D-BC77-9D14-EC2A-92843644F6A7}"/>
              </a:ext>
            </a:extLst>
          </p:cNvPr>
          <p:cNvSpPr/>
          <p:nvPr/>
        </p:nvSpPr>
        <p:spPr>
          <a:xfrm>
            <a:off x="2223544" y="296308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Equals 17">
            <a:extLst>
              <a:ext uri="{FF2B5EF4-FFF2-40B4-BE49-F238E27FC236}">
                <a16:creationId xmlns:a16="http://schemas.microsoft.com/office/drawing/2014/main" id="{A49F0C8D-2CFD-2304-F42D-E8F0E810127E}"/>
              </a:ext>
            </a:extLst>
          </p:cNvPr>
          <p:cNvSpPr/>
          <p:nvPr/>
        </p:nvSpPr>
        <p:spPr>
          <a:xfrm>
            <a:off x="2223544" y="397557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Equals 21">
            <a:extLst>
              <a:ext uri="{FF2B5EF4-FFF2-40B4-BE49-F238E27FC236}">
                <a16:creationId xmlns:a16="http://schemas.microsoft.com/office/drawing/2014/main" id="{86DCBA58-4BAB-3E9D-3B0C-D355B6ECC2D6}"/>
              </a:ext>
            </a:extLst>
          </p:cNvPr>
          <p:cNvSpPr/>
          <p:nvPr/>
        </p:nvSpPr>
        <p:spPr>
          <a:xfrm>
            <a:off x="2223544" y="498806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Equals 26">
            <a:extLst>
              <a:ext uri="{FF2B5EF4-FFF2-40B4-BE49-F238E27FC236}">
                <a16:creationId xmlns:a16="http://schemas.microsoft.com/office/drawing/2014/main" id="{F4ECB044-8AF0-D56E-B053-9072C1027F7A}"/>
              </a:ext>
            </a:extLst>
          </p:cNvPr>
          <p:cNvSpPr/>
          <p:nvPr/>
        </p:nvSpPr>
        <p:spPr>
          <a:xfrm>
            <a:off x="2223544" y="6000555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41B6EF95-7D94-3D28-CC47-82A828E16BD3}"/>
              </a:ext>
            </a:extLst>
          </p:cNvPr>
          <p:cNvSpPr/>
          <p:nvPr/>
        </p:nvSpPr>
        <p:spPr>
          <a:xfrm>
            <a:off x="5536276" y="85621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0.5 ÷ 0.2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6B581BFA-14AA-0FA0-4EF4-580F0086E560}"/>
              </a:ext>
            </a:extLst>
          </p:cNvPr>
          <p:cNvSpPr/>
          <p:nvPr/>
        </p:nvSpPr>
        <p:spPr>
          <a:xfrm>
            <a:off x="5536276" y="186870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3.1 ÷ 2.7</a:t>
            </a: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2E63B79B-1A14-A64A-1975-51E522EE421A}"/>
              </a:ext>
            </a:extLst>
          </p:cNvPr>
          <p:cNvSpPr/>
          <p:nvPr/>
        </p:nvSpPr>
        <p:spPr>
          <a:xfrm>
            <a:off x="5536276" y="288119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0.17 ÷ 0.3</a:t>
            </a: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D1DEF2BE-E34E-D148-FF56-26082DD83F33}"/>
              </a:ext>
            </a:extLst>
          </p:cNvPr>
          <p:cNvSpPr/>
          <p:nvPr/>
        </p:nvSpPr>
        <p:spPr>
          <a:xfrm>
            <a:off x="5536276" y="389368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0.2 ÷ 0.81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36342D1B-6F8D-0494-1DE3-59D1733086B2}"/>
              </a:ext>
            </a:extLst>
          </p:cNvPr>
          <p:cNvSpPr/>
          <p:nvPr/>
        </p:nvSpPr>
        <p:spPr>
          <a:xfrm>
            <a:off x="5536276" y="490617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1.08 ÷ 3.7</a:t>
            </a: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A5254485-712D-AC32-2381-AEE583D13481}"/>
              </a:ext>
            </a:extLst>
          </p:cNvPr>
          <p:cNvSpPr/>
          <p:nvPr/>
        </p:nvSpPr>
        <p:spPr>
          <a:xfrm>
            <a:off x="5536276" y="5918659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0.5 ÷ 2.42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CF005F1E-A62D-E302-1C1B-C1029A3F81BA}"/>
              </a:ext>
            </a:extLst>
          </p:cNvPr>
          <p:cNvSpPr/>
          <p:nvPr/>
        </p:nvSpPr>
        <p:spPr>
          <a:xfrm>
            <a:off x="7822719" y="85621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 ÷ 2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7406E2F5-DA54-5164-E5F2-A354CEBF582B}"/>
              </a:ext>
            </a:extLst>
          </p:cNvPr>
          <p:cNvSpPr/>
          <p:nvPr/>
        </p:nvSpPr>
        <p:spPr>
          <a:xfrm>
            <a:off x="7822719" y="186870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31 ÷ 27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44D8612F-4436-A638-C5B7-CAF02CFF7793}"/>
              </a:ext>
            </a:extLst>
          </p:cNvPr>
          <p:cNvSpPr/>
          <p:nvPr/>
        </p:nvSpPr>
        <p:spPr>
          <a:xfrm>
            <a:off x="7822719" y="288119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170 ÷ 30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78E17CCF-C886-8C73-59FD-60DD8254AC99}"/>
              </a:ext>
            </a:extLst>
          </p:cNvPr>
          <p:cNvSpPr/>
          <p:nvPr/>
        </p:nvSpPr>
        <p:spPr>
          <a:xfrm>
            <a:off x="7822719" y="389368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 ÷ 81</a:t>
            </a: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1F230B72-F297-CE78-56F5-80B64C0DB356}"/>
              </a:ext>
            </a:extLst>
          </p:cNvPr>
          <p:cNvSpPr/>
          <p:nvPr/>
        </p:nvSpPr>
        <p:spPr>
          <a:xfrm>
            <a:off x="7822719" y="490617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108 ÷ 370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BC05A4B4-4D37-8BA1-4ACD-4F9908EF72E4}"/>
              </a:ext>
            </a:extLst>
          </p:cNvPr>
          <p:cNvSpPr/>
          <p:nvPr/>
        </p:nvSpPr>
        <p:spPr>
          <a:xfrm>
            <a:off x="7822719" y="5918659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50 ÷ 242</a:t>
            </a:r>
          </a:p>
        </p:txBody>
      </p:sp>
      <p:sp>
        <p:nvSpPr>
          <p:cNvPr id="89" name="Equals 88">
            <a:extLst>
              <a:ext uri="{FF2B5EF4-FFF2-40B4-BE49-F238E27FC236}">
                <a16:creationId xmlns:a16="http://schemas.microsoft.com/office/drawing/2014/main" id="{01A83540-523B-3215-6F4E-68CBA5A44FB0}"/>
              </a:ext>
            </a:extLst>
          </p:cNvPr>
          <p:cNvSpPr/>
          <p:nvPr/>
        </p:nvSpPr>
        <p:spPr>
          <a:xfrm>
            <a:off x="7245486" y="93810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Equals 92">
            <a:extLst>
              <a:ext uri="{FF2B5EF4-FFF2-40B4-BE49-F238E27FC236}">
                <a16:creationId xmlns:a16="http://schemas.microsoft.com/office/drawing/2014/main" id="{A1230896-058E-F480-E61D-FE395BAF68C5}"/>
              </a:ext>
            </a:extLst>
          </p:cNvPr>
          <p:cNvSpPr/>
          <p:nvPr/>
        </p:nvSpPr>
        <p:spPr>
          <a:xfrm>
            <a:off x="7245486" y="195059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" name="Equals 96">
            <a:extLst>
              <a:ext uri="{FF2B5EF4-FFF2-40B4-BE49-F238E27FC236}">
                <a16:creationId xmlns:a16="http://schemas.microsoft.com/office/drawing/2014/main" id="{6CFFE760-7579-7340-0CCF-FA8B5235A60F}"/>
              </a:ext>
            </a:extLst>
          </p:cNvPr>
          <p:cNvSpPr/>
          <p:nvPr/>
        </p:nvSpPr>
        <p:spPr>
          <a:xfrm>
            <a:off x="7245486" y="296308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" name="Equals 100">
            <a:extLst>
              <a:ext uri="{FF2B5EF4-FFF2-40B4-BE49-F238E27FC236}">
                <a16:creationId xmlns:a16="http://schemas.microsoft.com/office/drawing/2014/main" id="{D67CB577-986C-098B-EDCA-CD97B043958B}"/>
              </a:ext>
            </a:extLst>
          </p:cNvPr>
          <p:cNvSpPr/>
          <p:nvPr/>
        </p:nvSpPr>
        <p:spPr>
          <a:xfrm>
            <a:off x="7245486" y="397557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" name="Equals 104">
            <a:extLst>
              <a:ext uri="{FF2B5EF4-FFF2-40B4-BE49-F238E27FC236}">
                <a16:creationId xmlns:a16="http://schemas.microsoft.com/office/drawing/2014/main" id="{3789BA53-C286-1168-D493-0F37C4EA257E}"/>
              </a:ext>
            </a:extLst>
          </p:cNvPr>
          <p:cNvSpPr/>
          <p:nvPr/>
        </p:nvSpPr>
        <p:spPr>
          <a:xfrm>
            <a:off x="7245486" y="498806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9" name="Equals 108">
            <a:extLst>
              <a:ext uri="{FF2B5EF4-FFF2-40B4-BE49-F238E27FC236}">
                <a16:creationId xmlns:a16="http://schemas.microsoft.com/office/drawing/2014/main" id="{8D0E9155-2B48-A116-ADA1-8B564DB04C5D}"/>
              </a:ext>
            </a:extLst>
          </p:cNvPr>
          <p:cNvSpPr/>
          <p:nvPr/>
        </p:nvSpPr>
        <p:spPr>
          <a:xfrm>
            <a:off x="7245486" y="6000555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62F70B-29DD-912F-0281-85CA47500A95}"/>
              </a:ext>
            </a:extLst>
          </p:cNvPr>
          <p:cNvSpPr txBox="1"/>
          <p:nvPr/>
        </p:nvSpPr>
        <p:spPr>
          <a:xfrm>
            <a:off x="488711" y="89328"/>
            <a:ext cx="8945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эсептөөлөрдү кайра жазыңыз, алар бүтүн сандарды гана камтышы керек.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9168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3" grpId="0" animBg="1"/>
      <p:bldP spid="17" grpId="0" animBg="1"/>
      <p:bldP spid="21" grpId="0" animBg="1"/>
      <p:bldP spid="26" grpId="0" animBg="1"/>
      <p:bldP spid="88" grpId="0" animBg="1"/>
      <p:bldP spid="92" grpId="0" animBg="1"/>
      <p:bldP spid="96" grpId="0" animBg="1"/>
      <p:bldP spid="100" grpId="0" animBg="1"/>
      <p:bldP spid="104" grpId="0" animBg="1"/>
      <p:bldP spid="10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>
            <a:off x="4952663" y="931026"/>
            <a:ext cx="0" cy="5020888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832469" y="0"/>
            <a:ext cx="82411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Жоопту табуудан мурун ар бир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эсептөөнү бүтүн сандарга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айландырыңыз.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0.8  ÷  0.2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3044357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710856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DDDBAB-6BD2-C58C-EFFD-9B0433E14BEF}"/>
              </a:ext>
            </a:extLst>
          </p:cNvPr>
          <p:cNvSpPr txBox="1"/>
          <p:nvPr/>
        </p:nvSpPr>
        <p:spPr>
          <a:xfrm>
            <a:off x="2199953" y="223627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C45238-DC18-9971-8900-749856A4518F}"/>
              </a:ext>
            </a:extLst>
          </p:cNvPr>
          <p:cNvSpPr txBox="1"/>
          <p:nvPr/>
        </p:nvSpPr>
        <p:spPr>
          <a:xfrm>
            <a:off x="208629" y="648393"/>
            <a:ext cx="394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59928A-B25D-3BB8-2295-727CEC27FB37}"/>
              </a:ext>
            </a:extLst>
          </p:cNvPr>
          <p:cNvSpPr txBox="1"/>
          <p:nvPr/>
        </p:nvSpPr>
        <p:spPr>
          <a:xfrm>
            <a:off x="1653236" y="401347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0.9  ÷  0.1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F82B01-6D92-AED6-92B0-ADCAA65A02EB}"/>
              </a:ext>
            </a:extLst>
          </p:cNvPr>
          <p:cNvSpPr txBox="1"/>
          <p:nvPr/>
        </p:nvSpPr>
        <p:spPr>
          <a:xfrm>
            <a:off x="3044357" y="468022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12DF3B-2A0D-1DCD-0219-4F1B3BA9A4F3}"/>
              </a:ext>
            </a:extLst>
          </p:cNvPr>
          <p:cNvSpPr txBox="1"/>
          <p:nvPr/>
        </p:nvSpPr>
        <p:spPr>
          <a:xfrm>
            <a:off x="2350635" y="468022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89B335-0A4D-BCFA-7F3E-45CB720C0620}"/>
              </a:ext>
            </a:extLst>
          </p:cNvPr>
          <p:cNvSpPr txBox="1"/>
          <p:nvPr/>
        </p:nvSpPr>
        <p:spPr>
          <a:xfrm>
            <a:off x="1710856" y="468022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</a:t>
            </a:r>
          </a:p>
        </p:txBody>
      </p:sp>
      <p:sp>
        <p:nvSpPr>
          <p:cNvPr id="25" name="Arrow: Circular 24">
            <a:extLst>
              <a:ext uri="{FF2B5EF4-FFF2-40B4-BE49-F238E27FC236}">
                <a16:creationId xmlns:a16="http://schemas.microsoft.com/office/drawing/2014/main" id="{0ADFA664-0A39-8159-C706-00C3FF09ACCF}"/>
              </a:ext>
            </a:extLst>
          </p:cNvPr>
          <p:cNvSpPr/>
          <p:nvPr/>
        </p:nvSpPr>
        <p:spPr>
          <a:xfrm rot="5400000">
            <a:off x="3314269" y="415328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Arrow: Circular 25">
            <a:extLst>
              <a:ext uri="{FF2B5EF4-FFF2-40B4-BE49-F238E27FC236}">
                <a16:creationId xmlns:a16="http://schemas.microsoft.com/office/drawing/2014/main" id="{C3B4EA99-1310-AD8E-2454-7D77458AFABC}"/>
              </a:ext>
            </a:extLst>
          </p:cNvPr>
          <p:cNvSpPr/>
          <p:nvPr/>
        </p:nvSpPr>
        <p:spPr>
          <a:xfrm rot="5400000" flipV="1">
            <a:off x="849565" y="415288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9B2A80-1B7A-8196-8B30-60B73A1E6A07}"/>
              </a:ext>
            </a:extLst>
          </p:cNvPr>
          <p:cNvSpPr txBox="1"/>
          <p:nvPr/>
        </p:nvSpPr>
        <p:spPr>
          <a:xfrm>
            <a:off x="4154737" y="448210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3AC0AC-341A-FC65-E32D-A0726EFAC0B9}"/>
              </a:ext>
            </a:extLst>
          </p:cNvPr>
          <p:cNvSpPr txBox="1"/>
          <p:nvPr/>
        </p:nvSpPr>
        <p:spPr>
          <a:xfrm>
            <a:off x="306637" y="448210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97BA19-A04B-EE01-88E7-E75422B9F63A}"/>
              </a:ext>
            </a:extLst>
          </p:cNvPr>
          <p:cNvSpPr txBox="1"/>
          <p:nvPr/>
        </p:nvSpPr>
        <p:spPr>
          <a:xfrm>
            <a:off x="2199953" y="534523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A9711E-62BA-F414-022F-C5EF3066D87C}"/>
              </a:ext>
            </a:extLst>
          </p:cNvPr>
          <p:cNvSpPr txBox="1"/>
          <p:nvPr/>
        </p:nvSpPr>
        <p:spPr>
          <a:xfrm>
            <a:off x="208628" y="3757353"/>
            <a:ext cx="394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61AFD3-CF32-1E24-85AE-E0E05A8AEA17}"/>
              </a:ext>
            </a:extLst>
          </p:cNvPr>
          <p:cNvSpPr txBox="1"/>
          <p:nvPr/>
        </p:nvSpPr>
        <p:spPr>
          <a:xfrm>
            <a:off x="6657499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0.9  ÷  0.3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B69006D-C09D-AE58-7F5D-EE55BEF67D1E}"/>
              </a:ext>
            </a:extLst>
          </p:cNvPr>
          <p:cNvSpPr txBox="1"/>
          <p:nvPr/>
        </p:nvSpPr>
        <p:spPr>
          <a:xfrm>
            <a:off x="8048620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CBAAFA-EC75-E8AF-9482-8043409F2AA8}"/>
              </a:ext>
            </a:extLst>
          </p:cNvPr>
          <p:cNvSpPr txBox="1"/>
          <p:nvPr/>
        </p:nvSpPr>
        <p:spPr>
          <a:xfrm>
            <a:off x="735489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297585-3406-CEB9-8EEB-76DC0CE9C6FA}"/>
              </a:ext>
            </a:extLst>
          </p:cNvPr>
          <p:cNvSpPr txBox="1"/>
          <p:nvPr/>
        </p:nvSpPr>
        <p:spPr>
          <a:xfrm>
            <a:off x="6715119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</a:t>
            </a:r>
          </a:p>
        </p:txBody>
      </p:sp>
      <p:sp>
        <p:nvSpPr>
          <p:cNvPr id="39" name="Arrow: Circular 38">
            <a:extLst>
              <a:ext uri="{FF2B5EF4-FFF2-40B4-BE49-F238E27FC236}">
                <a16:creationId xmlns:a16="http://schemas.microsoft.com/office/drawing/2014/main" id="{15E5AF57-4DA0-3B0A-A107-ADB9EA768300}"/>
              </a:ext>
            </a:extLst>
          </p:cNvPr>
          <p:cNvSpPr/>
          <p:nvPr/>
        </p:nvSpPr>
        <p:spPr>
          <a:xfrm rot="5400000">
            <a:off x="831853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Arrow: Circular 39">
            <a:extLst>
              <a:ext uri="{FF2B5EF4-FFF2-40B4-BE49-F238E27FC236}">
                <a16:creationId xmlns:a16="http://schemas.microsoft.com/office/drawing/2014/main" id="{247683BA-807E-6123-1D7B-5E4E6FD5A302}"/>
              </a:ext>
            </a:extLst>
          </p:cNvPr>
          <p:cNvSpPr/>
          <p:nvPr/>
        </p:nvSpPr>
        <p:spPr>
          <a:xfrm rot="5400000" flipV="1">
            <a:off x="585382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4F435DA-926E-72F7-E8CF-2428AD0D3A3F}"/>
              </a:ext>
            </a:extLst>
          </p:cNvPr>
          <p:cNvSpPr txBox="1"/>
          <p:nvPr/>
        </p:nvSpPr>
        <p:spPr>
          <a:xfrm>
            <a:off x="9159000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6EE2A09-73B8-DBD3-F582-A34DEEC253D8}"/>
              </a:ext>
            </a:extLst>
          </p:cNvPr>
          <p:cNvSpPr txBox="1"/>
          <p:nvPr/>
        </p:nvSpPr>
        <p:spPr>
          <a:xfrm>
            <a:off x="5310900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F8EFE7-8C14-59A5-B841-98003D8D3545}"/>
              </a:ext>
            </a:extLst>
          </p:cNvPr>
          <p:cNvSpPr txBox="1"/>
          <p:nvPr/>
        </p:nvSpPr>
        <p:spPr>
          <a:xfrm>
            <a:off x="7204216" y="223627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0371F8-FF11-6BA5-446E-DE3901882A73}"/>
              </a:ext>
            </a:extLst>
          </p:cNvPr>
          <p:cNvSpPr txBox="1"/>
          <p:nvPr/>
        </p:nvSpPr>
        <p:spPr>
          <a:xfrm>
            <a:off x="5212891" y="648393"/>
            <a:ext cx="394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26DD0B5-29D6-73E5-556A-62B027D684E5}"/>
              </a:ext>
            </a:extLst>
          </p:cNvPr>
          <p:cNvSpPr txBox="1"/>
          <p:nvPr/>
        </p:nvSpPr>
        <p:spPr>
          <a:xfrm>
            <a:off x="6942353" y="401347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 ÷  0.15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10E71AC-D6D9-8E5B-96A7-2377D0B59188}"/>
              </a:ext>
            </a:extLst>
          </p:cNvPr>
          <p:cNvSpPr txBox="1"/>
          <p:nvPr/>
        </p:nvSpPr>
        <p:spPr>
          <a:xfrm>
            <a:off x="7944425" y="468022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8AED779-EA07-E3E7-693C-70C74089B26B}"/>
              </a:ext>
            </a:extLst>
          </p:cNvPr>
          <p:cNvSpPr txBox="1"/>
          <p:nvPr/>
        </p:nvSpPr>
        <p:spPr>
          <a:xfrm>
            <a:off x="7354898" y="468022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F55F044-3721-B884-4F86-358EDD8845BE}"/>
              </a:ext>
            </a:extLst>
          </p:cNvPr>
          <p:cNvSpPr txBox="1"/>
          <p:nvPr/>
        </p:nvSpPr>
        <p:spPr>
          <a:xfrm>
            <a:off x="6506729" y="468022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300</a:t>
            </a:r>
          </a:p>
        </p:txBody>
      </p:sp>
      <p:sp>
        <p:nvSpPr>
          <p:cNvPr id="51" name="Arrow: Circular 50">
            <a:extLst>
              <a:ext uri="{FF2B5EF4-FFF2-40B4-BE49-F238E27FC236}">
                <a16:creationId xmlns:a16="http://schemas.microsoft.com/office/drawing/2014/main" id="{9D5B2E90-D0B3-A92B-95AD-1E625FCD74B9}"/>
              </a:ext>
            </a:extLst>
          </p:cNvPr>
          <p:cNvSpPr/>
          <p:nvPr/>
        </p:nvSpPr>
        <p:spPr>
          <a:xfrm rot="5400000">
            <a:off x="8318532" y="415328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Arrow: Circular 51">
            <a:extLst>
              <a:ext uri="{FF2B5EF4-FFF2-40B4-BE49-F238E27FC236}">
                <a16:creationId xmlns:a16="http://schemas.microsoft.com/office/drawing/2014/main" id="{9FE7A53E-9B97-8DCF-A152-9C61D9693EF6}"/>
              </a:ext>
            </a:extLst>
          </p:cNvPr>
          <p:cNvSpPr/>
          <p:nvPr/>
        </p:nvSpPr>
        <p:spPr>
          <a:xfrm rot="5400000" flipV="1">
            <a:off x="5853828" y="415288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E4BD3EC-739A-07A7-0602-B08EFD4B2CAD}"/>
              </a:ext>
            </a:extLst>
          </p:cNvPr>
          <p:cNvSpPr txBox="1"/>
          <p:nvPr/>
        </p:nvSpPr>
        <p:spPr>
          <a:xfrm>
            <a:off x="9094079" y="4482100"/>
            <a:ext cx="702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8DE4B4-EA1E-ECEB-8F83-12F45E3C3B5B}"/>
              </a:ext>
            </a:extLst>
          </p:cNvPr>
          <p:cNvSpPr txBox="1"/>
          <p:nvPr/>
        </p:nvSpPr>
        <p:spPr>
          <a:xfrm>
            <a:off x="5245979" y="4482100"/>
            <a:ext cx="702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46A43BF-A223-E4AB-B796-653088ECE012}"/>
              </a:ext>
            </a:extLst>
          </p:cNvPr>
          <p:cNvSpPr txBox="1"/>
          <p:nvPr/>
        </p:nvSpPr>
        <p:spPr>
          <a:xfrm>
            <a:off x="7100021" y="5345239"/>
            <a:ext cx="8996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20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E99C7D7-0782-16C2-72F5-624763BF545C}"/>
              </a:ext>
            </a:extLst>
          </p:cNvPr>
          <p:cNvSpPr txBox="1"/>
          <p:nvPr/>
        </p:nvSpPr>
        <p:spPr>
          <a:xfrm>
            <a:off x="5212892" y="3757353"/>
            <a:ext cx="394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4)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451B3A6-F185-1A6D-617C-4875B7D3E8FB}"/>
              </a:ext>
            </a:extLst>
          </p:cNvPr>
          <p:cNvCxnSpPr>
            <a:cxnSpLocks/>
          </p:cNvCxnSpPr>
          <p:nvPr/>
        </p:nvCxnSpPr>
        <p:spPr>
          <a:xfrm flipH="1">
            <a:off x="844453" y="3441470"/>
            <a:ext cx="821642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9836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2" grpId="0"/>
      <p:bldP spid="22" grpId="0"/>
      <p:bldP spid="23" grpId="0"/>
      <p:bldP spid="24" grpId="0"/>
      <p:bldP spid="25" grpId="0" animBg="1"/>
      <p:bldP spid="26" grpId="0" animBg="1"/>
      <p:bldP spid="27" grpId="0"/>
      <p:bldP spid="29" grpId="0"/>
      <p:bldP spid="30" grpId="0"/>
      <p:bldP spid="36" grpId="0"/>
      <p:bldP spid="37" grpId="0"/>
      <p:bldP spid="38" grpId="0"/>
      <p:bldP spid="39" grpId="0" animBg="1"/>
      <p:bldP spid="40" grpId="0" animBg="1"/>
      <p:bldP spid="41" grpId="0"/>
      <p:bldP spid="42" grpId="0"/>
      <p:bldP spid="43" grpId="0"/>
      <p:bldP spid="48" grpId="0"/>
      <p:bldP spid="49" grpId="0"/>
      <p:bldP spid="50" grpId="0"/>
      <p:bldP spid="51" grpId="0" animBg="1"/>
      <p:bldP spid="52" grpId="0" animBg="1"/>
      <p:bldP spid="53" grpId="0"/>
      <p:bldP spid="54" grpId="0"/>
      <p:bldP spid="5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>
            <a:off x="4952663" y="931026"/>
            <a:ext cx="0" cy="5020888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832469" y="0"/>
            <a:ext cx="82411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Жоопту табуудан мурун ар бир эсептөөнү бүтүн сандарга айландырыңыз.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1.2  ÷  0.2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3044357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DDDBAB-6BD2-C58C-EFFD-9B0433E14BEF}"/>
              </a:ext>
            </a:extLst>
          </p:cNvPr>
          <p:cNvSpPr txBox="1"/>
          <p:nvPr/>
        </p:nvSpPr>
        <p:spPr>
          <a:xfrm>
            <a:off x="2199953" y="223627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C45238-DC18-9971-8900-749856A4518F}"/>
              </a:ext>
            </a:extLst>
          </p:cNvPr>
          <p:cNvSpPr txBox="1"/>
          <p:nvPr/>
        </p:nvSpPr>
        <p:spPr>
          <a:xfrm>
            <a:off x="208629" y="648393"/>
            <a:ext cx="394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59928A-B25D-3BB8-2295-727CEC27FB37}"/>
              </a:ext>
            </a:extLst>
          </p:cNvPr>
          <p:cNvSpPr txBox="1"/>
          <p:nvPr/>
        </p:nvSpPr>
        <p:spPr>
          <a:xfrm>
            <a:off x="1653236" y="401347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4.2  ÷  0.7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F82B01-6D92-AED6-92B0-ADCAA65A02EB}"/>
              </a:ext>
            </a:extLst>
          </p:cNvPr>
          <p:cNvSpPr txBox="1"/>
          <p:nvPr/>
        </p:nvSpPr>
        <p:spPr>
          <a:xfrm>
            <a:off x="3044357" y="468022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12DF3B-2A0D-1DCD-0219-4F1B3BA9A4F3}"/>
              </a:ext>
            </a:extLst>
          </p:cNvPr>
          <p:cNvSpPr txBox="1"/>
          <p:nvPr/>
        </p:nvSpPr>
        <p:spPr>
          <a:xfrm>
            <a:off x="2350635" y="468022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89B335-0A4D-BCFA-7F3E-45CB720C0620}"/>
              </a:ext>
            </a:extLst>
          </p:cNvPr>
          <p:cNvSpPr txBox="1"/>
          <p:nvPr/>
        </p:nvSpPr>
        <p:spPr>
          <a:xfrm>
            <a:off x="1606661" y="468022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42</a:t>
            </a:r>
          </a:p>
        </p:txBody>
      </p:sp>
      <p:sp>
        <p:nvSpPr>
          <p:cNvPr id="25" name="Arrow: Circular 24">
            <a:extLst>
              <a:ext uri="{FF2B5EF4-FFF2-40B4-BE49-F238E27FC236}">
                <a16:creationId xmlns:a16="http://schemas.microsoft.com/office/drawing/2014/main" id="{0ADFA664-0A39-8159-C706-00C3FF09ACCF}"/>
              </a:ext>
            </a:extLst>
          </p:cNvPr>
          <p:cNvSpPr/>
          <p:nvPr/>
        </p:nvSpPr>
        <p:spPr>
          <a:xfrm rot="5400000">
            <a:off x="3314269" y="415328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Arrow: Circular 25">
            <a:extLst>
              <a:ext uri="{FF2B5EF4-FFF2-40B4-BE49-F238E27FC236}">
                <a16:creationId xmlns:a16="http://schemas.microsoft.com/office/drawing/2014/main" id="{C3B4EA99-1310-AD8E-2454-7D77458AFABC}"/>
              </a:ext>
            </a:extLst>
          </p:cNvPr>
          <p:cNvSpPr/>
          <p:nvPr/>
        </p:nvSpPr>
        <p:spPr>
          <a:xfrm rot="5400000" flipV="1">
            <a:off x="849565" y="415288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9B2A80-1B7A-8196-8B30-60B73A1E6A07}"/>
              </a:ext>
            </a:extLst>
          </p:cNvPr>
          <p:cNvSpPr txBox="1"/>
          <p:nvPr/>
        </p:nvSpPr>
        <p:spPr>
          <a:xfrm>
            <a:off x="4154737" y="448210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3AC0AC-341A-FC65-E32D-A0726EFAC0B9}"/>
              </a:ext>
            </a:extLst>
          </p:cNvPr>
          <p:cNvSpPr txBox="1"/>
          <p:nvPr/>
        </p:nvSpPr>
        <p:spPr>
          <a:xfrm>
            <a:off x="306637" y="448210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97BA19-A04B-EE01-88E7-E75422B9F63A}"/>
              </a:ext>
            </a:extLst>
          </p:cNvPr>
          <p:cNvSpPr txBox="1"/>
          <p:nvPr/>
        </p:nvSpPr>
        <p:spPr>
          <a:xfrm>
            <a:off x="2199953" y="534523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A9711E-62BA-F414-022F-C5EF3066D87C}"/>
              </a:ext>
            </a:extLst>
          </p:cNvPr>
          <p:cNvSpPr txBox="1"/>
          <p:nvPr/>
        </p:nvSpPr>
        <p:spPr>
          <a:xfrm>
            <a:off x="208628" y="3757353"/>
            <a:ext cx="394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61AFD3-CF32-1E24-85AE-E0E05A8AEA17}"/>
              </a:ext>
            </a:extLst>
          </p:cNvPr>
          <p:cNvSpPr txBox="1"/>
          <p:nvPr/>
        </p:nvSpPr>
        <p:spPr>
          <a:xfrm>
            <a:off x="6657499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2.4  ÷  0.6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B69006D-C09D-AE58-7F5D-EE55BEF67D1E}"/>
              </a:ext>
            </a:extLst>
          </p:cNvPr>
          <p:cNvSpPr txBox="1"/>
          <p:nvPr/>
        </p:nvSpPr>
        <p:spPr>
          <a:xfrm>
            <a:off x="8048620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CBAAFA-EC75-E8AF-9482-8043409F2AA8}"/>
              </a:ext>
            </a:extLst>
          </p:cNvPr>
          <p:cNvSpPr txBox="1"/>
          <p:nvPr/>
        </p:nvSpPr>
        <p:spPr>
          <a:xfrm>
            <a:off x="735489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297585-3406-CEB9-8EEB-76DC0CE9C6FA}"/>
              </a:ext>
            </a:extLst>
          </p:cNvPr>
          <p:cNvSpPr txBox="1"/>
          <p:nvPr/>
        </p:nvSpPr>
        <p:spPr>
          <a:xfrm>
            <a:off x="6610924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24</a:t>
            </a:r>
          </a:p>
        </p:txBody>
      </p:sp>
      <p:sp>
        <p:nvSpPr>
          <p:cNvPr id="39" name="Arrow: Circular 38">
            <a:extLst>
              <a:ext uri="{FF2B5EF4-FFF2-40B4-BE49-F238E27FC236}">
                <a16:creationId xmlns:a16="http://schemas.microsoft.com/office/drawing/2014/main" id="{15E5AF57-4DA0-3B0A-A107-ADB9EA768300}"/>
              </a:ext>
            </a:extLst>
          </p:cNvPr>
          <p:cNvSpPr/>
          <p:nvPr/>
        </p:nvSpPr>
        <p:spPr>
          <a:xfrm rot="5400000">
            <a:off x="831853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Arrow: Circular 39">
            <a:extLst>
              <a:ext uri="{FF2B5EF4-FFF2-40B4-BE49-F238E27FC236}">
                <a16:creationId xmlns:a16="http://schemas.microsoft.com/office/drawing/2014/main" id="{247683BA-807E-6123-1D7B-5E4E6FD5A302}"/>
              </a:ext>
            </a:extLst>
          </p:cNvPr>
          <p:cNvSpPr/>
          <p:nvPr/>
        </p:nvSpPr>
        <p:spPr>
          <a:xfrm rot="5400000" flipV="1">
            <a:off x="585382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4F435DA-926E-72F7-E8CF-2428AD0D3A3F}"/>
              </a:ext>
            </a:extLst>
          </p:cNvPr>
          <p:cNvSpPr txBox="1"/>
          <p:nvPr/>
        </p:nvSpPr>
        <p:spPr>
          <a:xfrm>
            <a:off x="9159000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6EE2A09-73B8-DBD3-F582-A34DEEC253D8}"/>
              </a:ext>
            </a:extLst>
          </p:cNvPr>
          <p:cNvSpPr txBox="1"/>
          <p:nvPr/>
        </p:nvSpPr>
        <p:spPr>
          <a:xfrm>
            <a:off x="5310900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F8EFE7-8C14-59A5-B841-98003D8D3545}"/>
              </a:ext>
            </a:extLst>
          </p:cNvPr>
          <p:cNvSpPr txBox="1"/>
          <p:nvPr/>
        </p:nvSpPr>
        <p:spPr>
          <a:xfrm>
            <a:off x="7204216" y="223627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0371F8-FF11-6BA5-446E-DE3901882A73}"/>
              </a:ext>
            </a:extLst>
          </p:cNvPr>
          <p:cNvSpPr txBox="1"/>
          <p:nvPr/>
        </p:nvSpPr>
        <p:spPr>
          <a:xfrm>
            <a:off x="5212891" y="648393"/>
            <a:ext cx="394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26DD0B5-29D6-73E5-556A-62B027D684E5}"/>
              </a:ext>
            </a:extLst>
          </p:cNvPr>
          <p:cNvSpPr txBox="1"/>
          <p:nvPr/>
        </p:nvSpPr>
        <p:spPr>
          <a:xfrm>
            <a:off x="6619808" y="401347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3.6  ÷  0.09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10E71AC-D6D9-8E5B-96A7-2377D0B59188}"/>
              </a:ext>
            </a:extLst>
          </p:cNvPr>
          <p:cNvSpPr txBox="1"/>
          <p:nvPr/>
        </p:nvSpPr>
        <p:spPr>
          <a:xfrm>
            <a:off x="8048620" y="468022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8AED779-EA07-E3E7-693C-70C74089B26B}"/>
              </a:ext>
            </a:extLst>
          </p:cNvPr>
          <p:cNvSpPr txBox="1"/>
          <p:nvPr/>
        </p:nvSpPr>
        <p:spPr>
          <a:xfrm>
            <a:off x="7354898" y="468022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F55F044-3721-B884-4F86-358EDD8845BE}"/>
              </a:ext>
            </a:extLst>
          </p:cNvPr>
          <p:cNvSpPr txBox="1"/>
          <p:nvPr/>
        </p:nvSpPr>
        <p:spPr>
          <a:xfrm>
            <a:off x="6506729" y="468022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360</a:t>
            </a:r>
          </a:p>
        </p:txBody>
      </p:sp>
      <p:sp>
        <p:nvSpPr>
          <p:cNvPr id="51" name="Arrow: Circular 50">
            <a:extLst>
              <a:ext uri="{FF2B5EF4-FFF2-40B4-BE49-F238E27FC236}">
                <a16:creationId xmlns:a16="http://schemas.microsoft.com/office/drawing/2014/main" id="{9D5B2E90-D0B3-A92B-95AD-1E625FCD74B9}"/>
              </a:ext>
            </a:extLst>
          </p:cNvPr>
          <p:cNvSpPr/>
          <p:nvPr/>
        </p:nvSpPr>
        <p:spPr>
          <a:xfrm rot="5400000">
            <a:off x="8318532" y="415328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Arrow: Circular 51">
            <a:extLst>
              <a:ext uri="{FF2B5EF4-FFF2-40B4-BE49-F238E27FC236}">
                <a16:creationId xmlns:a16="http://schemas.microsoft.com/office/drawing/2014/main" id="{9FE7A53E-9B97-8DCF-A152-9C61D9693EF6}"/>
              </a:ext>
            </a:extLst>
          </p:cNvPr>
          <p:cNvSpPr/>
          <p:nvPr/>
        </p:nvSpPr>
        <p:spPr>
          <a:xfrm rot="5400000" flipV="1">
            <a:off x="5853828" y="415288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E4BD3EC-739A-07A7-0602-B08EFD4B2CAD}"/>
              </a:ext>
            </a:extLst>
          </p:cNvPr>
          <p:cNvSpPr txBox="1"/>
          <p:nvPr/>
        </p:nvSpPr>
        <p:spPr>
          <a:xfrm>
            <a:off x="9094079" y="4482100"/>
            <a:ext cx="702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8DE4B4-EA1E-ECEB-8F83-12F45E3C3B5B}"/>
              </a:ext>
            </a:extLst>
          </p:cNvPr>
          <p:cNvSpPr txBox="1"/>
          <p:nvPr/>
        </p:nvSpPr>
        <p:spPr>
          <a:xfrm>
            <a:off x="5245979" y="4482100"/>
            <a:ext cx="702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46A43BF-A223-E4AB-B796-653088ECE012}"/>
              </a:ext>
            </a:extLst>
          </p:cNvPr>
          <p:cNvSpPr txBox="1"/>
          <p:nvPr/>
        </p:nvSpPr>
        <p:spPr>
          <a:xfrm>
            <a:off x="7100021" y="5345239"/>
            <a:ext cx="8996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40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E99C7D7-0782-16C2-72F5-624763BF545C}"/>
              </a:ext>
            </a:extLst>
          </p:cNvPr>
          <p:cNvSpPr txBox="1"/>
          <p:nvPr/>
        </p:nvSpPr>
        <p:spPr>
          <a:xfrm>
            <a:off x="5212892" y="3757353"/>
            <a:ext cx="394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4)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451B3A6-F185-1A6D-617C-4875B7D3E8FB}"/>
              </a:ext>
            </a:extLst>
          </p:cNvPr>
          <p:cNvCxnSpPr>
            <a:cxnSpLocks/>
          </p:cNvCxnSpPr>
          <p:nvPr/>
        </p:nvCxnSpPr>
        <p:spPr>
          <a:xfrm flipH="1">
            <a:off x="844453" y="3441470"/>
            <a:ext cx="821642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9583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2" grpId="0"/>
      <p:bldP spid="22" grpId="0"/>
      <p:bldP spid="23" grpId="0"/>
      <p:bldP spid="24" grpId="0"/>
      <p:bldP spid="25" grpId="0" animBg="1"/>
      <p:bldP spid="26" grpId="0" animBg="1"/>
      <p:bldP spid="27" grpId="0"/>
      <p:bldP spid="29" grpId="0"/>
      <p:bldP spid="30" grpId="0"/>
      <p:bldP spid="36" grpId="0"/>
      <p:bldP spid="37" grpId="0"/>
      <p:bldP spid="38" grpId="0"/>
      <p:bldP spid="39" grpId="0" animBg="1"/>
      <p:bldP spid="40" grpId="0" animBg="1"/>
      <p:bldP spid="41" grpId="0"/>
      <p:bldP spid="42" grpId="0"/>
      <p:bldP spid="43" grpId="0"/>
      <p:bldP spid="48" grpId="0"/>
      <p:bldP spid="49" grpId="0"/>
      <p:bldP spid="50" grpId="0"/>
      <p:bldP spid="51" grpId="0" animBg="1"/>
      <p:bldP spid="52" grpId="0" animBg="1"/>
      <p:bldP spid="53" grpId="0"/>
      <p:bldP spid="54" grpId="0"/>
      <p:bldP spid="5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  ÷  1.4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7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14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28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56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84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2E7A4-E00C-0559-0981-18CA31904D75}"/>
              </a:ext>
            </a:extLst>
          </p:cNvPr>
          <p:cNvSpPr txBox="1"/>
          <p:nvPr/>
        </p:nvSpPr>
        <p:spPr>
          <a:xfrm>
            <a:off x="286322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BF978-F871-646E-4A8A-121E62F1D4AC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6DDB46-3243-3D7B-1081-CA427287635B}"/>
              </a:ext>
            </a:extLst>
          </p:cNvPr>
          <p:cNvSpPr txBox="1"/>
          <p:nvPr/>
        </p:nvSpPr>
        <p:spPr>
          <a:xfrm>
            <a:off x="2672745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29288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82" grpId="0"/>
      <p:bldP spid="83" grpId="0"/>
      <p:bldP spid="85" grpId="0"/>
      <p:bldP spid="86" grpId="0"/>
      <p:bldP spid="2" grpId="0"/>
      <p:bldP spid="9" grpId="0"/>
      <p:bldP spid="10" grpId="0"/>
      <p:bldP spid="1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  ÷  1.4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7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14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28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56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84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2E7A4-E00C-0559-0981-18CA31904D75}"/>
              </a:ext>
            </a:extLst>
          </p:cNvPr>
          <p:cNvSpPr txBox="1"/>
          <p:nvPr/>
        </p:nvSpPr>
        <p:spPr>
          <a:xfrm>
            <a:off x="286322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BF978-F871-646E-4A8A-121E62F1D4AC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6DDB46-3243-3D7B-1081-CA427287635B}"/>
              </a:ext>
            </a:extLst>
          </p:cNvPr>
          <p:cNvSpPr txBox="1"/>
          <p:nvPr/>
        </p:nvSpPr>
        <p:spPr>
          <a:xfrm>
            <a:off x="2672745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63C4D4D9-C7A6-A044-0630-CE9DB09344C4}"/>
              </a:ext>
            </a:extLst>
          </p:cNvPr>
          <p:cNvGraphicFramePr>
            <a:graphicFrameLocks noGrp="1"/>
          </p:cNvGraphicFramePr>
          <p:nvPr/>
        </p:nvGraphicFramePr>
        <p:xfrm>
          <a:off x="5370505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9EF9E9-2B76-278B-203A-F3D5E9F33EF6}"/>
              </a:ext>
            </a:extLst>
          </p:cNvPr>
          <p:cNvCxnSpPr>
            <a:cxnSpLocks/>
          </p:cNvCxnSpPr>
          <p:nvPr/>
        </p:nvCxnSpPr>
        <p:spPr>
          <a:xfrm>
            <a:off x="6530643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480CA20-4D5D-0618-7F5A-7F458DCB196A}"/>
              </a:ext>
            </a:extLst>
          </p:cNvPr>
          <p:cNvCxnSpPr>
            <a:cxnSpLocks/>
          </p:cNvCxnSpPr>
          <p:nvPr/>
        </p:nvCxnSpPr>
        <p:spPr>
          <a:xfrm>
            <a:off x="6558914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C909337-036C-2585-4495-41A70FA390AA}"/>
              </a:ext>
            </a:extLst>
          </p:cNvPr>
          <p:cNvSpPr txBox="1"/>
          <p:nvPr/>
        </p:nvSpPr>
        <p:spPr>
          <a:xfrm>
            <a:off x="6039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F52F44-BC66-F918-9ECA-52D490728BD8}"/>
              </a:ext>
            </a:extLst>
          </p:cNvPr>
          <p:cNvSpPr txBox="1"/>
          <p:nvPr/>
        </p:nvSpPr>
        <p:spPr>
          <a:xfrm>
            <a:off x="6644536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D32A50-1A76-CBCB-1135-D846CAF19451}"/>
              </a:ext>
            </a:extLst>
          </p:cNvPr>
          <p:cNvSpPr txBox="1"/>
          <p:nvPr/>
        </p:nvSpPr>
        <p:spPr>
          <a:xfrm>
            <a:off x="681953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3412EB-92E7-3414-4901-154FCD0BABF4}"/>
              </a:ext>
            </a:extLst>
          </p:cNvPr>
          <p:cNvSpPr txBox="1"/>
          <p:nvPr/>
        </p:nvSpPr>
        <p:spPr>
          <a:xfrm>
            <a:off x="6659718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39  ÷  1.3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06CC4B-81F0-9608-8D99-393654833374}"/>
              </a:ext>
            </a:extLst>
          </p:cNvPr>
          <p:cNvSpPr txBox="1"/>
          <p:nvPr/>
        </p:nvSpPr>
        <p:spPr>
          <a:xfrm>
            <a:off x="77961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83BD7B-0158-BA8D-CC25-A1EFBD8E7EC3}"/>
              </a:ext>
            </a:extLst>
          </p:cNvPr>
          <p:cNvSpPr txBox="1"/>
          <p:nvPr/>
        </p:nvSpPr>
        <p:spPr>
          <a:xfrm>
            <a:off x="730502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A29D74-C707-1C14-2584-9CA9CB10780D}"/>
              </a:ext>
            </a:extLst>
          </p:cNvPr>
          <p:cNvSpPr txBox="1"/>
          <p:nvPr/>
        </p:nvSpPr>
        <p:spPr>
          <a:xfrm>
            <a:off x="6456852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390</a:t>
            </a: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78BE2C7F-E3AE-6DC7-37C8-B1D3E7BB4C6E}"/>
              </a:ext>
            </a:extLst>
          </p:cNvPr>
          <p:cNvSpPr/>
          <p:nvPr/>
        </p:nvSpPr>
        <p:spPr>
          <a:xfrm rot="5400000">
            <a:off x="8268654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3343D8FE-FEC2-9150-290D-E59EFC1F32E0}"/>
              </a:ext>
            </a:extLst>
          </p:cNvPr>
          <p:cNvSpPr/>
          <p:nvPr/>
        </p:nvSpPr>
        <p:spPr>
          <a:xfrm rot="5400000" flipV="1">
            <a:off x="5803950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BC3501-D6F6-D4C8-7F51-98FE3AD9F286}"/>
              </a:ext>
            </a:extLst>
          </p:cNvPr>
          <p:cNvSpPr txBox="1"/>
          <p:nvPr/>
        </p:nvSpPr>
        <p:spPr>
          <a:xfrm>
            <a:off x="9109122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CA5AAC-061A-2EF9-ABB3-DE23F330D901}"/>
              </a:ext>
            </a:extLst>
          </p:cNvPr>
          <p:cNvSpPr txBox="1"/>
          <p:nvPr/>
        </p:nvSpPr>
        <p:spPr>
          <a:xfrm>
            <a:off x="5261022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875790-BC5C-C9B5-656D-16D6ED509A08}"/>
              </a:ext>
            </a:extLst>
          </p:cNvPr>
          <p:cNvSpPr txBox="1"/>
          <p:nvPr/>
        </p:nvSpPr>
        <p:spPr>
          <a:xfrm>
            <a:off x="723572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D32EE0-C9D4-BD9C-37E8-DC8C905CA5AD}"/>
              </a:ext>
            </a:extLst>
          </p:cNvPr>
          <p:cNvSpPr txBox="1"/>
          <p:nvPr/>
        </p:nvSpPr>
        <p:spPr>
          <a:xfrm>
            <a:off x="54586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3FC8F2-C63B-D21C-1D44-B1B85FA411EF}"/>
              </a:ext>
            </a:extLst>
          </p:cNvPr>
          <p:cNvSpPr txBox="1"/>
          <p:nvPr/>
        </p:nvSpPr>
        <p:spPr>
          <a:xfrm>
            <a:off x="664453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324827-9518-9C60-B43B-DE57DDE46DC7}"/>
              </a:ext>
            </a:extLst>
          </p:cNvPr>
          <p:cNvSpPr txBox="1"/>
          <p:nvPr/>
        </p:nvSpPr>
        <p:spPr>
          <a:xfrm>
            <a:off x="7235085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4EE839-273E-89AE-507D-FA3CF6B27309}"/>
              </a:ext>
            </a:extLst>
          </p:cNvPr>
          <p:cNvSpPr txBox="1"/>
          <p:nvPr/>
        </p:nvSpPr>
        <p:spPr>
          <a:xfrm>
            <a:off x="5761887" y="4790710"/>
            <a:ext cx="70243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13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26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445C6B-3C7A-371D-2439-BAED4301B2A8}"/>
              </a:ext>
            </a:extLst>
          </p:cNvPr>
          <p:cNvSpPr txBox="1"/>
          <p:nvPr/>
        </p:nvSpPr>
        <p:spPr>
          <a:xfrm>
            <a:off x="7817613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220636-16EE-D09E-B8FB-35C803F6E9CC}"/>
              </a:ext>
            </a:extLst>
          </p:cNvPr>
          <p:cNvSpPr txBox="1"/>
          <p:nvPr/>
        </p:nvSpPr>
        <p:spPr>
          <a:xfrm>
            <a:off x="781697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F7D887-87A1-C9B5-619A-2CB3106256E7}"/>
              </a:ext>
            </a:extLst>
          </p:cNvPr>
          <p:cNvSpPr txBox="1"/>
          <p:nvPr/>
        </p:nvSpPr>
        <p:spPr>
          <a:xfrm>
            <a:off x="7838325" y="8043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0873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6" grpId="0"/>
      <p:bldP spid="27" grpId="0"/>
      <p:bldP spid="29" grpId="0"/>
      <p:bldP spid="30" grpId="0"/>
      <p:bldP spid="31" grpId="0"/>
      <p:bldP spid="3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  ÷  1.4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7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14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28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56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84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2E7A4-E00C-0559-0981-18CA31904D75}"/>
              </a:ext>
            </a:extLst>
          </p:cNvPr>
          <p:cNvSpPr txBox="1"/>
          <p:nvPr/>
        </p:nvSpPr>
        <p:spPr>
          <a:xfrm>
            <a:off x="286322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BF978-F871-646E-4A8A-121E62F1D4AC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6DDB46-3243-3D7B-1081-CA427287635B}"/>
              </a:ext>
            </a:extLst>
          </p:cNvPr>
          <p:cNvSpPr txBox="1"/>
          <p:nvPr/>
        </p:nvSpPr>
        <p:spPr>
          <a:xfrm>
            <a:off x="2672745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63C4D4D9-C7A6-A044-0630-CE9DB09344C4}"/>
              </a:ext>
            </a:extLst>
          </p:cNvPr>
          <p:cNvGraphicFramePr>
            <a:graphicFrameLocks noGrp="1"/>
          </p:cNvGraphicFramePr>
          <p:nvPr/>
        </p:nvGraphicFramePr>
        <p:xfrm>
          <a:off x="5370505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9EF9E9-2B76-278B-203A-F3D5E9F33EF6}"/>
              </a:ext>
            </a:extLst>
          </p:cNvPr>
          <p:cNvCxnSpPr>
            <a:cxnSpLocks/>
          </p:cNvCxnSpPr>
          <p:nvPr/>
        </p:nvCxnSpPr>
        <p:spPr>
          <a:xfrm>
            <a:off x="6530643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480CA20-4D5D-0618-7F5A-7F458DCB196A}"/>
              </a:ext>
            </a:extLst>
          </p:cNvPr>
          <p:cNvCxnSpPr>
            <a:cxnSpLocks/>
          </p:cNvCxnSpPr>
          <p:nvPr/>
        </p:nvCxnSpPr>
        <p:spPr>
          <a:xfrm>
            <a:off x="6558914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C909337-036C-2585-4495-41A70FA390AA}"/>
              </a:ext>
            </a:extLst>
          </p:cNvPr>
          <p:cNvSpPr txBox="1"/>
          <p:nvPr/>
        </p:nvSpPr>
        <p:spPr>
          <a:xfrm>
            <a:off x="6039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F52F44-BC66-F918-9ECA-52D490728BD8}"/>
              </a:ext>
            </a:extLst>
          </p:cNvPr>
          <p:cNvSpPr txBox="1"/>
          <p:nvPr/>
        </p:nvSpPr>
        <p:spPr>
          <a:xfrm>
            <a:off x="6644536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D32A50-1A76-CBCB-1135-D846CAF19451}"/>
              </a:ext>
            </a:extLst>
          </p:cNvPr>
          <p:cNvSpPr txBox="1"/>
          <p:nvPr/>
        </p:nvSpPr>
        <p:spPr>
          <a:xfrm>
            <a:off x="681953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3412EB-92E7-3414-4901-154FCD0BABF4}"/>
              </a:ext>
            </a:extLst>
          </p:cNvPr>
          <p:cNvSpPr txBox="1"/>
          <p:nvPr/>
        </p:nvSpPr>
        <p:spPr>
          <a:xfrm>
            <a:off x="6659718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40  ÷  1.6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06CC4B-81F0-9608-8D99-393654833374}"/>
              </a:ext>
            </a:extLst>
          </p:cNvPr>
          <p:cNvSpPr txBox="1"/>
          <p:nvPr/>
        </p:nvSpPr>
        <p:spPr>
          <a:xfrm>
            <a:off x="77072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83BD7B-0158-BA8D-CC25-A1EFBD8E7EC3}"/>
              </a:ext>
            </a:extLst>
          </p:cNvPr>
          <p:cNvSpPr txBox="1"/>
          <p:nvPr/>
        </p:nvSpPr>
        <p:spPr>
          <a:xfrm>
            <a:off x="730502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A29D74-C707-1C14-2584-9CA9CB10780D}"/>
              </a:ext>
            </a:extLst>
          </p:cNvPr>
          <p:cNvSpPr txBox="1"/>
          <p:nvPr/>
        </p:nvSpPr>
        <p:spPr>
          <a:xfrm>
            <a:off x="6456852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400</a:t>
            </a: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78BE2C7F-E3AE-6DC7-37C8-B1D3E7BB4C6E}"/>
              </a:ext>
            </a:extLst>
          </p:cNvPr>
          <p:cNvSpPr/>
          <p:nvPr/>
        </p:nvSpPr>
        <p:spPr>
          <a:xfrm rot="5400000">
            <a:off x="8268654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3343D8FE-FEC2-9150-290D-E59EFC1F32E0}"/>
              </a:ext>
            </a:extLst>
          </p:cNvPr>
          <p:cNvSpPr/>
          <p:nvPr/>
        </p:nvSpPr>
        <p:spPr>
          <a:xfrm rot="5400000" flipV="1">
            <a:off x="5803950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BC3501-D6F6-D4C8-7F51-98FE3AD9F286}"/>
              </a:ext>
            </a:extLst>
          </p:cNvPr>
          <p:cNvSpPr txBox="1"/>
          <p:nvPr/>
        </p:nvSpPr>
        <p:spPr>
          <a:xfrm>
            <a:off x="9109122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CA5AAC-061A-2EF9-ABB3-DE23F330D901}"/>
              </a:ext>
            </a:extLst>
          </p:cNvPr>
          <p:cNvSpPr txBox="1"/>
          <p:nvPr/>
        </p:nvSpPr>
        <p:spPr>
          <a:xfrm>
            <a:off x="5261022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875790-BC5C-C9B5-656D-16D6ED509A08}"/>
              </a:ext>
            </a:extLst>
          </p:cNvPr>
          <p:cNvSpPr txBox="1"/>
          <p:nvPr/>
        </p:nvSpPr>
        <p:spPr>
          <a:xfrm>
            <a:off x="723572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D32EE0-C9D4-BD9C-37E8-DC8C905CA5AD}"/>
              </a:ext>
            </a:extLst>
          </p:cNvPr>
          <p:cNvSpPr txBox="1"/>
          <p:nvPr/>
        </p:nvSpPr>
        <p:spPr>
          <a:xfrm>
            <a:off x="54586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3FC8F2-C63B-D21C-1D44-B1B85FA411EF}"/>
              </a:ext>
            </a:extLst>
          </p:cNvPr>
          <p:cNvSpPr txBox="1"/>
          <p:nvPr/>
        </p:nvSpPr>
        <p:spPr>
          <a:xfrm>
            <a:off x="664453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324827-9518-9C60-B43B-DE57DDE46DC7}"/>
              </a:ext>
            </a:extLst>
          </p:cNvPr>
          <p:cNvSpPr txBox="1"/>
          <p:nvPr/>
        </p:nvSpPr>
        <p:spPr>
          <a:xfrm>
            <a:off x="7235085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4EE839-273E-89AE-507D-FA3CF6B27309}"/>
              </a:ext>
            </a:extLst>
          </p:cNvPr>
          <p:cNvSpPr txBox="1"/>
          <p:nvPr/>
        </p:nvSpPr>
        <p:spPr>
          <a:xfrm>
            <a:off x="5761887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16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64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80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96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445C6B-3C7A-371D-2439-BAED4301B2A8}"/>
              </a:ext>
            </a:extLst>
          </p:cNvPr>
          <p:cNvSpPr txBox="1"/>
          <p:nvPr/>
        </p:nvSpPr>
        <p:spPr>
          <a:xfrm>
            <a:off x="7817613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220636-16EE-D09E-B8FB-35C803F6E9CC}"/>
              </a:ext>
            </a:extLst>
          </p:cNvPr>
          <p:cNvSpPr txBox="1"/>
          <p:nvPr/>
        </p:nvSpPr>
        <p:spPr>
          <a:xfrm>
            <a:off x="781697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93F6E1-9D49-7667-F937-FFC011C32AF3}"/>
              </a:ext>
            </a:extLst>
          </p:cNvPr>
          <p:cNvSpPr txBox="1"/>
          <p:nvPr/>
        </p:nvSpPr>
        <p:spPr>
          <a:xfrm>
            <a:off x="7668694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74313A-CC2D-F1D4-DE7C-98472B878A9B}"/>
              </a:ext>
            </a:extLst>
          </p:cNvPr>
          <p:cNvSpPr txBox="1"/>
          <p:nvPr/>
        </p:nvSpPr>
        <p:spPr>
          <a:xfrm>
            <a:off x="7816976" y="40254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78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6" grpId="0"/>
      <p:bldP spid="27" grpId="0"/>
      <p:bldP spid="29" grpId="0"/>
      <p:bldP spid="30" grpId="0"/>
      <p:bldP spid="31" grpId="0"/>
      <p:bldP spid="32" grpId="0"/>
      <p:bldP spid="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  ÷  1.2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29799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298324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22160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5" grpId="0"/>
      <p:bldP spid="77" grpId="0"/>
      <p:bldP spid="82" grpId="0"/>
      <p:bldP spid="83" grpId="0"/>
      <p:bldP spid="85" grpId="0"/>
      <p:bldP spid="8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  ÷  1.2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29799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298324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52625463-8816-577A-5795-B5DE1ECD6EFE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8BE188-0F8C-D374-54E6-2CD4FC7B8AA3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8B22F4-D95A-EA60-365E-475C2345BF84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3913AB6-AD18-F295-A9E4-D94F6156A344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7E64EF-7B82-A1FE-AA2F-B0AE3C98644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FBCE4A-967A-4A48-1EAC-A65AE833F47C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2D2B08-EEC2-F6D0-69BC-A68F586D6630}"/>
              </a:ext>
            </a:extLst>
          </p:cNvPr>
          <p:cNvSpPr txBox="1"/>
          <p:nvPr/>
        </p:nvSpPr>
        <p:spPr>
          <a:xfrm>
            <a:off x="6599309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4.8  ÷  1.6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6F7720-6BEB-883B-14CC-736E9768E94E}"/>
              </a:ext>
            </a:extLst>
          </p:cNvPr>
          <p:cNvSpPr txBox="1"/>
          <p:nvPr/>
        </p:nvSpPr>
        <p:spPr>
          <a:xfrm>
            <a:off x="777828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7FC17E-CDC9-C455-970E-FA8994FC08E5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D2EA3F-9EFC-9956-818F-89D5CF78FC43}"/>
              </a:ext>
            </a:extLst>
          </p:cNvPr>
          <p:cNvSpPr txBox="1"/>
          <p:nvPr/>
        </p:nvSpPr>
        <p:spPr>
          <a:xfrm>
            <a:off x="6552734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48</a:t>
            </a:r>
          </a:p>
        </p:txBody>
      </p:sp>
      <p:sp>
        <p:nvSpPr>
          <p:cNvPr id="18" name="Arrow: Circular 17">
            <a:extLst>
              <a:ext uri="{FF2B5EF4-FFF2-40B4-BE49-F238E27FC236}">
                <a16:creationId xmlns:a16="http://schemas.microsoft.com/office/drawing/2014/main" id="{32A2F2F8-A2A1-4A46-8C17-02ABDEB93E74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Arrow: Circular 18">
            <a:extLst>
              <a:ext uri="{FF2B5EF4-FFF2-40B4-BE49-F238E27FC236}">
                <a16:creationId xmlns:a16="http://schemas.microsoft.com/office/drawing/2014/main" id="{D0C91A20-CC62-A37A-6CDC-69A99D034B9F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6C764E-487C-E954-961C-B0CDB89D0FA9}"/>
              </a:ext>
            </a:extLst>
          </p:cNvPr>
          <p:cNvSpPr txBox="1"/>
          <p:nvPr/>
        </p:nvSpPr>
        <p:spPr>
          <a:xfrm>
            <a:off x="9075872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7C5764-6A4F-025F-2489-CA8BCEB68E00}"/>
              </a:ext>
            </a:extLst>
          </p:cNvPr>
          <p:cNvSpPr txBox="1"/>
          <p:nvPr/>
        </p:nvSpPr>
        <p:spPr>
          <a:xfrm>
            <a:off x="5244397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5333A4-936D-9A9E-20E0-CC1644262C70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0A2C10-F3B9-90D9-5809-C817DBAF3B79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533135-87E1-32A5-730B-7900ADF29C21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AAA7A7-0F3C-2B52-D638-92DBA35FF2C9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50C14C-5194-9860-29CE-2DEC4A962DE9}"/>
              </a:ext>
            </a:extLst>
          </p:cNvPr>
          <p:cNvSpPr txBox="1"/>
          <p:nvPr/>
        </p:nvSpPr>
        <p:spPr>
          <a:xfrm>
            <a:off x="5753575" y="4790710"/>
            <a:ext cx="70243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16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19B8B7-D61D-8836-1646-DD8847142B16}"/>
              </a:ext>
            </a:extLst>
          </p:cNvPr>
          <p:cNvSpPr txBox="1"/>
          <p:nvPr/>
        </p:nvSpPr>
        <p:spPr>
          <a:xfrm>
            <a:off x="7826585" y="-16327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8190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16" grpId="0"/>
      <p:bldP spid="17" grpId="0"/>
      <p:bldP spid="18" grpId="0" animBg="1"/>
      <p:bldP spid="19" grpId="0" animBg="1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  ÷  1.2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29799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298324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52625463-8816-577A-5795-B5DE1ECD6EFE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8BE188-0F8C-D374-54E6-2CD4FC7B8AA3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8B22F4-D95A-EA60-365E-475C2345BF84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3913AB6-AD18-F295-A9E4-D94F6156A344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7E64EF-7B82-A1FE-AA2F-B0AE3C98644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FBCE4A-967A-4A48-1EAC-A65AE833F47C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2D2B08-EEC2-F6D0-69BC-A68F586D6630}"/>
              </a:ext>
            </a:extLst>
          </p:cNvPr>
          <p:cNvSpPr txBox="1"/>
          <p:nvPr/>
        </p:nvSpPr>
        <p:spPr>
          <a:xfrm>
            <a:off x="6599309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8.4  ÷  2.1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6F7720-6BEB-883B-14CC-736E9768E94E}"/>
              </a:ext>
            </a:extLst>
          </p:cNvPr>
          <p:cNvSpPr txBox="1"/>
          <p:nvPr/>
        </p:nvSpPr>
        <p:spPr>
          <a:xfrm>
            <a:off x="78862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7FC17E-CDC9-C455-970E-FA8994FC08E5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D2EA3F-9EFC-9956-818F-89D5CF78FC43}"/>
              </a:ext>
            </a:extLst>
          </p:cNvPr>
          <p:cNvSpPr txBox="1"/>
          <p:nvPr/>
        </p:nvSpPr>
        <p:spPr>
          <a:xfrm>
            <a:off x="6552734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84</a:t>
            </a:r>
          </a:p>
        </p:txBody>
      </p:sp>
      <p:sp>
        <p:nvSpPr>
          <p:cNvPr id="18" name="Arrow: Circular 17">
            <a:extLst>
              <a:ext uri="{FF2B5EF4-FFF2-40B4-BE49-F238E27FC236}">
                <a16:creationId xmlns:a16="http://schemas.microsoft.com/office/drawing/2014/main" id="{32A2F2F8-A2A1-4A46-8C17-02ABDEB93E74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Arrow: Circular 18">
            <a:extLst>
              <a:ext uri="{FF2B5EF4-FFF2-40B4-BE49-F238E27FC236}">
                <a16:creationId xmlns:a16="http://schemas.microsoft.com/office/drawing/2014/main" id="{D0C91A20-CC62-A37A-6CDC-69A99D034B9F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6C764E-487C-E954-961C-B0CDB89D0FA9}"/>
              </a:ext>
            </a:extLst>
          </p:cNvPr>
          <p:cNvSpPr txBox="1"/>
          <p:nvPr/>
        </p:nvSpPr>
        <p:spPr>
          <a:xfrm>
            <a:off x="9075872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7C5764-6A4F-025F-2489-CA8BCEB68E00}"/>
              </a:ext>
            </a:extLst>
          </p:cNvPr>
          <p:cNvSpPr txBox="1"/>
          <p:nvPr/>
        </p:nvSpPr>
        <p:spPr>
          <a:xfrm>
            <a:off x="5244397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5333A4-936D-9A9E-20E0-CC1644262C70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0A2C10-F3B9-90D9-5809-C817DBAF3B79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533135-87E1-32A5-730B-7900ADF29C21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AAA7A7-0F3C-2B52-D638-92DBA35FF2C9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50C14C-5194-9860-29CE-2DEC4A962DE9}"/>
              </a:ext>
            </a:extLst>
          </p:cNvPr>
          <p:cNvSpPr txBox="1"/>
          <p:nvPr/>
        </p:nvSpPr>
        <p:spPr>
          <a:xfrm>
            <a:off x="5753575" y="4790710"/>
            <a:ext cx="70243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21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63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84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60CB3F-F637-7686-A34C-B84EB0507BDA}"/>
              </a:ext>
            </a:extLst>
          </p:cNvPr>
          <p:cNvSpPr txBox="1"/>
          <p:nvPr/>
        </p:nvSpPr>
        <p:spPr>
          <a:xfrm>
            <a:off x="7826585" y="-16327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718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16" grpId="0"/>
      <p:bldP spid="17" grpId="0"/>
      <p:bldP spid="18" grpId="0" animBg="1"/>
      <p:bldP spid="19" grpId="0" animBg="1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7CE0B18-7A9E-DDBA-3FB0-7E1F2D109D5B}"/>
              </a:ext>
            </a:extLst>
          </p:cNvPr>
          <p:cNvSpPr txBox="1"/>
          <p:nvPr/>
        </p:nvSpPr>
        <p:spPr>
          <a:xfrm>
            <a:off x="7826585" y="-993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2FA632D-331F-7D08-5B67-25588D910461}"/>
              </a:ext>
            </a:extLst>
          </p:cNvPr>
          <p:cNvGrpSpPr/>
          <p:nvPr/>
        </p:nvGrpSpPr>
        <p:grpSpPr>
          <a:xfrm>
            <a:off x="243137" y="777510"/>
            <a:ext cx="4420693" cy="1251525"/>
            <a:chOff x="243137" y="1018810"/>
            <a:chExt cx="4420693" cy="1251525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F3CC122-CE07-0C32-CB3B-EA8C27E96377}"/>
                </a:ext>
              </a:extLst>
            </p:cNvPr>
            <p:cNvSpPr txBox="1"/>
            <p:nvPr/>
          </p:nvSpPr>
          <p:spPr>
            <a:xfrm>
              <a:off x="1746028" y="1018810"/>
              <a:ext cx="149111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8  ÷  0.2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88D948B-8D99-51BC-D0BC-DE0D50F3DCDA}"/>
                </a:ext>
              </a:extLst>
            </p:cNvPr>
            <p:cNvSpPr txBox="1"/>
            <p:nvPr/>
          </p:nvSpPr>
          <p:spPr>
            <a:xfrm>
              <a:off x="2685582" y="1685560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2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6870CE7-1695-DEA4-FBF6-05C1EC44F0CE}"/>
                </a:ext>
              </a:extLst>
            </p:cNvPr>
            <p:cNvSpPr txBox="1"/>
            <p:nvPr/>
          </p:nvSpPr>
          <p:spPr>
            <a:xfrm>
              <a:off x="2163310" y="1685560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÷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662F6E3-7B84-91C0-5C2D-A523CC688C58}"/>
                </a:ext>
              </a:extLst>
            </p:cNvPr>
            <p:cNvSpPr txBox="1"/>
            <p:nvPr/>
          </p:nvSpPr>
          <p:spPr>
            <a:xfrm>
              <a:off x="1543161" y="1685560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80</a:t>
              </a:r>
            </a:p>
          </p:txBody>
        </p:sp>
        <p:sp>
          <p:nvSpPr>
            <p:cNvPr id="43" name="Arrow: Circular 42">
              <a:extLst>
                <a:ext uri="{FF2B5EF4-FFF2-40B4-BE49-F238E27FC236}">
                  <a16:creationId xmlns:a16="http://schemas.microsoft.com/office/drawing/2014/main" id="{3BE5C272-B654-06C9-E057-1B47A9CC4EA9}"/>
                </a:ext>
              </a:extLst>
            </p:cNvPr>
            <p:cNvSpPr/>
            <p:nvPr/>
          </p:nvSpPr>
          <p:spPr>
            <a:xfrm rot="5400000">
              <a:off x="3250769" y="1158623"/>
              <a:ext cx="895352" cy="978408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44" name="Arrow: Circular 43">
              <a:extLst>
                <a:ext uri="{FF2B5EF4-FFF2-40B4-BE49-F238E27FC236}">
                  <a16:creationId xmlns:a16="http://schemas.microsoft.com/office/drawing/2014/main" id="{C57EC1E6-3E0A-D7A2-CEF6-BA7F84684EA8}"/>
                </a:ext>
              </a:extLst>
            </p:cNvPr>
            <p:cNvSpPr/>
            <p:nvPr/>
          </p:nvSpPr>
          <p:spPr>
            <a:xfrm rot="5400000" flipV="1">
              <a:off x="786065" y="1158228"/>
              <a:ext cx="895351" cy="979200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17E18E0-957D-D95E-BE02-83877B812D7B}"/>
                </a:ext>
              </a:extLst>
            </p:cNvPr>
            <p:cNvSpPr txBox="1"/>
            <p:nvPr/>
          </p:nvSpPr>
          <p:spPr>
            <a:xfrm>
              <a:off x="4091237" y="1430290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4663DAB-D7EA-2F52-D5B2-E4608697A45E}"/>
                </a:ext>
              </a:extLst>
            </p:cNvPr>
            <p:cNvSpPr txBox="1"/>
            <p:nvPr/>
          </p:nvSpPr>
          <p:spPr>
            <a:xfrm>
              <a:off x="243137" y="1477915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59849F28-6346-0787-F730-30C6B2A5A093}"/>
              </a:ext>
            </a:extLst>
          </p:cNvPr>
          <p:cNvGrpSpPr/>
          <p:nvPr/>
        </p:nvGrpSpPr>
        <p:grpSpPr>
          <a:xfrm>
            <a:off x="234824" y="2917460"/>
            <a:ext cx="4404068" cy="1251525"/>
            <a:chOff x="234824" y="3177810"/>
            <a:chExt cx="4404068" cy="1251525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4FBB2C1-92A5-262B-7F92-760E887155AA}"/>
                </a:ext>
              </a:extLst>
            </p:cNvPr>
            <p:cNvSpPr txBox="1"/>
            <p:nvPr/>
          </p:nvSpPr>
          <p:spPr>
            <a:xfrm>
              <a:off x="1589736" y="3177810"/>
              <a:ext cx="18036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2.4  ÷  1.2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2D70DB5-1C89-1CB9-12E8-DEC562F72827}"/>
                </a:ext>
              </a:extLst>
            </p:cNvPr>
            <p:cNvSpPr txBox="1"/>
            <p:nvPr/>
          </p:nvSpPr>
          <p:spPr>
            <a:xfrm>
              <a:off x="2876662" y="3844560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12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8FAF6C6-96E3-867D-5F0A-D12F0749A9DE}"/>
                </a:ext>
              </a:extLst>
            </p:cNvPr>
            <p:cNvSpPr txBox="1"/>
            <p:nvPr/>
          </p:nvSpPr>
          <p:spPr>
            <a:xfrm>
              <a:off x="2287135" y="3844560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÷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E1DA60F-B2E5-F88D-90DF-119A4A29FD90}"/>
                </a:ext>
              </a:extLst>
            </p:cNvPr>
            <p:cNvSpPr txBox="1"/>
            <p:nvPr/>
          </p:nvSpPr>
          <p:spPr>
            <a:xfrm>
              <a:off x="1543161" y="3844560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24</a:t>
              </a:r>
            </a:p>
          </p:txBody>
        </p:sp>
        <p:sp>
          <p:nvSpPr>
            <p:cNvPr id="52" name="Arrow: Circular 51">
              <a:extLst>
                <a:ext uri="{FF2B5EF4-FFF2-40B4-BE49-F238E27FC236}">
                  <a16:creationId xmlns:a16="http://schemas.microsoft.com/office/drawing/2014/main" id="{4758DB24-E7F9-6F08-7F78-1EBBE650000B}"/>
                </a:ext>
              </a:extLst>
            </p:cNvPr>
            <p:cNvSpPr/>
            <p:nvPr/>
          </p:nvSpPr>
          <p:spPr>
            <a:xfrm rot="5400000">
              <a:off x="3250769" y="3317623"/>
              <a:ext cx="895352" cy="978408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53" name="Arrow: Circular 52">
              <a:extLst>
                <a:ext uri="{FF2B5EF4-FFF2-40B4-BE49-F238E27FC236}">
                  <a16:creationId xmlns:a16="http://schemas.microsoft.com/office/drawing/2014/main" id="{13EACF51-2A35-73F7-24AA-EB0503773B78}"/>
                </a:ext>
              </a:extLst>
            </p:cNvPr>
            <p:cNvSpPr/>
            <p:nvPr/>
          </p:nvSpPr>
          <p:spPr>
            <a:xfrm rot="5400000" flipV="1">
              <a:off x="786065" y="3317228"/>
              <a:ext cx="895351" cy="979200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DFB3ABE-D518-5650-B383-325537F77868}"/>
                </a:ext>
              </a:extLst>
            </p:cNvPr>
            <p:cNvSpPr txBox="1"/>
            <p:nvPr/>
          </p:nvSpPr>
          <p:spPr>
            <a:xfrm>
              <a:off x="4066299" y="3598123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B88D3A4-0050-D376-33D7-98FEEAF50F48}"/>
                </a:ext>
              </a:extLst>
            </p:cNvPr>
            <p:cNvSpPr txBox="1"/>
            <p:nvPr/>
          </p:nvSpPr>
          <p:spPr>
            <a:xfrm>
              <a:off x="234824" y="3573184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5159019" y="1082310"/>
            <a:ext cx="20313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9  ÷  0.3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1C67880-1B9E-41CA-504D-A5A07F1A2F8D}"/>
              </a:ext>
            </a:extLst>
          </p:cNvPr>
          <p:cNvSpPr txBox="1"/>
          <p:nvPr/>
        </p:nvSpPr>
        <p:spPr>
          <a:xfrm>
            <a:off x="8162189" y="1082310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30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0570770-0606-9B54-9D7B-90C3CFDF2A81}"/>
              </a:ext>
            </a:extLst>
          </p:cNvPr>
          <p:cNvSpPr txBox="1"/>
          <p:nvPr/>
        </p:nvSpPr>
        <p:spPr>
          <a:xfrm>
            <a:off x="5159019" y="1791696"/>
            <a:ext cx="20313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5  ÷  0.5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5776A03-FA24-6431-4DCD-378259E1FB70}"/>
              </a:ext>
            </a:extLst>
          </p:cNvPr>
          <p:cNvSpPr txBox="1"/>
          <p:nvPr/>
        </p:nvSpPr>
        <p:spPr>
          <a:xfrm>
            <a:off x="8162189" y="1791696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33A90B1-5D4A-38DA-78DC-E54090C0EDFF}"/>
              </a:ext>
            </a:extLst>
          </p:cNvPr>
          <p:cNvSpPr txBox="1"/>
          <p:nvPr/>
        </p:nvSpPr>
        <p:spPr>
          <a:xfrm>
            <a:off x="5159019" y="2501082"/>
            <a:ext cx="2214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12  ÷  0.2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FBA4DD0-A806-1B32-E7CF-1562E5974877}"/>
              </a:ext>
            </a:extLst>
          </p:cNvPr>
          <p:cNvSpPr txBox="1"/>
          <p:nvPr/>
        </p:nvSpPr>
        <p:spPr>
          <a:xfrm>
            <a:off x="8162189" y="2501082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7C88D61-C5DC-C460-276B-BF96082146C9}"/>
              </a:ext>
            </a:extLst>
          </p:cNvPr>
          <p:cNvSpPr txBox="1"/>
          <p:nvPr/>
        </p:nvSpPr>
        <p:spPr>
          <a:xfrm>
            <a:off x="5159019" y="3210468"/>
            <a:ext cx="2214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4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14  ÷  0.4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3DB3335-CE3B-8071-3DAE-9994D1C0C95A}"/>
              </a:ext>
            </a:extLst>
          </p:cNvPr>
          <p:cNvSpPr txBox="1"/>
          <p:nvPr/>
        </p:nvSpPr>
        <p:spPr>
          <a:xfrm>
            <a:off x="8162189" y="3210468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35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8C756C6-F785-C69F-8201-34573BD5A6A6}"/>
              </a:ext>
            </a:extLst>
          </p:cNvPr>
          <p:cNvSpPr txBox="1"/>
          <p:nvPr/>
        </p:nvSpPr>
        <p:spPr>
          <a:xfrm>
            <a:off x="6031436" y="3919854"/>
            <a:ext cx="23054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3.6  ÷  0.6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7E3C6C8-5FFE-3997-DD82-DBC4555662FD}"/>
              </a:ext>
            </a:extLst>
          </p:cNvPr>
          <p:cNvSpPr txBox="1"/>
          <p:nvPr/>
        </p:nvSpPr>
        <p:spPr>
          <a:xfrm>
            <a:off x="9117160" y="3919854"/>
            <a:ext cx="367408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3753298-47D0-EB1F-B957-8DF2AD39D755}"/>
              </a:ext>
            </a:extLst>
          </p:cNvPr>
          <p:cNvSpPr txBox="1"/>
          <p:nvPr/>
        </p:nvSpPr>
        <p:spPr>
          <a:xfrm>
            <a:off x="6031436" y="4629240"/>
            <a:ext cx="23054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6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5.6  ÷  0.8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2E00ED7-1A9E-AD35-F0B0-4CADE75F05E7}"/>
              </a:ext>
            </a:extLst>
          </p:cNvPr>
          <p:cNvSpPr txBox="1"/>
          <p:nvPr/>
        </p:nvSpPr>
        <p:spPr>
          <a:xfrm>
            <a:off x="9117160" y="4629240"/>
            <a:ext cx="367408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A7FADA8-8F23-7177-1B69-F60DC40EC110}"/>
              </a:ext>
            </a:extLst>
          </p:cNvPr>
          <p:cNvSpPr txBox="1"/>
          <p:nvPr/>
        </p:nvSpPr>
        <p:spPr>
          <a:xfrm>
            <a:off x="6031436" y="5338626"/>
            <a:ext cx="2214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7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18  ÷  1.5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735303-055A-F034-562B-32571BFF2539}"/>
              </a:ext>
            </a:extLst>
          </p:cNvPr>
          <p:cNvSpPr txBox="1"/>
          <p:nvPr/>
        </p:nvSpPr>
        <p:spPr>
          <a:xfrm>
            <a:off x="9025789" y="5338626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12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9A5F590-F4C6-4F15-216E-02A9CD178A24}"/>
              </a:ext>
            </a:extLst>
          </p:cNvPr>
          <p:cNvSpPr txBox="1"/>
          <p:nvPr/>
        </p:nvSpPr>
        <p:spPr>
          <a:xfrm>
            <a:off x="6031436" y="6048010"/>
            <a:ext cx="23968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8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24  ÷  0.25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132C81B-9050-5B84-C2ED-3E15E841E971}"/>
              </a:ext>
            </a:extLst>
          </p:cNvPr>
          <p:cNvSpPr txBox="1"/>
          <p:nvPr/>
        </p:nvSpPr>
        <p:spPr>
          <a:xfrm>
            <a:off x="9025789" y="6048010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96</a:t>
            </a: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CA4B57E2-4FD1-0879-AC43-27B2E389A830}"/>
              </a:ext>
            </a:extLst>
          </p:cNvPr>
          <p:cNvGrpSpPr/>
          <p:nvPr/>
        </p:nvGrpSpPr>
        <p:grpSpPr>
          <a:xfrm>
            <a:off x="243137" y="5057410"/>
            <a:ext cx="4420693" cy="1251525"/>
            <a:chOff x="243137" y="5336810"/>
            <a:chExt cx="4420693" cy="1251525"/>
          </a:xfrm>
        </p:grpSpPr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4676AE25-4799-DD76-8FED-370B8435F357}"/>
                </a:ext>
              </a:extLst>
            </p:cNvPr>
            <p:cNvSpPr txBox="1"/>
            <p:nvPr/>
          </p:nvSpPr>
          <p:spPr>
            <a:xfrm>
              <a:off x="1641833" y="5336810"/>
              <a:ext cx="169950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18  ÷  1.2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73A13C74-ABA4-4987-FE92-D0AE075B9F55}"/>
                </a:ext>
              </a:extLst>
            </p:cNvPr>
            <p:cNvSpPr txBox="1"/>
            <p:nvPr/>
          </p:nvSpPr>
          <p:spPr>
            <a:xfrm>
              <a:off x="2876662" y="6003560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12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81032C45-84D4-8ED0-416E-DA99C6516D86}"/>
                </a:ext>
              </a:extLst>
            </p:cNvPr>
            <p:cNvSpPr txBox="1"/>
            <p:nvPr/>
          </p:nvSpPr>
          <p:spPr>
            <a:xfrm>
              <a:off x="2287135" y="6003560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÷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408AAD37-D8ED-6144-C4AD-DDCC7301AD66}"/>
                </a:ext>
              </a:extLst>
            </p:cNvPr>
            <p:cNvSpPr txBox="1"/>
            <p:nvPr/>
          </p:nvSpPr>
          <p:spPr>
            <a:xfrm>
              <a:off x="1438966" y="6003560"/>
              <a:ext cx="80983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180</a:t>
              </a:r>
            </a:p>
          </p:txBody>
        </p:sp>
        <p:sp>
          <p:nvSpPr>
            <p:cNvPr id="101" name="Arrow: Circular 100">
              <a:extLst>
                <a:ext uri="{FF2B5EF4-FFF2-40B4-BE49-F238E27FC236}">
                  <a16:creationId xmlns:a16="http://schemas.microsoft.com/office/drawing/2014/main" id="{E3F3B550-A84C-96DD-BE5D-E958F8BA62CD}"/>
                </a:ext>
              </a:extLst>
            </p:cNvPr>
            <p:cNvSpPr/>
            <p:nvPr/>
          </p:nvSpPr>
          <p:spPr>
            <a:xfrm rot="5400000">
              <a:off x="3250769" y="5476623"/>
              <a:ext cx="895352" cy="978408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02" name="Arrow: Circular 101">
              <a:extLst>
                <a:ext uri="{FF2B5EF4-FFF2-40B4-BE49-F238E27FC236}">
                  <a16:creationId xmlns:a16="http://schemas.microsoft.com/office/drawing/2014/main" id="{3C54A214-841E-6D40-6E23-439FF4DD6C31}"/>
                </a:ext>
              </a:extLst>
            </p:cNvPr>
            <p:cNvSpPr/>
            <p:nvPr/>
          </p:nvSpPr>
          <p:spPr>
            <a:xfrm rot="5400000" flipV="1">
              <a:off x="786065" y="5476228"/>
              <a:ext cx="895351" cy="979200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AF0567F-9BA8-7687-AC7C-5FA94EA5ABAF}"/>
                </a:ext>
              </a:extLst>
            </p:cNvPr>
            <p:cNvSpPr txBox="1"/>
            <p:nvPr/>
          </p:nvSpPr>
          <p:spPr>
            <a:xfrm>
              <a:off x="4091237" y="5784658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DC7B2CFC-B6C7-50B4-60C3-45C4CD277FD1}"/>
                </a:ext>
              </a:extLst>
            </p:cNvPr>
            <p:cNvSpPr txBox="1"/>
            <p:nvPr/>
          </p:nvSpPr>
          <p:spPr>
            <a:xfrm>
              <a:off x="243137" y="5784658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2533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61" grpId="0" animBg="1"/>
      <p:bldP spid="65" grpId="0" animBg="1"/>
      <p:bldP spid="78" grpId="0" animBg="1"/>
      <p:bldP spid="81" grpId="0" animBg="1"/>
      <p:bldP spid="88" grpId="0" animBg="1"/>
      <p:bldP spid="91" grpId="0" animBg="1"/>
      <p:bldP spid="9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4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C95D76-40F8-4359-95AB-D8EA14108381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9AD603-1282-EB18-892E-11C9A6A161E3}"/>
              </a:ext>
            </a:extLst>
          </p:cNvPr>
          <p:cNvSpPr txBox="1"/>
          <p:nvPr/>
        </p:nvSpPr>
        <p:spPr>
          <a:xfrm>
            <a:off x="2879854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585132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5" grpId="0"/>
      <p:bldP spid="76" grpId="0"/>
      <p:bldP spid="77" grpId="0"/>
      <p:bldP spid="82" grpId="0"/>
      <p:bldP spid="83" grpId="0"/>
      <p:bldP spid="85" grpId="0"/>
      <p:bldP spid="86" grpId="0"/>
      <p:bldP spid="2" grpId="0"/>
      <p:bldP spid="3" grpId="0"/>
      <p:bldP spid="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4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C95D76-40F8-4359-95AB-D8EA14108381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9AD603-1282-EB18-892E-11C9A6A161E3}"/>
              </a:ext>
            </a:extLst>
          </p:cNvPr>
          <p:cNvSpPr txBox="1"/>
          <p:nvPr/>
        </p:nvSpPr>
        <p:spPr>
          <a:xfrm>
            <a:off x="2879854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ACFDCAD6-8D3D-6BE9-11F7-4429CA42B6AE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5E62210-8FD7-AED9-BDF7-FA06FB50F099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FB430CC-D60D-02D1-A713-3094278EFE77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F7001D6-7FAA-228B-5CD9-64B216DA6E5B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01C1A7-E4A5-4974-9891-B049260778EE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1BF676-3CEC-1102-5708-712ACAA2032C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D17AAD-34E7-9EC5-BB65-2AA254862EDC}"/>
              </a:ext>
            </a:extLst>
          </p:cNvPr>
          <p:cNvSpPr txBox="1"/>
          <p:nvPr/>
        </p:nvSpPr>
        <p:spPr>
          <a:xfrm>
            <a:off x="6651407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0.15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F5A5C0-703F-4DDF-4AB9-FADEE5C77808}"/>
              </a:ext>
            </a:extLst>
          </p:cNvPr>
          <p:cNvSpPr txBox="1"/>
          <p:nvPr/>
        </p:nvSpPr>
        <p:spPr>
          <a:xfrm>
            <a:off x="78862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182F0D-E780-6757-0009-E3071C7E37BE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1952A6-55E0-C97A-F5BD-9B90E5B33D59}"/>
              </a:ext>
            </a:extLst>
          </p:cNvPr>
          <p:cNvSpPr txBox="1"/>
          <p:nvPr/>
        </p:nvSpPr>
        <p:spPr>
          <a:xfrm>
            <a:off x="6448539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4E71B2AF-3E35-6E78-3966-2FCF4F6E7A71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E2A613BE-5130-7299-0405-5FD201104113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5E4D53-1B02-50BE-13D0-75FA6FA581C1}"/>
              </a:ext>
            </a:extLst>
          </p:cNvPr>
          <p:cNvSpPr txBox="1"/>
          <p:nvPr/>
        </p:nvSpPr>
        <p:spPr>
          <a:xfrm>
            <a:off x="91008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05D5DD-8857-4B20-77C6-CF655801F1C0}"/>
              </a:ext>
            </a:extLst>
          </p:cNvPr>
          <p:cNvSpPr txBox="1"/>
          <p:nvPr/>
        </p:nvSpPr>
        <p:spPr>
          <a:xfrm>
            <a:off x="91008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95F03E-392D-9DB3-EC2B-C5260C934D34}"/>
              </a:ext>
            </a:extLst>
          </p:cNvPr>
          <p:cNvSpPr txBox="1"/>
          <p:nvPr/>
        </p:nvSpPr>
        <p:spPr>
          <a:xfrm>
            <a:off x="52527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60EEEB-79DE-638F-F9B1-30FBAECF8015}"/>
              </a:ext>
            </a:extLst>
          </p:cNvPr>
          <p:cNvSpPr txBox="1"/>
          <p:nvPr/>
        </p:nvSpPr>
        <p:spPr>
          <a:xfrm>
            <a:off x="52527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E1617A-4725-AB3C-6509-145B3929985C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28AAE4-247F-BBAE-9C02-8FAEA4C5A416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955F9D-CA83-AB91-CC45-5B4AA7F8CF44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8020E6-9A65-CA95-CA07-E3D077DB0DC4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774040-F6D2-EA6D-1707-CD213EEADC0D}"/>
              </a:ext>
            </a:extLst>
          </p:cNvPr>
          <p:cNvSpPr txBox="1"/>
          <p:nvPr/>
        </p:nvSpPr>
        <p:spPr>
          <a:xfrm>
            <a:off x="5753575" y="4790710"/>
            <a:ext cx="7024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15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30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45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BF06080-91AC-F335-DD8D-06ABDD9F0B85}"/>
              </a:ext>
            </a:extLst>
          </p:cNvPr>
          <p:cNvSpPr txBox="1"/>
          <p:nvPr/>
        </p:nvSpPr>
        <p:spPr>
          <a:xfrm>
            <a:off x="780866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D72A94-A842-F0A7-5B94-6F3191B5F2B6}"/>
              </a:ext>
            </a:extLst>
          </p:cNvPr>
          <p:cNvSpPr txBox="1"/>
          <p:nvPr/>
        </p:nvSpPr>
        <p:spPr>
          <a:xfrm>
            <a:off x="782592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3EC631-0295-4137-1930-F9525E55333F}"/>
              </a:ext>
            </a:extLst>
          </p:cNvPr>
          <p:cNvSpPr txBox="1"/>
          <p:nvPr/>
        </p:nvSpPr>
        <p:spPr>
          <a:xfrm>
            <a:off x="7800912" y="-17530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2099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1" grpId="0"/>
      <p:bldP spid="32" grpId="0"/>
      <p:bldP spid="3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C2FF0DCD-02A9-3A18-A64A-15AAAE3DC8C3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22398-C011-B28E-39A8-E2C75A9D057F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F7B679-6D8E-E2C9-A27A-050310B92F9A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F83706D-FE6E-6F3F-3C7D-669DA13B02B2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0ADA56-4698-D80F-A186-374F4E5DB78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6651407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 ÷  0.16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C450EE-F8E8-9204-B6BC-6C51BC75A2A1}"/>
              </a:ext>
            </a:extLst>
          </p:cNvPr>
          <p:cNvSpPr txBox="1"/>
          <p:nvPr/>
        </p:nvSpPr>
        <p:spPr>
          <a:xfrm>
            <a:off x="77719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EC028D-73C9-3D6C-8E7E-62E72F215031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4302A5-EAFD-F596-2DFB-99B7B14F8C6F}"/>
              </a:ext>
            </a:extLst>
          </p:cNvPr>
          <p:cNvSpPr txBox="1"/>
          <p:nvPr/>
        </p:nvSpPr>
        <p:spPr>
          <a:xfrm>
            <a:off x="6448540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400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152FCF5A-4FEC-6D8F-7957-96E234E651ED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282310FC-F74E-4AC6-1504-1968DDA04FBB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39665A-8914-9859-17DD-EFA9B56C4F80}"/>
              </a:ext>
            </a:extLst>
          </p:cNvPr>
          <p:cNvSpPr txBox="1"/>
          <p:nvPr/>
        </p:nvSpPr>
        <p:spPr>
          <a:xfrm>
            <a:off x="91008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ABA3F2-3095-E171-A7F1-934E5050D914}"/>
              </a:ext>
            </a:extLst>
          </p:cNvPr>
          <p:cNvSpPr txBox="1"/>
          <p:nvPr/>
        </p:nvSpPr>
        <p:spPr>
          <a:xfrm>
            <a:off x="91008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D4F564-8F21-C04C-D883-B8209070F9EF}"/>
              </a:ext>
            </a:extLst>
          </p:cNvPr>
          <p:cNvSpPr txBox="1"/>
          <p:nvPr/>
        </p:nvSpPr>
        <p:spPr>
          <a:xfrm>
            <a:off x="52527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868A20-DA4D-C3E6-6BE5-59C0590332E7}"/>
              </a:ext>
            </a:extLst>
          </p:cNvPr>
          <p:cNvSpPr txBox="1"/>
          <p:nvPr/>
        </p:nvSpPr>
        <p:spPr>
          <a:xfrm>
            <a:off x="52527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B833C7-99D5-31DF-39CA-61963F5C8943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C023EA-2421-B0D4-A4FB-989200D7A2E8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317ED1-C94A-F077-FD90-4FD7AD2D8FBA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79BB02-8D02-7119-2E0D-17FD1F9DCEC3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D4FAD2-0439-25EC-F7FF-E463B034CF47}"/>
              </a:ext>
            </a:extLst>
          </p:cNvPr>
          <p:cNvSpPr txBox="1"/>
          <p:nvPr/>
        </p:nvSpPr>
        <p:spPr>
          <a:xfrm>
            <a:off x="780866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030AFB-CB26-B817-B28E-296DF7BCFE06}"/>
              </a:ext>
            </a:extLst>
          </p:cNvPr>
          <p:cNvSpPr txBox="1"/>
          <p:nvPr/>
        </p:nvSpPr>
        <p:spPr>
          <a:xfrm>
            <a:off x="780098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63ABBF-AAC4-5326-CBE4-3E89C277057A}"/>
              </a:ext>
            </a:extLst>
          </p:cNvPr>
          <p:cNvSpPr txBox="1"/>
          <p:nvPr/>
        </p:nvSpPr>
        <p:spPr>
          <a:xfrm>
            <a:off x="7668694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8E0057-C575-224A-CBE4-D20E22F0E656}"/>
              </a:ext>
            </a:extLst>
          </p:cNvPr>
          <p:cNvSpPr txBox="1"/>
          <p:nvPr/>
        </p:nvSpPr>
        <p:spPr>
          <a:xfrm>
            <a:off x="5753575" y="4790710"/>
            <a:ext cx="70243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16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64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80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7CE0B18-7A9E-DDBA-3FB0-7E1F2D109D5B}"/>
              </a:ext>
            </a:extLst>
          </p:cNvPr>
          <p:cNvSpPr txBox="1"/>
          <p:nvPr/>
        </p:nvSpPr>
        <p:spPr>
          <a:xfrm>
            <a:off x="7824959" y="8453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48C2093-A6F6-C62B-7664-DF9CE0892A00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Table 6">
            <a:extLst>
              <a:ext uri="{FF2B5EF4-FFF2-40B4-BE49-F238E27FC236}">
                <a16:creationId xmlns:a16="http://schemas.microsoft.com/office/drawing/2014/main" id="{B0A23F62-1C0D-7BE9-1FEF-29B1C986594B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A60E9A4-71D9-76FD-7BAB-F263F709BF48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1EE8673-8A23-DF22-7E83-BBB715AED07F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BE081DAE-C2E4-D76D-7794-172D115ACC59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45E9EB2-2C0D-E759-633B-91308B8F390E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368545-C436-C570-4ED3-BE06F6EA8D87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CB27842-6167-2710-751D-5E518B5B549C}"/>
              </a:ext>
            </a:extLst>
          </p:cNvPr>
          <p:cNvSpPr txBox="1"/>
          <p:nvPr/>
        </p:nvSpPr>
        <p:spPr>
          <a:xfrm>
            <a:off x="1705334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0.12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9C3AC2A-5696-26E8-5C9D-43CA726AD441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844F1A4-32C9-6DD8-4878-EB0995FB94B4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2FAD14F-4450-380D-C047-97873FD47C77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600</a:t>
            </a:r>
          </a:p>
        </p:txBody>
      </p:sp>
      <p:sp>
        <p:nvSpPr>
          <p:cNvPr id="49" name="Arrow: Circular 48">
            <a:extLst>
              <a:ext uri="{FF2B5EF4-FFF2-40B4-BE49-F238E27FC236}">
                <a16:creationId xmlns:a16="http://schemas.microsoft.com/office/drawing/2014/main" id="{62518162-029A-C4AC-5AFA-1C4822FFDFD4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0" name="Arrow: Circular 49">
            <a:extLst>
              <a:ext uri="{FF2B5EF4-FFF2-40B4-BE49-F238E27FC236}">
                <a16:creationId xmlns:a16="http://schemas.microsoft.com/office/drawing/2014/main" id="{EC2D8697-98A4-CEE9-938A-6804D0FA97D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582005B-917D-3D10-9885-D3C4D6CA9017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E327BA2-F2F8-1BB0-0D18-24710E1B0A68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C1DF46D-67DF-CDA2-D900-F4696F8A6640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D3BCDBE-93A1-53D2-5BB4-8AFF3CDC6CEA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BCE1775-5F9E-7C88-CE1D-FDAA84E15093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3A99B3E-EC2C-B976-C90C-B0C13F05A5FC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EF780A5-74F0-99BE-56BC-BA69F1EE655B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27A9E80-DA95-3E0F-063B-BEF8616D803E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45FE30-C61C-63C8-1D0B-E5765ADE5B71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CFF0797-55D0-96DC-8A23-69E92290DE12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F8A956-F868-5CD9-7D0B-1958F7E36147}"/>
              </a:ext>
            </a:extLst>
          </p:cNvPr>
          <p:cNvSpPr txBox="1"/>
          <p:nvPr/>
        </p:nvSpPr>
        <p:spPr>
          <a:xfrm>
            <a:off x="2879854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84012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2" grpId="0"/>
      <p:bldP spid="33" grpId="0"/>
      <p:bldP spid="35" grpId="0"/>
      <p:bldP spid="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2" y="461422"/>
            <a:ext cx="1379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549041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3.6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700A8-8A32-EB89-1AF2-B00EB6D3DDB7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057AC1-FA71-D353-4DEA-6B57783153EF}"/>
              </a:ext>
            </a:extLst>
          </p:cNvPr>
          <p:cNvSpPr txBox="1"/>
          <p:nvPr/>
        </p:nvSpPr>
        <p:spPr>
          <a:xfrm>
            <a:off x="285491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096378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5" grpId="0"/>
      <p:bldP spid="76" grpId="0"/>
      <p:bldP spid="77" grpId="0"/>
      <p:bldP spid="82" grpId="0"/>
      <p:bldP spid="83" grpId="0"/>
      <p:bldP spid="85" grpId="0"/>
      <p:bldP spid="86" grpId="0"/>
      <p:bldP spid="2" grpId="0"/>
      <p:bldP spid="3" grpId="0"/>
      <p:bldP spid="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2" y="461422"/>
            <a:ext cx="1379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549041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3.6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700A8-8A32-EB89-1AF2-B00EB6D3DDB7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057AC1-FA71-D353-4DEA-6B57783153EF}"/>
              </a:ext>
            </a:extLst>
          </p:cNvPr>
          <p:cNvSpPr txBox="1"/>
          <p:nvPr/>
        </p:nvSpPr>
        <p:spPr>
          <a:xfrm>
            <a:off x="285491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C2FF0DCD-02A9-3A18-A64A-15AAAE3DC8C3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22398-C011-B28E-39A8-E2C75A9D057F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F7B679-6D8E-E2C9-A27A-050310B92F9A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F83706D-FE6E-6F3F-3C7D-669DA13B02B2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0ADA56-4698-D80F-A186-374F4E5DB78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5" y="461422"/>
            <a:ext cx="1379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6495114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1.8  ÷  0.15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C450EE-F8E8-9204-B6BC-6C51BC75A2A1}"/>
              </a:ext>
            </a:extLst>
          </p:cNvPr>
          <p:cNvSpPr txBox="1"/>
          <p:nvPr/>
        </p:nvSpPr>
        <p:spPr>
          <a:xfrm>
            <a:off x="78862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EC028D-73C9-3D6C-8E7E-62E72F215031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4302A5-EAFD-F596-2DFB-99B7B14F8C6F}"/>
              </a:ext>
            </a:extLst>
          </p:cNvPr>
          <p:cNvSpPr txBox="1"/>
          <p:nvPr/>
        </p:nvSpPr>
        <p:spPr>
          <a:xfrm>
            <a:off x="6448540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152FCF5A-4FEC-6D8F-7957-96E234E651ED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282310FC-F74E-4AC6-1504-1968DDA04FBB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39665A-8914-9859-17DD-EFA9B56C4F80}"/>
              </a:ext>
            </a:extLst>
          </p:cNvPr>
          <p:cNvSpPr txBox="1"/>
          <p:nvPr/>
        </p:nvSpPr>
        <p:spPr>
          <a:xfrm>
            <a:off x="91008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ABA3F2-3095-E171-A7F1-934E5050D914}"/>
              </a:ext>
            </a:extLst>
          </p:cNvPr>
          <p:cNvSpPr txBox="1"/>
          <p:nvPr/>
        </p:nvSpPr>
        <p:spPr>
          <a:xfrm>
            <a:off x="91008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D4F564-8F21-C04C-D883-B8209070F9EF}"/>
              </a:ext>
            </a:extLst>
          </p:cNvPr>
          <p:cNvSpPr txBox="1"/>
          <p:nvPr/>
        </p:nvSpPr>
        <p:spPr>
          <a:xfrm>
            <a:off x="52527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868A20-DA4D-C3E6-6BE5-59C0590332E7}"/>
              </a:ext>
            </a:extLst>
          </p:cNvPr>
          <p:cNvSpPr txBox="1"/>
          <p:nvPr/>
        </p:nvSpPr>
        <p:spPr>
          <a:xfrm>
            <a:off x="52527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B833C7-99D5-31DF-39CA-61963F5C8943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C023EA-2421-B0D4-A4FB-989200D7A2E8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317ED1-C94A-F077-FD90-4FD7AD2D8FBA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79BB02-8D02-7119-2E0D-17FD1F9DCEC3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D4FAD2-0439-25EC-F7FF-E463B034CF47}"/>
              </a:ext>
            </a:extLst>
          </p:cNvPr>
          <p:cNvSpPr txBox="1"/>
          <p:nvPr/>
        </p:nvSpPr>
        <p:spPr>
          <a:xfrm>
            <a:off x="780866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030AFB-CB26-B817-B28E-296DF7BCFE06}"/>
              </a:ext>
            </a:extLst>
          </p:cNvPr>
          <p:cNvSpPr txBox="1"/>
          <p:nvPr/>
        </p:nvSpPr>
        <p:spPr>
          <a:xfrm>
            <a:off x="780098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63ABBF-AAC4-5326-CBE4-3E89C277057A}"/>
              </a:ext>
            </a:extLst>
          </p:cNvPr>
          <p:cNvSpPr txBox="1"/>
          <p:nvPr/>
        </p:nvSpPr>
        <p:spPr>
          <a:xfrm>
            <a:off x="7668694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405928-C75A-09FD-726B-847139402147}"/>
              </a:ext>
            </a:extLst>
          </p:cNvPr>
          <p:cNvSpPr txBox="1"/>
          <p:nvPr/>
        </p:nvSpPr>
        <p:spPr>
          <a:xfrm>
            <a:off x="7826585" y="-2517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8188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2" grpId="0"/>
      <p:bldP spid="33" grpId="0"/>
      <p:bldP spid="3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2" y="461422"/>
            <a:ext cx="1379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549041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3.6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700A8-8A32-EB89-1AF2-B00EB6D3DDB7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057AC1-FA71-D353-4DEA-6B57783153EF}"/>
              </a:ext>
            </a:extLst>
          </p:cNvPr>
          <p:cNvSpPr txBox="1"/>
          <p:nvPr/>
        </p:nvSpPr>
        <p:spPr>
          <a:xfrm>
            <a:off x="285491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C2FF0DCD-02A9-3A18-A64A-15AAAE3DC8C3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22398-C011-B28E-39A8-E2C75A9D057F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F7B679-6D8E-E2C9-A27A-050310B92F9A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F83706D-FE6E-6F3F-3C7D-669DA13B02B2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0ADA56-4698-D80F-A186-374F4E5DB78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5" y="461422"/>
            <a:ext cx="1379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6495114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5.6  ÷  0.16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C450EE-F8E8-9204-B6BC-6C51BC75A2A1}"/>
              </a:ext>
            </a:extLst>
          </p:cNvPr>
          <p:cNvSpPr txBox="1"/>
          <p:nvPr/>
        </p:nvSpPr>
        <p:spPr>
          <a:xfrm>
            <a:off x="78862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EC028D-73C9-3D6C-8E7E-62E72F215031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4302A5-EAFD-F596-2DFB-99B7B14F8C6F}"/>
              </a:ext>
            </a:extLst>
          </p:cNvPr>
          <p:cNvSpPr txBox="1"/>
          <p:nvPr/>
        </p:nvSpPr>
        <p:spPr>
          <a:xfrm>
            <a:off x="6448541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560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152FCF5A-4FEC-6D8F-7957-96E234E651ED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282310FC-F74E-4AC6-1504-1968DDA04FBB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39665A-8914-9859-17DD-EFA9B56C4F80}"/>
              </a:ext>
            </a:extLst>
          </p:cNvPr>
          <p:cNvSpPr txBox="1"/>
          <p:nvPr/>
        </p:nvSpPr>
        <p:spPr>
          <a:xfrm>
            <a:off x="91008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ABA3F2-3095-E171-A7F1-934E5050D914}"/>
              </a:ext>
            </a:extLst>
          </p:cNvPr>
          <p:cNvSpPr txBox="1"/>
          <p:nvPr/>
        </p:nvSpPr>
        <p:spPr>
          <a:xfrm>
            <a:off x="91008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D4F564-8F21-C04C-D883-B8209070F9EF}"/>
              </a:ext>
            </a:extLst>
          </p:cNvPr>
          <p:cNvSpPr txBox="1"/>
          <p:nvPr/>
        </p:nvSpPr>
        <p:spPr>
          <a:xfrm>
            <a:off x="52527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868A20-DA4D-C3E6-6BE5-59C0590332E7}"/>
              </a:ext>
            </a:extLst>
          </p:cNvPr>
          <p:cNvSpPr txBox="1"/>
          <p:nvPr/>
        </p:nvSpPr>
        <p:spPr>
          <a:xfrm>
            <a:off x="52527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B833C7-99D5-31DF-39CA-61963F5C8943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C023EA-2421-B0D4-A4FB-989200D7A2E8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317ED1-C94A-F077-FD90-4FD7AD2D8FBA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79BB02-8D02-7119-2E0D-17FD1F9DCEC3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D4FAD2-0439-25EC-F7FF-E463B034CF47}"/>
              </a:ext>
            </a:extLst>
          </p:cNvPr>
          <p:cNvSpPr txBox="1"/>
          <p:nvPr/>
        </p:nvSpPr>
        <p:spPr>
          <a:xfrm>
            <a:off x="780866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030AFB-CB26-B817-B28E-296DF7BCFE06}"/>
              </a:ext>
            </a:extLst>
          </p:cNvPr>
          <p:cNvSpPr txBox="1"/>
          <p:nvPr/>
        </p:nvSpPr>
        <p:spPr>
          <a:xfrm>
            <a:off x="780098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63ABBF-AAC4-5326-CBE4-3E89C277057A}"/>
              </a:ext>
            </a:extLst>
          </p:cNvPr>
          <p:cNvSpPr txBox="1"/>
          <p:nvPr/>
        </p:nvSpPr>
        <p:spPr>
          <a:xfrm>
            <a:off x="7668694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D02DC6-6ADC-DA9E-0EF0-25C5B8A76104}"/>
              </a:ext>
            </a:extLst>
          </p:cNvPr>
          <p:cNvSpPr txBox="1"/>
          <p:nvPr/>
        </p:nvSpPr>
        <p:spPr>
          <a:xfrm>
            <a:off x="5869953" y="4790710"/>
            <a:ext cx="70243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16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64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80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6B7DB1-6A0F-FBCD-C023-BBA284E33D11}"/>
              </a:ext>
            </a:extLst>
          </p:cNvPr>
          <p:cNvSpPr txBox="1"/>
          <p:nvPr/>
        </p:nvSpPr>
        <p:spPr>
          <a:xfrm>
            <a:off x="7826585" y="8453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5859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2" grpId="0"/>
      <p:bldP spid="33" grpId="0"/>
      <p:bldP spid="35" grpId="0"/>
      <p:bldP spid="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4" y="461422"/>
            <a:ext cx="1379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7CE0B18-7A9E-DDBA-3FB0-7E1F2D109D5B}"/>
              </a:ext>
            </a:extLst>
          </p:cNvPr>
          <p:cNvSpPr txBox="1"/>
          <p:nvPr/>
        </p:nvSpPr>
        <p:spPr>
          <a:xfrm>
            <a:off x="7826585" y="-18299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5159019" y="1082310"/>
            <a:ext cx="2214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3  ÷  0.15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1C67880-1B9E-41CA-504D-A5A07F1A2F8D}"/>
              </a:ext>
            </a:extLst>
          </p:cNvPr>
          <p:cNvSpPr txBox="1"/>
          <p:nvPr/>
        </p:nvSpPr>
        <p:spPr>
          <a:xfrm>
            <a:off x="8162189" y="1082310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0570770-0606-9B54-9D7B-90C3CFDF2A81}"/>
              </a:ext>
            </a:extLst>
          </p:cNvPr>
          <p:cNvSpPr txBox="1"/>
          <p:nvPr/>
        </p:nvSpPr>
        <p:spPr>
          <a:xfrm>
            <a:off x="5159019" y="1791696"/>
            <a:ext cx="2214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2  ÷  0.25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5776A03-FA24-6431-4DCD-378259E1FB70}"/>
              </a:ext>
            </a:extLst>
          </p:cNvPr>
          <p:cNvSpPr txBox="1"/>
          <p:nvPr/>
        </p:nvSpPr>
        <p:spPr>
          <a:xfrm>
            <a:off x="8253560" y="1791696"/>
            <a:ext cx="367408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33A90B1-5D4A-38DA-78DC-E54090C0EDFF}"/>
              </a:ext>
            </a:extLst>
          </p:cNvPr>
          <p:cNvSpPr txBox="1"/>
          <p:nvPr/>
        </p:nvSpPr>
        <p:spPr>
          <a:xfrm>
            <a:off x="5159019" y="2501082"/>
            <a:ext cx="2214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9  ÷  0.15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FBA4DD0-A806-1B32-E7CF-1562E5974877}"/>
              </a:ext>
            </a:extLst>
          </p:cNvPr>
          <p:cNvSpPr txBox="1"/>
          <p:nvPr/>
        </p:nvSpPr>
        <p:spPr>
          <a:xfrm>
            <a:off x="8162189" y="2501082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7C88D61-C5DC-C460-276B-BF96082146C9}"/>
              </a:ext>
            </a:extLst>
          </p:cNvPr>
          <p:cNvSpPr txBox="1"/>
          <p:nvPr/>
        </p:nvSpPr>
        <p:spPr>
          <a:xfrm>
            <a:off x="5159019" y="3210468"/>
            <a:ext cx="2214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4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7  ÷  0.05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3DB3335-CE3B-8071-3DAE-9994D1C0C95A}"/>
              </a:ext>
            </a:extLst>
          </p:cNvPr>
          <p:cNvSpPr txBox="1"/>
          <p:nvPr/>
        </p:nvSpPr>
        <p:spPr>
          <a:xfrm>
            <a:off x="8070818" y="3210468"/>
            <a:ext cx="732894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140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8C756C6-F785-C69F-8201-34573BD5A6A6}"/>
              </a:ext>
            </a:extLst>
          </p:cNvPr>
          <p:cNvSpPr txBox="1"/>
          <p:nvPr/>
        </p:nvSpPr>
        <p:spPr>
          <a:xfrm>
            <a:off x="6031436" y="3919854"/>
            <a:ext cx="24881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8.4  ÷  0.12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7E3C6C8-5FFE-3997-DD82-DBC4555662FD}"/>
              </a:ext>
            </a:extLst>
          </p:cNvPr>
          <p:cNvSpPr txBox="1"/>
          <p:nvPr/>
        </p:nvSpPr>
        <p:spPr>
          <a:xfrm>
            <a:off x="9025789" y="3919854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70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3753298-47D0-EB1F-B957-8DF2AD39D755}"/>
              </a:ext>
            </a:extLst>
          </p:cNvPr>
          <p:cNvSpPr txBox="1"/>
          <p:nvPr/>
        </p:nvSpPr>
        <p:spPr>
          <a:xfrm>
            <a:off x="6031436" y="4629240"/>
            <a:ext cx="24881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6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3.3  ÷  0.15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2E00ED7-1A9E-AD35-F0B0-4CADE75F05E7}"/>
              </a:ext>
            </a:extLst>
          </p:cNvPr>
          <p:cNvSpPr txBox="1"/>
          <p:nvPr/>
        </p:nvSpPr>
        <p:spPr>
          <a:xfrm>
            <a:off x="9025789" y="4629240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A7FADA8-8F23-7177-1B69-F60DC40EC110}"/>
              </a:ext>
            </a:extLst>
          </p:cNvPr>
          <p:cNvSpPr txBox="1"/>
          <p:nvPr/>
        </p:nvSpPr>
        <p:spPr>
          <a:xfrm>
            <a:off x="6031436" y="5338626"/>
            <a:ext cx="24881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7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2.8  ÷  0.35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735303-055A-F034-562B-32571BFF2539}"/>
              </a:ext>
            </a:extLst>
          </p:cNvPr>
          <p:cNvSpPr txBox="1"/>
          <p:nvPr/>
        </p:nvSpPr>
        <p:spPr>
          <a:xfrm>
            <a:off x="9117160" y="5338626"/>
            <a:ext cx="367408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9A5F590-F4C6-4F15-216E-02A9CD178A24}"/>
              </a:ext>
            </a:extLst>
          </p:cNvPr>
          <p:cNvSpPr txBox="1"/>
          <p:nvPr/>
        </p:nvSpPr>
        <p:spPr>
          <a:xfrm>
            <a:off x="6031436" y="6048010"/>
            <a:ext cx="24881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8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7.5  ÷  1.25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132C81B-9050-5B84-C2ED-3E15E841E971}"/>
              </a:ext>
            </a:extLst>
          </p:cNvPr>
          <p:cNvSpPr txBox="1"/>
          <p:nvPr/>
        </p:nvSpPr>
        <p:spPr>
          <a:xfrm>
            <a:off x="9117160" y="6048010"/>
            <a:ext cx="367408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18F72F8-AE35-D1A4-83B4-BACE5003F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99" y="704457"/>
            <a:ext cx="4541914" cy="1530229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A7B699E-4A59-3BC3-CB7E-C6D27673DB2B}"/>
              </a:ext>
            </a:extLst>
          </p:cNvPr>
          <p:cNvGrpSpPr/>
          <p:nvPr/>
        </p:nvGrpSpPr>
        <p:grpSpPr>
          <a:xfrm>
            <a:off x="321320" y="3332949"/>
            <a:ext cx="4420693" cy="1251525"/>
            <a:chOff x="306637" y="904510"/>
            <a:chExt cx="4420693" cy="125152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11947A5-F2BF-C1D4-8C3C-998F96FF47E7}"/>
                </a:ext>
              </a:extLst>
            </p:cNvPr>
            <p:cNvSpPr txBox="1"/>
            <p:nvPr/>
          </p:nvSpPr>
          <p:spPr>
            <a:xfrm>
              <a:off x="1549041" y="904510"/>
              <a:ext cx="201208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3.6  ÷  0.12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228D401-1F99-D745-8D0D-A0373697AB63}"/>
                </a:ext>
              </a:extLst>
            </p:cNvPr>
            <p:cNvSpPr txBox="1"/>
            <p:nvPr/>
          </p:nvSpPr>
          <p:spPr>
            <a:xfrm>
              <a:off x="2940162" y="1571260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12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CD10B2B-5869-5E22-2CFD-D276C22980A0}"/>
                </a:ext>
              </a:extLst>
            </p:cNvPr>
            <p:cNvSpPr txBox="1"/>
            <p:nvPr/>
          </p:nvSpPr>
          <p:spPr>
            <a:xfrm>
              <a:off x="2350635" y="1571260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÷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B4979C1-DA83-AAA6-D8F6-15F548B09F64}"/>
                </a:ext>
              </a:extLst>
            </p:cNvPr>
            <p:cNvSpPr txBox="1"/>
            <p:nvPr/>
          </p:nvSpPr>
          <p:spPr>
            <a:xfrm>
              <a:off x="1502466" y="1571260"/>
              <a:ext cx="80983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360</a:t>
              </a:r>
            </a:p>
          </p:txBody>
        </p:sp>
        <p:sp>
          <p:nvSpPr>
            <p:cNvPr id="24" name="Arrow: Circular 23">
              <a:extLst>
                <a:ext uri="{FF2B5EF4-FFF2-40B4-BE49-F238E27FC236}">
                  <a16:creationId xmlns:a16="http://schemas.microsoft.com/office/drawing/2014/main" id="{975588A3-5533-F042-8351-4D5748461914}"/>
                </a:ext>
              </a:extLst>
            </p:cNvPr>
            <p:cNvSpPr/>
            <p:nvPr/>
          </p:nvSpPr>
          <p:spPr>
            <a:xfrm rot="5400000">
              <a:off x="3314269" y="1044323"/>
              <a:ext cx="895352" cy="978408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25" name="Arrow: Circular 24">
              <a:extLst>
                <a:ext uri="{FF2B5EF4-FFF2-40B4-BE49-F238E27FC236}">
                  <a16:creationId xmlns:a16="http://schemas.microsoft.com/office/drawing/2014/main" id="{6381577A-0C8C-1471-621C-E4DF0E247F9D}"/>
                </a:ext>
              </a:extLst>
            </p:cNvPr>
            <p:cNvSpPr/>
            <p:nvPr/>
          </p:nvSpPr>
          <p:spPr>
            <a:xfrm rot="5400000" flipV="1">
              <a:off x="849565" y="1043928"/>
              <a:ext cx="895351" cy="979200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6066C97-B8F5-F86C-D847-0B9F31EC2BBD}"/>
                </a:ext>
              </a:extLst>
            </p:cNvPr>
            <p:cNvSpPr txBox="1"/>
            <p:nvPr/>
          </p:nvSpPr>
          <p:spPr>
            <a:xfrm>
              <a:off x="4154737" y="1144540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3E8F374-DB08-DE45-B6BD-C835A54C4AFD}"/>
                </a:ext>
              </a:extLst>
            </p:cNvPr>
            <p:cNvSpPr txBox="1"/>
            <p:nvPr/>
          </p:nvSpPr>
          <p:spPr>
            <a:xfrm>
              <a:off x="4154737" y="1516015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22D5642-9A24-0A05-08B4-2751F017F8CF}"/>
                </a:ext>
              </a:extLst>
            </p:cNvPr>
            <p:cNvSpPr txBox="1"/>
            <p:nvPr/>
          </p:nvSpPr>
          <p:spPr>
            <a:xfrm>
              <a:off x="306637" y="1144540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FB075A7-18D9-6DB0-EE04-9DC8EF7E0045}"/>
                </a:ext>
              </a:extLst>
            </p:cNvPr>
            <p:cNvSpPr txBox="1"/>
            <p:nvPr/>
          </p:nvSpPr>
          <p:spPr>
            <a:xfrm>
              <a:off x="306637" y="1516015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93898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61" grpId="0" animBg="1"/>
      <p:bldP spid="65" grpId="0" animBg="1"/>
      <p:bldP spid="78" grpId="0" animBg="1"/>
      <p:bldP spid="81" grpId="0" animBg="1"/>
      <p:bldP spid="88" grpId="0" animBg="1"/>
      <p:bldP spid="91" grpId="0" animBg="1"/>
      <p:bldP spid="9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22759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2" y="461422"/>
            <a:ext cx="1379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44484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3.84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384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87109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22759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8474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2565C98-FA1B-33D3-B638-94C17C8EC18E}"/>
              </a:ext>
            </a:extLst>
          </p:cNvPr>
          <p:cNvSpPr txBox="1"/>
          <p:nvPr/>
        </p:nvSpPr>
        <p:spPr>
          <a:xfrm>
            <a:off x="168062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79DF24D-E8AC-EA71-3E9D-43B47D190B4C}"/>
              </a:ext>
            </a:extLst>
          </p:cNvPr>
          <p:cNvSpPr txBox="1"/>
          <p:nvPr/>
        </p:nvSpPr>
        <p:spPr>
          <a:xfrm>
            <a:off x="266734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9086E-9783-AF93-5474-3563787C3CC0}"/>
              </a:ext>
            </a:extLst>
          </p:cNvPr>
          <p:cNvSpPr txBox="1"/>
          <p:nvPr/>
        </p:nvSpPr>
        <p:spPr>
          <a:xfrm>
            <a:off x="168157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215F44-FF45-870B-C1F0-9D850BBEAD2E}"/>
              </a:ext>
            </a:extLst>
          </p:cNvPr>
          <p:cNvSpPr txBox="1"/>
          <p:nvPr/>
        </p:nvSpPr>
        <p:spPr>
          <a:xfrm>
            <a:off x="2498372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38 – 36 =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239A-FEC8-7902-4E5B-295B59478985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873946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5" grpId="0"/>
      <p:bldP spid="76" grpId="0"/>
      <p:bldP spid="77" grpId="0"/>
      <p:bldP spid="82" grpId="0"/>
      <p:bldP spid="83" grpId="0"/>
      <p:bldP spid="85" grpId="0"/>
      <p:bldP spid="86" grpId="0"/>
      <p:bldP spid="87" grpId="0"/>
      <p:bldP spid="88" grpId="0"/>
      <p:bldP spid="2" grpId="0"/>
      <p:bldP spid="3" grpId="0"/>
      <p:bldP spid="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709869" y="23860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22759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44484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3.84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384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22759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8474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2565C98-FA1B-33D3-B638-94C17C8EC18E}"/>
              </a:ext>
            </a:extLst>
          </p:cNvPr>
          <p:cNvSpPr txBox="1"/>
          <p:nvPr/>
        </p:nvSpPr>
        <p:spPr>
          <a:xfrm>
            <a:off x="168062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79DF24D-E8AC-EA71-3E9D-43B47D190B4C}"/>
              </a:ext>
            </a:extLst>
          </p:cNvPr>
          <p:cNvSpPr txBox="1"/>
          <p:nvPr/>
        </p:nvSpPr>
        <p:spPr>
          <a:xfrm>
            <a:off x="266734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9086E-9783-AF93-5474-3563787C3CC0}"/>
              </a:ext>
            </a:extLst>
          </p:cNvPr>
          <p:cNvSpPr txBox="1"/>
          <p:nvPr/>
        </p:nvSpPr>
        <p:spPr>
          <a:xfrm>
            <a:off x="168157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215F44-FF45-870B-C1F0-9D850BBEAD2E}"/>
              </a:ext>
            </a:extLst>
          </p:cNvPr>
          <p:cNvSpPr txBox="1"/>
          <p:nvPr/>
        </p:nvSpPr>
        <p:spPr>
          <a:xfrm>
            <a:off x="2498372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38 – 36 =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239A-FEC8-7902-4E5B-295B59478985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11" name="Table 6">
            <a:extLst>
              <a:ext uri="{FF2B5EF4-FFF2-40B4-BE49-F238E27FC236}">
                <a16:creationId xmlns:a16="http://schemas.microsoft.com/office/drawing/2014/main" id="{DE63E867-1DB0-B6EC-77F4-7A0E72F37978}"/>
              </a:ext>
            </a:extLst>
          </p:cNvPr>
          <p:cNvGraphicFramePr>
            <a:graphicFrameLocks noGrp="1"/>
          </p:cNvGraphicFramePr>
          <p:nvPr/>
        </p:nvGraphicFramePr>
        <p:xfrm>
          <a:off x="535388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EE55DF-3B58-1C73-045F-8CC020C3A877}"/>
              </a:ext>
            </a:extLst>
          </p:cNvPr>
          <p:cNvCxnSpPr>
            <a:cxnSpLocks/>
          </p:cNvCxnSpPr>
          <p:nvPr/>
        </p:nvCxnSpPr>
        <p:spPr>
          <a:xfrm>
            <a:off x="651401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EA9731-6D43-61CF-7722-0AC41A665D33}"/>
              </a:ext>
            </a:extLst>
          </p:cNvPr>
          <p:cNvCxnSpPr>
            <a:cxnSpLocks/>
          </p:cNvCxnSpPr>
          <p:nvPr/>
        </p:nvCxnSpPr>
        <p:spPr>
          <a:xfrm>
            <a:off x="654228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56CADA-2CB0-2789-1C0A-093CD36B462C}"/>
              </a:ext>
            </a:extLst>
          </p:cNvPr>
          <p:cNvSpPr txBox="1"/>
          <p:nvPr/>
        </p:nvSpPr>
        <p:spPr>
          <a:xfrm>
            <a:off x="60230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0949E4-39D0-2A16-B764-D30C2BE0431A}"/>
              </a:ext>
            </a:extLst>
          </p:cNvPr>
          <p:cNvSpPr txBox="1"/>
          <p:nvPr/>
        </p:nvSpPr>
        <p:spPr>
          <a:xfrm>
            <a:off x="721369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7F3F5F-18F2-0307-129A-56E8A750AE1A}"/>
              </a:ext>
            </a:extLst>
          </p:cNvPr>
          <p:cNvSpPr txBox="1"/>
          <p:nvPr/>
        </p:nvSpPr>
        <p:spPr>
          <a:xfrm>
            <a:off x="6802912" y="461422"/>
            <a:ext cx="1379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4458CB-7E50-AACC-90C0-9DA1AD56799D}"/>
              </a:ext>
            </a:extLst>
          </p:cNvPr>
          <p:cNvSpPr txBox="1"/>
          <p:nvPr/>
        </p:nvSpPr>
        <p:spPr>
          <a:xfrm>
            <a:off x="638260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1.87  ÷  0.11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E390C8-F3B6-1099-2A93-0E324CB6E846}"/>
              </a:ext>
            </a:extLst>
          </p:cNvPr>
          <p:cNvSpPr txBox="1"/>
          <p:nvPr/>
        </p:nvSpPr>
        <p:spPr>
          <a:xfrm>
            <a:off x="78779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D11969-0BB6-3211-9920-C569D28C97CE}"/>
              </a:ext>
            </a:extLst>
          </p:cNvPr>
          <p:cNvSpPr txBox="1"/>
          <p:nvPr/>
        </p:nvSpPr>
        <p:spPr>
          <a:xfrm>
            <a:off x="72883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157CF2-E818-9F1E-BA2A-8A3CDAEA284F}"/>
              </a:ext>
            </a:extLst>
          </p:cNvPr>
          <p:cNvSpPr txBox="1"/>
          <p:nvPr/>
        </p:nvSpPr>
        <p:spPr>
          <a:xfrm>
            <a:off x="644022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187</a:t>
            </a: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A03DC077-729A-39C5-EAF8-5832205883C6}"/>
              </a:ext>
            </a:extLst>
          </p:cNvPr>
          <p:cNvSpPr/>
          <p:nvPr/>
        </p:nvSpPr>
        <p:spPr>
          <a:xfrm rot="5400000">
            <a:off x="825202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5D5C8F12-5855-6A7A-CD47-D95A10745FCB}"/>
              </a:ext>
            </a:extLst>
          </p:cNvPr>
          <p:cNvSpPr/>
          <p:nvPr/>
        </p:nvSpPr>
        <p:spPr>
          <a:xfrm rot="5400000" flipV="1">
            <a:off x="578732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36DD98-BA95-D3B5-FF7E-A219DB924532}"/>
              </a:ext>
            </a:extLst>
          </p:cNvPr>
          <p:cNvSpPr txBox="1"/>
          <p:nvPr/>
        </p:nvSpPr>
        <p:spPr>
          <a:xfrm>
            <a:off x="90924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2105DA-8EF0-116D-5F90-2EC911EF4005}"/>
              </a:ext>
            </a:extLst>
          </p:cNvPr>
          <p:cNvSpPr txBox="1"/>
          <p:nvPr/>
        </p:nvSpPr>
        <p:spPr>
          <a:xfrm>
            <a:off x="90924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F572EB-6BDD-4539-E4A3-E4B18CC3A665}"/>
              </a:ext>
            </a:extLst>
          </p:cNvPr>
          <p:cNvSpPr txBox="1"/>
          <p:nvPr/>
        </p:nvSpPr>
        <p:spPr>
          <a:xfrm>
            <a:off x="52443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89C81C-C0BE-A87C-19C0-CA24B7F20FD5}"/>
              </a:ext>
            </a:extLst>
          </p:cNvPr>
          <p:cNvSpPr txBox="1"/>
          <p:nvPr/>
        </p:nvSpPr>
        <p:spPr>
          <a:xfrm>
            <a:off x="52443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15ADEE-4844-4219-8D5C-A5F968F19E4D}"/>
              </a:ext>
            </a:extLst>
          </p:cNvPr>
          <p:cNvSpPr txBox="1"/>
          <p:nvPr/>
        </p:nvSpPr>
        <p:spPr>
          <a:xfrm>
            <a:off x="775487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0DE536-F769-171D-2C07-1AC79C2F2583}"/>
              </a:ext>
            </a:extLst>
          </p:cNvPr>
          <p:cNvSpPr txBox="1"/>
          <p:nvPr/>
        </p:nvSpPr>
        <p:spPr>
          <a:xfrm>
            <a:off x="544204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6BA414-EFD5-A7F3-5CC9-7E2AEE72F911}"/>
              </a:ext>
            </a:extLst>
          </p:cNvPr>
          <p:cNvSpPr txBox="1"/>
          <p:nvPr/>
        </p:nvSpPr>
        <p:spPr>
          <a:xfrm>
            <a:off x="7213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E840AB-5775-6CDC-8A61-C0E8A0C1022D}"/>
              </a:ext>
            </a:extLst>
          </p:cNvPr>
          <p:cNvSpPr txBox="1"/>
          <p:nvPr/>
        </p:nvSpPr>
        <p:spPr>
          <a:xfrm>
            <a:off x="77851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BAC74B-B0A4-8BE7-7400-7A4343330098}"/>
              </a:ext>
            </a:extLst>
          </p:cNvPr>
          <p:cNvSpPr txBox="1"/>
          <p:nvPr/>
        </p:nvSpPr>
        <p:spPr>
          <a:xfrm>
            <a:off x="6618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A26FF7-49F2-B56B-3928-34948C44C6B6}"/>
              </a:ext>
            </a:extLst>
          </p:cNvPr>
          <p:cNvSpPr txBox="1"/>
          <p:nvPr/>
        </p:nvSpPr>
        <p:spPr>
          <a:xfrm>
            <a:off x="760510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70E795-F240-1D80-B3A5-04F4BEF5EC03}"/>
              </a:ext>
            </a:extLst>
          </p:cNvPr>
          <p:cNvSpPr txBox="1"/>
          <p:nvPr/>
        </p:nvSpPr>
        <p:spPr>
          <a:xfrm>
            <a:off x="5479255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11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33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44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55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66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DF9B7C7-A7F6-BC4C-6A36-4F3FDCF16020}"/>
              </a:ext>
            </a:extLst>
          </p:cNvPr>
          <p:cNvSpPr txBox="1"/>
          <p:nvPr/>
        </p:nvSpPr>
        <p:spPr>
          <a:xfrm>
            <a:off x="66193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25B51C-5DE9-720F-E2FD-FC27746F84C7}"/>
              </a:ext>
            </a:extLst>
          </p:cNvPr>
          <p:cNvSpPr txBox="1"/>
          <p:nvPr/>
        </p:nvSpPr>
        <p:spPr>
          <a:xfrm>
            <a:off x="8067900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18 – 11 = 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0B21575-0D97-C956-3879-4AAA9A6A1FF2}"/>
              </a:ext>
            </a:extLst>
          </p:cNvPr>
          <p:cNvSpPr txBox="1"/>
          <p:nvPr/>
        </p:nvSpPr>
        <p:spPr>
          <a:xfrm>
            <a:off x="6593156" y="4790710"/>
            <a:ext cx="7024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7:</a:t>
            </a:r>
            <a:r>
              <a:rPr lang="en-GB" sz="2000" dirty="0"/>
              <a:t> 77</a:t>
            </a:r>
          </a:p>
          <a:p>
            <a:pPr algn="ctr"/>
            <a:r>
              <a:rPr lang="en-GB" sz="2000" b="1" dirty="0"/>
              <a:t>8:</a:t>
            </a:r>
            <a:r>
              <a:rPr lang="en-GB" sz="2000" dirty="0"/>
              <a:t> 88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1F1D567-8AA0-EF58-69B9-142D6A221E70}"/>
              </a:ext>
            </a:extLst>
          </p:cNvPr>
          <p:cNvSpPr txBox="1"/>
          <p:nvPr/>
        </p:nvSpPr>
        <p:spPr>
          <a:xfrm>
            <a:off x="287109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6809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7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4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877922" y="11009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22759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2" y="461422"/>
            <a:ext cx="1379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44484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3.84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384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22759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8474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2565C98-FA1B-33D3-B638-94C17C8EC18E}"/>
              </a:ext>
            </a:extLst>
          </p:cNvPr>
          <p:cNvSpPr txBox="1"/>
          <p:nvPr/>
        </p:nvSpPr>
        <p:spPr>
          <a:xfrm>
            <a:off x="168062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79DF24D-E8AC-EA71-3E9D-43B47D190B4C}"/>
              </a:ext>
            </a:extLst>
          </p:cNvPr>
          <p:cNvSpPr txBox="1"/>
          <p:nvPr/>
        </p:nvSpPr>
        <p:spPr>
          <a:xfrm>
            <a:off x="266734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9086E-9783-AF93-5474-3563787C3CC0}"/>
              </a:ext>
            </a:extLst>
          </p:cNvPr>
          <p:cNvSpPr txBox="1"/>
          <p:nvPr/>
        </p:nvSpPr>
        <p:spPr>
          <a:xfrm>
            <a:off x="168157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215F44-FF45-870B-C1F0-9D850BBEAD2E}"/>
              </a:ext>
            </a:extLst>
          </p:cNvPr>
          <p:cNvSpPr txBox="1"/>
          <p:nvPr/>
        </p:nvSpPr>
        <p:spPr>
          <a:xfrm>
            <a:off x="2498372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38 – 36 =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239A-FEC8-7902-4E5B-295B59478985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11" name="Table 6">
            <a:extLst>
              <a:ext uri="{FF2B5EF4-FFF2-40B4-BE49-F238E27FC236}">
                <a16:creationId xmlns:a16="http://schemas.microsoft.com/office/drawing/2014/main" id="{DE63E867-1DB0-B6EC-77F4-7A0E72F37978}"/>
              </a:ext>
            </a:extLst>
          </p:cNvPr>
          <p:cNvGraphicFramePr>
            <a:graphicFrameLocks noGrp="1"/>
          </p:cNvGraphicFramePr>
          <p:nvPr/>
        </p:nvGraphicFramePr>
        <p:xfrm>
          <a:off x="535388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EE55DF-3B58-1C73-045F-8CC020C3A877}"/>
              </a:ext>
            </a:extLst>
          </p:cNvPr>
          <p:cNvCxnSpPr>
            <a:cxnSpLocks/>
          </p:cNvCxnSpPr>
          <p:nvPr/>
        </p:nvCxnSpPr>
        <p:spPr>
          <a:xfrm>
            <a:off x="651401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EA9731-6D43-61CF-7722-0AC41A665D33}"/>
              </a:ext>
            </a:extLst>
          </p:cNvPr>
          <p:cNvCxnSpPr>
            <a:cxnSpLocks/>
          </p:cNvCxnSpPr>
          <p:nvPr/>
        </p:nvCxnSpPr>
        <p:spPr>
          <a:xfrm>
            <a:off x="654228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56CADA-2CB0-2789-1C0A-093CD36B462C}"/>
              </a:ext>
            </a:extLst>
          </p:cNvPr>
          <p:cNvSpPr txBox="1"/>
          <p:nvPr/>
        </p:nvSpPr>
        <p:spPr>
          <a:xfrm>
            <a:off x="60230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0949E4-39D0-2A16-B764-D30C2BE0431A}"/>
              </a:ext>
            </a:extLst>
          </p:cNvPr>
          <p:cNvSpPr txBox="1"/>
          <p:nvPr/>
        </p:nvSpPr>
        <p:spPr>
          <a:xfrm>
            <a:off x="721369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7F3F5F-18F2-0307-129A-56E8A750AE1A}"/>
              </a:ext>
            </a:extLst>
          </p:cNvPr>
          <p:cNvSpPr txBox="1"/>
          <p:nvPr/>
        </p:nvSpPr>
        <p:spPr>
          <a:xfrm>
            <a:off x="6802912" y="461422"/>
            <a:ext cx="1379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4458CB-7E50-AACC-90C0-9DA1AD56799D}"/>
              </a:ext>
            </a:extLst>
          </p:cNvPr>
          <p:cNvSpPr txBox="1"/>
          <p:nvPr/>
        </p:nvSpPr>
        <p:spPr>
          <a:xfrm>
            <a:off x="638260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3.36  ÷  0.14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E390C8-F3B6-1099-2A93-0E324CB6E846}"/>
              </a:ext>
            </a:extLst>
          </p:cNvPr>
          <p:cNvSpPr txBox="1"/>
          <p:nvPr/>
        </p:nvSpPr>
        <p:spPr>
          <a:xfrm>
            <a:off x="78779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D11969-0BB6-3211-9920-C569D28C97CE}"/>
              </a:ext>
            </a:extLst>
          </p:cNvPr>
          <p:cNvSpPr txBox="1"/>
          <p:nvPr/>
        </p:nvSpPr>
        <p:spPr>
          <a:xfrm>
            <a:off x="72883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157CF2-E818-9F1E-BA2A-8A3CDAEA284F}"/>
              </a:ext>
            </a:extLst>
          </p:cNvPr>
          <p:cNvSpPr txBox="1"/>
          <p:nvPr/>
        </p:nvSpPr>
        <p:spPr>
          <a:xfrm>
            <a:off x="644022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336</a:t>
            </a: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A03DC077-729A-39C5-EAF8-5832205883C6}"/>
              </a:ext>
            </a:extLst>
          </p:cNvPr>
          <p:cNvSpPr/>
          <p:nvPr/>
        </p:nvSpPr>
        <p:spPr>
          <a:xfrm rot="5400000">
            <a:off x="825202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5D5C8F12-5855-6A7A-CD47-D95A10745FCB}"/>
              </a:ext>
            </a:extLst>
          </p:cNvPr>
          <p:cNvSpPr/>
          <p:nvPr/>
        </p:nvSpPr>
        <p:spPr>
          <a:xfrm rot="5400000" flipV="1">
            <a:off x="578732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36DD98-BA95-D3B5-FF7E-A219DB924532}"/>
              </a:ext>
            </a:extLst>
          </p:cNvPr>
          <p:cNvSpPr txBox="1"/>
          <p:nvPr/>
        </p:nvSpPr>
        <p:spPr>
          <a:xfrm>
            <a:off x="90924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2105DA-8EF0-116D-5F90-2EC911EF4005}"/>
              </a:ext>
            </a:extLst>
          </p:cNvPr>
          <p:cNvSpPr txBox="1"/>
          <p:nvPr/>
        </p:nvSpPr>
        <p:spPr>
          <a:xfrm>
            <a:off x="90924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F572EB-6BDD-4539-E4A3-E4B18CC3A665}"/>
              </a:ext>
            </a:extLst>
          </p:cNvPr>
          <p:cNvSpPr txBox="1"/>
          <p:nvPr/>
        </p:nvSpPr>
        <p:spPr>
          <a:xfrm>
            <a:off x="52443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89C81C-C0BE-A87C-19C0-CA24B7F20FD5}"/>
              </a:ext>
            </a:extLst>
          </p:cNvPr>
          <p:cNvSpPr txBox="1"/>
          <p:nvPr/>
        </p:nvSpPr>
        <p:spPr>
          <a:xfrm>
            <a:off x="52443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15ADEE-4844-4219-8D5C-A5F968F19E4D}"/>
              </a:ext>
            </a:extLst>
          </p:cNvPr>
          <p:cNvSpPr txBox="1"/>
          <p:nvPr/>
        </p:nvSpPr>
        <p:spPr>
          <a:xfrm>
            <a:off x="775487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0DE536-F769-171D-2C07-1AC79C2F2583}"/>
              </a:ext>
            </a:extLst>
          </p:cNvPr>
          <p:cNvSpPr txBox="1"/>
          <p:nvPr/>
        </p:nvSpPr>
        <p:spPr>
          <a:xfrm>
            <a:off x="544204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6BA414-EFD5-A7F3-5CC9-7E2AEE72F911}"/>
              </a:ext>
            </a:extLst>
          </p:cNvPr>
          <p:cNvSpPr txBox="1"/>
          <p:nvPr/>
        </p:nvSpPr>
        <p:spPr>
          <a:xfrm>
            <a:off x="7213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E840AB-5775-6CDC-8A61-C0E8A0C1022D}"/>
              </a:ext>
            </a:extLst>
          </p:cNvPr>
          <p:cNvSpPr txBox="1"/>
          <p:nvPr/>
        </p:nvSpPr>
        <p:spPr>
          <a:xfrm>
            <a:off x="77851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BAC74B-B0A4-8BE7-7400-7A4343330098}"/>
              </a:ext>
            </a:extLst>
          </p:cNvPr>
          <p:cNvSpPr txBox="1"/>
          <p:nvPr/>
        </p:nvSpPr>
        <p:spPr>
          <a:xfrm>
            <a:off x="6618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A26FF7-49F2-B56B-3928-34948C44C6B6}"/>
              </a:ext>
            </a:extLst>
          </p:cNvPr>
          <p:cNvSpPr txBox="1"/>
          <p:nvPr/>
        </p:nvSpPr>
        <p:spPr>
          <a:xfrm>
            <a:off x="760510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70E795-F240-1D80-B3A5-04F4BEF5EC03}"/>
              </a:ext>
            </a:extLst>
          </p:cNvPr>
          <p:cNvSpPr txBox="1"/>
          <p:nvPr/>
        </p:nvSpPr>
        <p:spPr>
          <a:xfrm>
            <a:off x="574526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14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28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56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84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DF9B7C7-A7F6-BC4C-6A36-4F3FDCF16020}"/>
              </a:ext>
            </a:extLst>
          </p:cNvPr>
          <p:cNvSpPr txBox="1"/>
          <p:nvPr/>
        </p:nvSpPr>
        <p:spPr>
          <a:xfrm>
            <a:off x="66193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25B51C-5DE9-720F-E2FD-FC27746F84C7}"/>
              </a:ext>
            </a:extLst>
          </p:cNvPr>
          <p:cNvSpPr txBox="1"/>
          <p:nvPr/>
        </p:nvSpPr>
        <p:spPr>
          <a:xfrm>
            <a:off x="7436132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33 – 28 = 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D9D100-61AB-E4A6-0C77-C89FE8DBBCC1}"/>
              </a:ext>
            </a:extLst>
          </p:cNvPr>
          <p:cNvSpPr txBox="1"/>
          <p:nvPr/>
        </p:nvSpPr>
        <p:spPr>
          <a:xfrm>
            <a:off x="287109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97825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7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877922" y="23860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22759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2" y="461422"/>
            <a:ext cx="1379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44484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3.84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384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22759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8474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2565C98-FA1B-33D3-B638-94C17C8EC18E}"/>
              </a:ext>
            </a:extLst>
          </p:cNvPr>
          <p:cNvSpPr txBox="1"/>
          <p:nvPr/>
        </p:nvSpPr>
        <p:spPr>
          <a:xfrm>
            <a:off x="168062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79DF24D-E8AC-EA71-3E9D-43B47D190B4C}"/>
              </a:ext>
            </a:extLst>
          </p:cNvPr>
          <p:cNvSpPr txBox="1"/>
          <p:nvPr/>
        </p:nvSpPr>
        <p:spPr>
          <a:xfrm>
            <a:off x="266734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9086E-9783-AF93-5474-3563787C3CC0}"/>
              </a:ext>
            </a:extLst>
          </p:cNvPr>
          <p:cNvSpPr txBox="1"/>
          <p:nvPr/>
        </p:nvSpPr>
        <p:spPr>
          <a:xfrm>
            <a:off x="168157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215F44-FF45-870B-C1F0-9D850BBEAD2E}"/>
              </a:ext>
            </a:extLst>
          </p:cNvPr>
          <p:cNvSpPr txBox="1"/>
          <p:nvPr/>
        </p:nvSpPr>
        <p:spPr>
          <a:xfrm>
            <a:off x="2498372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38 – 36 =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239A-FEC8-7902-4E5B-295B59478985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11" name="Table 6">
            <a:extLst>
              <a:ext uri="{FF2B5EF4-FFF2-40B4-BE49-F238E27FC236}">
                <a16:creationId xmlns:a16="http://schemas.microsoft.com/office/drawing/2014/main" id="{DE63E867-1DB0-B6EC-77F4-7A0E72F37978}"/>
              </a:ext>
            </a:extLst>
          </p:cNvPr>
          <p:cNvGraphicFramePr>
            <a:graphicFrameLocks noGrp="1"/>
          </p:cNvGraphicFramePr>
          <p:nvPr/>
        </p:nvGraphicFramePr>
        <p:xfrm>
          <a:off x="535388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EE55DF-3B58-1C73-045F-8CC020C3A877}"/>
              </a:ext>
            </a:extLst>
          </p:cNvPr>
          <p:cNvCxnSpPr>
            <a:cxnSpLocks/>
          </p:cNvCxnSpPr>
          <p:nvPr/>
        </p:nvCxnSpPr>
        <p:spPr>
          <a:xfrm>
            <a:off x="651401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EA9731-6D43-61CF-7722-0AC41A665D33}"/>
              </a:ext>
            </a:extLst>
          </p:cNvPr>
          <p:cNvCxnSpPr>
            <a:cxnSpLocks/>
          </p:cNvCxnSpPr>
          <p:nvPr/>
        </p:nvCxnSpPr>
        <p:spPr>
          <a:xfrm>
            <a:off x="654228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56CADA-2CB0-2789-1C0A-093CD36B462C}"/>
              </a:ext>
            </a:extLst>
          </p:cNvPr>
          <p:cNvSpPr txBox="1"/>
          <p:nvPr/>
        </p:nvSpPr>
        <p:spPr>
          <a:xfrm>
            <a:off x="60230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0949E4-39D0-2A16-B764-D30C2BE0431A}"/>
              </a:ext>
            </a:extLst>
          </p:cNvPr>
          <p:cNvSpPr txBox="1"/>
          <p:nvPr/>
        </p:nvSpPr>
        <p:spPr>
          <a:xfrm>
            <a:off x="721369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7F3F5F-18F2-0307-129A-56E8A750AE1A}"/>
              </a:ext>
            </a:extLst>
          </p:cNvPr>
          <p:cNvSpPr txBox="1"/>
          <p:nvPr/>
        </p:nvSpPr>
        <p:spPr>
          <a:xfrm>
            <a:off x="6802912" y="461422"/>
            <a:ext cx="1379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4458CB-7E50-AACC-90C0-9DA1AD56799D}"/>
              </a:ext>
            </a:extLst>
          </p:cNvPr>
          <p:cNvSpPr txBox="1"/>
          <p:nvPr/>
        </p:nvSpPr>
        <p:spPr>
          <a:xfrm>
            <a:off x="638260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4.81  ÷  0.13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E390C8-F3B6-1099-2A93-0E324CB6E846}"/>
              </a:ext>
            </a:extLst>
          </p:cNvPr>
          <p:cNvSpPr txBox="1"/>
          <p:nvPr/>
        </p:nvSpPr>
        <p:spPr>
          <a:xfrm>
            <a:off x="78779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D11969-0BB6-3211-9920-C569D28C97CE}"/>
              </a:ext>
            </a:extLst>
          </p:cNvPr>
          <p:cNvSpPr txBox="1"/>
          <p:nvPr/>
        </p:nvSpPr>
        <p:spPr>
          <a:xfrm>
            <a:off x="72883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157CF2-E818-9F1E-BA2A-8A3CDAEA284F}"/>
              </a:ext>
            </a:extLst>
          </p:cNvPr>
          <p:cNvSpPr txBox="1"/>
          <p:nvPr/>
        </p:nvSpPr>
        <p:spPr>
          <a:xfrm>
            <a:off x="644022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481</a:t>
            </a: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A03DC077-729A-39C5-EAF8-5832205883C6}"/>
              </a:ext>
            </a:extLst>
          </p:cNvPr>
          <p:cNvSpPr/>
          <p:nvPr/>
        </p:nvSpPr>
        <p:spPr>
          <a:xfrm rot="5400000">
            <a:off x="825202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5D5C8F12-5855-6A7A-CD47-D95A10745FCB}"/>
              </a:ext>
            </a:extLst>
          </p:cNvPr>
          <p:cNvSpPr/>
          <p:nvPr/>
        </p:nvSpPr>
        <p:spPr>
          <a:xfrm rot="5400000" flipV="1">
            <a:off x="578732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36DD98-BA95-D3B5-FF7E-A219DB924532}"/>
              </a:ext>
            </a:extLst>
          </p:cNvPr>
          <p:cNvSpPr txBox="1"/>
          <p:nvPr/>
        </p:nvSpPr>
        <p:spPr>
          <a:xfrm>
            <a:off x="90924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2105DA-8EF0-116D-5F90-2EC911EF4005}"/>
              </a:ext>
            </a:extLst>
          </p:cNvPr>
          <p:cNvSpPr txBox="1"/>
          <p:nvPr/>
        </p:nvSpPr>
        <p:spPr>
          <a:xfrm>
            <a:off x="90924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F572EB-6BDD-4539-E4A3-E4B18CC3A665}"/>
              </a:ext>
            </a:extLst>
          </p:cNvPr>
          <p:cNvSpPr txBox="1"/>
          <p:nvPr/>
        </p:nvSpPr>
        <p:spPr>
          <a:xfrm>
            <a:off x="52443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89C81C-C0BE-A87C-19C0-CA24B7F20FD5}"/>
              </a:ext>
            </a:extLst>
          </p:cNvPr>
          <p:cNvSpPr txBox="1"/>
          <p:nvPr/>
        </p:nvSpPr>
        <p:spPr>
          <a:xfrm>
            <a:off x="52443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15ADEE-4844-4219-8D5C-A5F968F19E4D}"/>
              </a:ext>
            </a:extLst>
          </p:cNvPr>
          <p:cNvSpPr txBox="1"/>
          <p:nvPr/>
        </p:nvSpPr>
        <p:spPr>
          <a:xfrm>
            <a:off x="775487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0DE536-F769-171D-2C07-1AC79C2F2583}"/>
              </a:ext>
            </a:extLst>
          </p:cNvPr>
          <p:cNvSpPr txBox="1"/>
          <p:nvPr/>
        </p:nvSpPr>
        <p:spPr>
          <a:xfrm>
            <a:off x="544204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6BA414-EFD5-A7F3-5CC9-7E2AEE72F911}"/>
              </a:ext>
            </a:extLst>
          </p:cNvPr>
          <p:cNvSpPr txBox="1"/>
          <p:nvPr/>
        </p:nvSpPr>
        <p:spPr>
          <a:xfrm>
            <a:off x="7213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E840AB-5775-6CDC-8A61-C0E8A0C1022D}"/>
              </a:ext>
            </a:extLst>
          </p:cNvPr>
          <p:cNvSpPr txBox="1"/>
          <p:nvPr/>
        </p:nvSpPr>
        <p:spPr>
          <a:xfrm>
            <a:off x="77851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BAC74B-B0A4-8BE7-7400-7A4343330098}"/>
              </a:ext>
            </a:extLst>
          </p:cNvPr>
          <p:cNvSpPr txBox="1"/>
          <p:nvPr/>
        </p:nvSpPr>
        <p:spPr>
          <a:xfrm>
            <a:off x="6618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A26FF7-49F2-B56B-3928-34948C44C6B6}"/>
              </a:ext>
            </a:extLst>
          </p:cNvPr>
          <p:cNvSpPr txBox="1"/>
          <p:nvPr/>
        </p:nvSpPr>
        <p:spPr>
          <a:xfrm>
            <a:off x="760510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70E795-F240-1D80-B3A5-04F4BEF5EC03}"/>
              </a:ext>
            </a:extLst>
          </p:cNvPr>
          <p:cNvSpPr txBox="1"/>
          <p:nvPr/>
        </p:nvSpPr>
        <p:spPr>
          <a:xfrm>
            <a:off x="574526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13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26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39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52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65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DF9B7C7-A7F6-BC4C-6A36-4F3FDCF16020}"/>
              </a:ext>
            </a:extLst>
          </p:cNvPr>
          <p:cNvSpPr txBox="1"/>
          <p:nvPr/>
        </p:nvSpPr>
        <p:spPr>
          <a:xfrm>
            <a:off x="66193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25B51C-5DE9-720F-E2FD-FC27746F84C7}"/>
              </a:ext>
            </a:extLst>
          </p:cNvPr>
          <p:cNvSpPr txBox="1"/>
          <p:nvPr/>
        </p:nvSpPr>
        <p:spPr>
          <a:xfrm>
            <a:off x="7993085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48 – 39 = 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9EBDAB-BEB2-D915-D29B-1620E9471D88}"/>
              </a:ext>
            </a:extLst>
          </p:cNvPr>
          <p:cNvSpPr txBox="1"/>
          <p:nvPr/>
        </p:nvSpPr>
        <p:spPr>
          <a:xfrm>
            <a:off x="6569799" y="4790710"/>
            <a:ext cx="8322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7:</a:t>
            </a:r>
            <a:r>
              <a:rPr lang="en-GB" sz="2000" dirty="0"/>
              <a:t> 91</a:t>
            </a:r>
          </a:p>
          <a:p>
            <a:r>
              <a:rPr lang="en-GB" sz="2000" b="1" dirty="0"/>
              <a:t>8:</a:t>
            </a:r>
            <a:r>
              <a:rPr lang="en-GB" sz="2000" dirty="0"/>
              <a:t> 104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DE27452-2403-0DAF-FF59-B6EEE582495A}"/>
              </a:ext>
            </a:extLst>
          </p:cNvPr>
          <p:cNvSpPr txBox="1"/>
          <p:nvPr/>
        </p:nvSpPr>
        <p:spPr>
          <a:xfrm>
            <a:off x="287109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44290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7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10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239A-FEC8-7902-4E5B-295B59478985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7" name="Table 6">
            <a:extLst>
              <a:ext uri="{FF2B5EF4-FFF2-40B4-BE49-F238E27FC236}">
                <a16:creationId xmlns:a16="http://schemas.microsoft.com/office/drawing/2014/main" id="{C312D045-815C-39BF-20A0-9615E7528627}"/>
              </a:ext>
            </a:extLst>
          </p:cNvPr>
          <p:cNvGraphicFramePr>
            <a:graphicFrameLocks noGrp="1"/>
          </p:cNvGraphicFramePr>
          <p:nvPr/>
        </p:nvGraphicFramePr>
        <p:xfrm>
          <a:off x="41358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FB249A2-E87C-9D09-99B9-01C7CBDF5F02}"/>
              </a:ext>
            </a:extLst>
          </p:cNvPr>
          <p:cNvCxnSpPr>
            <a:cxnSpLocks/>
          </p:cNvCxnSpPr>
          <p:nvPr/>
        </p:nvCxnSpPr>
        <p:spPr>
          <a:xfrm>
            <a:off x="1573718" y="3497218"/>
            <a:ext cx="261093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D058C14-8030-8B45-8157-54930FDC34C2}"/>
              </a:ext>
            </a:extLst>
          </p:cNvPr>
          <p:cNvCxnSpPr>
            <a:cxnSpLocks/>
          </p:cNvCxnSpPr>
          <p:nvPr/>
        </p:nvCxnSpPr>
        <p:spPr>
          <a:xfrm>
            <a:off x="160198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73DA9E7-8A7D-80F5-7E6C-C066DADF5613}"/>
              </a:ext>
            </a:extLst>
          </p:cNvPr>
          <p:cNvSpPr txBox="1"/>
          <p:nvPr/>
        </p:nvSpPr>
        <p:spPr>
          <a:xfrm>
            <a:off x="1082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279C236-920D-E095-4129-AEED1AF2532F}"/>
              </a:ext>
            </a:extLst>
          </p:cNvPr>
          <p:cNvSpPr txBox="1"/>
          <p:nvPr/>
        </p:nvSpPr>
        <p:spPr>
          <a:xfrm>
            <a:off x="227339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CD52DE4-80C2-A237-45EF-8C1CDF6609BF}"/>
              </a:ext>
            </a:extLst>
          </p:cNvPr>
          <p:cNvSpPr txBox="1"/>
          <p:nvPr/>
        </p:nvSpPr>
        <p:spPr>
          <a:xfrm>
            <a:off x="1862612" y="461422"/>
            <a:ext cx="1379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81D7726-F6F9-4A95-5155-80078DD5092E}"/>
              </a:ext>
            </a:extLst>
          </p:cNvPr>
          <p:cNvSpPr txBox="1"/>
          <p:nvPr/>
        </p:nvSpPr>
        <p:spPr>
          <a:xfrm>
            <a:off x="144230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4.23  ÷  0.18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73B8830-CF54-AC83-D3A8-55B76D744A4B}"/>
              </a:ext>
            </a:extLst>
          </p:cNvPr>
          <p:cNvSpPr txBox="1"/>
          <p:nvPr/>
        </p:nvSpPr>
        <p:spPr>
          <a:xfrm>
            <a:off x="29376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DF607BF-F5BC-D63D-5C9C-9D36CFE126CE}"/>
              </a:ext>
            </a:extLst>
          </p:cNvPr>
          <p:cNvSpPr txBox="1"/>
          <p:nvPr/>
        </p:nvSpPr>
        <p:spPr>
          <a:xfrm>
            <a:off x="23480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F38BB08-643A-2BAA-D9E6-45A5B4E8C2D8}"/>
              </a:ext>
            </a:extLst>
          </p:cNvPr>
          <p:cNvSpPr txBox="1"/>
          <p:nvPr/>
        </p:nvSpPr>
        <p:spPr>
          <a:xfrm>
            <a:off x="149992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423</a:t>
            </a:r>
          </a:p>
        </p:txBody>
      </p:sp>
      <p:sp>
        <p:nvSpPr>
          <p:cNvPr id="57" name="Arrow: Circular 56">
            <a:extLst>
              <a:ext uri="{FF2B5EF4-FFF2-40B4-BE49-F238E27FC236}">
                <a16:creationId xmlns:a16="http://schemas.microsoft.com/office/drawing/2014/main" id="{5FBC6E3B-C618-624C-C5B3-CD96180031F8}"/>
              </a:ext>
            </a:extLst>
          </p:cNvPr>
          <p:cNvSpPr/>
          <p:nvPr/>
        </p:nvSpPr>
        <p:spPr>
          <a:xfrm rot="5400000">
            <a:off x="331172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8" name="Arrow: Circular 57">
            <a:extLst>
              <a:ext uri="{FF2B5EF4-FFF2-40B4-BE49-F238E27FC236}">
                <a16:creationId xmlns:a16="http://schemas.microsoft.com/office/drawing/2014/main" id="{FA0F8360-10B3-FBB8-7B18-A1C7438137E0}"/>
              </a:ext>
            </a:extLst>
          </p:cNvPr>
          <p:cNvSpPr/>
          <p:nvPr/>
        </p:nvSpPr>
        <p:spPr>
          <a:xfrm rot="5400000" flipV="1">
            <a:off x="84702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4518F38-326E-1EF0-A471-93FE4184936A}"/>
              </a:ext>
            </a:extLst>
          </p:cNvPr>
          <p:cNvSpPr txBox="1"/>
          <p:nvPr/>
        </p:nvSpPr>
        <p:spPr>
          <a:xfrm>
            <a:off x="41521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6DE993B-F651-5181-BDE3-A4A79F09347E}"/>
              </a:ext>
            </a:extLst>
          </p:cNvPr>
          <p:cNvSpPr txBox="1"/>
          <p:nvPr/>
        </p:nvSpPr>
        <p:spPr>
          <a:xfrm>
            <a:off x="41521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E47F245-FD60-3A55-8307-3FA8F8A71D0B}"/>
              </a:ext>
            </a:extLst>
          </p:cNvPr>
          <p:cNvSpPr txBox="1"/>
          <p:nvPr/>
        </p:nvSpPr>
        <p:spPr>
          <a:xfrm>
            <a:off x="3040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586E152-0BD3-44D8-2991-9A498F9C4F2F}"/>
              </a:ext>
            </a:extLst>
          </p:cNvPr>
          <p:cNvSpPr txBox="1"/>
          <p:nvPr/>
        </p:nvSpPr>
        <p:spPr>
          <a:xfrm>
            <a:off x="3040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0B111C8-F9F6-41DE-9BB5-721701FCC5A5}"/>
              </a:ext>
            </a:extLst>
          </p:cNvPr>
          <p:cNvSpPr txBox="1"/>
          <p:nvPr/>
        </p:nvSpPr>
        <p:spPr>
          <a:xfrm>
            <a:off x="286220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7312915-5463-60E1-435C-4372F4729937}"/>
              </a:ext>
            </a:extLst>
          </p:cNvPr>
          <p:cNvSpPr txBox="1"/>
          <p:nvPr/>
        </p:nvSpPr>
        <p:spPr>
          <a:xfrm>
            <a:off x="50174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1EE6325-9408-B8C7-D234-C7E971239C02}"/>
              </a:ext>
            </a:extLst>
          </p:cNvPr>
          <p:cNvSpPr txBox="1"/>
          <p:nvPr/>
        </p:nvSpPr>
        <p:spPr>
          <a:xfrm>
            <a:off x="22733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675FC5F-AAC3-204E-DBDE-74CFF1A2AE04}"/>
              </a:ext>
            </a:extLst>
          </p:cNvPr>
          <p:cNvSpPr txBox="1"/>
          <p:nvPr/>
        </p:nvSpPr>
        <p:spPr>
          <a:xfrm>
            <a:off x="288538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20E4514-F653-547F-32FF-8DFF25D55ADA}"/>
              </a:ext>
            </a:extLst>
          </p:cNvPr>
          <p:cNvSpPr txBox="1"/>
          <p:nvPr/>
        </p:nvSpPr>
        <p:spPr>
          <a:xfrm>
            <a:off x="16780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A173D19-F667-AC47-7BBB-0D5E6C38749F}"/>
              </a:ext>
            </a:extLst>
          </p:cNvPr>
          <p:cNvSpPr txBox="1"/>
          <p:nvPr/>
        </p:nvSpPr>
        <p:spPr>
          <a:xfrm>
            <a:off x="2688619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F39ED4E-0045-2299-611E-DC60337BEE3B}"/>
              </a:ext>
            </a:extLst>
          </p:cNvPr>
          <p:cNvSpPr txBox="1"/>
          <p:nvPr/>
        </p:nvSpPr>
        <p:spPr>
          <a:xfrm>
            <a:off x="740040" y="4790710"/>
            <a:ext cx="83227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1:</a:t>
            </a:r>
            <a:r>
              <a:rPr lang="en-GB" sz="2000" dirty="0"/>
              <a:t> 18</a:t>
            </a:r>
          </a:p>
          <a:p>
            <a:r>
              <a:rPr lang="en-GB" sz="2000" b="1" dirty="0"/>
              <a:t>2:</a:t>
            </a:r>
            <a:r>
              <a:rPr lang="en-GB" sz="2000" dirty="0"/>
              <a:t> 36</a:t>
            </a:r>
          </a:p>
          <a:p>
            <a:r>
              <a:rPr lang="en-GB" sz="2000" b="1" dirty="0"/>
              <a:t>3:</a:t>
            </a:r>
            <a:r>
              <a:rPr lang="en-GB" sz="2000" dirty="0"/>
              <a:t> 54</a:t>
            </a:r>
          </a:p>
          <a:p>
            <a:r>
              <a:rPr lang="en-GB" sz="2000" b="1" dirty="0"/>
              <a:t>4:</a:t>
            </a:r>
            <a:r>
              <a:rPr lang="en-GB" sz="2000" dirty="0"/>
              <a:t> 72</a:t>
            </a:r>
          </a:p>
          <a:p>
            <a:r>
              <a:rPr lang="en-GB" sz="2000" b="1" dirty="0"/>
              <a:t>5:</a:t>
            </a:r>
            <a:r>
              <a:rPr lang="en-GB" sz="2000" dirty="0"/>
              <a:t> 90</a:t>
            </a:r>
          </a:p>
          <a:p>
            <a:r>
              <a:rPr lang="en-GB" sz="2000" b="1" dirty="0"/>
              <a:t>6:</a:t>
            </a:r>
            <a:r>
              <a:rPr lang="en-GB" sz="2000" dirty="0"/>
              <a:t> 108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B2B4420-2DC9-B00C-C49F-D79A1DF09679}"/>
              </a:ext>
            </a:extLst>
          </p:cNvPr>
          <p:cNvSpPr txBox="1"/>
          <p:nvPr/>
        </p:nvSpPr>
        <p:spPr>
          <a:xfrm>
            <a:off x="16790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15C5BEA-27F8-D662-56E5-CD4BBE38B438}"/>
              </a:ext>
            </a:extLst>
          </p:cNvPr>
          <p:cNvSpPr txBox="1"/>
          <p:nvPr/>
        </p:nvSpPr>
        <p:spPr>
          <a:xfrm>
            <a:off x="2653774" y="502052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42 – 36 = 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3F6CDC3-C565-79EF-4EF7-0F766CACD649}"/>
              </a:ext>
            </a:extLst>
          </p:cNvPr>
          <p:cNvSpPr txBox="1"/>
          <p:nvPr/>
        </p:nvSpPr>
        <p:spPr>
          <a:xfrm>
            <a:off x="345275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C3AB4EBE-0A9C-0464-F313-6AB3EFE351A0}"/>
              </a:ext>
            </a:extLst>
          </p:cNvPr>
          <p:cNvSpPr/>
          <p:nvPr/>
        </p:nvSpPr>
        <p:spPr>
          <a:xfrm>
            <a:off x="3301801" y="310988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CD0C5BA-6152-9165-7B48-7FBBD7B4EA34}"/>
              </a:ext>
            </a:extLst>
          </p:cNvPr>
          <p:cNvSpPr txBox="1"/>
          <p:nvPr/>
        </p:nvSpPr>
        <p:spPr>
          <a:xfrm>
            <a:off x="2653774" y="566060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63 – 54 = 9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E0313BD-F509-2E69-D779-1BF96518894A}"/>
              </a:ext>
            </a:extLst>
          </p:cNvPr>
          <p:cNvSpPr txBox="1"/>
          <p:nvPr/>
        </p:nvSpPr>
        <p:spPr>
          <a:xfrm>
            <a:off x="3452117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1B20F36-D425-4E89-F5D7-AAF2FFD57B58}"/>
              </a:ext>
            </a:extLst>
          </p:cNvPr>
          <p:cNvSpPr txBox="1"/>
          <p:nvPr/>
        </p:nvSpPr>
        <p:spPr>
          <a:xfrm>
            <a:off x="3305363" y="338764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9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79A395C3-8D1D-A8F9-6422-45DEAFC316C5}"/>
              </a:ext>
            </a:extLst>
          </p:cNvPr>
          <p:cNvSpPr/>
          <p:nvPr/>
        </p:nvSpPr>
        <p:spPr>
          <a:xfrm>
            <a:off x="3301801" y="374805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3404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4" grpId="0"/>
      <p:bldP spid="55" grpId="0"/>
      <p:bldP spid="56" grpId="0"/>
      <p:bldP spid="57" grpId="0" animBg="1"/>
      <p:bldP spid="58" grpId="0" animBg="1"/>
      <p:bldP spid="59" grpId="0"/>
      <p:bldP spid="60" grpId="0"/>
      <p:bldP spid="61" grpId="0"/>
      <p:bldP spid="62" grpId="0"/>
      <p:bldP spid="64" grpId="0"/>
      <p:bldP spid="65" grpId="0"/>
      <p:bldP spid="67" grpId="0"/>
      <p:bldP spid="68" grpId="0"/>
      <p:bldP spid="78" grpId="0"/>
      <p:bldP spid="79" grpId="0"/>
      <p:bldP spid="80" grpId="0"/>
      <p:bldP spid="81" grpId="0"/>
      <p:bldP spid="84" grpId="0"/>
      <p:bldP spid="89" grpId="0"/>
      <p:bldP spid="90" grpId="0" animBg="1"/>
      <p:bldP spid="91" grpId="0"/>
      <p:bldP spid="92" grpId="0"/>
      <p:bldP spid="93" grpId="0"/>
      <p:bldP spid="9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947375" y="23860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239A-FEC8-7902-4E5B-295B59478985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7" name="Table 6">
            <a:extLst>
              <a:ext uri="{FF2B5EF4-FFF2-40B4-BE49-F238E27FC236}">
                <a16:creationId xmlns:a16="http://schemas.microsoft.com/office/drawing/2014/main" id="{C312D045-815C-39BF-20A0-9615E7528627}"/>
              </a:ext>
            </a:extLst>
          </p:cNvPr>
          <p:cNvGraphicFramePr>
            <a:graphicFrameLocks noGrp="1"/>
          </p:cNvGraphicFramePr>
          <p:nvPr/>
        </p:nvGraphicFramePr>
        <p:xfrm>
          <a:off x="41358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FB249A2-E87C-9D09-99B9-01C7CBDF5F02}"/>
              </a:ext>
            </a:extLst>
          </p:cNvPr>
          <p:cNvCxnSpPr>
            <a:cxnSpLocks/>
          </p:cNvCxnSpPr>
          <p:nvPr/>
        </p:nvCxnSpPr>
        <p:spPr>
          <a:xfrm>
            <a:off x="1573718" y="3497218"/>
            <a:ext cx="261093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D058C14-8030-8B45-8157-54930FDC34C2}"/>
              </a:ext>
            </a:extLst>
          </p:cNvPr>
          <p:cNvCxnSpPr>
            <a:cxnSpLocks/>
          </p:cNvCxnSpPr>
          <p:nvPr/>
        </p:nvCxnSpPr>
        <p:spPr>
          <a:xfrm>
            <a:off x="160198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73DA9E7-8A7D-80F5-7E6C-C066DADF5613}"/>
              </a:ext>
            </a:extLst>
          </p:cNvPr>
          <p:cNvSpPr txBox="1"/>
          <p:nvPr/>
        </p:nvSpPr>
        <p:spPr>
          <a:xfrm>
            <a:off x="1082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279C236-920D-E095-4129-AEED1AF2532F}"/>
              </a:ext>
            </a:extLst>
          </p:cNvPr>
          <p:cNvSpPr txBox="1"/>
          <p:nvPr/>
        </p:nvSpPr>
        <p:spPr>
          <a:xfrm>
            <a:off x="227339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CD52DE4-80C2-A237-45EF-8C1CDF6609BF}"/>
              </a:ext>
            </a:extLst>
          </p:cNvPr>
          <p:cNvSpPr txBox="1"/>
          <p:nvPr/>
        </p:nvSpPr>
        <p:spPr>
          <a:xfrm>
            <a:off x="1862612" y="461422"/>
            <a:ext cx="1379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81D7726-F6F9-4A95-5155-80078DD5092E}"/>
              </a:ext>
            </a:extLst>
          </p:cNvPr>
          <p:cNvSpPr txBox="1"/>
          <p:nvPr/>
        </p:nvSpPr>
        <p:spPr>
          <a:xfrm>
            <a:off x="144230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4.23  ÷  0.18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73B8830-CF54-AC83-D3A8-55B76D744A4B}"/>
              </a:ext>
            </a:extLst>
          </p:cNvPr>
          <p:cNvSpPr txBox="1"/>
          <p:nvPr/>
        </p:nvSpPr>
        <p:spPr>
          <a:xfrm>
            <a:off x="29376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DF607BF-F5BC-D63D-5C9C-9D36CFE126CE}"/>
              </a:ext>
            </a:extLst>
          </p:cNvPr>
          <p:cNvSpPr txBox="1"/>
          <p:nvPr/>
        </p:nvSpPr>
        <p:spPr>
          <a:xfrm>
            <a:off x="23480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F38BB08-643A-2BAA-D9E6-45A5B4E8C2D8}"/>
              </a:ext>
            </a:extLst>
          </p:cNvPr>
          <p:cNvSpPr txBox="1"/>
          <p:nvPr/>
        </p:nvSpPr>
        <p:spPr>
          <a:xfrm>
            <a:off x="149992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423</a:t>
            </a:r>
          </a:p>
        </p:txBody>
      </p:sp>
      <p:sp>
        <p:nvSpPr>
          <p:cNvPr id="57" name="Arrow: Circular 56">
            <a:extLst>
              <a:ext uri="{FF2B5EF4-FFF2-40B4-BE49-F238E27FC236}">
                <a16:creationId xmlns:a16="http://schemas.microsoft.com/office/drawing/2014/main" id="{5FBC6E3B-C618-624C-C5B3-CD96180031F8}"/>
              </a:ext>
            </a:extLst>
          </p:cNvPr>
          <p:cNvSpPr/>
          <p:nvPr/>
        </p:nvSpPr>
        <p:spPr>
          <a:xfrm rot="5400000">
            <a:off x="331172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8" name="Arrow: Circular 57">
            <a:extLst>
              <a:ext uri="{FF2B5EF4-FFF2-40B4-BE49-F238E27FC236}">
                <a16:creationId xmlns:a16="http://schemas.microsoft.com/office/drawing/2014/main" id="{FA0F8360-10B3-FBB8-7B18-A1C7438137E0}"/>
              </a:ext>
            </a:extLst>
          </p:cNvPr>
          <p:cNvSpPr/>
          <p:nvPr/>
        </p:nvSpPr>
        <p:spPr>
          <a:xfrm rot="5400000" flipV="1">
            <a:off x="84702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4518F38-326E-1EF0-A471-93FE4184936A}"/>
              </a:ext>
            </a:extLst>
          </p:cNvPr>
          <p:cNvSpPr txBox="1"/>
          <p:nvPr/>
        </p:nvSpPr>
        <p:spPr>
          <a:xfrm>
            <a:off x="41521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6DE993B-F651-5181-BDE3-A4A79F09347E}"/>
              </a:ext>
            </a:extLst>
          </p:cNvPr>
          <p:cNvSpPr txBox="1"/>
          <p:nvPr/>
        </p:nvSpPr>
        <p:spPr>
          <a:xfrm>
            <a:off x="41521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E47F245-FD60-3A55-8307-3FA8F8A71D0B}"/>
              </a:ext>
            </a:extLst>
          </p:cNvPr>
          <p:cNvSpPr txBox="1"/>
          <p:nvPr/>
        </p:nvSpPr>
        <p:spPr>
          <a:xfrm>
            <a:off x="3040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586E152-0BD3-44D8-2991-9A498F9C4F2F}"/>
              </a:ext>
            </a:extLst>
          </p:cNvPr>
          <p:cNvSpPr txBox="1"/>
          <p:nvPr/>
        </p:nvSpPr>
        <p:spPr>
          <a:xfrm>
            <a:off x="3040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0B111C8-F9F6-41DE-9BB5-721701FCC5A5}"/>
              </a:ext>
            </a:extLst>
          </p:cNvPr>
          <p:cNvSpPr txBox="1"/>
          <p:nvPr/>
        </p:nvSpPr>
        <p:spPr>
          <a:xfrm>
            <a:off x="286220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7312915-5463-60E1-435C-4372F4729937}"/>
              </a:ext>
            </a:extLst>
          </p:cNvPr>
          <p:cNvSpPr txBox="1"/>
          <p:nvPr/>
        </p:nvSpPr>
        <p:spPr>
          <a:xfrm>
            <a:off x="50174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1EE6325-9408-B8C7-D234-C7E971239C02}"/>
              </a:ext>
            </a:extLst>
          </p:cNvPr>
          <p:cNvSpPr txBox="1"/>
          <p:nvPr/>
        </p:nvSpPr>
        <p:spPr>
          <a:xfrm>
            <a:off x="22733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675FC5F-AAC3-204E-DBDE-74CFF1A2AE04}"/>
              </a:ext>
            </a:extLst>
          </p:cNvPr>
          <p:cNvSpPr txBox="1"/>
          <p:nvPr/>
        </p:nvSpPr>
        <p:spPr>
          <a:xfrm>
            <a:off x="288538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20E4514-F653-547F-32FF-8DFF25D55ADA}"/>
              </a:ext>
            </a:extLst>
          </p:cNvPr>
          <p:cNvSpPr txBox="1"/>
          <p:nvPr/>
        </p:nvSpPr>
        <p:spPr>
          <a:xfrm>
            <a:off x="16780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A173D19-F667-AC47-7BBB-0D5E6C38749F}"/>
              </a:ext>
            </a:extLst>
          </p:cNvPr>
          <p:cNvSpPr txBox="1"/>
          <p:nvPr/>
        </p:nvSpPr>
        <p:spPr>
          <a:xfrm>
            <a:off x="2688619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F39ED4E-0045-2299-611E-DC60337BEE3B}"/>
              </a:ext>
            </a:extLst>
          </p:cNvPr>
          <p:cNvSpPr txBox="1"/>
          <p:nvPr/>
        </p:nvSpPr>
        <p:spPr>
          <a:xfrm>
            <a:off x="740040" y="4790710"/>
            <a:ext cx="83227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1:</a:t>
            </a:r>
            <a:r>
              <a:rPr lang="en-GB" sz="2000" dirty="0"/>
              <a:t> 18</a:t>
            </a:r>
          </a:p>
          <a:p>
            <a:r>
              <a:rPr lang="en-GB" sz="2000" b="1" dirty="0"/>
              <a:t>2:</a:t>
            </a:r>
            <a:r>
              <a:rPr lang="en-GB" sz="2000" dirty="0"/>
              <a:t> 36</a:t>
            </a:r>
          </a:p>
          <a:p>
            <a:r>
              <a:rPr lang="en-GB" sz="2000" b="1" dirty="0"/>
              <a:t>3:</a:t>
            </a:r>
            <a:r>
              <a:rPr lang="en-GB" sz="2000" dirty="0"/>
              <a:t> 54</a:t>
            </a:r>
          </a:p>
          <a:p>
            <a:r>
              <a:rPr lang="en-GB" sz="2000" b="1" dirty="0"/>
              <a:t>4:</a:t>
            </a:r>
            <a:r>
              <a:rPr lang="en-GB" sz="2000" dirty="0"/>
              <a:t> 72</a:t>
            </a:r>
          </a:p>
          <a:p>
            <a:r>
              <a:rPr lang="en-GB" sz="2000" b="1" dirty="0"/>
              <a:t>5:</a:t>
            </a:r>
            <a:r>
              <a:rPr lang="en-GB" sz="2000" dirty="0"/>
              <a:t> 90</a:t>
            </a:r>
          </a:p>
          <a:p>
            <a:r>
              <a:rPr lang="en-GB" sz="2000" b="1" dirty="0"/>
              <a:t>6:</a:t>
            </a:r>
            <a:r>
              <a:rPr lang="en-GB" sz="2000" dirty="0"/>
              <a:t> 108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B2B4420-2DC9-B00C-C49F-D79A1DF09679}"/>
              </a:ext>
            </a:extLst>
          </p:cNvPr>
          <p:cNvSpPr txBox="1"/>
          <p:nvPr/>
        </p:nvSpPr>
        <p:spPr>
          <a:xfrm>
            <a:off x="16790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15C5BEA-27F8-D662-56E5-CD4BBE38B438}"/>
              </a:ext>
            </a:extLst>
          </p:cNvPr>
          <p:cNvSpPr txBox="1"/>
          <p:nvPr/>
        </p:nvSpPr>
        <p:spPr>
          <a:xfrm>
            <a:off x="2653774" y="502052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42 – 36 = 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3F6CDC3-C565-79EF-4EF7-0F766CACD649}"/>
              </a:ext>
            </a:extLst>
          </p:cNvPr>
          <p:cNvSpPr txBox="1"/>
          <p:nvPr/>
        </p:nvSpPr>
        <p:spPr>
          <a:xfrm>
            <a:off x="345275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C3AB4EBE-0A9C-0464-F313-6AB3EFE351A0}"/>
              </a:ext>
            </a:extLst>
          </p:cNvPr>
          <p:cNvSpPr/>
          <p:nvPr/>
        </p:nvSpPr>
        <p:spPr>
          <a:xfrm>
            <a:off x="3301801" y="310988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CD0C5BA-6152-9165-7B48-7FBBD7B4EA34}"/>
              </a:ext>
            </a:extLst>
          </p:cNvPr>
          <p:cNvSpPr txBox="1"/>
          <p:nvPr/>
        </p:nvSpPr>
        <p:spPr>
          <a:xfrm>
            <a:off x="2653774" y="566060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63 – 54 = 9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E0313BD-F509-2E69-D779-1BF96518894A}"/>
              </a:ext>
            </a:extLst>
          </p:cNvPr>
          <p:cNvSpPr txBox="1"/>
          <p:nvPr/>
        </p:nvSpPr>
        <p:spPr>
          <a:xfrm>
            <a:off x="3452117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1B20F36-D425-4E89-F5D7-AAF2FFD57B58}"/>
              </a:ext>
            </a:extLst>
          </p:cNvPr>
          <p:cNvSpPr txBox="1"/>
          <p:nvPr/>
        </p:nvSpPr>
        <p:spPr>
          <a:xfrm>
            <a:off x="3305363" y="338764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9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79A395C3-8D1D-A8F9-6422-45DEAFC316C5}"/>
              </a:ext>
            </a:extLst>
          </p:cNvPr>
          <p:cNvSpPr/>
          <p:nvPr/>
        </p:nvSpPr>
        <p:spPr>
          <a:xfrm>
            <a:off x="3301801" y="374805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2543B12A-24DF-5A1E-8E23-C0C0A6DFB835}"/>
              </a:ext>
            </a:extLst>
          </p:cNvPr>
          <p:cNvGraphicFramePr>
            <a:graphicFrameLocks noGrp="1"/>
          </p:cNvGraphicFramePr>
          <p:nvPr/>
        </p:nvGraphicFramePr>
        <p:xfrm>
          <a:off x="535965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5DEE09-E993-FBF8-399D-7418A3E58A86}"/>
              </a:ext>
            </a:extLst>
          </p:cNvPr>
          <p:cNvCxnSpPr>
            <a:cxnSpLocks/>
          </p:cNvCxnSpPr>
          <p:nvPr/>
        </p:nvCxnSpPr>
        <p:spPr>
          <a:xfrm>
            <a:off x="6519791" y="3497218"/>
            <a:ext cx="261093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F801095-C540-1302-D28A-C4465C46B9C6}"/>
              </a:ext>
            </a:extLst>
          </p:cNvPr>
          <p:cNvCxnSpPr>
            <a:cxnSpLocks/>
          </p:cNvCxnSpPr>
          <p:nvPr/>
        </p:nvCxnSpPr>
        <p:spPr>
          <a:xfrm>
            <a:off x="654806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6FC2290-A618-CBF6-79B8-24F52C920FE4}"/>
              </a:ext>
            </a:extLst>
          </p:cNvPr>
          <p:cNvSpPr txBox="1"/>
          <p:nvPr/>
        </p:nvSpPr>
        <p:spPr>
          <a:xfrm>
            <a:off x="602884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E1BEFF-B466-4BD3-76D1-5D93061BDF00}"/>
              </a:ext>
            </a:extLst>
          </p:cNvPr>
          <p:cNvSpPr txBox="1"/>
          <p:nvPr/>
        </p:nvSpPr>
        <p:spPr>
          <a:xfrm>
            <a:off x="721947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F5A388-2A19-F8FF-B3BC-3F0E8C311E21}"/>
              </a:ext>
            </a:extLst>
          </p:cNvPr>
          <p:cNvSpPr txBox="1"/>
          <p:nvPr/>
        </p:nvSpPr>
        <p:spPr>
          <a:xfrm>
            <a:off x="6808685" y="461422"/>
            <a:ext cx="1379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E26069-1D74-3BD1-B893-C1958F0C60A7}"/>
              </a:ext>
            </a:extLst>
          </p:cNvPr>
          <p:cNvSpPr txBox="1"/>
          <p:nvPr/>
        </p:nvSpPr>
        <p:spPr>
          <a:xfrm>
            <a:off x="6388379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4.55  ÷  0.14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1B6231-9044-6AE5-3142-25293F0B16C7}"/>
              </a:ext>
            </a:extLst>
          </p:cNvPr>
          <p:cNvSpPr txBox="1"/>
          <p:nvPr/>
        </p:nvSpPr>
        <p:spPr>
          <a:xfrm>
            <a:off x="788369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4CB0CF-F9CF-50F2-3931-2A27F9188C37}"/>
              </a:ext>
            </a:extLst>
          </p:cNvPr>
          <p:cNvSpPr txBox="1"/>
          <p:nvPr/>
        </p:nvSpPr>
        <p:spPr>
          <a:xfrm>
            <a:off x="729416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A600B4-6F9B-FC1D-7020-6AE9F13DEF07}"/>
              </a:ext>
            </a:extLst>
          </p:cNvPr>
          <p:cNvSpPr txBox="1"/>
          <p:nvPr/>
        </p:nvSpPr>
        <p:spPr>
          <a:xfrm>
            <a:off x="6445999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455</a:t>
            </a:r>
          </a:p>
        </p:txBody>
      </p:sp>
      <p:sp>
        <p:nvSpPr>
          <p:cNvPr id="15" name="Arrow: Circular 14">
            <a:extLst>
              <a:ext uri="{FF2B5EF4-FFF2-40B4-BE49-F238E27FC236}">
                <a16:creationId xmlns:a16="http://schemas.microsoft.com/office/drawing/2014/main" id="{FB88A978-F07D-8A97-5AE3-90FE5569B836}"/>
              </a:ext>
            </a:extLst>
          </p:cNvPr>
          <p:cNvSpPr/>
          <p:nvPr/>
        </p:nvSpPr>
        <p:spPr>
          <a:xfrm rot="5400000">
            <a:off x="825780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6" name="Arrow: Circular 15">
            <a:extLst>
              <a:ext uri="{FF2B5EF4-FFF2-40B4-BE49-F238E27FC236}">
                <a16:creationId xmlns:a16="http://schemas.microsoft.com/office/drawing/2014/main" id="{441821E4-09C1-01FA-CEC9-E49F48B411D8}"/>
              </a:ext>
            </a:extLst>
          </p:cNvPr>
          <p:cNvSpPr/>
          <p:nvPr/>
        </p:nvSpPr>
        <p:spPr>
          <a:xfrm rot="5400000" flipV="1">
            <a:off x="579309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F73299-B197-C57A-B2D3-CBF3856CD17A}"/>
              </a:ext>
            </a:extLst>
          </p:cNvPr>
          <p:cNvSpPr txBox="1"/>
          <p:nvPr/>
        </p:nvSpPr>
        <p:spPr>
          <a:xfrm>
            <a:off x="909827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C829EB-C9E8-959F-6668-51EB0E8B20B2}"/>
              </a:ext>
            </a:extLst>
          </p:cNvPr>
          <p:cNvSpPr txBox="1"/>
          <p:nvPr/>
        </p:nvSpPr>
        <p:spPr>
          <a:xfrm>
            <a:off x="909827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303486-DE39-8EB0-C02C-BDB3BC1AD474}"/>
              </a:ext>
            </a:extLst>
          </p:cNvPr>
          <p:cNvSpPr txBox="1"/>
          <p:nvPr/>
        </p:nvSpPr>
        <p:spPr>
          <a:xfrm>
            <a:off x="525017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C08374-7135-DC34-97FB-6FC8183F8160}"/>
              </a:ext>
            </a:extLst>
          </p:cNvPr>
          <p:cNvSpPr txBox="1"/>
          <p:nvPr/>
        </p:nvSpPr>
        <p:spPr>
          <a:xfrm>
            <a:off x="525017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977169-650F-FE84-5AD4-ECE09C1095D5}"/>
              </a:ext>
            </a:extLst>
          </p:cNvPr>
          <p:cNvSpPr txBox="1"/>
          <p:nvPr/>
        </p:nvSpPr>
        <p:spPr>
          <a:xfrm>
            <a:off x="780827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45D73A-0BE9-87B7-F93B-CC714B6B6F09}"/>
              </a:ext>
            </a:extLst>
          </p:cNvPr>
          <p:cNvSpPr txBox="1"/>
          <p:nvPr/>
        </p:nvSpPr>
        <p:spPr>
          <a:xfrm>
            <a:off x="544782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697D56-DBC2-C0D1-6611-158F7870BDC8}"/>
              </a:ext>
            </a:extLst>
          </p:cNvPr>
          <p:cNvSpPr txBox="1"/>
          <p:nvPr/>
        </p:nvSpPr>
        <p:spPr>
          <a:xfrm>
            <a:off x="721947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10E9D4-337A-D7E3-5DB4-F695C0C39CFD}"/>
              </a:ext>
            </a:extLst>
          </p:cNvPr>
          <p:cNvSpPr txBox="1"/>
          <p:nvPr/>
        </p:nvSpPr>
        <p:spPr>
          <a:xfrm>
            <a:off x="783145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D3AEA8-FC5C-0729-6FF8-22CE133C3103}"/>
              </a:ext>
            </a:extLst>
          </p:cNvPr>
          <p:cNvSpPr txBox="1"/>
          <p:nvPr/>
        </p:nvSpPr>
        <p:spPr>
          <a:xfrm>
            <a:off x="6624159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1736BF-5000-3A95-B0AF-494D17DF8A81}"/>
              </a:ext>
            </a:extLst>
          </p:cNvPr>
          <p:cNvSpPr txBox="1"/>
          <p:nvPr/>
        </p:nvSpPr>
        <p:spPr>
          <a:xfrm>
            <a:off x="7634692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C24869-F67A-345E-5FF2-3A3C71918C88}"/>
              </a:ext>
            </a:extLst>
          </p:cNvPr>
          <p:cNvSpPr txBox="1"/>
          <p:nvPr/>
        </p:nvSpPr>
        <p:spPr>
          <a:xfrm>
            <a:off x="5686113" y="4790710"/>
            <a:ext cx="70243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1:</a:t>
            </a:r>
            <a:r>
              <a:rPr lang="en-GB" sz="2000" dirty="0"/>
              <a:t> 14</a:t>
            </a:r>
          </a:p>
          <a:p>
            <a:r>
              <a:rPr lang="en-GB" sz="2000" b="1" dirty="0"/>
              <a:t>2:</a:t>
            </a:r>
            <a:r>
              <a:rPr lang="en-GB" sz="2000" dirty="0"/>
              <a:t> 28</a:t>
            </a:r>
          </a:p>
          <a:p>
            <a:r>
              <a:rPr lang="en-GB" sz="2000" b="1" dirty="0"/>
              <a:t>3:</a:t>
            </a:r>
            <a:r>
              <a:rPr lang="en-GB" sz="2000" dirty="0"/>
              <a:t> 42</a:t>
            </a:r>
          </a:p>
          <a:p>
            <a:r>
              <a:rPr lang="en-GB" sz="2000" b="1" dirty="0"/>
              <a:t>4:</a:t>
            </a:r>
            <a:r>
              <a:rPr lang="en-GB" sz="2000" dirty="0"/>
              <a:t> 56</a:t>
            </a:r>
          </a:p>
          <a:p>
            <a:r>
              <a:rPr lang="en-GB" sz="2000" b="1" dirty="0"/>
              <a:t>5:</a:t>
            </a:r>
            <a:r>
              <a:rPr lang="en-GB" sz="2000" dirty="0"/>
              <a:t> 70</a:t>
            </a:r>
          </a:p>
          <a:p>
            <a:r>
              <a:rPr lang="en-GB" sz="2000" b="1" dirty="0"/>
              <a:t>6:</a:t>
            </a:r>
            <a:r>
              <a:rPr lang="en-GB" sz="2000" dirty="0"/>
              <a:t> 84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C60920-8660-04F4-97B1-89C8B5FF6B12}"/>
              </a:ext>
            </a:extLst>
          </p:cNvPr>
          <p:cNvSpPr txBox="1"/>
          <p:nvPr/>
        </p:nvSpPr>
        <p:spPr>
          <a:xfrm>
            <a:off x="662511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277EED-AB37-0B0C-2837-A91987B6464C}"/>
              </a:ext>
            </a:extLst>
          </p:cNvPr>
          <p:cNvSpPr txBox="1"/>
          <p:nvPr/>
        </p:nvSpPr>
        <p:spPr>
          <a:xfrm>
            <a:off x="7599847" y="502052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45 – 42 = 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C478862-2858-C878-3A5C-CD2F7DE0E726}"/>
              </a:ext>
            </a:extLst>
          </p:cNvPr>
          <p:cNvSpPr txBox="1"/>
          <p:nvPr/>
        </p:nvSpPr>
        <p:spPr>
          <a:xfrm>
            <a:off x="839882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CDAE5FC-1203-2ABB-17A4-1E8EFF86B54A}"/>
              </a:ext>
            </a:extLst>
          </p:cNvPr>
          <p:cNvSpPr/>
          <p:nvPr/>
        </p:nvSpPr>
        <p:spPr>
          <a:xfrm>
            <a:off x="8247874" y="310988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2025DDE-1886-8BDE-6B41-F7C0C1576EA7}"/>
              </a:ext>
            </a:extLst>
          </p:cNvPr>
          <p:cNvSpPr txBox="1"/>
          <p:nvPr/>
        </p:nvSpPr>
        <p:spPr>
          <a:xfrm>
            <a:off x="7599847" y="566060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35 – 28 = 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0A0B9D3-F4A9-67A2-3982-4BD4996C18EF}"/>
              </a:ext>
            </a:extLst>
          </p:cNvPr>
          <p:cNvSpPr txBox="1"/>
          <p:nvPr/>
        </p:nvSpPr>
        <p:spPr>
          <a:xfrm>
            <a:off x="839819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75F0DF5-F592-5A29-907D-C4C347F397DA}"/>
              </a:ext>
            </a:extLst>
          </p:cNvPr>
          <p:cNvSpPr txBox="1"/>
          <p:nvPr/>
        </p:nvSpPr>
        <p:spPr>
          <a:xfrm>
            <a:off x="8251436" y="338764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D6C4763-66BB-D003-897D-CDEAB9716801}"/>
              </a:ext>
            </a:extLst>
          </p:cNvPr>
          <p:cNvSpPr/>
          <p:nvPr/>
        </p:nvSpPr>
        <p:spPr>
          <a:xfrm>
            <a:off x="8247874" y="374805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5633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2" grpId="0"/>
      <p:bldP spid="13" grpId="0"/>
      <p:bldP spid="14" grpId="0"/>
      <p:bldP spid="15" grpId="0" animBg="1"/>
      <p:bldP spid="16" grpId="0" animBg="1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7" grpId="0"/>
      <p:bldP spid="29" grpId="0"/>
      <p:bldP spid="30" grpId="0"/>
      <p:bldP spid="31" grpId="0"/>
      <p:bldP spid="32" grpId="0"/>
      <p:bldP spid="33" grpId="0" animBg="1"/>
      <p:bldP spid="34" grpId="0"/>
      <p:bldP spid="35" grpId="0"/>
      <p:bldP spid="36" grpId="0"/>
      <p:bldP spid="3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850350" y="379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239A-FEC8-7902-4E5B-295B59478985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7" name="Table 6">
            <a:extLst>
              <a:ext uri="{FF2B5EF4-FFF2-40B4-BE49-F238E27FC236}">
                <a16:creationId xmlns:a16="http://schemas.microsoft.com/office/drawing/2014/main" id="{C312D045-815C-39BF-20A0-9615E7528627}"/>
              </a:ext>
            </a:extLst>
          </p:cNvPr>
          <p:cNvGraphicFramePr>
            <a:graphicFrameLocks noGrp="1"/>
          </p:cNvGraphicFramePr>
          <p:nvPr/>
        </p:nvGraphicFramePr>
        <p:xfrm>
          <a:off x="41358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FB249A2-E87C-9D09-99B9-01C7CBDF5F02}"/>
              </a:ext>
            </a:extLst>
          </p:cNvPr>
          <p:cNvCxnSpPr>
            <a:cxnSpLocks/>
          </p:cNvCxnSpPr>
          <p:nvPr/>
        </p:nvCxnSpPr>
        <p:spPr>
          <a:xfrm>
            <a:off x="1573718" y="3497218"/>
            <a:ext cx="261093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D058C14-8030-8B45-8157-54930FDC34C2}"/>
              </a:ext>
            </a:extLst>
          </p:cNvPr>
          <p:cNvCxnSpPr>
            <a:cxnSpLocks/>
          </p:cNvCxnSpPr>
          <p:nvPr/>
        </p:nvCxnSpPr>
        <p:spPr>
          <a:xfrm>
            <a:off x="160198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73DA9E7-8A7D-80F5-7E6C-C066DADF5613}"/>
              </a:ext>
            </a:extLst>
          </p:cNvPr>
          <p:cNvSpPr txBox="1"/>
          <p:nvPr/>
        </p:nvSpPr>
        <p:spPr>
          <a:xfrm>
            <a:off x="1082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279C236-920D-E095-4129-AEED1AF2532F}"/>
              </a:ext>
            </a:extLst>
          </p:cNvPr>
          <p:cNvSpPr txBox="1"/>
          <p:nvPr/>
        </p:nvSpPr>
        <p:spPr>
          <a:xfrm>
            <a:off x="227339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CD52DE4-80C2-A237-45EF-8C1CDF6609BF}"/>
              </a:ext>
            </a:extLst>
          </p:cNvPr>
          <p:cNvSpPr txBox="1"/>
          <p:nvPr/>
        </p:nvSpPr>
        <p:spPr>
          <a:xfrm>
            <a:off x="1862612" y="461422"/>
            <a:ext cx="1379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81D7726-F6F9-4A95-5155-80078DD5092E}"/>
              </a:ext>
            </a:extLst>
          </p:cNvPr>
          <p:cNvSpPr txBox="1"/>
          <p:nvPr/>
        </p:nvSpPr>
        <p:spPr>
          <a:xfrm>
            <a:off x="144230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4.23  ÷  0.18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73B8830-CF54-AC83-D3A8-55B76D744A4B}"/>
              </a:ext>
            </a:extLst>
          </p:cNvPr>
          <p:cNvSpPr txBox="1"/>
          <p:nvPr/>
        </p:nvSpPr>
        <p:spPr>
          <a:xfrm>
            <a:off x="29376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DF607BF-F5BC-D63D-5C9C-9D36CFE126CE}"/>
              </a:ext>
            </a:extLst>
          </p:cNvPr>
          <p:cNvSpPr txBox="1"/>
          <p:nvPr/>
        </p:nvSpPr>
        <p:spPr>
          <a:xfrm>
            <a:off x="23480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F38BB08-643A-2BAA-D9E6-45A5B4E8C2D8}"/>
              </a:ext>
            </a:extLst>
          </p:cNvPr>
          <p:cNvSpPr txBox="1"/>
          <p:nvPr/>
        </p:nvSpPr>
        <p:spPr>
          <a:xfrm>
            <a:off x="149992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423</a:t>
            </a:r>
          </a:p>
        </p:txBody>
      </p:sp>
      <p:sp>
        <p:nvSpPr>
          <p:cNvPr id="57" name="Arrow: Circular 56">
            <a:extLst>
              <a:ext uri="{FF2B5EF4-FFF2-40B4-BE49-F238E27FC236}">
                <a16:creationId xmlns:a16="http://schemas.microsoft.com/office/drawing/2014/main" id="{5FBC6E3B-C618-624C-C5B3-CD96180031F8}"/>
              </a:ext>
            </a:extLst>
          </p:cNvPr>
          <p:cNvSpPr/>
          <p:nvPr/>
        </p:nvSpPr>
        <p:spPr>
          <a:xfrm rot="5400000">
            <a:off x="331172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8" name="Arrow: Circular 57">
            <a:extLst>
              <a:ext uri="{FF2B5EF4-FFF2-40B4-BE49-F238E27FC236}">
                <a16:creationId xmlns:a16="http://schemas.microsoft.com/office/drawing/2014/main" id="{FA0F8360-10B3-FBB8-7B18-A1C7438137E0}"/>
              </a:ext>
            </a:extLst>
          </p:cNvPr>
          <p:cNvSpPr/>
          <p:nvPr/>
        </p:nvSpPr>
        <p:spPr>
          <a:xfrm rot="5400000" flipV="1">
            <a:off x="84702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4518F38-326E-1EF0-A471-93FE4184936A}"/>
              </a:ext>
            </a:extLst>
          </p:cNvPr>
          <p:cNvSpPr txBox="1"/>
          <p:nvPr/>
        </p:nvSpPr>
        <p:spPr>
          <a:xfrm>
            <a:off x="41521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6DE993B-F651-5181-BDE3-A4A79F09347E}"/>
              </a:ext>
            </a:extLst>
          </p:cNvPr>
          <p:cNvSpPr txBox="1"/>
          <p:nvPr/>
        </p:nvSpPr>
        <p:spPr>
          <a:xfrm>
            <a:off x="41521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E47F245-FD60-3A55-8307-3FA8F8A71D0B}"/>
              </a:ext>
            </a:extLst>
          </p:cNvPr>
          <p:cNvSpPr txBox="1"/>
          <p:nvPr/>
        </p:nvSpPr>
        <p:spPr>
          <a:xfrm>
            <a:off x="3040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586E152-0BD3-44D8-2991-9A498F9C4F2F}"/>
              </a:ext>
            </a:extLst>
          </p:cNvPr>
          <p:cNvSpPr txBox="1"/>
          <p:nvPr/>
        </p:nvSpPr>
        <p:spPr>
          <a:xfrm>
            <a:off x="3040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0B111C8-F9F6-41DE-9BB5-721701FCC5A5}"/>
              </a:ext>
            </a:extLst>
          </p:cNvPr>
          <p:cNvSpPr txBox="1"/>
          <p:nvPr/>
        </p:nvSpPr>
        <p:spPr>
          <a:xfrm>
            <a:off x="286220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7312915-5463-60E1-435C-4372F4729937}"/>
              </a:ext>
            </a:extLst>
          </p:cNvPr>
          <p:cNvSpPr txBox="1"/>
          <p:nvPr/>
        </p:nvSpPr>
        <p:spPr>
          <a:xfrm>
            <a:off x="50174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1EE6325-9408-B8C7-D234-C7E971239C02}"/>
              </a:ext>
            </a:extLst>
          </p:cNvPr>
          <p:cNvSpPr txBox="1"/>
          <p:nvPr/>
        </p:nvSpPr>
        <p:spPr>
          <a:xfrm>
            <a:off x="22733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675FC5F-AAC3-204E-DBDE-74CFF1A2AE04}"/>
              </a:ext>
            </a:extLst>
          </p:cNvPr>
          <p:cNvSpPr txBox="1"/>
          <p:nvPr/>
        </p:nvSpPr>
        <p:spPr>
          <a:xfrm>
            <a:off x="288538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20E4514-F653-547F-32FF-8DFF25D55ADA}"/>
              </a:ext>
            </a:extLst>
          </p:cNvPr>
          <p:cNvSpPr txBox="1"/>
          <p:nvPr/>
        </p:nvSpPr>
        <p:spPr>
          <a:xfrm>
            <a:off x="16780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A173D19-F667-AC47-7BBB-0D5E6C38749F}"/>
              </a:ext>
            </a:extLst>
          </p:cNvPr>
          <p:cNvSpPr txBox="1"/>
          <p:nvPr/>
        </p:nvSpPr>
        <p:spPr>
          <a:xfrm>
            <a:off x="2688619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F39ED4E-0045-2299-611E-DC60337BEE3B}"/>
              </a:ext>
            </a:extLst>
          </p:cNvPr>
          <p:cNvSpPr txBox="1"/>
          <p:nvPr/>
        </p:nvSpPr>
        <p:spPr>
          <a:xfrm>
            <a:off x="740040" y="4790710"/>
            <a:ext cx="83227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1:</a:t>
            </a:r>
            <a:r>
              <a:rPr lang="en-GB" sz="2000" dirty="0"/>
              <a:t> 18</a:t>
            </a:r>
          </a:p>
          <a:p>
            <a:r>
              <a:rPr lang="en-GB" sz="2000" b="1" dirty="0"/>
              <a:t>2:</a:t>
            </a:r>
            <a:r>
              <a:rPr lang="en-GB" sz="2000" dirty="0"/>
              <a:t> 36</a:t>
            </a:r>
          </a:p>
          <a:p>
            <a:r>
              <a:rPr lang="en-GB" sz="2000" b="1" dirty="0"/>
              <a:t>3:</a:t>
            </a:r>
            <a:r>
              <a:rPr lang="en-GB" sz="2000" dirty="0"/>
              <a:t> 54</a:t>
            </a:r>
          </a:p>
          <a:p>
            <a:r>
              <a:rPr lang="en-GB" sz="2000" b="1" dirty="0"/>
              <a:t>4:</a:t>
            </a:r>
            <a:r>
              <a:rPr lang="en-GB" sz="2000" dirty="0"/>
              <a:t> 72</a:t>
            </a:r>
          </a:p>
          <a:p>
            <a:r>
              <a:rPr lang="en-GB" sz="2000" b="1" dirty="0"/>
              <a:t>5:</a:t>
            </a:r>
            <a:r>
              <a:rPr lang="en-GB" sz="2000" dirty="0"/>
              <a:t> 90</a:t>
            </a:r>
          </a:p>
          <a:p>
            <a:r>
              <a:rPr lang="en-GB" sz="2000" b="1" dirty="0"/>
              <a:t>6:</a:t>
            </a:r>
            <a:r>
              <a:rPr lang="en-GB" sz="2000" dirty="0"/>
              <a:t> 108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B2B4420-2DC9-B00C-C49F-D79A1DF09679}"/>
              </a:ext>
            </a:extLst>
          </p:cNvPr>
          <p:cNvSpPr txBox="1"/>
          <p:nvPr/>
        </p:nvSpPr>
        <p:spPr>
          <a:xfrm>
            <a:off x="16790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15C5BEA-27F8-D662-56E5-CD4BBE38B438}"/>
              </a:ext>
            </a:extLst>
          </p:cNvPr>
          <p:cNvSpPr txBox="1"/>
          <p:nvPr/>
        </p:nvSpPr>
        <p:spPr>
          <a:xfrm>
            <a:off x="2653774" y="502052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42 – 36 = 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3F6CDC3-C565-79EF-4EF7-0F766CACD649}"/>
              </a:ext>
            </a:extLst>
          </p:cNvPr>
          <p:cNvSpPr txBox="1"/>
          <p:nvPr/>
        </p:nvSpPr>
        <p:spPr>
          <a:xfrm>
            <a:off x="345275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C3AB4EBE-0A9C-0464-F313-6AB3EFE351A0}"/>
              </a:ext>
            </a:extLst>
          </p:cNvPr>
          <p:cNvSpPr/>
          <p:nvPr/>
        </p:nvSpPr>
        <p:spPr>
          <a:xfrm>
            <a:off x="3301801" y="310988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CD0C5BA-6152-9165-7B48-7FBBD7B4EA34}"/>
              </a:ext>
            </a:extLst>
          </p:cNvPr>
          <p:cNvSpPr txBox="1"/>
          <p:nvPr/>
        </p:nvSpPr>
        <p:spPr>
          <a:xfrm>
            <a:off x="2653774" y="566060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63 – 54 = 9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E0313BD-F509-2E69-D779-1BF96518894A}"/>
              </a:ext>
            </a:extLst>
          </p:cNvPr>
          <p:cNvSpPr txBox="1"/>
          <p:nvPr/>
        </p:nvSpPr>
        <p:spPr>
          <a:xfrm>
            <a:off x="3452117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1B20F36-D425-4E89-F5D7-AAF2FFD57B58}"/>
              </a:ext>
            </a:extLst>
          </p:cNvPr>
          <p:cNvSpPr txBox="1"/>
          <p:nvPr/>
        </p:nvSpPr>
        <p:spPr>
          <a:xfrm>
            <a:off x="3305363" y="338764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9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79A395C3-8D1D-A8F9-6422-45DEAFC316C5}"/>
              </a:ext>
            </a:extLst>
          </p:cNvPr>
          <p:cNvSpPr/>
          <p:nvPr/>
        </p:nvSpPr>
        <p:spPr>
          <a:xfrm>
            <a:off x="3301801" y="374805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2543B12A-24DF-5A1E-8E23-C0C0A6DFB835}"/>
              </a:ext>
            </a:extLst>
          </p:cNvPr>
          <p:cNvGraphicFramePr>
            <a:graphicFrameLocks noGrp="1"/>
          </p:cNvGraphicFramePr>
          <p:nvPr/>
        </p:nvGraphicFramePr>
        <p:xfrm>
          <a:off x="535965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5DEE09-E993-FBF8-399D-7418A3E58A86}"/>
              </a:ext>
            </a:extLst>
          </p:cNvPr>
          <p:cNvCxnSpPr>
            <a:cxnSpLocks/>
          </p:cNvCxnSpPr>
          <p:nvPr/>
        </p:nvCxnSpPr>
        <p:spPr>
          <a:xfrm>
            <a:off x="6519791" y="3497218"/>
            <a:ext cx="261093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F801095-C540-1302-D28A-C4465C46B9C6}"/>
              </a:ext>
            </a:extLst>
          </p:cNvPr>
          <p:cNvCxnSpPr>
            <a:cxnSpLocks/>
          </p:cNvCxnSpPr>
          <p:nvPr/>
        </p:nvCxnSpPr>
        <p:spPr>
          <a:xfrm>
            <a:off x="654806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6FC2290-A618-CBF6-79B8-24F52C920FE4}"/>
              </a:ext>
            </a:extLst>
          </p:cNvPr>
          <p:cNvSpPr txBox="1"/>
          <p:nvPr/>
        </p:nvSpPr>
        <p:spPr>
          <a:xfrm>
            <a:off x="602884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E1BEFF-B466-4BD3-76D1-5D93061BDF00}"/>
              </a:ext>
            </a:extLst>
          </p:cNvPr>
          <p:cNvSpPr txBox="1"/>
          <p:nvPr/>
        </p:nvSpPr>
        <p:spPr>
          <a:xfrm>
            <a:off x="721947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F5A388-2A19-F8FF-B3BC-3F0E8C311E21}"/>
              </a:ext>
            </a:extLst>
          </p:cNvPr>
          <p:cNvSpPr txBox="1"/>
          <p:nvPr/>
        </p:nvSpPr>
        <p:spPr>
          <a:xfrm>
            <a:off x="6808685" y="461422"/>
            <a:ext cx="1379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E26069-1D74-3BD1-B893-C1958F0C60A7}"/>
              </a:ext>
            </a:extLst>
          </p:cNvPr>
          <p:cNvSpPr txBox="1"/>
          <p:nvPr/>
        </p:nvSpPr>
        <p:spPr>
          <a:xfrm>
            <a:off x="6388379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3.57  ÷  0.15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1B6231-9044-6AE5-3142-25293F0B16C7}"/>
              </a:ext>
            </a:extLst>
          </p:cNvPr>
          <p:cNvSpPr txBox="1"/>
          <p:nvPr/>
        </p:nvSpPr>
        <p:spPr>
          <a:xfrm>
            <a:off x="788369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4CB0CF-F9CF-50F2-3931-2A27F9188C37}"/>
              </a:ext>
            </a:extLst>
          </p:cNvPr>
          <p:cNvSpPr txBox="1"/>
          <p:nvPr/>
        </p:nvSpPr>
        <p:spPr>
          <a:xfrm>
            <a:off x="729416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A600B4-6F9B-FC1D-7020-6AE9F13DEF07}"/>
              </a:ext>
            </a:extLst>
          </p:cNvPr>
          <p:cNvSpPr txBox="1"/>
          <p:nvPr/>
        </p:nvSpPr>
        <p:spPr>
          <a:xfrm>
            <a:off x="6445999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357</a:t>
            </a:r>
          </a:p>
        </p:txBody>
      </p:sp>
      <p:sp>
        <p:nvSpPr>
          <p:cNvPr id="15" name="Arrow: Circular 14">
            <a:extLst>
              <a:ext uri="{FF2B5EF4-FFF2-40B4-BE49-F238E27FC236}">
                <a16:creationId xmlns:a16="http://schemas.microsoft.com/office/drawing/2014/main" id="{FB88A978-F07D-8A97-5AE3-90FE5569B836}"/>
              </a:ext>
            </a:extLst>
          </p:cNvPr>
          <p:cNvSpPr/>
          <p:nvPr/>
        </p:nvSpPr>
        <p:spPr>
          <a:xfrm rot="5400000">
            <a:off x="825780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6" name="Arrow: Circular 15">
            <a:extLst>
              <a:ext uri="{FF2B5EF4-FFF2-40B4-BE49-F238E27FC236}">
                <a16:creationId xmlns:a16="http://schemas.microsoft.com/office/drawing/2014/main" id="{441821E4-09C1-01FA-CEC9-E49F48B411D8}"/>
              </a:ext>
            </a:extLst>
          </p:cNvPr>
          <p:cNvSpPr/>
          <p:nvPr/>
        </p:nvSpPr>
        <p:spPr>
          <a:xfrm rot="5400000" flipV="1">
            <a:off x="579309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F73299-B197-C57A-B2D3-CBF3856CD17A}"/>
              </a:ext>
            </a:extLst>
          </p:cNvPr>
          <p:cNvSpPr txBox="1"/>
          <p:nvPr/>
        </p:nvSpPr>
        <p:spPr>
          <a:xfrm>
            <a:off x="909827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C829EB-C9E8-959F-6668-51EB0E8B20B2}"/>
              </a:ext>
            </a:extLst>
          </p:cNvPr>
          <p:cNvSpPr txBox="1"/>
          <p:nvPr/>
        </p:nvSpPr>
        <p:spPr>
          <a:xfrm>
            <a:off x="909827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303486-DE39-8EB0-C02C-BDB3BC1AD474}"/>
              </a:ext>
            </a:extLst>
          </p:cNvPr>
          <p:cNvSpPr txBox="1"/>
          <p:nvPr/>
        </p:nvSpPr>
        <p:spPr>
          <a:xfrm>
            <a:off x="525017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C08374-7135-DC34-97FB-6FC8183F8160}"/>
              </a:ext>
            </a:extLst>
          </p:cNvPr>
          <p:cNvSpPr txBox="1"/>
          <p:nvPr/>
        </p:nvSpPr>
        <p:spPr>
          <a:xfrm>
            <a:off x="525017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977169-650F-FE84-5AD4-ECE09C1095D5}"/>
              </a:ext>
            </a:extLst>
          </p:cNvPr>
          <p:cNvSpPr txBox="1"/>
          <p:nvPr/>
        </p:nvSpPr>
        <p:spPr>
          <a:xfrm>
            <a:off x="780827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45D73A-0BE9-87B7-F93B-CC714B6B6F09}"/>
              </a:ext>
            </a:extLst>
          </p:cNvPr>
          <p:cNvSpPr txBox="1"/>
          <p:nvPr/>
        </p:nvSpPr>
        <p:spPr>
          <a:xfrm>
            <a:off x="544782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697D56-DBC2-C0D1-6611-158F7870BDC8}"/>
              </a:ext>
            </a:extLst>
          </p:cNvPr>
          <p:cNvSpPr txBox="1"/>
          <p:nvPr/>
        </p:nvSpPr>
        <p:spPr>
          <a:xfrm>
            <a:off x="721947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10E9D4-337A-D7E3-5DB4-F695C0C39CFD}"/>
              </a:ext>
            </a:extLst>
          </p:cNvPr>
          <p:cNvSpPr txBox="1"/>
          <p:nvPr/>
        </p:nvSpPr>
        <p:spPr>
          <a:xfrm>
            <a:off x="783145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D3AEA8-FC5C-0729-6FF8-22CE133C3103}"/>
              </a:ext>
            </a:extLst>
          </p:cNvPr>
          <p:cNvSpPr txBox="1"/>
          <p:nvPr/>
        </p:nvSpPr>
        <p:spPr>
          <a:xfrm>
            <a:off x="6624159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1736BF-5000-3A95-B0AF-494D17DF8A81}"/>
              </a:ext>
            </a:extLst>
          </p:cNvPr>
          <p:cNvSpPr txBox="1"/>
          <p:nvPr/>
        </p:nvSpPr>
        <p:spPr>
          <a:xfrm>
            <a:off x="7634692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C24869-F67A-345E-5FF2-3A3C71918C88}"/>
              </a:ext>
            </a:extLst>
          </p:cNvPr>
          <p:cNvSpPr txBox="1"/>
          <p:nvPr/>
        </p:nvSpPr>
        <p:spPr>
          <a:xfrm>
            <a:off x="5686113" y="4790710"/>
            <a:ext cx="70243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1:</a:t>
            </a:r>
            <a:r>
              <a:rPr lang="en-GB" sz="2000" dirty="0"/>
              <a:t> 15</a:t>
            </a:r>
          </a:p>
          <a:p>
            <a:r>
              <a:rPr lang="en-GB" sz="2000" b="1" dirty="0"/>
              <a:t>2:</a:t>
            </a:r>
            <a:r>
              <a:rPr lang="en-GB" sz="2000" dirty="0"/>
              <a:t> 30</a:t>
            </a:r>
          </a:p>
          <a:p>
            <a:r>
              <a:rPr lang="en-GB" sz="2000" b="1" dirty="0"/>
              <a:t>3:</a:t>
            </a:r>
            <a:r>
              <a:rPr lang="en-GB" sz="2000" dirty="0"/>
              <a:t> 45</a:t>
            </a:r>
          </a:p>
          <a:p>
            <a:r>
              <a:rPr lang="en-GB" sz="2000" b="1" dirty="0"/>
              <a:t>4:</a:t>
            </a:r>
            <a:r>
              <a:rPr lang="en-GB" sz="2000" dirty="0"/>
              <a:t> 60</a:t>
            </a:r>
          </a:p>
          <a:p>
            <a:r>
              <a:rPr lang="en-GB" sz="2000" b="1" dirty="0"/>
              <a:t>5:</a:t>
            </a:r>
            <a:r>
              <a:rPr lang="en-GB" sz="2000" dirty="0"/>
              <a:t> 75</a:t>
            </a:r>
          </a:p>
          <a:p>
            <a:r>
              <a:rPr lang="en-GB" sz="2000" b="1" dirty="0"/>
              <a:t>6:</a:t>
            </a:r>
            <a:r>
              <a:rPr lang="en-GB" sz="2000" dirty="0"/>
              <a:t> 90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C60920-8660-04F4-97B1-89C8B5FF6B12}"/>
              </a:ext>
            </a:extLst>
          </p:cNvPr>
          <p:cNvSpPr txBox="1"/>
          <p:nvPr/>
        </p:nvSpPr>
        <p:spPr>
          <a:xfrm>
            <a:off x="662511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277EED-AB37-0B0C-2837-A91987B6464C}"/>
              </a:ext>
            </a:extLst>
          </p:cNvPr>
          <p:cNvSpPr txBox="1"/>
          <p:nvPr/>
        </p:nvSpPr>
        <p:spPr>
          <a:xfrm>
            <a:off x="7599847" y="502052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35 – 30 = 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C478862-2858-C878-3A5C-CD2F7DE0E726}"/>
              </a:ext>
            </a:extLst>
          </p:cNvPr>
          <p:cNvSpPr txBox="1"/>
          <p:nvPr/>
        </p:nvSpPr>
        <p:spPr>
          <a:xfrm>
            <a:off x="839882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CDAE5FC-1203-2ABB-17A4-1E8EFF86B54A}"/>
              </a:ext>
            </a:extLst>
          </p:cNvPr>
          <p:cNvSpPr/>
          <p:nvPr/>
        </p:nvSpPr>
        <p:spPr>
          <a:xfrm>
            <a:off x="8247874" y="310988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2025DDE-1886-8BDE-6B41-F7C0C1576EA7}"/>
              </a:ext>
            </a:extLst>
          </p:cNvPr>
          <p:cNvSpPr txBox="1"/>
          <p:nvPr/>
        </p:nvSpPr>
        <p:spPr>
          <a:xfrm>
            <a:off x="7534926" y="5660603"/>
            <a:ext cx="14510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57 – 45 = 12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0A0B9D3-F4A9-67A2-3982-4BD4996C18EF}"/>
              </a:ext>
            </a:extLst>
          </p:cNvPr>
          <p:cNvSpPr txBox="1"/>
          <p:nvPr/>
        </p:nvSpPr>
        <p:spPr>
          <a:xfrm>
            <a:off x="839819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75F0DF5-F592-5A29-907D-C4C347F397DA}"/>
              </a:ext>
            </a:extLst>
          </p:cNvPr>
          <p:cNvSpPr txBox="1"/>
          <p:nvPr/>
        </p:nvSpPr>
        <p:spPr>
          <a:xfrm>
            <a:off x="8060052" y="3373359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12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D6C4763-66BB-D003-897D-CDEAB9716801}"/>
              </a:ext>
            </a:extLst>
          </p:cNvPr>
          <p:cNvSpPr/>
          <p:nvPr/>
        </p:nvSpPr>
        <p:spPr>
          <a:xfrm>
            <a:off x="8247874" y="374805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457300-823A-9D83-26D9-EE0C029701D2}"/>
              </a:ext>
            </a:extLst>
          </p:cNvPr>
          <p:cNvSpPr txBox="1"/>
          <p:nvPr/>
        </p:nvSpPr>
        <p:spPr>
          <a:xfrm>
            <a:off x="6517386" y="4790710"/>
            <a:ext cx="83227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7:</a:t>
            </a:r>
            <a:r>
              <a:rPr lang="en-GB" sz="2000" dirty="0"/>
              <a:t> 105</a:t>
            </a:r>
          </a:p>
          <a:p>
            <a:r>
              <a:rPr lang="en-GB" sz="2000" b="1" dirty="0"/>
              <a:t>8:</a:t>
            </a:r>
            <a:r>
              <a:rPr lang="en-GB" sz="2000" dirty="0"/>
              <a:t> 120</a:t>
            </a:r>
          </a:p>
          <a:p>
            <a:r>
              <a:rPr lang="en-GB" sz="2000" b="1" dirty="0"/>
              <a:t>9:</a:t>
            </a:r>
            <a:r>
              <a:rPr lang="en-GB" sz="2000" dirty="0"/>
              <a:t> 135</a:t>
            </a:r>
          </a:p>
        </p:txBody>
      </p:sp>
    </p:spTree>
    <p:extLst>
      <p:ext uri="{BB962C8B-B14F-4D97-AF65-F5344CB8AC3E}">
        <p14:creationId xmlns:p14="http://schemas.microsoft.com/office/powerpoint/2010/main" val="2271663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2" grpId="0"/>
      <p:bldP spid="13" grpId="0"/>
      <p:bldP spid="14" grpId="0"/>
      <p:bldP spid="15" grpId="0" animBg="1"/>
      <p:bldP spid="16" grpId="0" animBg="1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7" grpId="0"/>
      <p:bldP spid="29" grpId="0"/>
      <p:bldP spid="30" grpId="0"/>
      <p:bldP spid="31" grpId="0"/>
      <p:bldP spid="32" grpId="0"/>
      <p:bldP spid="33" grpId="0" animBg="1"/>
      <p:bldP spid="34" grpId="0"/>
      <p:bldP spid="35" grpId="0"/>
      <p:bldP spid="36" grpId="0"/>
      <p:bldP spid="37" grpId="0" animBg="1"/>
      <p:bldP spid="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777186" y="11009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239A-FEC8-7902-4E5B-295B59478985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7" name="Table 6">
            <a:extLst>
              <a:ext uri="{FF2B5EF4-FFF2-40B4-BE49-F238E27FC236}">
                <a16:creationId xmlns:a16="http://schemas.microsoft.com/office/drawing/2014/main" id="{C312D045-815C-39BF-20A0-9615E7528627}"/>
              </a:ext>
            </a:extLst>
          </p:cNvPr>
          <p:cNvGraphicFramePr>
            <a:graphicFrameLocks noGrp="1"/>
          </p:cNvGraphicFramePr>
          <p:nvPr/>
        </p:nvGraphicFramePr>
        <p:xfrm>
          <a:off x="41358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FB249A2-E87C-9D09-99B9-01C7CBDF5F02}"/>
              </a:ext>
            </a:extLst>
          </p:cNvPr>
          <p:cNvCxnSpPr>
            <a:cxnSpLocks/>
          </p:cNvCxnSpPr>
          <p:nvPr/>
        </p:nvCxnSpPr>
        <p:spPr>
          <a:xfrm>
            <a:off x="1573718" y="3497218"/>
            <a:ext cx="261093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D058C14-8030-8B45-8157-54930FDC34C2}"/>
              </a:ext>
            </a:extLst>
          </p:cNvPr>
          <p:cNvCxnSpPr>
            <a:cxnSpLocks/>
          </p:cNvCxnSpPr>
          <p:nvPr/>
        </p:nvCxnSpPr>
        <p:spPr>
          <a:xfrm>
            <a:off x="160198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73DA9E7-8A7D-80F5-7E6C-C066DADF5613}"/>
              </a:ext>
            </a:extLst>
          </p:cNvPr>
          <p:cNvSpPr txBox="1"/>
          <p:nvPr/>
        </p:nvSpPr>
        <p:spPr>
          <a:xfrm>
            <a:off x="1082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279C236-920D-E095-4129-AEED1AF2532F}"/>
              </a:ext>
            </a:extLst>
          </p:cNvPr>
          <p:cNvSpPr txBox="1"/>
          <p:nvPr/>
        </p:nvSpPr>
        <p:spPr>
          <a:xfrm>
            <a:off x="227339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CD52DE4-80C2-A237-45EF-8C1CDF6609BF}"/>
              </a:ext>
            </a:extLst>
          </p:cNvPr>
          <p:cNvSpPr txBox="1"/>
          <p:nvPr/>
        </p:nvSpPr>
        <p:spPr>
          <a:xfrm>
            <a:off x="1862612" y="461422"/>
            <a:ext cx="1379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81D7726-F6F9-4A95-5155-80078DD5092E}"/>
              </a:ext>
            </a:extLst>
          </p:cNvPr>
          <p:cNvSpPr txBox="1"/>
          <p:nvPr/>
        </p:nvSpPr>
        <p:spPr>
          <a:xfrm>
            <a:off x="144230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4.23  ÷  0.18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73B8830-CF54-AC83-D3A8-55B76D744A4B}"/>
              </a:ext>
            </a:extLst>
          </p:cNvPr>
          <p:cNvSpPr txBox="1"/>
          <p:nvPr/>
        </p:nvSpPr>
        <p:spPr>
          <a:xfrm>
            <a:off x="29376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DF607BF-F5BC-D63D-5C9C-9D36CFE126CE}"/>
              </a:ext>
            </a:extLst>
          </p:cNvPr>
          <p:cNvSpPr txBox="1"/>
          <p:nvPr/>
        </p:nvSpPr>
        <p:spPr>
          <a:xfrm>
            <a:off x="23480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F38BB08-643A-2BAA-D9E6-45A5B4E8C2D8}"/>
              </a:ext>
            </a:extLst>
          </p:cNvPr>
          <p:cNvSpPr txBox="1"/>
          <p:nvPr/>
        </p:nvSpPr>
        <p:spPr>
          <a:xfrm>
            <a:off x="149992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423</a:t>
            </a:r>
          </a:p>
        </p:txBody>
      </p:sp>
      <p:sp>
        <p:nvSpPr>
          <p:cNvPr id="57" name="Arrow: Circular 56">
            <a:extLst>
              <a:ext uri="{FF2B5EF4-FFF2-40B4-BE49-F238E27FC236}">
                <a16:creationId xmlns:a16="http://schemas.microsoft.com/office/drawing/2014/main" id="{5FBC6E3B-C618-624C-C5B3-CD96180031F8}"/>
              </a:ext>
            </a:extLst>
          </p:cNvPr>
          <p:cNvSpPr/>
          <p:nvPr/>
        </p:nvSpPr>
        <p:spPr>
          <a:xfrm rot="5400000">
            <a:off x="331172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8" name="Arrow: Circular 57">
            <a:extLst>
              <a:ext uri="{FF2B5EF4-FFF2-40B4-BE49-F238E27FC236}">
                <a16:creationId xmlns:a16="http://schemas.microsoft.com/office/drawing/2014/main" id="{FA0F8360-10B3-FBB8-7B18-A1C7438137E0}"/>
              </a:ext>
            </a:extLst>
          </p:cNvPr>
          <p:cNvSpPr/>
          <p:nvPr/>
        </p:nvSpPr>
        <p:spPr>
          <a:xfrm rot="5400000" flipV="1">
            <a:off x="84702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4518F38-326E-1EF0-A471-93FE4184936A}"/>
              </a:ext>
            </a:extLst>
          </p:cNvPr>
          <p:cNvSpPr txBox="1"/>
          <p:nvPr/>
        </p:nvSpPr>
        <p:spPr>
          <a:xfrm>
            <a:off x="41521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6DE993B-F651-5181-BDE3-A4A79F09347E}"/>
              </a:ext>
            </a:extLst>
          </p:cNvPr>
          <p:cNvSpPr txBox="1"/>
          <p:nvPr/>
        </p:nvSpPr>
        <p:spPr>
          <a:xfrm>
            <a:off x="41521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E47F245-FD60-3A55-8307-3FA8F8A71D0B}"/>
              </a:ext>
            </a:extLst>
          </p:cNvPr>
          <p:cNvSpPr txBox="1"/>
          <p:nvPr/>
        </p:nvSpPr>
        <p:spPr>
          <a:xfrm>
            <a:off x="3040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586E152-0BD3-44D8-2991-9A498F9C4F2F}"/>
              </a:ext>
            </a:extLst>
          </p:cNvPr>
          <p:cNvSpPr txBox="1"/>
          <p:nvPr/>
        </p:nvSpPr>
        <p:spPr>
          <a:xfrm>
            <a:off x="3040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0B111C8-F9F6-41DE-9BB5-721701FCC5A5}"/>
              </a:ext>
            </a:extLst>
          </p:cNvPr>
          <p:cNvSpPr txBox="1"/>
          <p:nvPr/>
        </p:nvSpPr>
        <p:spPr>
          <a:xfrm>
            <a:off x="286220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7312915-5463-60E1-435C-4372F4729937}"/>
              </a:ext>
            </a:extLst>
          </p:cNvPr>
          <p:cNvSpPr txBox="1"/>
          <p:nvPr/>
        </p:nvSpPr>
        <p:spPr>
          <a:xfrm>
            <a:off x="50174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1EE6325-9408-B8C7-D234-C7E971239C02}"/>
              </a:ext>
            </a:extLst>
          </p:cNvPr>
          <p:cNvSpPr txBox="1"/>
          <p:nvPr/>
        </p:nvSpPr>
        <p:spPr>
          <a:xfrm>
            <a:off x="22733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675FC5F-AAC3-204E-DBDE-74CFF1A2AE04}"/>
              </a:ext>
            </a:extLst>
          </p:cNvPr>
          <p:cNvSpPr txBox="1"/>
          <p:nvPr/>
        </p:nvSpPr>
        <p:spPr>
          <a:xfrm>
            <a:off x="288538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20E4514-F653-547F-32FF-8DFF25D55ADA}"/>
              </a:ext>
            </a:extLst>
          </p:cNvPr>
          <p:cNvSpPr txBox="1"/>
          <p:nvPr/>
        </p:nvSpPr>
        <p:spPr>
          <a:xfrm>
            <a:off x="16780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A173D19-F667-AC47-7BBB-0D5E6C38749F}"/>
              </a:ext>
            </a:extLst>
          </p:cNvPr>
          <p:cNvSpPr txBox="1"/>
          <p:nvPr/>
        </p:nvSpPr>
        <p:spPr>
          <a:xfrm>
            <a:off x="2688619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F39ED4E-0045-2299-611E-DC60337BEE3B}"/>
              </a:ext>
            </a:extLst>
          </p:cNvPr>
          <p:cNvSpPr txBox="1"/>
          <p:nvPr/>
        </p:nvSpPr>
        <p:spPr>
          <a:xfrm>
            <a:off x="740040" y="4790710"/>
            <a:ext cx="83227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1:</a:t>
            </a:r>
            <a:r>
              <a:rPr lang="en-GB" sz="2000" dirty="0"/>
              <a:t> 18</a:t>
            </a:r>
          </a:p>
          <a:p>
            <a:r>
              <a:rPr lang="en-GB" sz="2000" b="1" dirty="0"/>
              <a:t>2:</a:t>
            </a:r>
            <a:r>
              <a:rPr lang="en-GB" sz="2000" dirty="0"/>
              <a:t> 36</a:t>
            </a:r>
          </a:p>
          <a:p>
            <a:r>
              <a:rPr lang="en-GB" sz="2000" b="1" dirty="0"/>
              <a:t>3:</a:t>
            </a:r>
            <a:r>
              <a:rPr lang="en-GB" sz="2000" dirty="0"/>
              <a:t> 54</a:t>
            </a:r>
          </a:p>
          <a:p>
            <a:r>
              <a:rPr lang="en-GB" sz="2000" b="1" dirty="0"/>
              <a:t>4:</a:t>
            </a:r>
            <a:r>
              <a:rPr lang="en-GB" sz="2000" dirty="0"/>
              <a:t> 72</a:t>
            </a:r>
          </a:p>
          <a:p>
            <a:r>
              <a:rPr lang="en-GB" sz="2000" b="1" dirty="0"/>
              <a:t>5:</a:t>
            </a:r>
            <a:r>
              <a:rPr lang="en-GB" sz="2000" dirty="0"/>
              <a:t> 90</a:t>
            </a:r>
          </a:p>
          <a:p>
            <a:r>
              <a:rPr lang="en-GB" sz="2000" b="1" dirty="0"/>
              <a:t>6:</a:t>
            </a:r>
            <a:r>
              <a:rPr lang="en-GB" sz="2000" dirty="0"/>
              <a:t> 108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B2B4420-2DC9-B00C-C49F-D79A1DF09679}"/>
              </a:ext>
            </a:extLst>
          </p:cNvPr>
          <p:cNvSpPr txBox="1"/>
          <p:nvPr/>
        </p:nvSpPr>
        <p:spPr>
          <a:xfrm>
            <a:off x="16790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15C5BEA-27F8-D662-56E5-CD4BBE38B438}"/>
              </a:ext>
            </a:extLst>
          </p:cNvPr>
          <p:cNvSpPr txBox="1"/>
          <p:nvPr/>
        </p:nvSpPr>
        <p:spPr>
          <a:xfrm>
            <a:off x="2653774" y="502052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42 – 36 = 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3F6CDC3-C565-79EF-4EF7-0F766CACD649}"/>
              </a:ext>
            </a:extLst>
          </p:cNvPr>
          <p:cNvSpPr txBox="1"/>
          <p:nvPr/>
        </p:nvSpPr>
        <p:spPr>
          <a:xfrm>
            <a:off x="345275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C3AB4EBE-0A9C-0464-F313-6AB3EFE351A0}"/>
              </a:ext>
            </a:extLst>
          </p:cNvPr>
          <p:cNvSpPr/>
          <p:nvPr/>
        </p:nvSpPr>
        <p:spPr>
          <a:xfrm>
            <a:off x="3301801" y="310988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CD0C5BA-6152-9165-7B48-7FBBD7B4EA34}"/>
              </a:ext>
            </a:extLst>
          </p:cNvPr>
          <p:cNvSpPr txBox="1"/>
          <p:nvPr/>
        </p:nvSpPr>
        <p:spPr>
          <a:xfrm>
            <a:off x="2653774" y="566060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63 – 54 = 9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E0313BD-F509-2E69-D779-1BF96518894A}"/>
              </a:ext>
            </a:extLst>
          </p:cNvPr>
          <p:cNvSpPr txBox="1"/>
          <p:nvPr/>
        </p:nvSpPr>
        <p:spPr>
          <a:xfrm>
            <a:off x="3452117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1B20F36-D425-4E89-F5D7-AAF2FFD57B58}"/>
              </a:ext>
            </a:extLst>
          </p:cNvPr>
          <p:cNvSpPr txBox="1"/>
          <p:nvPr/>
        </p:nvSpPr>
        <p:spPr>
          <a:xfrm>
            <a:off x="3305363" y="338764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9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79A395C3-8D1D-A8F9-6422-45DEAFC316C5}"/>
              </a:ext>
            </a:extLst>
          </p:cNvPr>
          <p:cNvSpPr/>
          <p:nvPr/>
        </p:nvSpPr>
        <p:spPr>
          <a:xfrm>
            <a:off x="3301801" y="374805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2543B12A-24DF-5A1E-8E23-C0C0A6DFB835}"/>
              </a:ext>
            </a:extLst>
          </p:cNvPr>
          <p:cNvGraphicFramePr>
            <a:graphicFrameLocks noGrp="1"/>
          </p:cNvGraphicFramePr>
          <p:nvPr/>
        </p:nvGraphicFramePr>
        <p:xfrm>
          <a:off x="535965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5DEE09-E993-FBF8-399D-7418A3E58A86}"/>
              </a:ext>
            </a:extLst>
          </p:cNvPr>
          <p:cNvCxnSpPr>
            <a:cxnSpLocks/>
          </p:cNvCxnSpPr>
          <p:nvPr/>
        </p:nvCxnSpPr>
        <p:spPr>
          <a:xfrm>
            <a:off x="6519791" y="3497218"/>
            <a:ext cx="261093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F801095-C540-1302-D28A-C4465C46B9C6}"/>
              </a:ext>
            </a:extLst>
          </p:cNvPr>
          <p:cNvCxnSpPr>
            <a:cxnSpLocks/>
          </p:cNvCxnSpPr>
          <p:nvPr/>
        </p:nvCxnSpPr>
        <p:spPr>
          <a:xfrm>
            <a:off x="654806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6FC2290-A618-CBF6-79B8-24F52C920FE4}"/>
              </a:ext>
            </a:extLst>
          </p:cNvPr>
          <p:cNvSpPr txBox="1"/>
          <p:nvPr/>
        </p:nvSpPr>
        <p:spPr>
          <a:xfrm>
            <a:off x="602884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E1BEFF-B466-4BD3-76D1-5D93061BDF00}"/>
              </a:ext>
            </a:extLst>
          </p:cNvPr>
          <p:cNvSpPr txBox="1"/>
          <p:nvPr/>
        </p:nvSpPr>
        <p:spPr>
          <a:xfrm>
            <a:off x="721947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F5A388-2A19-F8FF-B3BC-3F0E8C311E21}"/>
              </a:ext>
            </a:extLst>
          </p:cNvPr>
          <p:cNvSpPr txBox="1"/>
          <p:nvPr/>
        </p:nvSpPr>
        <p:spPr>
          <a:xfrm>
            <a:off x="6808685" y="461422"/>
            <a:ext cx="1379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E26069-1D74-3BD1-B893-C1958F0C60A7}"/>
              </a:ext>
            </a:extLst>
          </p:cNvPr>
          <p:cNvSpPr txBox="1"/>
          <p:nvPr/>
        </p:nvSpPr>
        <p:spPr>
          <a:xfrm>
            <a:off x="6492574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6.3  ÷  0.12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1B6231-9044-6AE5-3142-25293F0B16C7}"/>
              </a:ext>
            </a:extLst>
          </p:cNvPr>
          <p:cNvSpPr txBox="1"/>
          <p:nvPr/>
        </p:nvSpPr>
        <p:spPr>
          <a:xfrm>
            <a:off x="788369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4CB0CF-F9CF-50F2-3931-2A27F9188C37}"/>
              </a:ext>
            </a:extLst>
          </p:cNvPr>
          <p:cNvSpPr txBox="1"/>
          <p:nvPr/>
        </p:nvSpPr>
        <p:spPr>
          <a:xfrm>
            <a:off x="729416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A600B4-6F9B-FC1D-7020-6AE9F13DEF07}"/>
              </a:ext>
            </a:extLst>
          </p:cNvPr>
          <p:cNvSpPr txBox="1"/>
          <p:nvPr/>
        </p:nvSpPr>
        <p:spPr>
          <a:xfrm>
            <a:off x="6445999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630</a:t>
            </a:r>
          </a:p>
        </p:txBody>
      </p:sp>
      <p:sp>
        <p:nvSpPr>
          <p:cNvPr id="15" name="Arrow: Circular 14">
            <a:extLst>
              <a:ext uri="{FF2B5EF4-FFF2-40B4-BE49-F238E27FC236}">
                <a16:creationId xmlns:a16="http://schemas.microsoft.com/office/drawing/2014/main" id="{FB88A978-F07D-8A97-5AE3-90FE5569B836}"/>
              </a:ext>
            </a:extLst>
          </p:cNvPr>
          <p:cNvSpPr/>
          <p:nvPr/>
        </p:nvSpPr>
        <p:spPr>
          <a:xfrm rot="5400000">
            <a:off x="825780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6" name="Arrow: Circular 15">
            <a:extLst>
              <a:ext uri="{FF2B5EF4-FFF2-40B4-BE49-F238E27FC236}">
                <a16:creationId xmlns:a16="http://schemas.microsoft.com/office/drawing/2014/main" id="{441821E4-09C1-01FA-CEC9-E49F48B411D8}"/>
              </a:ext>
            </a:extLst>
          </p:cNvPr>
          <p:cNvSpPr/>
          <p:nvPr/>
        </p:nvSpPr>
        <p:spPr>
          <a:xfrm rot="5400000" flipV="1">
            <a:off x="579309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F73299-B197-C57A-B2D3-CBF3856CD17A}"/>
              </a:ext>
            </a:extLst>
          </p:cNvPr>
          <p:cNvSpPr txBox="1"/>
          <p:nvPr/>
        </p:nvSpPr>
        <p:spPr>
          <a:xfrm>
            <a:off x="909827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C829EB-C9E8-959F-6668-51EB0E8B20B2}"/>
              </a:ext>
            </a:extLst>
          </p:cNvPr>
          <p:cNvSpPr txBox="1"/>
          <p:nvPr/>
        </p:nvSpPr>
        <p:spPr>
          <a:xfrm>
            <a:off x="909827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303486-DE39-8EB0-C02C-BDB3BC1AD474}"/>
              </a:ext>
            </a:extLst>
          </p:cNvPr>
          <p:cNvSpPr txBox="1"/>
          <p:nvPr/>
        </p:nvSpPr>
        <p:spPr>
          <a:xfrm>
            <a:off x="525017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C08374-7135-DC34-97FB-6FC8183F8160}"/>
              </a:ext>
            </a:extLst>
          </p:cNvPr>
          <p:cNvSpPr txBox="1"/>
          <p:nvPr/>
        </p:nvSpPr>
        <p:spPr>
          <a:xfrm>
            <a:off x="525017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977169-650F-FE84-5AD4-ECE09C1095D5}"/>
              </a:ext>
            </a:extLst>
          </p:cNvPr>
          <p:cNvSpPr txBox="1"/>
          <p:nvPr/>
        </p:nvSpPr>
        <p:spPr>
          <a:xfrm>
            <a:off x="780827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45D73A-0BE9-87B7-F93B-CC714B6B6F09}"/>
              </a:ext>
            </a:extLst>
          </p:cNvPr>
          <p:cNvSpPr txBox="1"/>
          <p:nvPr/>
        </p:nvSpPr>
        <p:spPr>
          <a:xfrm>
            <a:off x="544782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697D56-DBC2-C0D1-6611-158F7870BDC8}"/>
              </a:ext>
            </a:extLst>
          </p:cNvPr>
          <p:cNvSpPr txBox="1"/>
          <p:nvPr/>
        </p:nvSpPr>
        <p:spPr>
          <a:xfrm>
            <a:off x="721947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10E9D4-337A-D7E3-5DB4-F695C0C39CFD}"/>
              </a:ext>
            </a:extLst>
          </p:cNvPr>
          <p:cNvSpPr txBox="1"/>
          <p:nvPr/>
        </p:nvSpPr>
        <p:spPr>
          <a:xfrm>
            <a:off x="783145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D3AEA8-FC5C-0729-6FF8-22CE133C3103}"/>
              </a:ext>
            </a:extLst>
          </p:cNvPr>
          <p:cNvSpPr txBox="1"/>
          <p:nvPr/>
        </p:nvSpPr>
        <p:spPr>
          <a:xfrm>
            <a:off x="6624159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1736BF-5000-3A95-B0AF-494D17DF8A81}"/>
              </a:ext>
            </a:extLst>
          </p:cNvPr>
          <p:cNvSpPr txBox="1"/>
          <p:nvPr/>
        </p:nvSpPr>
        <p:spPr>
          <a:xfrm>
            <a:off x="7634692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C24869-F67A-345E-5FF2-3A3C71918C88}"/>
              </a:ext>
            </a:extLst>
          </p:cNvPr>
          <p:cNvSpPr txBox="1"/>
          <p:nvPr/>
        </p:nvSpPr>
        <p:spPr>
          <a:xfrm>
            <a:off x="5686113" y="4790710"/>
            <a:ext cx="70243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C60920-8660-04F4-97B1-89C8B5FF6B12}"/>
              </a:ext>
            </a:extLst>
          </p:cNvPr>
          <p:cNvSpPr txBox="1"/>
          <p:nvPr/>
        </p:nvSpPr>
        <p:spPr>
          <a:xfrm>
            <a:off x="662511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277EED-AB37-0B0C-2837-A91987B6464C}"/>
              </a:ext>
            </a:extLst>
          </p:cNvPr>
          <p:cNvSpPr txBox="1"/>
          <p:nvPr/>
        </p:nvSpPr>
        <p:spPr>
          <a:xfrm>
            <a:off x="7599847" y="502052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63 – 60 = 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C478862-2858-C878-3A5C-CD2F7DE0E726}"/>
              </a:ext>
            </a:extLst>
          </p:cNvPr>
          <p:cNvSpPr txBox="1"/>
          <p:nvPr/>
        </p:nvSpPr>
        <p:spPr>
          <a:xfrm>
            <a:off x="839882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CDAE5FC-1203-2ABB-17A4-1E8EFF86B54A}"/>
              </a:ext>
            </a:extLst>
          </p:cNvPr>
          <p:cNvSpPr/>
          <p:nvPr/>
        </p:nvSpPr>
        <p:spPr>
          <a:xfrm>
            <a:off x="8247874" y="310988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2025DDE-1886-8BDE-6B41-F7C0C1576EA7}"/>
              </a:ext>
            </a:extLst>
          </p:cNvPr>
          <p:cNvSpPr txBox="1"/>
          <p:nvPr/>
        </p:nvSpPr>
        <p:spPr>
          <a:xfrm>
            <a:off x="7599847" y="566060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36 – 30 = 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0A0B9D3-F4A9-67A2-3982-4BD4996C18EF}"/>
              </a:ext>
            </a:extLst>
          </p:cNvPr>
          <p:cNvSpPr txBox="1"/>
          <p:nvPr/>
        </p:nvSpPr>
        <p:spPr>
          <a:xfrm>
            <a:off x="839819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75F0DF5-F592-5A29-907D-C4C347F397DA}"/>
              </a:ext>
            </a:extLst>
          </p:cNvPr>
          <p:cNvSpPr txBox="1"/>
          <p:nvPr/>
        </p:nvSpPr>
        <p:spPr>
          <a:xfrm>
            <a:off x="8234550" y="340661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D6C4763-66BB-D003-897D-CDEAB9716801}"/>
              </a:ext>
            </a:extLst>
          </p:cNvPr>
          <p:cNvSpPr/>
          <p:nvPr/>
        </p:nvSpPr>
        <p:spPr>
          <a:xfrm>
            <a:off x="8247874" y="374805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4929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2" grpId="0"/>
      <p:bldP spid="13" grpId="0"/>
      <p:bldP spid="14" grpId="0"/>
      <p:bldP spid="15" grpId="0" animBg="1"/>
      <p:bldP spid="16" grpId="0" animBg="1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7" grpId="0"/>
      <p:bldP spid="29" grpId="0"/>
      <p:bldP spid="30" grpId="0"/>
      <p:bldP spid="31" grpId="0"/>
      <p:bldP spid="32" grpId="0"/>
      <p:bldP spid="33" grpId="0" animBg="1"/>
      <p:bldP spid="34" grpId="0"/>
      <p:bldP spid="35" grpId="0"/>
      <p:bldP spid="36" grpId="0"/>
      <p:bldP spid="3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718317" y="74863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22759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2" y="461422"/>
            <a:ext cx="1379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44484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3.84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384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22759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8474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2565C98-FA1B-33D3-B638-94C17C8EC18E}"/>
              </a:ext>
            </a:extLst>
          </p:cNvPr>
          <p:cNvSpPr txBox="1"/>
          <p:nvPr/>
        </p:nvSpPr>
        <p:spPr>
          <a:xfrm>
            <a:off x="168062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79DF24D-E8AC-EA71-3E9D-43B47D190B4C}"/>
              </a:ext>
            </a:extLst>
          </p:cNvPr>
          <p:cNvSpPr txBox="1"/>
          <p:nvPr/>
        </p:nvSpPr>
        <p:spPr>
          <a:xfrm>
            <a:off x="266734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9086E-9783-AF93-5474-3563787C3CC0}"/>
              </a:ext>
            </a:extLst>
          </p:cNvPr>
          <p:cNvSpPr txBox="1"/>
          <p:nvPr/>
        </p:nvSpPr>
        <p:spPr>
          <a:xfrm>
            <a:off x="168157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215F44-FF45-870B-C1F0-9D850BBEAD2E}"/>
              </a:ext>
            </a:extLst>
          </p:cNvPr>
          <p:cNvSpPr txBox="1"/>
          <p:nvPr/>
        </p:nvSpPr>
        <p:spPr>
          <a:xfrm>
            <a:off x="2498372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38 – 36 =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239A-FEC8-7902-4E5B-295B59478985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7F3F5F-18F2-0307-129A-56E8A750AE1A}"/>
              </a:ext>
            </a:extLst>
          </p:cNvPr>
          <p:cNvSpPr txBox="1"/>
          <p:nvPr/>
        </p:nvSpPr>
        <p:spPr>
          <a:xfrm>
            <a:off x="6802912" y="461422"/>
            <a:ext cx="1379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DE27452-2403-0DAF-FF59-B6EEE582495A}"/>
              </a:ext>
            </a:extLst>
          </p:cNvPr>
          <p:cNvSpPr txBox="1"/>
          <p:nvPr/>
        </p:nvSpPr>
        <p:spPr>
          <a:xfrm>
            <a:off x="287109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FF66DE-6022-3660-EE89-35F24096C7FB}"/>
              </a:ext>
            </a:extLst>
          </p:cNvPr>
          <p:cNvSpPr txBox="1"/>
          <p:nvPr/>
        </p:nvSpPr>
        <p:spPr>
          <a:xfrm>
            <a:off x="5159019" y="1082310"/>
            <a:ext cx="23054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2.4  ÷  0.2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5154ACC-3AF8-C9C4-163F-E6BB0F46F1C6}"/>
              </a:ext>
            </a:extLst>
          </p:cNvPr>
          <p:cNvSpPr txBox="1"/>
          <p:nvPr/>
        </p:nvSpPr>
        <p:spPr>
          <a:xfrm>
            <a:off x="8162189" y="1082310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3FF5983-EE2B-8920-6A0E-2BAED814545A}"/>
              </a:ext>
            </a:extLst>
          </p:cNvPr>
          <p:cNvSpPr txBox="1"/>
          <p:nvPr/>
        </p:nvSpPr>
        <p:spPr>
          <a:xfrm>
            <a:off x="5159019" y="1791696"/>
            <a:ext cx="24881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0.3  ÷  0.15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B0EDA42-5906-9A59-3D5D-8A4DA75780FB}"/>
              </a:ext>
            </a:extLst>
          </p:cNvPr>
          <p:cNvSpPr txBox="1"/>
          <p:nvPr/>
        </p:nvSpPr>
        <p:spPr>
          <a:xfrm>
            <a:off x="8253560" y="1791696"/>
            <a:ext cx="367408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B2AEF21-E739-4F69-A3C0-7580A50217C2}"/>
              </a:ext>
            </a:extLst>
          </p:cNvPr>
          <p:cNvSpPr txBox="1"/>
          <p:nvPr/>
        </p:nvSpPr>
        <p:spPr>
          <a:xfrm>
            <a:off x="5159019" y="2501082"/>
            <a:ext cx="24881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1.25  ÷  0.5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DCE1670-E679-F227-0CE2-0730BC530793}"/>
              </a:ext>
            </a:extLst>
          </p:cNvPr>
          <p:cNvSpPr txBox="1"/>
          <p:nvPr/>
        </p:nvSpPr>
        <p:spPr>
          <a:xfrm>
            <a:off x="8116503" y="2501082"/>
            <a:ext cx="641522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2.5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5B900D1-9006-3FCD-45DD-6F82E097C01B}"/>
              </a:ext>
            </a:extLst>
          </p:cNvPr>
          <p:cNvSpPr txBox="1"/>
          <p:nvPr/>
        </p:nvSpPr>
        <p:spPr>
          <a:xfrm>
            <a:off x="5159019" y="3210468"/>
            <a:ext cx="2214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4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2  ÷  0.05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C9DEF17-59FE-3D49-343C-579C76C14711}"/>
              </a:ext>
            </a:extLst>
          </p:cNvPr>
          <p:cNvSpPr txBox="1"/>
          <p:nvPr/>
        </p:nvSpPr>
        <p:spPr>
          <a:xfrm>
            <a:off x="8162189" y="3210468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40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D2A0AA9-6BC4-923D-8D9C-EF650BEE62D3}"/>
              </a:ext>
            </a:extLst>
          </p:cNvPr>
          <p:cNvSpPr txBox="1"/>
          <p:nvPr/>
        </p:nvSpPr>
        <p:spPr>
          <a:xfrm>
            <a:off x="6031436" y="3919854"/>
            <a:ext cx="2670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2.64  ÷  0.12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80A2553-C321-CD39-6632-1474DBFEC8FE}"/>
              </a:ext>
            </a:extLst>
          </p:cNvPr>
          <p:cNvSpPr txBox="1"/>
          <p:nvPr/>
        </p:nvSpPr>
        <p:spPr>
          <a:xfrm>
            <a:off x="9025789" y="3919854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CE6F502-4540-7C90-1560-514705849145}"/>
              </a:ext>
            </a:extLst>
          </p:cNvPr>
          <p:cNvSpPr txBox="1"/>
          <p:nvPr/>
        </p:nvSpPr>
        <p:spPr>
          <a:xfrm>
            <a:off x="6031436" y="4629240"/>
            <a:ext cx="2670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6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2.52  ÷  0.18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5F199E7-5CC7-CE74-6E04-2A4277F4E3FC}"/>
              </a:ext>
            </a:extLst>
          </p:cNvPr>
          <p:cNvSpPr txBox="1"/>
          <p:nvPr/>
        </p:nvSpPr>
        <p:spPr>
          <a:xfrm>
            <a:off x="9025789" y="4629240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CBD0168-0627-91DA-7895-C3018F625477}"/>
              </a:ext>
            </a:extLst>
          </p:cNvPr>
          <p:cNvSpPr txBox="1"/>
          <p:nvPr/>
        </p:nvSpPr>
        <p:spPr>
          <a:xfrm>
            <a:off x="6031436" y="5338626"/>
            <a:ext cx="2670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7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0.49  ÷  0.14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E7B8808-82D1-2411-9DC9-60EC38305D90}"/>
              </a:ext>
            </a:extLst>
          </p:cNvPr>
          <p:cNvSpPr txBox="1"/>
          <p:nvPr/>
        </p:nvSpPr>
        <p:spPr>
          <a:xfrm>
            <a:off x="8980103" y="5338626"/>
            <a:ext cx="641522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3.5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686CB-C450-32EF-FE0F-524D3A1FEBA2}"/>
              </a:ext>
            </a:extLst>
          </p:cNvPr>
          <p:cNvSpPr txBox="1"/>
          <p:nvPr/>
        </p:nvSpPr>
        <p:spPr>
          <a:xfrm>
            <a:off x="6031436" y="6048010"/>
            <a:ext cx="2670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8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3.48  ÷  0.24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B60E0D5-6315-79FD-77FA-8E15DE91F868}"/>
              </a:ext>
            </a:extLst>
          </p:cNvPr>
          <p:cNvSpPr txBox="1"/>
          <p:nvPr/>
        </p:nvSpPr>
        <p:spPr>
          <a:xfrm>
            <a:off x="8888733" y="6048010"/>
            <a:ext cx="824265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14.5</a:t>
            </a:r>
          </a:p>
        </p:txBody>
      </p:sp>
    </p:spTree>
    <p:extLst>
      <p:ext uri="{BB962C8B-B14F-4D97-AF65-F5344CB8AC3E}">
        <p14:creationId xmlns:p14="http://schemas.microsoft.com/office/powerpoint/2010/main" val="2897840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5" grpId="0" animBg="1"/>
      <p:bldP spid="47" grpId="0" animBg="1"/>
      <p:bldP spid="49" grpId="0" animBg="1"/>
      <p:bldP spid="51" grpId="0" animBg="1"/>
      <p:bldP spid="53" grpId="0" animBg="1"/>
      <p:bldP spid="55" grpId="0" animBg="1"/>
      <p:bldP spid="57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60000"/>
            <a:lumOff val="40000"/>
          </a:schemeClr>
        </a:solidFill>
        <a:ln w="1905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70C0"/>
        </a:solidFill>
        <a:ln w="19050">
          <a:solidFill>
            <a:srgbClr val="0070C0"/>
          </a:solidFill>
          <a:tailEnd type="none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60000"/>
            <a:lumOff val="40000"/>
          </a:schemeClr>
        </a:solidFill>
        <a:ln w="19050">
          <a:solidFill>
            <a:schemeClr val="tx1"/>
          </a:solidFill>
          <a:tailEnd type="none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10509</TotalTime>
  <Words>3486</Words>
  <Application>Microsoft Office PowerPoint</Application>
  <PresentationFormat>A4 Paper (210x297 mm)</PresentationFormat>
  <Paragraphs>1619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53</vt:i4>
      </vt:variant>
    </vt:vector>
  </HeadingPairs>
  <TitlesOfParts>
    <vt:vector size="62" baseType="lpstr">
      <vt:lpstr>Calibri Light</vt:lpstr>
      <vt:lpstr>Arial</vt:lpstr>
      <vt:lpstr>Calibri</vt:lpstr>
      <vt:lpstr>Stencil</vt:lpstr>
      <vt:lpstr>Office Theme</vt:lpstr>
      <vt:lpstr>1_Office Theme</vt:lpstr>
      <vt:lpstr>2_Office Theme</vt:lpstr>
      <vt:lpstr>3_Office Theme</vt:lpstr>
      <vt:lpstr>4_Office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498</cp:revision>
  <cp:lastPrinted>2017-12-31T22:38:51Z</cp:lastPrinted>
  <dcterms:created xsi:type="dcterms:W3CDTF">2017-01-17T16:57:04Z</dcterms:created>
  <dcterms:modified xsi:type="dcterms:W3CDTF">2024-06-03T07:47:45Z</dcterms:modified>
</cp:coreProperties>
</file>