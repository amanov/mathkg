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  <p:sldMasterId id="2147483733" r:id="rId3"/>
  </p:sldMasterIdLst>
  <p:notesMasterIdLst>
    <p:notesMasterId r:id="rId35"/>
  </p:notesMasterIdLst>
  <p:handoutMasterIdLst>
    <p:handoutMasterId r:id="rId36"/>
  </p:handoutMasterIdLst>
  <p:sldIdLst>
    <p:sldId id="257" r:id="rId4"/>
    <p:sldId id="996" r:id="rId5"/>
    <p:sldId id="964" r:id="rId6"/>
    <p:sldId id="965" r:id="rId7"/>
    <p:sldId id="966" r:id="rId8"/>
    <p:sldId id="967" r:id="rId9"/>
    <p:sldId id="968" r:id="rId10"/>
    <p:sldId id="969" r:id="rId11"/>
    <p:sldId id="970" r:id="rId12"/>
    <p:sldId id="973" r:id="rId13"/>
    <p:sldId id="976" r:id="rId14"/>
    <p:sldId id="974" r:id="rId15"/>
    <p:sldId id="977" r:id="rId16"/>
    <p:sldId id="978" r:id="rId17"/>
    <p:sldId id="979" r:id="rId18"/>
    <p:sldId id="980" r:id="rId19"/>
    <p:sldId id="981" r:id="rId20"/>
    <p:sldId id="982" r:id="rId21"/>
    <p:sldId id="983" r:id="rId22"/>
    <p:sldId id="984" r:id="rId23"/>
    <p:sldId id="985" r:id="rId24"/>
    <p:sldId id="986" r:id="rId25"/>
    <p:sldId id="987" r:id="rId26"/>
    <p:sldId id="997" r:id="rId27"/>
    <p:sldId id="995" r:id="rId28"/>
    <p:sldId id="988" r:id="rId29"/>
    <p:sldId id="989" r:id="rId30"/>
    <p:sldId id="991" r:id="rId31"/>
    <p:sldId id="994" r:id="rId32"/>
    <p:sldId id="998" r:id="rId33"/>
    <p:sldId id="942" r:id="rId34"/>
  </p:sldIdLst>
  <p:sldSz cx="9906000" cy="6858000" type="A4"/>
  <p:notesSz cx="7104063" cy="10234613"/>
  <p:embeddedFontLst>
    <p:embeddedFont>
      <p:font typeface="Arial Black" panose="020B0A04020102020204" pitchFamily="34" charset="0"/>
      <p:bold r:id="rId37"/>
    </p:embeddedFont>
    <p:embeddedFont>
      <p:font typeface="Bodoni MT Black" panose="02070A03080606020203" pitchFamily="18" charset="0"/>
      <p:bold r:id="rId38"/>
      <p:boldItalic r:id="rId39"/>
    </p:embeddedFont>
    <p:embeddedFont>
      <p:font typeface="Stencil" panose="040409050D0802020404" pitchFamily="82" charset="0"/>
      <p:regular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7EE"/>
    <a:srgbClr val="C5E0B4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2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1025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2194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2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2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24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3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66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38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95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63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010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47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8101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592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0116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982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677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919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038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3719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887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113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089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67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0982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3090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70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07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Сандуу Ондуктар – Көбөйтүү 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E0A47D-36F4-4F4C-B3F8-2CCA3AA278AE}"/>
              </a:ext>
            </a:extLst>
          </p:cNvPr>
          <p:cNvSpPr/>
          <p:nvPr/>
        </p:nvSpPr>
        <p:spPr>
          <a:xfrm>
            <a:off x="464526" y="1302098"/>
            <a:ext cx="3921370" cy="54336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39C5B4-4432-4FC8-B622-0E3A5A393D0E}"/>
              </a:ext>
            </a:extLst>
          </p:cNvPr>
          <p:cNvSpPr/>
          <p:nvPr/>
        </p:nvSpPr>
        <p:spPr>
          <a:xfrm>
            <a:off x="5520103" y="1302098"/>
            <a:ext cx="3921370" cy="543364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6AB1E-E1AE-4737-A766-C844139F1234}"/>
              </a:ext>
            </a:extLst>
          </p:cNvPr>
          <p:cNvSpPr/>
          <p:nvPr/>
        </p:nvSpPr>
        <p:spPr>
          <a:xfrm>
            <a:off x="3611286" y="-98999"/>
            <a:ext cx="26834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СТАРТЕР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004A1-38E8-49A8-A002-E09F9AEFCA9C}"/>
              </a:ext>
            </a:extLst>
          </p:cNvPr>
          <p:cNvSpPr txBox="1"/>
          <p:nvPr/>
        </p:nvSpPr>
        <p:spPr>
          <a:xfrm>
            <a:off x="3602144" y="706884"/>
            <a:ext cx="2701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Амалдарды аткаргыла.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0389C-1452-4EF9-99D3-47D827B372CA}"/>
              </a:ext>
            </a:extLst>
          </p:cNvPr>
          <p:cNvSpPr txBox="1"/>
          <p:nvPr/>
        </p:nvSpPr>
        <p:spPr>
          <a:xfrm>
            <a:off x="1001551" y="17496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 × 9 = 72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A77B6-5F9E-456F-B8BA-8AB059ACE5E7}"/>
              </a:ext>
            </a:extLst>
          </p:cNvPr>
          <p:cNvSpPr txBox="1"/>
          <p:nvPr/>
        </p:nvSpPr>
        <p:spPr>
          <a:xfrm>
            <a:off x="1001551" y="30450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 × 7 = 84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F5E0D-E301-45F4-9DD3-AA35FD190174}"/>
              </a:ext>
            </a:extLst>
          </p:cNvPr>
          <p:cNvSpPr txBox="1"/>
          <p:nvPr/>
        </p:nvSpPr>
        <p:spPr>
          <a:xfrm>
            <a:off x="1001551" y="43404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15 × 14 = 210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F70A4-4857-4A37-A8F3-6731D80D0B0E}"/>
              </a:ext>
            </a:extLst>
          </p:cNvPr>
          <p:cNvSpPr txBox="1"/>
          <p:nvPr/>
        </p:nvSpPr>
        <p:spPr>
          <a:xfrm>
            <a:off x="1001551" y="56358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 × 18 = 378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873F8-2A32-41E4-8EFF-A1B8860DA79E}"/>
              </a:ext>
            </a:extLst>
          </p:cNvPr>
          <p:cNvSpPr txBox="1"/>
          <p:nvPr/>
        </p:nvSpPr>
        <p:spPr>
          <a:xfrm>
            <a:off x="6092297" y="17496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13 × 14 = 182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B4E94-9DF0-444C-A5D0-7E12F802D7BD}"/>
              </a:ext>
            </a:extLst>
          </p:cNvPr>
          <p:cNvSpPr txBox="1"/>
          <p:nvPr/>
        </p:nvSpPr>
        <p:spPr>
          <a:xfrm>
            <a:off x="6092297" y="30450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22 × 19 = 418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9BCCA9-DAA0-4123-91F8-629F28988911}"/>
              </a:ext>
            </a:extLst>
          </p:cNvPr>
          <p:cNvSpPr txBox="1"/>
          <p:nvPr/>
        </p:nvSpPr>
        <p:spPr>
          <a:xfrm>
            <a:off x="6092297" y="43404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34 × 27 = 918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7E0EF-A4A8-4AA5-83A6-0CDB715C72AD}"/>
              </a:ext>
            </a:extLst>
          </p:cNvPr>
          <p:cNvSpPr txBox="1"/>
          <p:nvPr/>
        </p:nvSpPr>
        <p:spPr>
          <a:xfrm>
            <a:off x="6092297" y="5635872"/>
            <a:ext cx="3270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141 × 17 = 2397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F5CD53-08D0-42CD-ABBE-FC8D02705869}"/>
              </a:ext>
            </a:extLst>
          </p:cNvPr>
          <p:cNvSpPr/>
          <p:nvPr/>
        </p:nvSpPr>
        <p:spPr>
          <a:xfrm>
            <a:off x="2365130" y="1741714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CBDFAA-C458-4A49-A618-BB58274E08D6}"/>
              </a:ext>
            </a:extLst>
          </p:cNvPr>
          <p:cNvSpPr/>
          <p:nvPr/>
        </p:nvSpPr>
        <p:spPr>
          <a:xfrm>
            <a:off x="2658207" y="3028322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9FE64C-60EB-4945-A942-25B1BFC387E1}"/>
              </a:ext>
            </a:extLst>
          </p:cNvPr>
          <p:cNvSpPr/>
          <p:nvPr/>
        </p:nvSpPr>
        <p:spPr>
          <a:xfrm>
            <a:off x="2872153" y="4438022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777FB7-C59D-4440-B164-5A8FD8354F0B}"/>
              </a:ext>
            </a:extLst>
          </p:cNvPr>
          <p:cNvSpPr/>
          <p:nvPr/>
        </p:nvSpPr>
        <p:spPr>
          <a:xfrm>
            <a:off x="2866291" y="5689460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806342-5199-4703-A79E-18E14DA64611}"/>
              </a:ext>
            </a:extLst>
          </p:cNvPr>
          <p:cNvSpPr/>
          <p:nvPr/>
        </p:nvSpPr>
        <p:spPr>
          <a:xfrm>
            <a:off x="7933591" y="1718267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2A3C76-1428-4036-91B3-EDE0380C825D}"/>
              </a:ext>
            </a:extLst>
          </p:cNvPr>
          <p:cNvSpPr/>
          <p:nvPr/>
        </p:nvSpPr>
        <p:spPr>
          <a:xfrm>
            <a:off x="7954107" y="3048836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23900F-B514-400C-B2BB-B267A361A7B0}"/>
              </a:ext>
            </a:extLst>
          </p:cNvPr>
          <p:cNvSpPr/>
          <p:nvPr/>
        </p:nvSpPr>
        <p:spPr>
          <a:xfrm>
            <a:off x="7948246" y="4317859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10AF24-37C1-4A41-8CF1-4DF54101A387}"/>
              </a:ext>
            </a:extLst>
          </p:cNvPr>
          <p:cNvSpPr/>
          <p:nvPr/>
        </p:nvSpPr>
        <p:spPr>
          <a:xfrm>
            <a:off x="8162191" y="5666013"/>
            <a:ext cx="1008185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9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342900" y="1160586"/>
            <a:ext cx="4334608" cy="5099538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9B7615-BC56-414A-8348-29B75AE59479}"/>
              </a:ext>
            </a:extLst>
          </p:cNvPr>
          <p:cNvSpPr/>
          <p:nvPr/>
        </p:nvSpPr>
        <p:spPr>
          <a:xfrm>
            <a:off x="5328139" y="1160586"/>
            <a:ext cx="4334608" cy="5099538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76969" y="3011370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511008" y="3857630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1042931" y="2165110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808892" y="1318850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59949" y="4703888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2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F96F-E957-4CC3-8BD4-C37F7530F8DA}"/>
              </a:ext>
            </a:extLst>
          </p:cNvPr>
          <p:cNvSpPr txBox="1"/>
          <p:nvPr/>
        </p:nvSpPr>
        <p:spPr>
          <a:xfrm>
            <a:off x="925911" y="5486404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2999623" y="3011370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2999623" y="385763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2999623" y="2165110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2999623" y="1318850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2999623" y="4703888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4D24D-2A76-4E13-9B11-B1C0BB5A421C}"/>
              </a:ext>
            </a:extLst>
          </p:cNvPr>
          <p:cNvSpPr txBox="1"/>
          <p:nvPr/>
        </p:nvSpPr>
        <p:spPr>
          <a:xfrm>
            <a:off x="2999623" y="5486404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929ADF-309B-4608-91E3-C7D10CE2F8AF}"/>
              </a:ext>
            </a:extLst>
          </p:cNvPr>
          <p:cNvSpPr txBox="1"/>
          <p:nvPr/>
        </p:nvSpPr>
        <p:spPr>
          <a:xfrm>
            <a:off x="6306169" y="3011370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3 =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2F79D-C4FD-4418-8633-F3944E91319D}"/>
              </a:ext>
            </a:extLst>
          </p:cNvPr>
          <p:cNvSpPr txBox="1"/>
          <p:nvPr/>
        </p:nvSpPr>
        <p:spPr>
          <a:xfrm>
            <a:off x="6540208" y="3857630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3 =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7E6C0-7B35-4F0E-9C49-3112287137AC}"/>
              </a:ext>
            </a:extLst>
          </p:cNvPr>
          <p:cNvSpPr txBox="1"/>
          <p:nvPr/>
        </p:nvSpPr>
        <p:spPr>
          <a:xfrm>
            <a:off x="6072131" y="2165110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 × 3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C42D0C-033F-42EA-932A-89E00A27F50A}"/>
              </a:ext>
            </a:extLst>
          </p:cNvPr>
          <p:cNvSpPr txBox="1"/>
          <p:nvPr/>
        </p:nvSpPr>
        <p:spPr>
          <a:xfrm>
            <a:off x="5838092" y="1318850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4000 × 3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ADB9C-6797-4394-9CAD-66326C867207}"/>
              </a:ext>
            </a:extLst>
          </p:cNvPr>
          <p:cNvSpPr txBox="1"/>
          <p:nvPr/>
        </p:nvSpPr>
        <p:spPr>
          <a:xfrm>
            <a:off x="6189149" y="4703888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0,4 × 3 =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BB8E4E-13EC-40EB-95A3-871B4F3B7282}"/>
              </a:ext>
            </a:extLst>
          </p:cNvPr>
          <p:cNvSpPr txBox="1"/>
          <p:nvPr/>
        </p:nvSpPr>
        <p:spPr>
          <a:xfrm>
            <a:off x="5955111" y="5486404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0,04 × 3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B815EB-F29B-450C-B0E3-8DD7AB596752}"/>
              </a:ext>
            </a:extLst>
          </p:cNvPr>
          <p:cNvSpPr txBox="1"/>
          <p:nvPr/>
        </p:nvSpPr>
        <p:spPr>
          <a:xfrm>
            <a:off x="8028823" y="3011370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9C3CF-57FA-4FC8-B4D1-29BB419AF4CE}"/>
              </a:ext>
            </a:extLst>
          </p:cNvPr>
          <p:cNvSpPr txBox="1"/>
          <p:nvPr/>
        </p:nvSpPr>
        <p:spPr>
          <a:xfrm>
            <a:off x="8028823" y="3857630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96CA8-4C58-491E-8477-EE1A63AC6E3D}"/>
              </a:ext>
            </a:extLst>
          </p:cNvPr>
          <p:cNvSpPr txBox="1"/>
          <p:nvPr/>
        </p:nvSpPr>
        <p:spPr>
          <a:xfrm>
            <a:off x="8028823" y="2165110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728DFA-1877-4E3D-BD55-639166D84A50}"/>
              </a:ext>
            </a:extLst>
          </p:cNvPr>
          <p:cNvSpPr txBox="1"/>
          <p:nvPr/>
        </p:nvSpPr>
        <p:spPr>
          <a:xfrm>
            <a:off x="8028823" y="1318850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E1B08-21AE-4BFF-9014-D951F6D5F84A}"/>
              </a:ext>
            </a:extLst>
          </p:cNvPr>
          <p:cNvSpPr txBox="1"/>
          <p:nvPr/>
        </p:nvSpPr>
        <p:spPr>
          <a:xfrm>
            <a:off x="8028823" y="4703888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1,2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93B320-7B22-4ED0-A5B6-0D11123659EB}"/>
              </a:ext>
            </a:extLst>
          </p:cNvPr>
          <p:cNvSpPr txBox="1"/>
          <p:nvPr/>
        </p:nvSpPr>
        <p:spPr>
          <a:xfrm>
            <a:off x="8028823" y="5486404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0,12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63433-3464-4912-BA86-AA663C862F98}"/>
              </a:ext>
            </a:extLst>
          </p:cNvPr>
          <p:cNvSpPr txBox="1"/>
          <p:nvPr/>
        </p:nvSpPr>
        <p:spPr>
          <a:xfrm>
            <a:off x="330382" y="38669"/>
            <a:ext cx="92452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жерде эсептөөлөрдүн эки топтому бар.</a:t>
            </a:r>
          </a:p>
          <a:p>
            <a:pPr algn="ctr"/>
            <a:r>
              <a:rPr lang="ru-RU" sz="2000" dirty="0"/>
              <a:t>Сиз үчүн бир чыгарылыш к</a:t>
            </a:r>
            <a:r>
              <a:rPr lang="ky-KG" sz="2000" dirty="0"/>
              <a:t>өрсөтүлдү</a:t>
            </a:r>
            <a:r>
              <a:rPr lang="ru-RU" sz="2000" dirty="0"/>
              <a:t>.</a:t>
            </a:r>
          </a:p>
          <a:p>
            <a:pPr algn="ctr"/>
            <a:r>
              <a:rPr lang="ru-RU" sz="2000" dirty="0"/>
              <a:t>Бул чыгарылышты топтомдун калган бөлүгүнө жооп табуу үчүн колдоно аласызбы?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30520F-74FB-4D6A-813A-AB16F46E3DE4}"/>
              </a:ext>
            </a:extLst>
          </p:cNvPr>
          <p:cNvSpPr txBox="1"/>
          <p:nvPr/>
        </p:nvSpPr>
        <p:spPr>
          <a:xfrm>
            <a:off x="2730472" y="6395507"/>
            <a:ext cx="4445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Закон –ченемдүүлүк таба алдыңызбы?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4360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20" grpId="0"/>
      <p:bldP spid="22" grpId="0"/>
      <p:bldP spid="23" grpId="0"/>
      <p:bldP spid="24" grpId="0"/>
      <p:bldP spid="25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2785696" y="782517"/>
            <a:ext cx="4334608" cy="5099538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3719765" y="2633301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3953804" y="347956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3485727" y="1787041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3251688" y="940781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3602745" y="4325819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2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F96F-E957-4CC3-8BD4-C37F7530F8DA}"/>
              </a:ext>
            </a:extLst>
          </p:cNvPr>
          <p:cNvSpPr txBox="1"/>
          <p:nvPr/>
        </p:nvSpPr>
        <p:spPr>
          <a:xfrm>
            <a:off x="3368707" y="5108335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5442419" y="263330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5442419" y="347956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5442419" y="1787041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5442419" y="940781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5442419" y="4325819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4D24D-2A76-4E13-9B11-B1C0BB5A421C}"/>
              </a:ext>
            </a:extLst>
          </p:cNvPr>
          <p:cNvSpPr txBox="1"/>
          <p:nvPr/>
        </p:nvSpPr>
        <p:spPr>
          <a:xfrm>
            <a:off x="5442419" y="5108335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0,06</a:t>
            </a:r>
          </a:p>
        </p:txBody>
      </p:sp>
      <p:sp>
        <p:nvSpPr>
          <p:cNvPr id="30" name="Arrow: Circular 29">
            <a:extLst>
              <a:ext uri="{FF2B5EF4-FFF2-40B4-BE49-F238E27FC236}">
                <a16:creationId xmlns:a16="http://schemas.microsoft.com/office/drawing/2014/main" id="{46E32C67-7C55-433E-9D5C-A3AC3B35A641}"/>
              </a:ext>
            </a:extLst>
          </p:cNvPr>
          <p:cNvSpPr/>
          <p:nvPr/>
        </p:nvSpPr>
        <p:spPr>
          <a:xfrm rot="16200000">
            <a:off x="2561771" y="2933343"/>
            <a:ext cx="843270" cy="84327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Arrow: Circular 30">
            <a:extLst>
              <a:ext uri="{FF2B5EF4-FFF2-40B4-BE49-F238E27FC236}">
                <a16:creationId xmlns:a16="http://schemas.microsoft.com/office/drawing/2014/main" id="{A82E76B2-4294-4F54-A44E-09EC4DF9F182}"/>
              </a:ext>
            </a:extLst>
          </p:cNvPr>
          <p:cNvSpPr/>
          <p:nvPr/>
        </p:nvSpPr>
        <p:spPr>
          <a:xfrm rot="16200000" flipV="1">
            <a:off x="6508267" y="2934553"/>
            <a:ext cx="843270" cy="84085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Arrow: Circular 31">
            <a:extLst>
              <a:ext uri="{FF2B5EF4-FFF2-40B4-BE49-F238E27FC236}">
                <a16:creationId xmlns:a16="http://schemas.microsoft.com/office/drawing/2014/main" id="{B57B6322-DE04-4283-8E03-5AAA8782B3F8}"/>
              </a:ext>
            </a:extLst>
          </p:cNvPr>
          <p:cNvSpPr/>
          <p:nvPr/>
        </p:nvSpPr>
        <p:spPr>
          <a:xfrm rot="5400000">
            <a:off x="6507057" y="3821366"/>
            <a:ext cx="843270" cy="84327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Arrow: Circular 32">
            <a:extLst>
              <a:ext uri="{FF2B5EF4-FFF2-40B4-BE49-F238E27FC236}">
                <a16:creationId xmlns:a16="http://schemas.microsoft.com/office/drawing/2014/main" id="{3BDA201C-081C-4EF6-8C86-5CD244BB57A7}"/>
              </a:ext>
            </a:extLst>
          </p:cNvPr>
          <p:cNvSpPr/>
          <p:nvPr/>
        </p:nvSpPr>
        <p:spPr>
          <a:xfrm rot="5400000" flipV="1">
            <a:off x="2560561" y="3822576"/>
            <a:ext cx="843270" cy="84085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654F0-8752-48E5-9027-2E8C75C2F225}"/>
              </a:ext>
            </a:extLst>
          </p:cNvPr>
          <p:cNvSpPr txBox="1"/>
          <p:nvPr/>
        </p:nvSpPr>
        <p:spPr>
          <a:xfrm>
            <a:off x="7363722" y="3023093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29DB3C-0ABC-467D-8E3D-EAF9107B87F1}"/>
              </a:ext>
            </a:extLst>
          </p:cNvPr>
          <p:cNvSpPr txBox="1"/>
          <p:nvPr/>
        </p:nvSpPr>
        <p:spPr>
          <a:xfrm>
            <a:off x="1631137" y="3023093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5D86CC-1968-46C8-9EC0-C21B7633E261}"/>
              </a:ext>
            </a:extLst>
          </p:cNvPr>
          <p:cNvSpPr txBox="1"/>
          <p:nvPr/>
        </p:nvSpPr>
        <p:spPr>
          <a:xfrm>
            <a:off x="7363722" y="39902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759ABE-F0B9-4A47-8B42-D9CD2363AD25}"/>
              </a:ext>
            </a:extLst>
          </p:cNvPr>
          <p:cNvSpPr txBox="1"/>
          <p:nvPr/>
        </p:nvSpPr>
        <p:spPr>
          <a:xfrm>
            <a:off x="1631137" y="39902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1960425" y="38669"/>
            <a:ext cx="59852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чоң болсо, </a:t>
            </a:r>
          </a:p>
          <a:p>
            <a:pPr algn="ctr"/>
            <a:r>
              <a:rPr lang="ru-RU" sz="2000" dirty="0"/>
              <a:t>жооп дагы 10 эсе чоң болушу керек.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3D08C-B61C-402B-B541-512EB283907E}"/>
              </a:ext>
            </a:extLst>
          </p:cNvPr>
          <p:cNvSpPr txBox="1"/>
          <p:nvPr/>
        </p:nvSpPr>
        <p:spPr>
          <a:xfrm>
            <a:off x="2042981" y="6008646"/>
            <a:ext cx="5820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аз болсо, </a:t>
            </a:r>
          </a:p>
          <a:p>
            <a:pPr algn="ctr"/>
            <a:r>
              <a:rPr lang="ru-RU" sz="2000" dirty="0"/>
              <a:t>жооп дагы 10 эсе аз болушу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470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6" grpId="0"/>
      <p:bldP spid="37" grpId="0"/>
      <p:bldP spid="38" grpId="0"/>
      <p:bldP spid="39" grpId="0"/>
      <p:bldP spid="40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726831" y="650629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57919" y="7429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491958" y="13452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40899" y="19475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0,4 × 2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F96F-E957-4CC3-8BD4-C37F7530F8DA}"/>
              </a:ext>
            </a:extLst>
          </p:cNvPr>
          <p:cNvSpPr txBox="1"/>
          <p:nvPr/>
        </p:nvSpPr>
        <p:spPr>
          <a:xfrm>
            <a:off x="906861" y="2549772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0,04 × 2 =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2821735" y="38669"/>
            <a:ext cx="4262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дептериңерде аткаргыла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E1AB1E-5294-4921-BA42-63579CF63E63}"/>
              </a:ext>
            </a:extLst>
          </p:cNvPr>
          <p:cNvSpPr txBox="1"/>
          <p:nvPr/>
        </p:nvSpPr>
        <p:spPr>
          <a:xfrm>
            <a:off x="3008222" y="7429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0E3D8-6AE3-4A42-BE29-8203A705011D}"/>
              </a:ext>
            </a:extLst>
          </p:cNvPr>
          <p:cNvSpPr txBox="1"/>
          <p:nvPr/>
        </p:nvSpPr>
        <p:spPr>
          <a:xfrm>
            <a:off x="3008222" y="13452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5BF360-8567-4B31-8B58-C5C2C492670B}"/>
              </a:ext>
            </a:extLst>
          </p:cNvPr>
          <p:cNvSpPr txBox="1"/>
          <p:nvPr/>
        </p:nvSpPr>
        <p:spPr>
          <a:xfrm>
            <a:off x="3008222" y="19475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AD66C6-9416-48B8-A76E-401782820C56}"/>
              </a:ext>
            </a:extLst>
          </p:cNvPr>
          <p:cNvSpPr txBox="1"/>
          <p:nvPr/>
        </p:nvSpPr>
        <p:spPr>
          <a:xfrm>
            <a:off x="3008222" y="2549772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0,08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07A156-741D-4DF6-ADDA-2AA1772E4836}"/>
              </a:ext>
            </a:extLst>
          </p:cNvPr>
          <p:cNvSpPr/>
          <p:nvPr/>
        </p:nvSpPr>
        <p:spPr>
          <a:xfrm>
            <a:off x="5861539" y="650629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696F74-2B67-40C1-B378-BB63BF45A396}"/>
              </a:ext>
            </a:extLst>
          </p:cNvPr>
          <p:cNvSpPr txBox="1"/>
          <p:nvPr/>
        </p:nvSpPr>
        <p:spPr>
          <a:xfrm>
            <a:off x="6392627" y="7429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3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5AEE58-3914-4DC2-80DE-09F05918AAFE}"/>
              </a:ext>
            </a:extLst>
          </p:cNvPr>
          <p:cNvSpPr txBox="1"/>
          <p:nvPr/>
        </p:nvSpPr>
        <p:spPr>
          <a:xfrm>
            <a:off x="6626666" y="13452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3 =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363BBD-9EC6-4473-B28B-F3DCAEDABA28}"/>
              </a:ext>
            </a:extLst>
          </p:cNvPr>
          <p:cNvSpPr txBox="1"/>
          <p:nvPr/>
        </p:nvSpPr>
        <p:spPr>
          <a:xfrm>
            <a:off x="6275607" y="19475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3 =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0B9FF5-D3D0-432E-B26C-147633C676C5}"/>
              </a:ext>
            </a:extLst>
          </p:cNvPr>
          <p:cNvSpPr txBox="1"/>
          <p:nvPr/>
        </p:nvSpPr>
        <p:spPr>
          <a:xfrm>
            <a:off x="6041569" y="2549772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0,03 × 3 =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157514-2527-42FC-8BCF-92088A5E4ED1}"/>
              </a:ext>
            </a:extLst>
          </p:cNvPr>
          <p:cNvSpPr txBox="1"/>
          <p:nvPr/>
        </p:nvSpPr>
        <p:spPr>
          <a:xfrm>
            <a:off x="8142930" y="7429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A8EF8-C3BF-42B7-BC6C-EE04FEA1A58D}"/>
              </a:ext>
            </a:extLst>
          </p:cNvPr>
          <p:cNvSpPr txBox="1"/>
          <p:nvPr/>
        </p:nvSpPr>
        <p:spPr>
          <a:xfrm>
            <a:off x="8142930" y="13452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3863E3-794A-4902-A0D0-01F5661AAF40}"/>
              </a:ext>
            </a:extLst>
          </p:cNvPr>
          <p:cNvSpPr txBox="1"/>
          <p:nvPr/>
        </p:nvSpPr>
        <p:spPr>
          <a:xfrm>
            <a:off x="8142930" y="19475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AF97D7-B1A9-4AA9-8254-77C419CF48BD}"/>
              </a:ext>
            </a:extLst>
          </p:cNvPr>
          <p:cNvSpPr txBox="1"/>
          <p:nvPr/>
        </p:nvSpPr>
        <p:spPr>
          <a:xfrm>
            <a:off x="8142930" y="2549772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0,09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20608F4-0E38-4874-9E4E-29E75B6EDC23}"/>
              </a:ext>
            </a:extLst>
          </p:cNvPr>
          <p:cNvSpPr/>
          <p:nvPr/>
        </p:nvSpPr>
        <p:spPr>
          <a:xfrm>
            <a:off x="726831" y="3789483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EDDA3B-0519-47FF-94EF-70CED29C4514}"/>
              </a:ext>
            </a:extLst>
          </p:cNvPr>
          <p:cNvSpPr txBox="1"/>
          <p:nvPr/>
        </p:nvSpPr>
        <p:spPr>
          <a:xfrm>
            <a:off x="1257919" y="38818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20 × 5 =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1CAF76-A729-471D-B296-BF0D42F1F6AB}"/>
              </a:ext>
            </a:extLst>
          </p:cNvPr>
          <p:cNvSpPr txBox="1"/>
          <p:nvPr/>
        </p:nvSpPr>
        <p:spPr>
          <a:xfrm>
            <a:off x="1491958" y="44840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 × 5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0573C3-9F29-4E8E-88D9-D30B87FD08BC}"/>
              </a:ext>
            </a:extLst>
          </p:cNvPr>
          <p:cNvSpPr txBox="1"/>
          <p:nvPr/>
        </p:nvSpPr>
        <p:spPr>
          <a:xfrm>
            <a:off x="1140899" y="50863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0,2 × 5 =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2FDA2E-087D-44DE-AE15-2451E9C362A2}"/>
              </a:ext>
            </a:extLst>
          </p:cNvPr>
          <p:cNvSpPr txBox="1"/>
          <p:nvPr/>
        </p:nvSpPr>
        <p:spPr>
          <a:xfrm>
            <a:off x="906861" y="5688626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0,02 × 5 =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BA204E-67DF-4175-A997-1DE3A24B2F4F}"/>
              </a:ext>
            </a:extLst>
          </p:cNvPr>
          <p:cNvSpPr txBox="1"/>
          <p:nvPr/>
        </p:nvSpPr>
        <p:spPr>
          <a:xfrm>
            <a:off x="3008222" y="38818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2632A8-4ABC-4CC0-B312-267BE5ABA342}"/>
              </a:ext>
            </a:extLst>
          </p:cNvPr>
          <p:cNvSpPr txBox="1"/>
          <p:nvPr/>
        </p:nvSpPr>
        <p:spPr>
          <a:xfrm>
            <a:off x="3008222" y="44840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3D29CA-28E3-4C44-9BE6-ACCD8EE29394}"/>
              </a:ext>
            </a:extLst>
          </p:cNvPr>
          <p:cNvSpPr txBox="1"/>
          <p:nvPr/>
        </p:nvSpPr>
        <p:spPr>
          <a:xfrm>
            <a:off x="3008222" y="508635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E56F28-F864-424D-B2BE-8C886A33DE77}"/>
              </a:ext>
            </a:extLst>
          </p:cNvPr>
          <p:cNvSpPr txBox="1"/>
          <p:nvPr/>
        </p:nvSpPr>
        <p:spPr>
          <a:xfrm>
            <a:off x="3008222" y="5688626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B8A9CDB-3BB5-4BD1-A156-2F276E49BA0B}"/>
              </a:ext>
            </a:extLst>
          </p:cNvPr>
          <p:cNvSpPr/>
          <p:nvPr/>
        </p:nvSpPr>
        <p:spPr>
          <a:xfrm>
            <a:off x="5861539" y="3789483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877AFA-7747-47C7-B4DF-1002CB3C7059}"/>
              </a:ext>
            </a:extLst>
          </p:cNvPr>
          <p:cNvSpPr txBox="1"/>
          <p:nvPr/>
        </p:nvSpPr>
        <p:spPr>
          <a:xfrm>
            <a:off x="6392627" y="38818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70 × 3 =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272AB0-550F-46F0-AAA2-B1AE7A99DE2E}"/>
              </a:ext>
            </a:extLst>
          </p:cNvPr>
          <p:cNvSpPr txBox="1"/>
          <p:nvPr/>
        </p:nvSpPr>
        <p:spPr>
          <a:xfrm>
            <a:off x="6626666" y="44840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 × 3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F5DF32-9A5D-490B-8CDD-9F6B8170BC6F}"/>
              </a:ext>
            </a:extLst>
          </p:cNvPr>
          <p:cNvSpPr txBox="1"/>
          <p:nvPr/>
        </p:nvSpPr>
        <p:spPr>
          <a:xfrm>
            <a:off x="6275607" y="50863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0,7 × 3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C33D62-7505-4AC9-B507-BEB90DB59224}"/>
              </a:ext>
            </a:extLst>
          </p:cNvPr>
          <p:cNvSpPr txBox="1"/>
          <p:nvPr/>
        </p:nvSpPr>
        <p:spPr>
          <a:xfrm>
            <a:off x="6041569" y="5688626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0,07 × 3 =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7C8D47-E5C9-4FFC-98C1-0ABD266B53D1}"/>
              </a:ext>
            </a:extLst>
          </p:cNvPr>
          <p:cNvSpPr txBox="1"/>
          <p:nvPr/>
        </p:nvSpPr>
        <p:spPr>
          <a:xfrm>
            <a:off x="8142930" y="38818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288DF1-6562-4D33-9E71-91797B5E5CE4}"/>
              </a:ext>
            </a:extLst>
          </p:cNvPr>
          <p:cNvSpPr txBox="1"/>
          <p:nvPr/>
        </p:nvSpPr>
        <p:spPr>
          <a:xfrm>
            <a:off x="8142930" y="44840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2BD10B-2471-4812-9F0F-E3D9E4C620D2}"/>
              </a:ext>
            </a:extLst>
          </p:cNvPr>
          <p:cNvSpPr txBox="1"/>
          <p:nvPr/>
        </p:nvSpPr>
        <p:spPr>
          <a:xfrm>
            <a:off x="8142930" y="5086354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2,1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9C2C0E-B193-4570-9603-C51D22D76CF9}"/>
              </a:ext>
            </a:extLst>
          </p:cNvPr>
          <p:cNvSpPr txBox="1"/>
          <p:nvPr/>
        </p:nvSpPr>
        <p:spPr>
          <a:xfrm>
            <a:off x="8142930" y="5688626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0,21</a:t>
            </a:r>
          </a:p>
        </p:txBody>
      </p:sp>
    </p:spTree>
    <p:extLst>
      <p:ext uri="{BB962C8B-B14F-4D97-AF65-F5344CB8AC3E}">
        <p14:creationId xmlns:p14="http://schemas.microsoft.com/office/powerpoint/2010/main" val="387960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44" grpId="0"/>
      <p:bldP spid="45" grpId="0"/>
      <p:bldP spid="46" grpId="0"/>
      <p:bldP spid="52" grpId="0"/>
      <p:bldP spid="53" grpId="0"/>
      <p:bldP spid="54" grpId="0"/>
      <p:bldP spid="55" grpId="0"/>
      <p:bldP spid="61" grpId="0"/>
      <p:bldP spid="62" grpId="0"/>
      <p:bldP spid="63" grpId="0"/>
      <p:bldP spid="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4167343" y="879234"/>
            <a:ext cx="18197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40 × 2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6030379" y="87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4F835-8457-45C3-8CDE-3A6AC81A9A6D}"/>
              </a:ext>
            </a:extLst>
          </p:cNvPr>
          <p:cNvSpPr txBox="1"/>
          <p:nvPr/>
        </p:nvSpPr>
        <p:spPr>
          <a:xfrm>
            <a:off x="6768087" y="2332897"/>
            <a:ext cx="20794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400 × 2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3C629-236D-4459-8F2D-2FD6CE6E346B}"/>
              </a:ext>
            </a:extLst>
          </p:cNvPr>
          <p:cNvSpPr txBox="1"/>
          <p:nvPr/>
        </p:nvSpPr>
        <p:spPr>
          <a:xfrm>
            <a:off x="8763009" y="2332897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800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BDB69-A8EF-4A1D-A657-CB4478E0A174}"/>
              </a:ext>
            </a:extLst>
          </p:cNvPr>
          <p:cNvSpPr txBox="1"/>
          <p:nvPr/>
        </p:nvSpPr>
        <p:spPr>
          <a:xfrm>
            <a:off x="6025450" y="4856289"/>
            <a:ext cx="1819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 × 20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FCE9C-D0D1-47FA-A704-B204D95D7DD5}"/>
              </a:ext>
            </a:extLst>
          </p:cNvPr>
          <p:cNvSpPr txBox="1"/>
          <p:nvPr/>
        </p:nvSpPr>
        <p:spPr>
          <a:xfrm>
            <a:off x="7888487" y="4856289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80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FDD21-1E16-402D-AAD6-80DCF9FBFB54}"/>
              </a:ext>
            </a:extLst>
          </p:cNvPr>
          <p:cNvSpPr txBox="1"/>
          <p:nvPr/>
        </p:nvSpPr>
        <p:spPr>
          <a:xfrm>
            <a:off x="405389" y="1702783"/>
            <a:ext cx="20794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40 × 20 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949BB-193F-487B-B52D-1F0519F467CD}"/>
              </a:ext>
            </a:extLst>
          </p:cNvPr>
          <p:cNvSpPr txBox="1"/>
          <p:nvPr/>
        </p:nvSpPr>
        <p:spPr>
          <a:xfrm>
            <a:off x="2528112" y="1702783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2A21BA-1D88-4CD7-A4F5-B2E52DB5953C}"/>
              </a:ext>
            </a:extLst>
          </p:cNvPr>
          <p:cNvSpPr txBox="1"/>
          <p:nvPr/>
        </p:nvSpPr>
        <p:spPr>
          <a:xfrm>
            <a:off x="526703" y="5046791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4000 × 2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6B2633-C48D-4D5D-8458-D830B52AAA8C}"/>
              </a:ext>
            </a:extLst>
          </p:cNvPr>
          <p:cNvSpPr txBox="1"/>
          <p:nvPr/>
        </p:nvSpPr>
        <p:spPr>
          <a:xfrm>
            <a:off x="2909112" y="5046791"/>
            <a:ext cx="12234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855519" y="38669"/>
            <a:ext cx="8195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борбордук эсептөөнү кантип колдонсок болот?</a:t>
            </a:r>
            <a:endParaRPr lang="en-GB" sz="2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2B3999-55F7-4743-9FE9-4CA57EF981DA}"/>
              </a:ext>
            </a:extLst>
          </p:cNvPr>
          <p:cNvCxnSpPr>
            <a:cxnSpLocks/>
          </p:cNvCxnSpPr>
          <p:nvPr/>
        </p:nvCxnSpPr>
        <p:spPr>
          <a:xfrm flipH="1" flipV="1">
            <a:off x="2576146" y="2488223"/>
            <a:ext cx="1151793" cy="5868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 flipV="1">
            <a:off x="5357447" y="1781914"/>
            <a:ext cx="260837" cy="12169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00B405-95AD-4A50-974A-C5E4CB6F0C46}"/>
              </a:ext>
            </a:extLst>
          </p:cNvPr>
          <p:cNvCxnSpPr>
            <a:cxnSpLocks/>
          </p:cNvCxnSpPr>
          <p:nvPr/>
        </p:nvCxnSpPr>
        <p:spPr>
          <a:xfrm flipV="1">
            <a:off x="6195647" y="3050931"/>
            <a:ext cx="1620715" cy="4256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FB083C-BA71-4624-A9DF-90E90B1884C5}"/>
              </a:ext>
            </a:extLst>
          </p:cNvPr>
          <p:cNvCxnSpPr>
            <a:cxnSpLocks/>
          </p:cNvCxnSpPr>
          <p:nvPr/>
        </p:nvCxnSpPr>
        <p:spPr>
          <a:xfrm>
            <a:off x="5926016" y="3839990"/>
            <a:ext cx="465992" cy="1048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D31321-7BA8-4D9D-969D-8C0A46933635}"/>
              </a:ext>
            </a:extLst>
          </p:cNvPr>
          <p:cNvCxnSpPr>
            <a:cxnSpLocks/>
          </p:cNvCxnSpPr>
          <p:nvPr/>
        </p:nvCxnSpPr>
        <p:spPr>
          <a:xfrm flipH="1">
            <a:off x="3089031" y="3833446"/>
            <a:ext cx="762000" cy="1066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8" y="2883877"/>
            <a:ext cx="2901461" cy="109024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2106E-680B-4AA0-BA2A-AD48F75284AA}"/>
              </a:ext>
            </a:extLst>
          </p:cNvPr>
          <p:cNvSpPr txBox="1"/>
          <p:nvPr/>
        </p:nvSpPr>
        <p:spPr>
          <a:xfrm>
            <a:off x="3919897" y="3075057"/>
            <a:ext cx="2050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4 × 2 = 8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AC1444-5C91-4BB1-8C17-1BA3B5109DB8}"/>
              </a:ext>
            </a:extLst>
          </p:cNvPr>
          <p:cNvSpPr txBox="1"/>
          <p:nvPr/>
        </p:nvSpPr>
        <p:spPr>
          <a:xfrm>
            <a:off x="2982972" y="6351546"/>
            <a:ext cx="3940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кантип чыгарабыз?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2291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4037499" y="879234"/>
            <a:ext cx="1949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3 × 0,3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6030379" y="879234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4F835-8457-45C3-8CDE-3A6AC81A9A6D}"/>
              </a:ext>
            </a:extLst>
          </p:cNvPr>
          <p:cNvSpPr txBox="1"/>
          <p:nvPr/>
        </p:nvSpPr>
        <p:spPr>
          <a:xfrm>
            <a:off x="7027774" y="2332897"/>
            <a:ext cx="18197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30 × 3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3C629-236D-4459-8F2D-2FD6CE6E346B}"/>
              </a:ext>
            </a:extLst>
          </p:cNvPr>
          <p:cNvSpPr txBox="1"/>
          <p:nvPr/>
        </p:nvSpPr>
        <p:spPr>
          <a:xfrm>
            <a:off x="8890810" y="233289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90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BDB69-A8EF-4A1D-A657-CB4478E0A174}"/>
              </a:ext>
            </a:extLst>
          </p:cNvPr>
          <p:cNvSpPr txBox="1"/>
          <p:nvPr/>
        </p:nvSpPr>
        <p:spPr>
          <a:xfrm>
            <a:off x="5506078" y="4856289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0,3 × 0,3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FCE9C-D0D1-47FA-A704-B204D95D7DD5}"/>
              </a:ext>
            </a:extLst>
          </p:cNvPr>
          <p:cNvSpPr txBox="1"/>
          <p:nvPr/>
        </p:nvSpPr>
        <p:spPr>
          <a:xfrm>
            <a:off x="7888487" y="485628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FDD21-1E16-402D-AAD6-80DCF9FBFB54}"/>
              </a:ext>
            </a:extLst>
          </p:cNvPr>
          <p:cNvSpPr txBox="1"/>
          <p:nvPr/>
        </p:nvSpPr>
        <p:spPr>
          <a:xfrm>
            <a:off x="405389" y="1702783"/>
            <a:ext cx="20794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30 × 30 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949BB-193F-487B-B52D-1F0519F467CD}"/>
              </a:ext>
            </a:extLst>
          </p:cNvPr>
          <p:cNvSpPr txBox="1"/>
          <p:nvPr/>
        </p:nvSpPr>
        <p:spPr>
          <a:xfrm>
            <a:off x="2528112" y="1702783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900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2A21BA-1D88-4CD7-A4F5-B2E52DB5953C}"/>
              </a:ext>
            </a:extLst>
          </p:cNvPr>
          <p:cNvSpPr txBox="1"/>
          <p:nvPr/>
        </p:nvSpPr>
        <p:spPr>
          <a:xfrm>
            <a:off x="656546" y="5046791"/>
            <a:ext cx="22092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30 × 0,3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6B2633-C48D-4D5D-8458-D830B52AAA8C}"/>
              </a:ext>
            </a:extLst>
          </p:cNvPr>
          <p:cNvSpPr txBox="1"/>
          <p:nvPr/>
        </p:nvSpPr>
        <p:spPr>
          <a:xfrm>
            <a:off x="2909112" y="50467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855519" y="38669"/>
            <a:ext cx="8195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борбордук эсептөөнү кантип колдонсок болот?</a:t>
            </a:r>
            <a:endParaRPr lang="en-GB" sz="2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2B3999-55F7-4743-9FE9-4CA57EF981DA}"/>
              </a:ext>
            </a:extLst>
          </p:cNvPr>
          <p:cNvCxnSpPr>
            <a:cxnSpLocks/>
          </p:cNvCxnSpPr>
          <p:nvPr/>
        </p:nvCxnSpPr>
        <p:spPr>
          <a:xfrm flipH="1" flipV="1">
            <a:off x="2576146" y="2488223"/>
            <a:ext cx="1151793" cy="5868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 flipV="1">
            <a:off x="5357447" y="1781914"/>
            <a:ext cx="260837" cy="12169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00B405-95AD-4A50-974A-C5E4CB6F0C46}"/>
              </a:ext>
            </a:extLst>
          </p:cNvPr>
          <p:cNvCxnSpPr>
            <a:cxnSpLocks/>
          </p:cNvCxnSpPr>
          <p:nvPr/>
        </p:nvCxnSpPr>
        <p:spPr>
          <a:xfrm flipV="1">
            <a:off x="6195647" y="3050931"/>
            <a:ext cx="1620715" cy="4256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FB083C-BA71-4624-A9DF-90E90B1884C5}"/>
              </a:ext>
            </a:extLst>
          </p:cNvPr>
          <p:cNvCxnSpPr>
            <a:cxnSpLocks/>
          </p:cNvCxnSpPr>
          <p:nvPr/>
        </p:nvCxnSpPr>
        <p:spPr>
          <a:xfrm>
            <a:off x="5926016" y="3839990"/>
            <a:ext cx="465992" cy="1048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D31321-7BA8-4D9D-969D-8C0A46933635}"/>
              </a:ext>
            </a:extLst>
          </p:cNvPr>
          <p:cNvCxnSpPr>
            <a:cxnSpLocks/>
          </p:cNvCxnSpPr>
          <p:nvPr/>
        </p:nvCxnSpPr>
        <p:spPr>
          <a:xfrm flipH="1">
            <a:off x="3089031" y="3833446"/>
            <a:ext cx="762000" cy="1066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8" y="2883877"/>
            <a:ext cx="2901461" cy="10902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2106E-680B-4AA0-BA2A-AD48F75284AA}"/>
              </a:ext>
            </a:extLst>
          </p:cNvPr>
          <p:cNvSpPr txBox="1"/>
          <p:nvPr/>
        </p:nvSpPr>
        <p:spPr>
          <a:xfrm>
            <a:off x="3919897" y="3075057"/>
            <a:ext cx="2050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3 × 3 = 9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AC1444-5C91-4BB1-8C17-1BA3B5109DB8}"/>
              </a:ext>
            </a:extLst>
          </p:cNvPr>
          <p:cNvSpPr txBox="1"/>
          <p:nvPr/>
        </p:nvSpPr>
        <p:spPr>
          <a:xfrm>
            <a:off x="2982969" y="6351546"/>
            <a:ext cx="3940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кантип чыгарабыз?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7379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777814" y="879234"/>
            <a:ext cx="22092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0,02 × 4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6030379" y="879234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4F835-8457-45C3-8CDE-3A6AC81A9A6D}"/>
              </a:ext>
            </a:extLst>
          </p:cNvPr>
          <p:cNvSpPr txBox="1"/>
          <p:nvPr/>
        </p:nvSpPr>
        <p:spPr>
          <a:xfrm>
            <a:off x="6897930" y="2332897"/>
            <a:ext cx="1949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2 × 0,4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3C629-236D-4459-8F2D-2FD6CE6E346B}"/>
              </a:ext>
            </a:extLst>
          </p:cNvPr>
          <p:cNvSpPr txBox="1"/>
          <p:nvPr/>
        </p:nvSpPr>
        <p:spPr>
          <a:xfrm>
            <a:off x="8890810" y="2332897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BDB69-A8EF-4A1D-A657-CB4478E0A174}"/>
              </a:ext>
            </a:extLst>
          </p:cNvPr>
          <p:cNvSpPr txBox="1"/>
          <p:nvPr/>
        </p:nvSpPr>
        <p:spPr>
          <a:xfrm>
            <a:off x="5506078" y="4856289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0,2 × 0,4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FCE9C-D0D1-47FA-A704-B204D95D7DD5}"/>
              </a:ext>
            </a:extLst>
          </p:cNvPr>
          <p:cNvSpPr txBox="1"/>
          <p:nvPr/>
        </p:nvSpPr>
        <p:spPr>
          <a:xfrm>
            <a:off x="7888487" y="485628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FDD21-1E16-402D-AAD6-80DCF9FBFB54}"/>
              </a:ext>
            </a:extLst>
          </p:cNvPr>
          <p:cNvSpPr txBox="1"/>
          <p:nvPr/>
        </p:nvSpPr>
        <p:spPr>
          <a:xfrm>
            <a:off x="924763" y="1702783"/>
            <a:ext cx="15600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2 × 4 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949BB-193F-487B-B52D-1F0519F467CD}"/>
              </a:ext>
            </a:extLst>
          </p:cNvPr>
          <p:cNvSpPr txBox="1"/>
          <p:nvPr/>
        </p:nvSpPr>
        <p:spPr>
          <a:xfrm>
            <a:off x="2528112" y="170278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2A21BA-1D88-4CD7-A4F5-B2E52DB5953C}"/>
              </a:ext>
            </a:extLst>
          </p:cNvPr>
          <p:cNvSpPr txBox="1"/>
          <p:nvPr/>
        </p:nvSpPr>
        <p:spPr>
          <a:xfrm>
            <a:off x="396859" y="5046791"/>
            <a:ext cx="24689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20 × 0,04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6B2633-C48D-4D5D-8458-D830B52AAA8C}"/>
              </a:ext>
            </a:extLst>
          </p:cNvPr>
          <p:cNvSpPr txBox="1"/>
          <p:nvPr/>
        </p:nvSpPr>
        <p:spPr>
          <a:xfrm>
            <a:off x="2909112" y="50467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72835" y="38669"/>
            <a:ext cx="7560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Чыгарылган эсептөөдөн баштап, башкаларга жооп бере аласызбы?</a:t>
            </a:r>
            <a:endParaRPr lang="en-GB" sz="2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2B3999-55F7-4743-9FE9-4CA57EF981DA}"/>
              </a:ext>
            </a:extLst>
          </p:cNvPr>
          <p:cNvCxnSpPr>
            <a:cxnSpLocks/>
          </p:cNvCxnSpPr>
          <p:nvPr/>
        </p:nvCxnSpPr>
        <p:spPr>
          <a:xfrm flipH="1" flipV="1">
            <a:off x="2576146" y="2488223"/>
            <a:ext cx="1151793" cy="5868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 flipV="1">
            <a:off x="5357447" y="1781914"/>
            <a:ext cx="260837" cy="12169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00B405-95AD-4A50-974A-C5E4CB6F0C46}"/>
              </a:ext>
            </a:extLst>
          </p:cNvPr>
          <p:cNvCxnSpPr>
            <a:cxnSpLocks/>
          </p:cNvCxnSpPr>
          <p:nvPr/>
        </p:nvCxnSpPr>
        <p:spPr>
          <a:xfrm flipV="1">
            <a:off x="6195647" y="3050931"/>
            <a:ext cx="1620715" cy="4256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FB083C-BA71-4624-A9DF-90E90B1884C5}"/>
              </a:ext>
            </a:extLst>
          </p:cNvPr>
          <p:cNvCxnSpPr>
            <a:cxnSpLocks/>
          </p:cNvCxnSpPr>
          <p:nvPr/>
        </p:nvCxnSpPr>
        <p:spPr>
          <a:xfrm>
            <a:off x="5926016" y="3839990"/>
            <a:ext cx="465992" cy="1048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D31321-7BA8-4D9D-969D-8C0A46933635}"/>
              </a:ext>
            </a:extLst>
          </p:cNvPr>
          <p:cNvCxnSpPr>
            <a:cxnSpLocks/>
          </p:cNvCxnSpPr>
          <p:nvPr/>
        </p:nvCxnSpPr>
        <p:spPr>
          <a:xfrm flipH="1">
            <a:off x="3089031" y="3833446"/>
            <a:ext cx="762000" cy="1066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8" y="2883877"/>
            <a:ext cx="2901461" cy="10902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2106E-680B-4AA0-BA2A-AD48F75284AA}"/>
              </a:ext>
            </a:extLst>
          </p:cNvPr>
          <p:cNvSpPr txBox="1"/>
          <p:nvPr/>
        </p:nvSpPr>
        <p:spPr>
          <a:xfrm>
            <a:off x="3583529" y="3075057"/>
            <a:ext cx="1949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0,2 × 4 =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AC1444-5C91-4BB1-8C17-1BA3B5109DB8}"/>
              </a:ext>
            </a:extLst>
          </p:cNvPr>
          <p:cNvSpPr txBox="1"/>
          <p:nvPr/>
        </p:nvSpPr>
        <p:spPr>
          <a:xfrm>
            <a:off x="2982969" y="6351546"/>
            <a:ext cx="3940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кантип чыгарабыз?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EAC8A0-B4F6-4AA0-A340-6A7C5BF9AA8A}"/>
              </a:ext>
            </a:extLst>
          </p:cNvPr>
          <p:cNvSpPr txBox="1"/>
          <p:nvPr/>
        </p:nvSpPr>
        <p:spPr>
          <a:xfrm>
            <a:off x="5426640" y="3080242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0,8</a:t>
            </a:r>
          </a:p>
        </p:txBody>
      </p:sp>
    </p:spTree>
    <p:extLst>
      <p:ext uri="{BB962C8B-B14F-4D97-AF65-F5344CB8AC3E}">
        <p14:creationId xmlns:p14="http://schemas.microsoft.com/office/powerpoint/2010/main" val="188744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6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647970" y="879234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1,2 × 0,6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6030379" y="879234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0,72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4F835-8457-45C3-8CDE-3A6AC81A9A6D}"/>
              </a:ext>
            </a:extLst>
          </p:cNvPr>
          <p:cNvSpPr txBox="1"/>
          <p:nvPr/>
        </p:nvSpPr>
        <p:spPr>
          <a:xfrm>
            <a:off x="6768088" y="2332897"/>
            <a:ext cx="20794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12 × 60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3C629-236D-4459-8F2D-2FD6CE6E346B}"/>
              </a:ext>
            </a:extLst>
          </p:cNvPr>
          <p:cNvSpPr txBox="1"/>
          <p:nvPr/>
        </p:nvSpPr>
        <p:spPr>
          <a:xfrm>
            <a:off x="8890810" y="2332897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BDB69-A8EF-4A1D-A657-CB4478E0A174}"/>
              </a:ext>
            </a:extLst>
          </p:cNvPr>
          <p:cNvSpPr txBox="1"/>
          <p:nvPr/>
        </p:nvSpPr>
        <p:spPr>
          <a:xfrm>
            <a:off x="5635922" y="4856289"/>
            <a:ext cx="22092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0,12 × 6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FCE9C-D0D1-47FA-A704-B204D95D7DD5}"/>
              </a:ext>
            </a:extLst>
          </p:cNvPr>
          <p:cNvSpPr txBox="1"/>
          <p:nvPr/>
        </p:nvSpPr>
        <p:spPr>
          <a:xfrm>
            <a:off x="7888487" y="485628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0,72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FDD21-1E16-402D-AAD6-80DCF9FBFB54}"/>
              </a:ext>
            </a:extLst>
          </p:cNvPr>
          <p:cNvSpPr txBox="1"/>
          <p:nvPr/>
        </p:nvSpPr>
        <p:spPr>
          <a:xfrm>
            <a:off x="665075" y="1702783"/>
            <a:ext cx="1819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12 × 6 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949BB-193F-487B-B52D-1F0519F467CD}"/>
              </a:ext>
            </a:extLst>
          </p:cNvPr>
          <p:cNvSpPr txBox="1"/>
          <p:nvPr/>
        </p:nvSpPr>
        <p:spPr>
          <a:xfrm>
            <a:off x="2528112" y="170278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2A21BA-1D88-4CD7-A4F5-B2E52DB5953C}"/>
              </a:ext>
            </a:extLst>
          </p:cNvPr>
          <p:cNvSpPr txBox="1"/>
          <p:nvPr/>
        </p:nvSpPr>
        <p:spPr>
          <a:xfrm>
            <a:off x="267017" y="5046791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0,12 × 0,6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6B2633-C48D-4D5D-8458-D830B52AAA8C}"/>
              </a:ext>
            </a:extLst>
          </p:cNvPr>
          <p:cNvSpPr txBox="1"/>
          <p:nvPr/>
        </p:nvSpPr>
        <p:spPr>
          <a:xfrm>
            <a:off x="2909112" y="5046791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0,072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2B3999-55F7-4743-9FE9-4CA57EF981DA}"/>
              </a:ext>
            </a:extLst>
          </p:cNvPr>
          <p:cNvCxnSpPr>
            <a:cxnSpLocks/>
          </p:cNvCxnSpPr>
          <p:nvPr/>
        </p:nvCxnSpPr>
        <p:spPr>
          <a:xfrm flipH="1" flipV="1">
            <a:off x="2576146" y="2488223"/>
            <a:ext cx="1151793" cy="5868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 flipV="1">
            <a:off x="5357447" y="1781914"/>
            <a:ext cx="260837" cy="12169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00B405-95AD-4A50-974A-C5E4CB6F0C46}"/>
              </a:ext>
            </a:extLst>
          </p:cNvPr>
          <p:cNvCxnSpPr>
            <a:cxnSpLocks/>
          </p:cNvCxnSpPr>
          <p:nvPr/>
        </p:nvCxnSpPr>
        <p:spPr>
          <a:xfrm flipV="1">
            <a:off x="6195647" y="3050931"/>
            <a:ext cx="1620715" cy="4256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FB083C-BA71-4624-A9DF-90E90B1884C5}"/>
              </a:ext>
            </a:extLst>
          </p:cNvPr>
          <p:cNvCxnSpPr>
            <a:cxnSpLocks/>
          </p:cNvCxnSpPr>
          <p:nvPr/>
        </p:nvCxnSpPr>
        <p:spPr>
          <a:xfrm>
            <a:off x="5926016" y="3839990"/>
            <a:ext cx="465992" cy="1048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D31321-7BA8-4D9D-969D-8C0A46933635}"/>
              </a:ext>
            </a:extLst>
          </p:cNvPr>
          <p:cNvCxnSpPr>
            <a:cxnSpLocks/>
          </p:cNvCxnSpPr>
          <p:nvPr/>
        </p:nvCxnSpPr>
        <p:spPr>
          <a:xfrm flipH="1">
            <a:off x="3089031" y="3833446"/>
            <a:ext cx="762000" cy="1066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8" y="2883877"/>
            <a:ext cx="2901461" cy="10902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2106E-680B-4AA0-BA2A-AD48F75284AA}"/>
              </a:ext>
            </a:extLst>
          </p:cNvPr>
          <p:cNvSpPr txBox="1"/>
          <p:nvPr/>
        </p:nvSpPr>
        <p:spPr>
          <a:xfrm>
            <a:off x="3583529" y="3075057"/>
            <a:ext cx="1949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1,2 × 6 =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AC1444-5C91-4BB1-8C17-1BA3B5109DB8}"/>
              </a:ext>
            </a:extLst>
          </p:cNvPr>
          <p:cNvSpPr txBox="1"/>
          <p:nvPr/>
        </p:nvSpPr>
        <p:spPr>
          <a:xfrm>
            <a:off x="2982969" y="6351546"/>
            <a:ext cx="3940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кантип чыгарабыз?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EAC8A0-B4F6-4AA0-A340-6A7C5BF9AA8A}"/>
              </a:ext>
            </a:extLst>
          </p:cNvPr>
          <p:cNvSpPr txBox="1"/>
          <p:nvPr/>
        </p:nvSpPr>
        <p:spPr>
          <a:xfrm>
            <a:off x="5426640" y="3080242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7,2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2E8731-57C3-4D93-ADB1-B3905B0D2A6D}"/>
              </a:ext>
            </a:extLst>
          </p:cNvPr>
          <p:cNvSpPr txBox="1"/>
          <p:nvPr/>
        </p:nvSpPr>
        <p:spPr>
          <a:xfrm>
            <a:off x="1173282" y="38669"/>
            <a:ext cx="7559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Чыгарылган эсептөөдөн баштап, башкаларга жооп бере аласызбы?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3339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6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7,2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44047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8" y="-30715"/>
            <a:ext cx="151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7,2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2C907B3-9E74-9882-43C8-3149F9864806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B405218-CADC-338C-C209-53CA653615F7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1DA446-DFC5-2B6B-E249-338EFC474CB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C195A-D285-FB47-B5B5-9DE4AB0FDA9B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930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27342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9" y="3455381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D7C1EC-E377-490E-8EEA-DCB8156CFF31}"/>
              </a:ext>
            </a:extLst>
          </p:cNvPr>
          <p:cNvSpPr txBox="1"/>
          <p:nvPr/>
        </p:nvSpPr>
        <p:spPr>
          <a:xfrm>
            <a:off x="265765" y="165149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9B3C4-242F-471D-95A7-13C35669F1EE}"/>
              </a:ext>
            </a:extLst>
          </p:cNvPr>
          <p:cNvSpPr txBox="1"/>
          <p:nvPr/>
        </p:nvSpPr>
        <p:spPr>
          <a:xfrm>
            <a:off x="3072580" y="29993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6E6E5-1B75-4EB7-82C4-F99D0B6A67E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19E8DBF-A60E-4CE6-4DA4-E0031471369A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B98F7E-F9E1-44F8-29CB-713B7F0B8FF9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A87AC-C72F-997F-3216-FB7FAC035979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828C5-52FB-0AF1-762D-38F20279E3E4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626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1,5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50" y="14141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4" y="729765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59396" y="144927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F64ED9-BCA0-42F5-AE27-5D516A3701C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A6C38B-5BF5-B678-6A2D-16275C626184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13F86A-47D0-6BDF-712D-E666FC7D6E44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4AB6C-5733-5418-19E1-DDE9E65E844B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752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3AAC5-60C0-4547-B419-1CF0109423A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8F41DD-7F28-B7BF-F585-D658508B7579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74977-A08A-9BEE-0702-DFE872FE7A8A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19950-B3B0-D749-E95E-FD8D59AD8988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7646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99657" y="2358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0,35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885458" y="21277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35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4EED2D-1867-40A9-AF5E-51B204B17F8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61588D-D91D-6218-C568-6AFFE1A80E9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94245-B6CC-289E-D386-E55A5836852A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7F7756-F102-0105-2964-E5828C1B06E2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0253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80902" y="1385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0,91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7812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91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C89B51-A2D8-49D8-B195-2825CC28EFB2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CD389-03C2-DF1B-5991-B5DA5C7308B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E3EB29-B07B-0112-3CC0-00C81EFE7989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B1CE7-D1B1-0A58-EA0A-CF3041D21B62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515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0,068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487759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958D6-49A7-4B58-BD0E-21C632D4A271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71E579-1643-9ED0-4573-A306490654F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35F3F-10D0-8522-3DAB-8C374D81FED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5BA92-E2F9-1A77-5452-1AD8C109E88A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479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84204-7CC2-45C4-829A-A7C28BF8107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D2971F-66D9-B6BB-C19F-D8D701BE2568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90BBA-C4E5-A971-3D04-363C1587F549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B4CB5-3C0D-91AB-57E0-0452574FF7EB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4589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710390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A4DCF4-886E-4311-AE0D-1F1AE02C27CD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5B1E8E-D41E-431D-7405-40DA9E980EA2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70A36-C1BE-8120-48DF-816AEF3CF0E0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1A3A9-D026-9AA5-A821-06773343A431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482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68975" y="2629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0,42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0,0168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168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606195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28C47-5E57-45F5-86C8-7DDF4C733F6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502A71-BF15-883D-D3EF-2F815FF221AF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0C2D17-C7FC-4A01-03F2-0A11B4136AD2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78C93-ACF0-8501-E098-A45F4D6E4931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312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0,0195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195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0,0195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5121FA-8DEC-4515-B5D7-E9336AD1052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DEC87-E706-545D-79D4-BE49305106BF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9BD0B-BAE2-D732-E808-308B2AAA97F7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6C9E0-2399-B719-016F-3928943F8049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59813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38" grpId="0"/>
      <p:bldP spid="39" grpId="0"/>
      <p:bldP spid="40" grpId="0"/>
      <p:bldP spid="41" grpId="0"/>
      <p:bldP spid="2" grpId="0"/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68905B-5C22-4FF3-BD43-FDCD96A4A72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39496-531C-FF62-1904-6D5167A87364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BF895-85BB-7AA6-1B60-56F6A0D0D779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3DA06D-0E0F-87FB-97DD-146926892B4F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1955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38" grpId="0"/>
      <p:bldP spid="39" grpId="0"/>
      <p:bldP spid="40" grpId="0"/>
      <p:bldP spid="41" grpId="0"/>
      <p:bldP spid="2" grpId="0"/>
      <p:bldP spid="3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56687" y="938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9F806D-910A-4E1E-BE06-6CEE8D4B57A8}"/>
              </a:ext>
            </a:extLst>
          </p:cNvPr>
          <p:cNvSpPr txBox="1"/>
          <p:nvPr/>
        </p:nvSpPr>
        <p:spPr>
          <a:xfrm>
            <a:off x="536605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89E4C3-D73C-4D53-9EA4-9CCFEE46C05D}"/>
              </a:ext>
            </a:extLst>
          </p:cNvPr>
          <p:cNvSpPr txBox="1"/>
          <p:nvPr/>
        </p:nvSpPr>
        <p:spPr>
          <a:xfrm>
            <a:off x="757379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0,064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C6652B-D2DA-4B7F-8C6A-7BA2EB70719E}"/>
              </a:ext>
            </a:extLst>
          </p:cNvPr>
          <p:cNvCxnSpPr>
            <a:cxnSpLocks/>
          </p:cNvCxnSpPr>
          <p:nvPr/>
        </p:nvCxnSpPr>
        <p:spPr>
          <a:xfrm>
            <a:off x="593552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3E95741-EA04-4A1F-9020-B0E3E8820E81}"/>
              </a:ext>
            </a:extLst>
          </p:cNvPr>
          <p:cNvSpPr txBox="1"/>
          <p:nvPr/>
        </p:nvSpPr>
        <p:spPr>
          <a:xfrm>
            <a:off x="523947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9A80F4-F627-433C-99B9-180BBB17C910}"/>
              </a:ext>
            </a:extLst>
          </p:cNvPr>
          <p:cNvSpPr txBox="1"/>
          <p:nvPr/>
        </p:nvSpPr>
        <p:spPr>
          <a:xfrm>
            <a:off x="564664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652122-5838-4711-B2B7-579C6E35AAC9}"/>
              </a:ext>
            </a:extLst>
          </p:cNvPr>
          <p:cNvSpPr txBox="1"/>
          <p:nvPr/>
        </p:nvSpPr>
        <p:spPr>
          <a:xfrm>
            <a:off x="682631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CF400E-444B-42AD-8780-B2FBA5B65191}"/>
              </a:ext>
            </a:extLst>
          </p:cNvPr>
          <p:cNvSpPr txBox="1"/>
          <p:nvPr/>
        </p:nvSpPr>
        <p:spPr>
          <a:xfrm>
            <a:off x="740743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64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A20010-24D8-4C83-8BBD-73A560C47D6D}"/>
              </a:ext>
            </a:extLst>
          </p:cNvPr>
          <p:cNvCxnSpPr>
            <a:cxnSpLocks/>
          </p:cNvCxnSpPr>
          <p:nvPr/>
        </p:nvCxnSpPr>
        <p:spPr>
          <a:xfrm>
            <a:off x="711110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AEC0EE-D9D2-476B-B8DA-9978B1AFB8E7}"/>
              </a:ext>
            </a:extLst>
          </p:cNvPr>
          <p:cNvCxnSpPr>
            <a:cxnSpLocks/>
          </p:cNvCxnSpPr>
          <p:nvPr/>
        </p:nvCxnSpPr>
        <p:spPr>
          <a:xfrm>
            <a:off x="807239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903E228-654E-4DF2-A057-D89EB5910BBC}"/>
              </a:ext>
            </a:extLst>
          </p:cNvPr>
          <p:cNvSpPr txBox="1"/>
          <p:nvPr/>
        </p:nvSpPr>
        <p:spPr>
          <a:xfrm>
            <a:off x="817544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331015-ABC4-420E-8C94-615EAD78D214}"/>
              </a:ext>
            </a:extLst>
          </p:cNvPr>
          <p:cNvSpPr txBox="1"/>
          <p:nvPr/>
        </p:nvSpPr>
        <p:spPr>
          <a:xfrm>
            <a:off x="7496638" y="3455381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0,064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60153B-D199-447F-8B43-3C21B9C8C39C}"/>
              </a:ext>
            </a:extLst>
          </p:cNvPr>
          <p:cNvSpPr txBox="1"/>
          <p:nvPr/>
        </p:nvSpPr>
        <p:spPr>
          <a:xfrm>
            <a:off x="632054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F8AE85-4D1A-4FE2-A857-2DDC7552B713}"/>
              </a:ext>
            </a:extLst>
          </p:cNvPr>
          <p:cNvSpPr txBox="1"/>
          <p:nvPr/>
        </p:nvSpPr>
        <p:spPr>
          <a:xfrm>
            <a:off x="663403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92BBEF-0255-446F-84DE-AB5887030EA7}"/>
              </a:ext>
            </a:extLst>
          </p:cNvPr>
          <p:cNvSpPr txBox="1"/>
          <p:nvPr/>
        </p:nvSpPr>
        <p:spPr>
          <a:xfrm>
            <a:off x="632054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E3C803-4807-4EDC-A201-4EA3D3356351}"/>
              </a:ext>
            </a:extLst>
          </p:cNvPr>
          <p:cNvSpPr txBox="1"/>
          <p:nvPr/>
        </p:nvSpPr>
        <p:spPr>
          <a:xfrm>
            <a:off x="819576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E4E626-6F35-422A-900C-557B7B06E4EB}"/>
              </a:ext>
            </a:extLst>
          </p:cNvPr>
          <p:cNvSpPr txBox="1"/>
          <p:nvPr/>
        </p:nvSpPr>
        <p:spPr>
          <a:xfrm>
            <a:off x="879639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3C8CC5-FCDC-406C-9F1A-016383AC5D96}"/>
              </a:ext>
            </a:extLst>
          </p:cNvPr>
          <p:cNvSpPr txBox="1"/>
          <p:nvPr/>
        </p:nvSpPr>
        <p:spPr>
          <a:xfrm>
            <a:off x="879639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A47AE-9A88-4708-85AC-6A0E8626686A}"/>
              </a:ext>
            </a:extLst>
          </p:cNvPr>
          <p:cNvSpPr txBox="1"/>
          <p:nvPr/>
        </p:nvSpPr>
        <p:spPr>
          <a:xfrm>
            <a:off x="523947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CC2480-E8C7-4CAC-B59E-3E69F003F7D3}"/>
              </a:ext>
            </a:extLst>
          </p:cNvPr>
          <p:cNvSpPr txBox="1"/>
          <p:nvPr/>
        </p:nvSpPr>
        <p:spPr>
          <a:xfrm>
            <a:off x="720016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C3F63A-FF56-4482-A618-A7EF3624F29B}"/>
              </a:ext>
            </a:extLst>
          </p:cNvPr>
          <p:cNvSpPr txBox="1"/>
          <p:nvPr/>
        </p:nvSpPr>
        <p:spPr>
          <a:xfrm>
            <a:off x="720016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C6C51A-E6C0-459C-B0DB-70DD98D60F96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298F4-AC59-F18D-9984-81F334785616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CF9C15-ED02-7CC9-7E63-62DB2437ECE3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A8631-3D77-BC89-BB0B-6A7367CBE31A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5448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/>
      <p:bldP spid="52" grpId="0"/>
      <p:bldP spid="53" grpId="0"/>
      <p:bldP spid="59" grpId="0"/>
      <p:bldP spid="62" grpId="0"/>
      <p:bldP spid="63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2" grpId="0"/>
      <p:bldP spid="3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47355" y="2777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9F806D-910A-4E1E-BE06-6CEE8D4B57A8}"/>
              </a:ext>
            </a:extLst>
          </p:cNvPr>
          <p:cNvSpPr txBox="1"/>
          <p:nvPr/>
        </p:nvSpPr>
        <p:spPr>
          <a:xfrm>
            <a:off x="536605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89E4C3-D73C-4D53-9EA4-9CCFEE46C05D}"/>
              </a:ext>
            </a:extLst>
          </p:cNvPr>
          <p:cNvSpPr txBox="1"/>
          <p:nvPr/>
        </p:nvSpPr>
        <p:spPr>
          <a:xfrm>
            <a:off x="757379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0,0276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C6652B-D2DA-4B7F-8C6A-7BA2EB70719E}"/>
              </a:ext>
            </a:extLst>
          </p:cNvPr>
          <p:cNvCxnSpPr>
            <a:cxnSpLocks/>
          </p:cNvCxnSpPr>
          <p:nvPr/>
        </p:nvCxnSpPr>
        <p:spPr>
          <a:xfrm>
            <a:off x="593552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3E95741-EA04-4A1F-9020-B0E3E8820E81}"/>
              </a:ext>
            </a:extLst>
          </p:cNvPr>
          <p:cNvSpPr txBox="1"/>
          <p:nvPr/>
        </p:nvSpPr>
        <p:spPr>
          <a:xfrm>
            <a:off x="523947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9A80F4-F627-433C-99B9-180BBB17C910}"/>
              </a:ext>
            </a:extLst>
          </p:cNvPr>
          <p:cNvSpPr txBox="1"/>
          <p:nvPr/>
        </p:nvSpPr>
        <p:spPr>
          <a:xfrm>
            <a:off x="564664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652122-5838-4711-B2B7-579C6E35AAC9}"/>
              </a:ext>
            </a:extLst>
          </p:cNvPr>
          <p:cNvSpPr txBox="1"/>
          <p:nvPr/>
        </p:nvSpPr>
        <p:spPr>
          <a:xfrm>
            <a:off x="672212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CF400E-444B-42AD-8780-B2FBA5B65191}"/>
              </a:ext>
            </a:extLst>
          </p:cNvPr>
          <p:cNvSpPr txBox="1"/>
          <p:nvPr/>
        </p:nvSpPr>
        <p:spPr>
          <a:xfrm>
            <a:off x="740743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276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A20010-24D8-4C83-8BBD-73A560C47D6D}"/>
              </a:ext>
            </a:extLst>
          </p:cNvPr>
          <p:cNvCxnSpPr>
            <a:cxnSpLocks/>
          </p:cNvCxnSpPr>
          <p:nvPr/>
        </p:nvCxnSpPr>
        <p:spPr>
          <a:xfrm>
            <a:off x="711110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AEC0EE-D9D2-476B-B8DA-9978B1AFB8E7}"/>
              </a:ext>
            </a:extLst>
          </p:cNvPr>
          <p:cNvCxnSpPr>
            <a:cxnSpLocks/>
          </p:cNvCxnSpPr>
          <p:nvPr/>
        </p:nvCxnSpPr>
        <p:spPr>
          <a:xfrm>
            <a:off x="807239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903E228-654E-4DF2-A057-D89EB5910BBC}"/>
              </a:ext>
            </a:extLst>
          </p:cNvPr>
          <p:cNvSpPr txBox="1"/>
          <p:nvPr/>
        </p:nvSpPr>
        <p:spPr>
          <a:xfrm>
            <a:off x="817544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331015-ABC4-420E-8C94-615EAD78D214}"/>
              </a:ext>
            </a:extLst>
          </p:cNvPr>
          <p:cNvSpPr txBox="1"/>
          <p:nvPr/>
        </p:nvSpPr>
        <p:spPr>
          <a:xfrm>
            <a:off x="7392442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0,0276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60153B-D199-447F-8B43-3C21B9C8C39C}"/>
              </a:ext>
            </a:extLst>
          </p:cNvPr>
          <p:cNvSpPr txBox="1"/>
          <p:nvPr/>
        </p:nvSpPr>
        <p:spPr>
          <a:xfrm>
            <a:off x="632054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F8AE85-4D1A-4FE2-A857-2DDC7552B713}"/>
              </a:ext>
            </a:extLst>
          </p:cNvPr>
          <p:cNvSpPr txBox="1"/>
          <p:nvPr/>
        </p:nvSpPr>
        <p:spPr>
          <a:xfrm>
            <a:off x="663403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92BBEF-0255-446F-84DE-AB5887030EA7}"/>
              </a:ext>
            </a:extLst>
          </p:cNvPr>
          <p:cNvSpPr txBox="1"/>
          <p:nvPr/>
        </p:nvSpPr>
        <p:spPr>
          <a:xfrm>
            <a:off x="632054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E3C803-4807-4EDC-A201-4EA3D3356351}"/>
              </a:ext>
            </a:extLst>
          </p:cNvPr>
          <p:cNvSpPr txBox="1"/>
          <p:nvPr/>
        </p:nvSpPr>
        <p:spPr>
          <a:xfrm>
            <a:off x="819576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E4E626-6F35-422A-900C-557B7B06E4EB}"/>
              </a:ext>
            </a:extLst>
          </p:cNvPr>
          <p:cNvSpPr txBox="1"/>
          <p:nvPr/>
        </p:nvSpPr>
        <p:spPr>
          <a:xfrm>
            <a:off x="879639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3C8CC5-FCDC-406C-9F1A-016383AC5D96}"/>
              </a:ext>
            </a:extLst>
          </p:cNvPr>
          <p:cNvSpPr txBox="1"/>
          <p:nvPr/>
        </p:nvSpPr>
        <p:spPr>
          <a:xfrm>
            <a:off x="879639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A47AE-9A88-4708-85AC-6A0E8626686A}"/>
              </a:ext>
            </a:extLst>
          </p:cNvPr>
          <p:cNvSpPr txBox="1"/>
          <p:nvPr/>
        </p:nvSpPr>
        <p:spPr>
          <a:xfrm>
            <a:off x="523947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CC2480-E8C7-4CAC-B59E-3E69F003F7D3}"/>
              </a:ext>
            </a:extLst>
          </p:cNvPr>
          <p:cNvSpPr txBox="1"/>
          <p:nvPr/>
        </p:nvSpPr>
        <p:spPr>
          <a:xfrm>
            <a:off x="720016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C3F63A-FF56-4482-A618-A7EF3624F29B}"/>
              </a:ext>
            </a:extLst>
          </p:cNvPr>
          <p:cNvSpPr txBox="1"/>
          <p:nvPr/>
        </p:nvSpPr>
        <p:spPr>
          <a:xfrm>
            <a:off x="720016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5791CC-FD5C-4EE7-820F-B69EBD762D2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9910B-FCCD-916B-0627-3608B2F67A6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8C93E-BD25-D295-AB44-59B1F3388155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BB3A0-AB11-B580-69E2-82602B76CF07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7630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/>
      <p:bldP spid="52" grpId="0"/>
      <p:bldP spid="53" grpId="0"/>
      <p:bldP spid="59" grpId="0"/>
      <p:bldP spid="62" grpId="0"/>
      <p:bldP spid="63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2" grpId="0"/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24088" y="79796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2829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1</a:t>
            </a:r>
            <a:r>
              <a:rPr lang="en-GB" sz="3200" dirty="0"/>
              <a:t>)   0,5 × 3 = 1,5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2829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2</a:t>
            </a:r>
            <a:r>
              <a:rPr lang="en-GB" sz="3200" dirty="0"/>
              <a:t>)   6 × 0,2 = 1,2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3</a:t>
            </a:r>
            <a:r>
              <a:rPr lang="en-GB" sz="3200" dirty="0"/>
              <a:t>)   0,6 × 0,6 = 0,36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4</a:t>
            </a:r>
            <a:r>
              <a:rPr lang="en-GB" sz="3200" dirty="0"/>
              <a:t>)   1,1 × 0,8 = 0,88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246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5</a:t>
            </a:r>
            <a:r>
              <a:rPr lang="en-GB" sz="3200" dirty="0"/>
              <a:t>)   0,12 × 4 = 0,48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</a:t>
            </a:r>
            <a:r>
              <a:rPr lang="en-GB" sz="3200" dirty="0"/>
              <a:t>)   0,5 × 0,13 = 0,065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7</a:t>
            </a:r>
            <a:r>
              <a:rPr lang="en-GB" sz="3200" dirty="0"/>
              <a:t>)   0,21 × 0,04 = 0,0084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D974AD-2071-424E-93FB-312CDABBD730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1D6692-F503-4DBF-A560-063D870E8C17}"/>
              </a:ext>
            </a:extLst>
          </p:cNvPr>
          <p:cNvSpPr/>
          <p:nvPr/>
        </p:nvSpPr>
        <p:spPr>
          <a:xfrm>
            <a:off x="7666892" y="681463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11C38B-CE39-41A0-AA51-A7218AAAD1EA}"/>
              </a:ext>
            </a:extLst>
          </p:cNvPr>
          <p:cNvSpPr/>
          <p:nvPr/>
        </p:nvSpPr>
        <p:spPr>
          <a:xfrm>
            <a:off x="7634654" y="16427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B030BF5-2075-4561-832A-BB16AEC42B4A}"/>
              </a:ext>
            </a:extLst>
          </p:cNvPr>
          <p:cNvSpPr/>
          <p:nvPr/>
        </p:nvSpPr>
        <p:spPr>
          <a:xfrm>
            <a:off x="7918938" y="2384240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3FB9E3C-03F9-4E35-B2A9-61C5433BA611}"/>
              </a:ext>
            </a:extLst>
          </p:cNvPr>
          <p:cNvSpPr/>
          <p:nvPr/>
        </p:nvSpPr>
        <p:spPr>
          <a:xfrm>
            <a:off x="7939454" y="3257609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0209C3-EA73-41CB-A144-A1302BB8485E}"/>
              </a:ext>
            </a:extLst>
          </p:cNvPr>
          <p:cNvSpPr/>
          <p:nvPr/>
        </p:nvSpPr>
        <p:spPr>
          <a:xfrm>
            <a:off x="7819293" y="4201316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2623BC-85EC-46A7-AEEE-990705F3DA7D}"/>
              </a:ext>
            </a:extLst>
          </p:cNvPr>
          <p:cNvSpPr/>
          <p:nvPr/>
        </p:nvSpPr>
        <p:spPr>
          <a:xfrm>
            <a:off x="8059616" y="4907632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FF07D7-5318-4E47-8F93-03CF6324A96B}"/>
              </a:ext>
            </a:extLst>
          </p:cNvPr>
          <p:cNvSpPr/>
          <p:nvPr/>
        </p:nvSpPr>
        <p:spPr>
          <a:xfrm>
            <a:off x="8361485" y="5763417"/>
            <a:ext cx="1256701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1E1CF-A70A-B000-3701-AAF444ACD02A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65303-2FDE-6641-1A56-5D2AE89D6BE6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EF600-F334-E6A1-0F5B-21D0FCBC96CD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67903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3" grpId="0"/>
      <p:bldP spid="4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694471" y="52554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1</a:t>
            </a:r>
            <a:r>
              <a:rPr lang="en-GB" sz="3200" dirty="0"/>
              <a:t>)   1,5 × 0,8 = 1,2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3975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2</a:t>
            </a:r>
            <a:r>
              <a:rPr lang="en-GB" sz="3200" dirty="0"/>
              <a:t>)   0,15 × 0,02 = 0,003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3</a:t>
            </a:r>
            <a:r>
              <a:rPr lang="en-GB" sz="3200" dirty="0"/>
              <a:t>)   0,06 × 0,08 = 0,0048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4</a:t>
            </a:r>
            <a:r>
              <a:rPr lang="en-GB" sz="3200" dirty="0"/>
              <a:t>)   0,41 × 1,2 = 0,492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5</a:t>
            </a:r>
            <a:r>
              <a:rPr lang="en-GB" sz="3200" dirty="0"/>
              <a:t>)   5,2 × 0,14 = 0,728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</a:t>
            </a:r>
            <a:r>
              <a:rPr lang="en-GB" sz="3200" dirty="0"/>
              <a:t>)   1,14 × 0,08 = 0,0912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7</a:t>
            </a:r>
            <a:r>
              <a:rPr lang="en-GB" sz="3200" dirty="0"/>
              <a:t>)   2,44 × 0,26 = 0,6344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D5A10-E076-43C5-B4FF-E90BF7344578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EB215F-6FA4-4F7B-B811-AA421EC1C75D}"/>
              </a:ext>
            </a:extLst>
          </p:cNvPr>
          <p:cNvSpPr/>
          <p:nvPr/>
        </p:nvSpPr>
        <p:spPr>
          <a:xfrm>
            <a:off x="7921869" y="6902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30A6F6-CF60-424F-9F88-AA87CA93B605}"/>
              </a:ext>
            </a:extLst>
          </p:cNvPr>
          <p:cNvSpPr/>
          <p:nvPr/>
        </p:nvSpPr>
        <p:spPr>
          <a:xfrm>
            <a:off x="8346831" y="1502078"/>
            <a:ext cx="1122484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E8E792-9A1C-4B66-85F5-ADC699120AC3}"/>
              </a:ext>
            </a:extLst>
          </p:cNvPr>
          <p:cNvSpPr/>
          <p:nvPr/>
        </p:nvSpPr>
        <p:spPr>
          <a:xfrm>
            <a:off x="8288215" y="2340278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562335-414B-4C8D-843F-E5650AD6AB5D}"/>
              </a:ext>
            </a:extLst>
          </p:cNvPr>
          <p:cNvSpPr/>
          <p:nvPr/>
        </p:nvSpPr>
        <p:spPr>
          <a:xfrm>
            <a:off x="8080131" y="331915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B156A99-66C0-47B2-8E9E-B44B2F64AE25}"/>
              </a:ext>
            </a:extLst>
          </p:cNvPr>
          <p:cNvSpPr/>
          <p:nvPr/>
        </p:nvSpPr>
        <p:spPr>
          <a:xfrm>
            <a:off x="8100647" y="4025471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BB2937-2853-4583-89B7-77235F3A2198}"/>
              </a:ext>
            </a:extLst>
          </p:cNvPr>
          <p:cNvSpPr/>
          <p:nvPr/>
        </p:nvSpPr>
        <p:spPr>
          <a:xfrm>
            <a:off x="8279424" y="4881256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2F1566-CF99-43B9-A335-40B21360DD8B}"/>
              </a:ext>
            </a:extLst>
          </p:cNvPr>
          <p:cNvSpPr/>
          <p:nvPr/>
        </p:nvSpPr>
        <p:spPr>
          <a:xfrm>
            <a:off x="8326316" y="590409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494A0E-DA92-A038-3282-2FF51C4D25A0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CD70BB-49F5-B30F-EE7E-5A1431596672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8D913-72C0-3CFC-9AD9-39CDA8D7B6E9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8702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59" grpId="0" animBg="1"/>
      <p:bldP spid="2" grpId="0"/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93403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80712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санасам болот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414290" y="2118754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0,7 × 0,4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3224165" y="3952967"/>
            <a:ext cx="2194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7 × 4 = 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309895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2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328792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2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64085" y="2145014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0,28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8354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616960" y="280416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81178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738120"/>
            <a:ext cx="465836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543040" y="2811780"/>
            <a:ext cx="845312" cy="5471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2438530" y="6351546"/>
            <a:ext cx="5029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Алиянын ыкмасы жөнүндө кандай ойдосуз?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61691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93403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80712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санасам болоь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211875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0,17 × 0,3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2964479" y="3952967"/>
            <a:ext cx="2454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17 × 3 = 51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7" y="3098951"/>
            <a:ext cx="1882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599" y="3287927"/>
            <a:ext cx="1882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214501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73812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81178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81178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73812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81559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2438530" y="6351546"/>
            <a:ext cx="5029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Алиянын ыкмасы жөнүндө кандай ойдосуз?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47114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33459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20768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санай алам.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151931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0,17 × 0,3 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249951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268848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154557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13868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13868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21234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21234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13868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21615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1286463" y="3476266"/>
            <a:ext cx="7333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эсептөөлөргө жооп табуу үчүн Алиянын методун колдонуңуз.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72443" y="43593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 × 3 = 0,9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D912E-4C8A-405F-B9C0-BD2AB0C3A63F}"/>
              </a:ext>
            </a:extLst>
          </p:cNvPr>
          <p:cNvSpPr txBox="1"/>
          <p:nvPr/>
        </p:nvSpPr>
        <p:spPr>
          <a:xfrm>
            <a:off x="72443" y="55785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5 × 0,5 = 2,5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1A182-4466-439F-A5FE-2DF3D04F3F02}"/>
              </a:ext>
            </a:extLst>
          </p:cNvPr>
          <p:cNvSpPr txBox="1"/>
          <p:nvPr/>
        </p:nvSpPr>
        <p:spPr>
          <a:xfrm>
            <a:off x="2965048" y="4359367"/>
            <a:ext cx="273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0,6 × 0,7 = 0,42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DE6A74-082E-463F-A89F-8EB5A471E478}"/>
              </a:ext>
            </a:extLst>
          </p:cNvPr>
          <p:cNvSpPr txBox="1"/>
          <p:nvPr/>
        </p:nvSpPr>
        <p:spPr>
          <a:xfrm>
            <a:off x="6399087" y="4359367"/>
            <a:ext cx="3155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0,21 × 0,7 = 0,147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1A6D9-E083-46D8-9C26-7727A95C1DFF}"/>
              </a:ext>
            </a:extLst>
          </p:cNvPr>
          <p:cNvSpPr txBox="1"/>
          <p:nvPr/>
        </p:nvSpPr>
        <p:spPr>
          <a:xfrm>
            <a:off x="6266785" y="5578567"/>
            <a:ext cx="35718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 × 0,036 = 0,0108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2D393-26F8-4953-9925-3AFB3EE64F58}"/>
              </a:ext>
            </a:extLst>
          </p:cNvPr>
          <p:cNvSpPr txBox="1"/>
          <p:nvPr/>
        </p:nvSpPr>
        <p:spPr>
          <a:xfrm>
            <a:off x="2761627" y="5578567"/>
            <a:ext cx="3155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0,5 × 0,13 = 0,065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553B37-A446-43EF-A0E6-FA5EBEC655F0}"/>
              </a:ext>
            </a:extLst>
          </p:cNvPr>
          <p:cNvSpPr/>
          <p:nvPr/>
        </p:nvSpPr>
        <p:spPr>
          <a:xfrm>
            <a:off x="1626576" y="4356648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4EEDD8-10F6-4F0E-B698-C82B15BA1DA3}"/>
              </a:ext>
            </a:extLst>
          </p:cNvPr>
          <p:cNvSpPr/>
          <p:nvPr/>
        </p:nvSpPr>
        <p:spPr>
          <a:xfrm>
            <a:off x="1620714" y="5643256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E4CC28-FE5A-4EB2-977B-DA84459EE084}"/>
              </a:ext>
            </a:extLst>
          </p:cNvPr>
          <p:cNvSpPr/>
          <p:nvPr/>
        </p:nvSpPr>
        <p:spPr>
          <a:xfrm>
            <a:off x="4850422" y="4265794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534E8D-60B1-45EE-855C-C1DE9EB89DD3}"/>
              </a:ext>
            </a:extLst>
          </p:cNvPr>
          <p:cNvSpPr/>
          <p:nvPr/>
        </p:nvSpPr>
        <p:spPr>
          <a:xfrm>
            <a:off x="4826975" y="55699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F1C743-EB08-4F4D-9664-7A667ACC1135}"/>
              </a:ext>
            </a:extLst>
          </p:cNvPr>
          <p:cNvSpPr/>
          <p:nvPr/>
        </p:nvSpPr>
        <p:spPr>
          <a:xfrm>
            <a:off x="8513883" y="4333201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6C3B45-8BFB-4FD0-A312-9793A9E99D8A}"/>
              </a:ext>
            </a:extLst>
          </p:cNvPr>
          <p:cNvSpPr/>
          <p:nvPr/>
        </p:nvSpPr>
        <p:spPr>
          <a:xfrm>
            <a:off x="8587152" y="55318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59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FD59E-9163-406C-B515-6EA5CD0D70D0}"/>
              </a:ext>
            </a:extLst>
          </p:cNvPr>
          <p:cNvSpPr txBox="1"/>
          <p:nvPr/>
        </p:nvSpPr>
        <p:spPr>
          <a:xfrm>
            <a:off x="1089825" y="630647"/>
            <a:ext cx="273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2,2 × 3,2 = 7,04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A6DD3-D9D4-4877-AC02-3A5FE8283594}"/>
              </a:ext>
            </a:extLst>
          </p:cNvPr>
          <p:cNvSpPr txBox="1"/>
          <p:nvPr/>
        </p:nvSpPr>
        <p:spPr>
          <a:xfrm>
            <a:off x="1211745" y="2022567"/>
            <a:ext cx="2425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22 × 32 = 704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258334D-A737-4386-895A-7F67FE1A409E}"/>
              </a:ext>
            </a:extLst>
          </p:cNvPr>
          <p:cNvCxnSpPr>
            <a:cxnSpLocks/>
          </p:cNvCxnSpPr>
          <p:nvPr/>
        </p:nvCxnSpPr>
        <p:spPr>
          <a:xfrm>
            <a:off x="1546400" y="127927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958EAC-1627-4879-87E0-41ABC976F0C4}"/>
              </a:ext>
            </a:extLst>
          </p:cNvPr>
          <p:cNvSpPr txBox="1"/>
          <p:nvPr/>
        </p:nvSpPr>
        <p:spPr>
          <a:xfrm>
            <a:off x="830036" y="139671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056E0D-BBFA-41DB-8DF0-A69D3887FD51}"/>
              </a:ext>
            </a:extLst>
          </p:cNvPr>
          <p:cNvCxnSpPr>
            <a:cxnSpLocks/>
          </p:cNvCxnSpPr>
          <p:nvPr/>
        </p:nvCxnSpPr>
        <p:spPr>
          <a:xfrm flipV="1">
            <a:off x="3266715" y="1172698"/>
            <a:ext cx="0" cy="88577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8B9587-F117-4DE2-987E-BFBAEB73F8EF}"/>
              </a:ext>
            </a:extLst>
          </p:cNvPr>
          <p:cNvSpPr txBox="1"/>
          <p:nvPr/>
        </p:nvSpPr>
        <p:spPr>
          <a:xfrm>
            <a:off x="3356508" y="1449121"/>
            <a:ext cx="805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0C7121-A738-487C-B41E-3B1A636E7C83}"/>
              </a:ext>
            </a:extLst>
          </p:cNvPr>
          <p:cNvCxnSpPr>
            <a:cxnSpLocks/>
          </p:cNvCxnSpPr>
          <p:nvPr/>
        </p:nvCxnSpPr>
        <p:spPr>
          <a:xfrm>
            <a:off x="2369360" y="127927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19B816-E91B-436B-A969-23458155B7BF}"/>
              </a:ext>
            </a:extLst>
          </p:cNvPr>
          <p:cNvSpPr txBox="1"/>
          <p:nvPr/>
        </p:nvSpPr>
        <p:spPr>
          <a:xfrm>
            <a:off x="1713956" y="139671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6D2DC0-A156-4F23-8B11-0DEA5E0F6346}"/>
              </a:ext>
            </a:extLst>
          </p:cNvPr>
          <p:cNvSpPr txBox="1"/>
          <p:nvPr/>
        </p:nvSpPr>
        <p:spPr>
          <a:xfrm>
            <a:off x="113106" y="3140986"/>
            <a:ext cx="4656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Биздин тууралыгыбызды, </a:t>
            </a:r>
            <a:r>
              <a:rPr lang="ru-RU" sz="2000" b="1" dirty="0"/>
              <a:t>божомолдоо</a:t>
            </a:r>
            <a:r>
              <a:rPr lang="ru-RU" sz="2000" dirty="0"/>
              <a:t> </a:t>
            </a:r>
          </a:p>
          <a:p>
            <a:pPr algn="ctr"/>
            <a:r>
              <a:rPr lang="ru-RU" sz="2000" dirty="0"/>
              <a:t>менен текшеришибиз керек.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CFFE0A-B125-4F2F-BBEA-35E1F36A572A}"/>
              </a:ext>
            </a:extLst>
          </p:cNvPr>
          <p:cNvSpPr txBox="1"/>
          <p:nvPr/>
        </p:nvSpPr>
        <p:spPr>
          <a:xfrm>
            <a:off x="500741" y="4003767"/>
            <a:ext cx="3881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2,2 × 3,2    ≈   2 × 3 =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9AB792-7A10-4CF0-A164-C30813E4A654}"/>
              </a:ext>
            </a:extLst>
          </p:cNvPr>
          <p:cNvSpPr txBox="1"/>
          <p:nvPr/>
        </p:nvSpPr>
        <p:spPr>
          <a:xfrm>
            <a:off x="1084298" y="4929146"/>
            <a:ext cx="27140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Жообубуздун мааниси </a:t>
            </a:r>
          </a:p>
          <a:p>
            <a:pPr algn="ctr"/>
            <a:r>
              <a:rPr lang="ru-RU" sz="2000" dirty="0"/>
              <a:t>бар экенин билебиз.</a:t>
            </a:r>
            <a:endParaRPr lang="en-GB" sz="2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8264BE-B7D8-42E8-8440-0EDFB189AC26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126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FD59E-9163-406C-B515-6EA5CD0D70D0}"/>
              </a:ext>
            </a:extLst>
          </p:cNvPr>
          <p:cNvSpPr txBox="1"/>
          <p:nvPr/>
        </p:nvSpPr>
        <p:spPr>
          <a:xfrm>
            <a:off x="1089825" y="630647"/>
            <a:ext cx="273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2,2 × 3,2 = 7,04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A6DD3-D9D4-4877-AC02-3A5FE8283594}"/>
              </a:ext>
            </a:extLst>
          </p:cNvPr>
          <p:cNvSpPr txBox="1"/>
          <p:nvPr/>
        </p:nvSpPr>
        <p:spPr>
          <a:xfrm>
            <a:off x="1211745" y="2022567"/>
            <a:ext cx="2425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22 × 32 = 704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258334D-A737-4386-895A-7F67FE1A409E}"/>
              </a:ext>
            </a:extLst>
          </p:cNvPr>
          <p:cNvCxnSpPr>
            <a:cxnSpLocks/>
          </p:cNvCxnSpPr>
          <p:nvPr/>
        </p:nvCxnSpPr>
        <p:spPr>
          <a:xfrm>
            <a:off x="1546400" y="127927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958EAC-1627-4879-87E0-41ABC976F0C4}"/>
              </a:ext>
            </a:extLst>
          </p:cNvPr>
          <p:cNvSpPr txBox="1"/>
          <p:nvPr/>
        </p:nvSpPr>
        <p:spPr>
          <a:xfrm>
            <a:off x="830036" y="139671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056E0D-BBFA-41DB-8DF0-A69D3887FD51}"/>
              </a:ext>
            </a:extLst>
          </p:cNvPr>
          <p:cNvCxnSpPr>
            <a:cxnSpLocks/>
          </p:cNvCxnSpPr>
          <p:nvPr/>
        </p:nvCxnSpPr>
        <p:spPr>
          <a:xfrm flipV="1">
            <a:off x="3266715" y="1172698"/>
            <a:ext cx="0" cy="88577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8B9587-F117-4DE2-987E-BFBAEB73F8EF}"/>
              </a:ext>
            </a:extLst>
          </p:cNvPr>
          <p:cNvSpPr txBox="1"/>
          <p:nvPr/>
        </p:nvSpPr>
        <p:spPr>
          <a:xfrm>
            <a:off x="3356508" y="1449121"/>
            <a:ext cx="805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0C7121-A738-487C-B41E-3B1A636E7C83}"/>
              </a:ext>
            </a:extLst>
          </p:cNvPr>
          <p:cNvCxnSpPr>
            <a:cxnSpLocks/>
          </p:cNvCxnSpPr>
          <p:nvPr/>
        </p:nvCxnSpPr>
        <p:spPr>
          <a:xfrm>
            <a:off x="2369360" y="127927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19B816-E91B-436B-A969-23458155B7BF}"/>
              </a:ext>
            </a:extLst>
          </p:cNvPr>
          <p:cNvSpPr txBox="1"/>
          <p:nvPr/>
        </p:nvSpPr>
        <p:spPr>
          <a:xfrm>
            <a:off x="1713956" y="139671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8264BE-B7D8-42E8-8440-0EDFB189AC26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2424F52-4D2E-48A7-BC04-A317A87B1D85}"/>
              </a:ext>
            </a:extLst>
          </p:cNvPr>
          <p:cNvSpPr txBox="1"/>
          <p:nvPr/>
        </p:nvSpPr>
        <p:spPr>
          <a:xfrm>
            <a:off x="5448465" y="722087"/>
            <a:ext cx="30380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1</a:t>
            </a:r>
            <a:r>
              <a:rPr lang="en-GB" sz="3200" dirty="0"/>
              <a:t>)   1,5 × 7 = 10,5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AED9AF-D734-4567-A5A2-76D8614B1DBF}"/>
              </a:ext>
            </a:extLst>
          </p:cNvPr>
          <p:cNvSpPr txBox="1"/>
          <p:nvPr/>
        </p:nvSpPr>
        <p:spPr>
          <a:xfrm>
            <a:off x="5448465" y="1573834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2</a:t>
            </a:r>
            <a:r>
              <a:rPr lang="en-GB" sz="3200" dirty="0"/>
              <a:t>)   2,4 × 0,9 = 2,16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930837-C4D2-40F4-ADB0-160EE800DC7B}"/>
              </a:ext>
            </a:extLst>
          </p:cNvPr>
          <p:cNvSpPr txBox="1"/>
          <p:nvPr/>
        </p:nvSpPr>
        <p:spPr>
          <a:xfrm>
            <a:off x="5448465" y="2425581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3</a:t>
            </a:r>
            <a:r>
              <a:rPr lang="en-GB" sz="3200" dirty="0"/>
              <a:t>)   4,2 × 1,4 = 5,88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72356D-323F-49F6-9572-070E2DFBDDD0}"/>
              </a:ext>
            </a:extLst>
          </p:cNvPr>
          <p:cNvSpPr txBox="1"/>
          <p:nvPr/>
        </p:nvSpPr>
        <p:spPr>
          <a:xfrm>
            <a:off x="5448465" y="3277328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4</a:t>
            </a:r>
            <a:r>
              <a:rPr lang="en-GB" sz="3200" dirty="0"/>
              <a:t>)   10,5 × 0,6 = 6,3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7B306D-6DAC-4F7C-B03F-DE05D3A0441C}"/>
              </a:ext>
            </a:extLst>
          </p:cNvPr>
          <p:cNvSpPr txBox="1"/>
          <p:nvPr/>
        </p:nvSpPr>
        <p:spPr>
          <a:xfrm>
            <a:off x="5448465" y="4129075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5</a:t>
            </a:r>
            <a:r>
              <a:rPr lang="en-GB" sz="3200" dirty="0"/>
              <a:t>)   22,4 × 0,5 = 11,2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B37C64-40CE-4643-BBA9-27D7AD59F655}"/>
              </a:ext>
            </a:extLst>
          </p:cNvPr>
          <p:cNvSpPr txBox="1"/>
          <p:nvPr/>
        </p:nvSpPr>
        <p:spPr>
          <a:xfrm>
            <a:off x="5448465" y="4980822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</a:t>
            </a:r>
            <a:r>
              <a:rPr lang="en-GB" sz="3200" dirty="0"/>
              <a:t>)   1,62 × 0,8 = 1,296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3C7BF8-D66F-4CCC-B888-88648E8F20FC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7</a:t>
            </a:r>
            <a:r>
              <a:rPr lang="en-GB" sz="3200" dirty="0"/>
              <a:t>)   3,54 × 0,18 = 0,6372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2F78B8-5481-49DC-B013-FF748F4C97D8}"/>
              </a:ext>
            </a:extLst>
          </p:cNvPr>
          <p:cNvSpPr/>
          <p:nvPr/>
        </p:nvSpPr>
        <p:spPr>
          <a:xfrm>
            <a:off x="7605346" y="725424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BC3142-C692-4FBE-9795-36F7A27D810D}"/>
              </a:ext>
            </a:extLst>
          </p:cNvPr>
          <p:cNvSpPr/>
          <p:nvPr/>
        </p:nvSpPr>
        <p:spPr>
          <a:xfrm>
            <a:off x="7892559" y="1572687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D4F38E-4B14-49C0-BEEF-C1E64482ABAC}"/>
              </a:ext>
            </a:extLst>
          </p:cNvPr>
          <p:cNvSpPr/>
          <p:nvPr/>
        </p:nvSpPr>
        <p:spPr>
          <a:xfrm>
            <a:off x="7901354" y="2375447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DA2022-4FF3-46F9-A8A7-11934869F57A}"/>
              </a:ext>
            </a:extLst>
          </p:cNvPr>
          <p:cNvSpPr/>
          <p:nvPr/>
        </p:nvSpPr>
        <p:spPr>
          <a:xfrm>
            <a:off x="8159262" y="3336739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20C9C3-D2B0-47E0-9778-F711C941D561}"/>
              </a:ext>
            </a:extLst>
          </p:cNvPr>
          <p:cNvSpPr/>
          <p:nvPr/>
        </p:nvSpPr>
        <p:spPr>
          <a:xfrm>
            <a:off x="8162193" y="412218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C27500-C2A7-4F02-BF7B-4ABF328D9E70}"/>
              </a:ext>
            </a:extLst>
          </p:cNvPr>
          <p:cNvSpPr/>
          <p:nvPr/>
        </p:nvSpPr>
        <p:spPr>
          <a:xfrm>
            <a:off x="8068408" y="4837293"/>
            <a:ext cx="1137133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AA6E48-C8FE-45BB-9BFB-679C992CA86D}"/>
              </a:ext>
            </a:extLst>
          </p:cNvPr>
          <p:cNvSpPr/>
          <p:nvPr/>
        </p:nvSpPr>
        <p:spPr>
          <a:xfrm>
            <a:off x="8335108" y="5789793"/>
            <a:ext cx="1137133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10CA1D-1BFA-45FA-A8EE-BDFF000124D8}"/>
              </a:ext>
            </a:extLst>
          </p:cNvPr>
          <p:cNvSpPr txBox="1"/>
          <p:nvPr/>
        </p:nvSpPr>
        <p:spPr>
          <a:xfrm>
            <a:off x="156704" y="3140986"/>
            <a:ext cx="45692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Биздин тууралыгыбызды, </a:t>
            </a:r>
            <a:r>
              <a:rPr lang="ru-RU" sz="2000" b="1" dirty="0"/>
              <a:t>божомолдоо</a:t>
            </a:r>
            <a:r>
              <a:rPr lang="ru-RU" sz="2000" dirty="0"/>
              <a:t> </a:t>
            </a:r>
          </a:p>
          <a:p>
            <a:pPr algn="ctr"/>
            <a:r>
              <a:rPr lang="ru-RU" sz="2000" dirty="0"/>
              <a:t>менен текшеришибиз керек.</a:t>
            </a:r>
            <a:endParaRPr lang="en-GB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31EBB5-1650-46CC-94F7-257D4C9AB324}"/>
              </a:ext>
            </a:extLst>
          </p:cNvPr>
          <p:cNvSpPr txBox="1"/>
          <p:nvPr/>
        </p:nvSpPr>
        <p:spPr>
          <a:xfrm>
            <a:off x="500741" y="4003767"/>
            <a:ext cx="3881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2,2 × 3,2    ≈   2 × 3 = 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68C3AE-9F6A-490A-BF89-6D88E266349E}"/>
              </a:ext>
            </a:extLst>
          </p:cNvPr>
          <p:cNvSpPr txBox="1"/>
          <p:nvPr/>
        </p:nvSpPr>
        <p:spPr>
          <a:xfrm>
            <a:off x="1084298" y="4929146"/>
            <a:ext cx="27140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Жообубуздун мааниси </a:t>
            </a:r>
          </a:p>
          <a:p>
            <a:pPr algn="ctr"/>
            <a:r>
              <a:rPr lang="ru-RU" sz="2000" dirty="0"/>
              <a:t>бар экенин билебиз.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68597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10620</TotalTime>
  <Words>1813</Words>
  <Application>Microsoft Office PowerPoint</Application>
  <PresentationFormat>A4 Paper (210x297 mm)</PresentationFormat>
  <Paragraphs>677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 Black</vt:lpstr>
      <vt:lpstr>Bodoni MT Black</vt:lpstr>
      <vt:lpstr>Calibri Light</vt:lpstr>
      <vt:lpstr>Arial</vt:lpstr>
      <vt:lpstr>Calibri</vt:lpstr>
      <vt:lpstr>Stencil</vt:lpstr>
      <vt:lpstr>Office Theme</vt:lpstr>
      <vt:lpstr>1_Office Theme</vt:lpstr>
      <vt:lpstr>2_Office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497</cp:revision>
  <cp:lastPrinted>2017-12-31T22:38:51Z</cp:lastPrinted>
  <dcterms:created xsi:type="dcterms:W3CDTF">2017-01-17T16:57:04Z</dcterms:created>
  <dcterms:modified xsi:type="dcterms:W3CDTF">2024-06-03T08:00:10Z</dcterms:modified>
</cp:coreProperties>
</file>