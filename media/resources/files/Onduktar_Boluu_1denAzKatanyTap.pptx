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0"/>
  </p:notesMasterIdLst>
  <p:sldIdLst>
    <p:sldId id="944" r:id="rId2"/>
    <p:sldId id="945" r:id="rId3"/>
    <p:sldId id="939" r:id="rId4"/>
    <p:sldId id="940" r:id="rId5"/>
    <p:sldId id="946" r:id="rId6"/>
    <p:sldId id="942" r:id="rId7"/>
    <p:sldId id="943" r:id="rId8"/>
    <p:sldId id="947" r:id="rId9"/>
  </p:sldIdLst>
  <p:sldSz cx="9906000" cy="6858000" type="A4"/>
  <p:notesSz cx="6669088" cy="9926638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Calibri Light" panose="020F0302020204030204" pitchFamily="34" charset="0"/>
      <p:regular r:id="rId15"/>
      <p:italic r:id="rId16"/>
    </p:embeddedFont>
    <p:embeddedFont>
      <p:font typeface="Fira Code" panose="020B0809050000020004" pitchFamily="49" charset="0"/>
      <p:regular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87774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16/10/2023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B89D2DF-F554-4C2A-CE1D-D373E74E5B72}"/>
              </a:ext>
            </a:extLst>
          </p:cNvPr>
          <p:cNvSpPr txBox="1">
            <a:spLocks/>
          </p:cNvSpPr>
          <p:nvPr/>
        </p:nvSpPr>
        <p:spPr>
          <a:xfrm>
            <a:off x="116840" y="1754505"/>
            <a:ext cx="9890760" cy="4351338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Бөлүү – </a:t>
            </a:r>
            <a:r>
              <a:rPr lang="ru-RU" b="0" i="0" dirty="0">
                <a:solidFill>
                  <a:srgbClr val="212529"/>
                </a:solidFill>
                <a:effectLst/>
                <a:latin typeface="system-ui"/>
              </a:rPr>
              <a:t>Ондуктарды 1ден кичине ондукка бөлүү</a:t>
            </a:r>
            <a:r>
              <a:rPr lang="en-US" b="0" i="0" dirty="0">
                <a:solidFill>
                  <a:srgbClr val="212529"/>
                </a:solidFill>
                <a:effectLst/>
                <a:latin typeface="system-ui"/>
              </a:rPr>
              <a:t>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–– Катаны тап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жанындагы суроолорду жана жооптордун каталарын текшериши керек анан окуучулар аларды оңдошу керек.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канча ката табуу керек экенин айтуунун кажети жок.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кандай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өлчөмдө жана форматта.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899BD10-45E1-4B1B-06C3-4D1ECCB52487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596353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6552318" y="280805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4139240" y="556981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6367DB-C808-9BE8-3A27-5C08EF882810}"/>
              </a:ext>
            </a:extLst>
          </p:cNvPr>
          <p:cNvSpPr txBox="1"/>
          <p:nvPr/>
        </p:nvSpPr>
        <p:spPr>
          <a:xfrm>
            <a:off x="356981" y="114336"/>
            <a:ext cx="8453120" cy="1477328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ED7D31">
                    <a:lumMod val="40000"/>
                    <a:lumOff val="60000"/>
                  </a:srgbClr>
                </a:solidFill>
                <a:effectLst>
                  <a:glow rad="228600">
                    <a:srgbClr val="70AD47">
                      <a:satMod val="175000"/>
                      <a:alpha val="40000"/>
                    </a:srgbClr>
                  </a:glow>
                  <a:reflection blurRad="6350" stA="55000" endA="50" endPos="85000" dist="29997" dir="5400000" sy="-100000" algn="bl" rotWithShape="0"/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Катаны тап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reflection blurRad="6350" stA="55000" endA="50" endPos="85000" dist="29997" dir="5400000" sy="-100000" algn="bl" rotWithShape="0"/>
              </a:effectLst>
              <a:uLnTx/>
              <a:uFillTx/>
              <a:latin typeface="Fira Code" panose="020F0502020204030204" pitchFamily="49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2652E0-CD09-656D-4C62-8FD8F9C42BD8}"/>
              </a:ext>
            </a:extLst>
          </p:cNvPr>
          <p:cNvSpPr txBox="1"/>
          <p:nvPr/>
        </p:nvSpPr>
        <p:spPr>
          <a:xfrm>
            <a:off x="595140" y="2214673"/>
            <a:ext cx="388119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Үч бурчтукта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айрым каталар бар!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Сен алардын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баарын таба аласынбы?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8177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21286" y="81280"/>
            <a:ext cx="9674178" cy="6747510"/>
            <a:chOff x="100965" y="19295"/>
            <a:chExt cx="9733915" cy="6789175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06027" y="19295"/>
              <a:ext cx="4946333" cy="2576585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965" y="2574276"/>
              <a:ext cx="9733915" cy="4234194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29C22F7-A178-C8AA-6591-2327D1C578E4}"/>
              </a:ext>
            </a:extLst>
          </p:cNvPr>
          <p:cNvSpPr txBox="1"/>
          <p:nvPr/>
        </p:nvSpPr>
        <p:spPr>
          <a:xfrm>
            <a:off x="0" y="10883"/>
            <a:ext cx="5029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 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- тап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625291-7D86-BAEB-54C2-63185973B6DE}"/>
              </a:ext>
            </a:extLst>
          </p:cNvPr>
          <p:cNvSpPr txBox="1"/>
          <p:nvPr/>
        </p:nvSpPr>
        <p:spPr>
          <a:xfrm>
            <a:off x="0" y="1512121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Каталарды таба аласызбы?</a:t>
            </a:r>
          </a:p>
          <a:p>
            <a:pPr algn="ctr"/>
            <a:endParaRPr lang="ru-RU" sz="1800" dirty="0"/>
          </a:p>
          <a:p>
            <a:pPr algn="ctr"/>
            <a:r>
              <a:rPr lang="ru-RU" sz="1800" dirty="0"/>
              <a:t>Аларды оңдоңуз!</a:t>
            </a:r>
            <a:endParaRPr lang="en-GB" sz="1800" dirty="0"/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344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21286" y="81280"/>
            <a:ext cx="9674178" cy="6747510"/>
            <a:chOff x="100965" y="19295"/>
            <a:chExt cx="9733915" cy="6789175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06027" y="19295"/>
              <a:ext cx="4946333" cy="2576585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965" y="2574276"/>
              <a:ext cx="9733915" cy="4234194"/>
            </a:xfrm>
            <a:prstGeom prst="rect">
              <a:avLst/>
            </a:prstGeom>
          </p:spPr>
        </p:pic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4380958" y="-87132"/>
            <a:ext cx="1217202" cy="121720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2663918" y="2940548"/>
            <a:ext cx="1217202" cy="121720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1962878" y="4037828"/>
            <a:ext cx="1217202" cy="121720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3710398" y="5257028"/>
            <a:ext cx="1217202" cy="121720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7256238" y="5124948"/>
            <a:ext cx="1217202" cy="121720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6209758" y="3062468"/>
            <a:ext cx="1217202" cy="121720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4888958" y="3123428"/>
            <a:ext cx="1217202" cy="121720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16BB19-3368-2220-3476-286F8B2D40CC}"/>
              </a:ext>
            </a:extLst>
          </p:cNvPr>
          <p:cNvSpPr txBox="1"/>
          <p:nvPr/>
        </p:nvSpPr>
        <p:spPr>
          <a:xfrm>
            <a:off x="0" y="205098"/>
            <a:ext cx="379984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66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16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44574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21286" y="81280"/>
            <a:ext cx="9674178" cy="6747510"/>
            <a:chOff x="100965" y="19295"/>
            <a:chExt cx="9733915" cy="6789175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06027" y="19295"/>
              <a:ext cx="4946333" cy="2576585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965" y="2574276"/>
              <a:ext cx="9733915" cy="4234194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29C22F7-A178-C8AA-6591-2327D1C578E4}"/>
              </a:ext>
            </a:extLst>
          </p:cNvPr>
          <p:cNvSpPr txBox="1"/>
          <p:nvPr/>
        </p:nvSpPr>
        <p:spPr>
          <a:xfrm>
            <a:off x="0" y="10883"/>
            <a:ext cx="5029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Каталарды издеп 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- тап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625291-7D86-BAEB-54C2-63185973B6DE}"/>
              </a:ext>
            </a:extLst>
          </p:cNvPr>
          <p:cNvSpPr txBox="1"/>
          <p:nvPr/>
        </p:nvSpPr>
        <p:spPr>
          <a:xfrm>
            <a:off x="0" y="1512121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Каталарды таба аласызбы?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Аларды оңдоңуз!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064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DC00E7F-DC4F-9510-A641-22109AF10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007554" y="1099330"/>
            <a:ext cx="6801938" cy="46806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78CC29-15B4-7B15-8ED6-A44297FE7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66632" y="1099330"/>
            <a:ext cx="6801938" cy="468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491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0834156-0D41-5E86-6113-5E98F7D7D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97920" cy="33704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67D091-4118-7788-A018-4E86CA2DF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0960" y="91440"/>
            <a:ext cx="4765040" cy="32790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659F51-5A50-4E34-7FFF-EE0779863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87551"/>
            <a:ext cx="4897920" cy="33704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2DD82E-9FE8-F6A4-25F9-B7CE7887C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0960" y="3520440"/>
            <a:ext cx="4765040" cy="3279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279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052673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8334</TotalTime>
  <Words>124</Words>
  <Application>Microsoft Office PowerPoint</Application>
  <PresentationFormat>A4 Paper (210x297 mm)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Calibri Light</vt:lpstr>
      <vt:lpstr>Fira Code</vt:lpstr>
      <vt:lpstr>system-ui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370</cp:revision>
  <cp:lastPrinted>2021-03-01T03:02:09Z</cp:lastPrinted>
  <dcterms:created xsi:type="dcterms:W3CDTF">2017-01-17T16:57:04Z</dcterms:created>
  <dcterms:modified xsi:type="dcterms:W3CDTF">2023-10-16T04:04:34Z</dcterms:modified>
</cp:coreProperties>
</file>