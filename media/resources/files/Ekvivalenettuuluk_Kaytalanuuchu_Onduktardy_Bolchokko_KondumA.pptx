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5" r:id="rId2"/>
    <p:sldId id="958" r:id="rId3"/>
    <p:sldId id="961" r:id="rId4"/>
    <p:sldId id="960" r:id="rId5"/>
    <p:sldId id="959" r:id="rId6"/>
    <p:sldId id="967" r:id="rId7"/>
    <p:sldId id="963" r:id="rId8"/>
    <p:sldId id="964" r:id="rId9"/>
    <p:sldId id="966" r:id="rId10"/>
  </p:sldIdLst>
  <p:sldSz cx="9906000" cy="6858000" type="A4"/>
  <p:notesSz cx="7104063" cy="10234613"/>
  <p:embeddedFontLst>
    <p:embeddedFont>
      <p:font typeface="ADLaM Display" panose="02010000000000000000" pitchFamily="2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Comic Sans MS" panose="030F0702030302020204" pitchFamily="66" charset="0"/>
      <p:regular r:id="rId14"/>
      <p:bold r:id="rId15"/>
      <p:italic r:id="rId16"/>
      <p:boldItalic r:id="rId17"/>
    </p:embeddedFont>
    <p:embeddedFont>
      <p:font typeface="Trade Gothic Inline" panose="020B0504030203020204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5"/>
          </p14:sldIdLst>
        </p14:section>
        <p14:section name="Көрсөтүү үчүн" id="{059544AC-2C27-45B1-9F95-F87DF8854DD6}">
          <p14:sldIdLst>
            <p14:sldId id="958"/>
            <p14:sldId id="961"/>
          </p14:sldIdLst>
        </p14:section>
        <p14:section name="Жообу" id="{1FEDB314-42DC-4694-9B04-D4A4AAE625F7}">
          <p14:sldIdLst>
            <p14:sldId id="960"/>
            <p14:sldId id="959"/>
          </p14:sldIdLst>
        </p14:section>
        <p14:section name="Таркатма барактар" id="{A78D9305-6AAE-4715-A210-52F6908F30F7}">
          <p14:sldIdLst>
            <p14:sldId id="967"/>
            <p14:sldId id="963"/>
            <p14:sldId id="964"/>
          </p14:sldIdLst>
        </p14:section>
        <p14:section name="Кайтарым байланыш" id="{F3D720CF-F566-46A6-9361-125255B68FA6}">
          <p14:sldIdLst>
            <p14:sldId id="9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6" d="100"/>
          <a:sy n="66" d="100"/>
        </p:scale>
        <p:origin x="1272" y="3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6.png"/><Relationship Id="rId39" Type="http://schemas.openxmlformats.org/officeDocument/2006/relationships/image" Target="../media/image23.png"/><Relationship Id="rId3" Type="http://schemas.openxmlformats.org/officeDocument/2006/relationships/image" Target="../media/image5.png"/><Relationship Id="rId34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33" Type="http://schemas.openxmlformats.org/officeDocument/2006/relationships/image" Target="../media/image35.png"/><Relationship Id="rId38" Type="http://schemas.openxmlformats.org/officeDocument/2006/relationships/image" Target="../media/image22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6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7" Type="http://schemas.openxmlformats.org/officeDocument/2006/relationships/image" Target="../media/image21.png"/><Relationship Id="rId5" Type="http://schemas.openxmlformats.org/officeDocument/2006/relationships/image" Target="../media/image7.png"/><Relationship Id="rId23" Type="http://schemas.openxmlformats.org/officeDocument/2006/relationships/image" Target="../media/image25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10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30" Type="http://schemas.openxmlformats.org/officeDocument/2006/relationships/image" Target="../media/image32.png"/><Relationship Id="rId35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4.png"/><Relationship Id="rId51" Type="http://schemas.openxmlformats.org/officeDocument/2006/relationships/image" Target="../media/image3.png"/><Relationship Id="rId3" Type="http://schemas.openxmlformats.org/officeDocument/2006/relationships/image" Target="../media/image5.png"/><Relationship Id="rId50" Type="http://schemas.openxmlformats.org/officeDocument/2006/relationships/image" Target="../media/image2.png"/><Relationship Id="rId55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5" Type="http://schemas.openxmlformats.org/officeDocument/2006/relationships/image" Target="../media/image270.png"/><Relationship Id="rId33" Type="http://schemas.openxmlformats.org/officeDocument/2006/relationships/image" Target="../media/image35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220.png"/><Relationship Id="rId29" Type="http://schemas.openxmlformats.org/officeDocument/2006/relationships/image" Target="../media/image31.png"/><Relationship Id="rId5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21.png"/><Relationship Id="rId24" Type="http://schemas.openxmlformats.org/officeDocument/2006/relationships/image" Target="../media/image26.png"/><Relationship Id="rId53" Type="http://schemas.openxmlformats.org/officeDocument/2006/relationships/image" Target="../media/image6.png"/><Relationship Id="rId5" Type="http://schemas.openxmlformats.org/officeDocument/2006/relationships/image" Target="../media/image7.png"/><Relationship Id="rId15" Type="http://schemas.openxmlformats.org/officeDocument/2006/relationships/image" Target="../media/image170.png"/><Relationship Id="rId23" Type="http://schemas.openxmlformats.org/officeDocument/2006/relationships/image" Target="../media/image25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23.png"/><Relationship Id="rId19" Type="http://schemas.openxmlformats.org/officeDocument/2006/relationships/image" Target="../media/image210.png"/><Relationship Id="rId52" Type="http://schemas.openxmlformats.org/officeDocument/2006/relationships/image" Target="../media/image4.png"/><Relationship Id="rId9" Type="http://schemas.openxmlformats.org/officeDocument/2006/relationships/image" Target="../media/image110.png"/><Relationship Id="rId14" Type="http://schemas.openxmlformats.org/officeDocument/2006/relationships/image" Target="../media/image160.png"/><Relationship Id="rId22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20.png"/><Relationship Id="rId56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50" Type="http://schemas.openxmlformats.org/officeDocument/2006/relationships/image" Target="../media/image52.png"/><Relationship Id="rId55" Type="http://schemas.openxmlformats.org/officeDocument/2006/relationships/image" Target="../media/image1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5" Type="http://schemas.openxmlformats.org/officeDocument/2006/relationships/image" Target="../media/image270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220.png"/><Relationship Id="rId29" Type="http://schemas.openxmlformats.org/officeDocument/2006/relationships/image" Target="../media/image31.png"/><Relationship Id="rId41" Type="http://schemas.openxmlformats.org/officeDocument/2006/relationships/image" Target="../media/image43.png"/><Relationship Id="rId5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21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3" Type="http://schemas.openxmlformats.org/officeDocument/2006/relationships/image" Target="../media/image4.png"/><Relationship Id="rId58" Type="http://schemas.openxmlformats.org/officeDocument/2006/relationships/image" Target="../media/image23.png"/><Relationship Id="rId5" Type="http://schemas.openxmlformats.org/officeDocument/2006/relationships/image" Target="../media/image7.png"/><Relationship Id="rId15" Type="http://schemas.openxmlformats.org/officeDocument/2006/relationships/image" Target="../media/image170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21.png"/><Relationship Id="rId19" Type="http://schemas.openxmlformats.org/officeDocument/2006/relationships/image" Target="../media/image210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52" Type="http://schemas.openxmlformats.org/officeDocument/2006/relationships/image" Target="../media/image3.png"/><Relationship Id="rId9" Type="http://schemas.openxmlformats.org/officeDocument/2006/relationships/image" Target="../media/image110.png"/><Relationship Id="rId14" Type="http://schemas.openxmlformats.org/officeDocument/2006/relationships/image" Target="../media/image160.png"/><Relationship Id="rId22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56" Type="http://schemas.openxmlformats.org/officeDocument/2006/relationships/image" Target="../media/image19.png"/><Relationship Id="rId8" Type="http://schemas.openxmlformats.org/officeDocument/2006/relationships/image" Target="../media/image10.png"/><Relationship Id="rId5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6.png"/><Relationship Id="rId39" Type="http://schemas.openxmlformats.org/officeDocument/2006/relationships/image" Target="../media/image23.png"/><Relationship Id="rId3" Type="http://schemas.openxmlformats.org/officeDocument/2006/relationships/image" Target="../media/image5.png"/><Relationship Id="rId34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33" Type="http://schemas.openxmlformats.org/officeDocument/2006/relationships/image" Target="../media/image35.png"/><Relationship Id="rId38" Type="http://schemas.openxmlformats.org/officeDocument/2006/relationships/image" Target="../media/image22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6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7" Type="http://schemas.openxmlformats.org/officeDocument/2006/relationships/image" Target="../media/image21.png"/><Relationship Id="rId5" Type="http://schemas.openxmlformats.org/officeDocument/2006/relationships/image" Target="../media/image7.png"/><Relationship Id="rId23" Type="http://schemas.openxmlformats.org/officeDocument/2006/relationships/image" Target="../media/image25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10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30" Type="http://schemas.openxmlformats.org/officeDocument/2006/relationships/image" Target="../media/image32.png"/><Relationship Id="rId35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>
                <a:ea typeface="ADLaM Display" panose="02010000000000000000" pitchFamily="2" charset="0"/>
                <a:cs typeface="ADLaM Display" panose="02010000000000000000" pitchFamily="2" charset="0"/>
              </a:rPr>
              <a:t>Кайталануучу ондуктар – Айландыруу – Иш барагы А</a:t>
            </a:r>
            <a:endParaRPr lang="en-US" dirty="0">
              <a:latin typeface="Trade Gothic Inline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/>
          </a:p>
          <a:p>
            <a:endParaRPr lang="ky-KG" dirty="0"/>
          </a:p>
          <a:p>
            <a:r>
              <a:rPr lang="ky-KG" dirty="0"/>
              <a:t>Иш барагы 3 өлчөмдө</a:t>
            </a:r>
            <a:r>
              <a:rPr lang="en-US" dirty="0"/>
              <a:t> </a:t>
            </a:r>
            <a:r>
              <a:rPr lang="ky-KG" dirty="0"/>
              <a:t>даярдалган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3305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DEA009-63A0-DD99-9258-A51ED2BD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91" y="484632"/>
            <a:ext cx="8795288" cy="52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1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2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16">
            <a:extLst>
              <a:ext uri="{FF2B5EF4-FFF2-40B4-BE49-F238E27FC236}">
                <a16:creationId xmlns:a16="http://schemas.microsoft.com/office/drawing/2014/main" id="{422AD2FA-726B-48E1-01FF-C00058FEFEE3}"/>
              </a:ext>
            </a:extLst>
          </p:cNvPr>
          <p:cNvGraphicFramePr>
            <a:graphicFrameLocks noGrp="1"/>
          </p:cNvGraphicFramePr>
          <p:nvPr/>
        </p:nvGraphicFramePr>
        <p:xfrm>
          <a:off x="715645" y="3004714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2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Table 16">
            <a:extLst>
              <a:ext uri="{FF2B5EF4-FFF2-40B4-BE49-F238E27FC236}">
                <a16:creationId xmlns:a16="http://schemas.microsoft.com/office/drawing/2014/main" id="{32DC14A5-0866-EDAF-09F7-41F4633C3DE2}"/>
              </a:ext>
            </a:extLst>
          </p:cNvPr>
          <p:cNvGraphicFramePr>
            <a:graphicFrameLocks noGrp="1"/>
          </p:cNvGraphicFramePr>
          <p:nvPr/>
        </p:nvGraphicFramePr>
        <p:xfrm>
          <a:off x="4245090" y="3136332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34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3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Table 16">
            <a:extLst>
              <a:ext uri="{FF2B5EF4-FFF2-40B4-BE49-F238E27FC236}">
                <a16:creationId xmlns:a16="http://schemas.microsoft.com/office/drawing/2014/main" id="{246A5BFB-F2F8-19EA-C1F5-173B6FEAD205}"/>
              </a:ext>
            </a:extLst>
          </p:cNvPr>
          <p:cNvGraphicFramePr>
            <a:graphicFrameLocks noGrp="1"/>
          </p:cNvGraphicFramePr>
          <p:nvPr/>
        </p:nvGraphicFramePr>
        <p:xfrm>
          <a:off x="734521" y="5349249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38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" name="Table 16">
            <a:extLst>
              <a:ext uri="{FF2B5EF4-FFF2-40B4-BE49-F238E27FC236}">
                <a16:creationId xmlns:a16="http://schemas.microsoft.com/office/drawing/2014/main" id="{09E8B1BC-32CF-9758-7798-D667937A28E2}"/>
              </a:ext>
            </a:extLst>
          </p:cNvPr>
          <p:cNvGraphicFramePr>
            <a:graphicFrameLocks noGrp="1"/>
          </p:cNvGraphicFramePr>
          <p:nvPr/>
        </p:nvGraphicFramePr>
        <p:xfrm>
          <a:off x="4215302" y="5346825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39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" name="Table 16">
            <a:extLst>
              <a:ext uri="{FF2B5EF4-FFF2-40B4-BE49-F238E27FC236}">
                <a16:creationId xmlns:a16="http://schemas.microsoft.com/office/drawing/2014/main" id="{61D72952-411E-FA39-9859-491DCD2EF1AC}"/>
              </a:ext>
            </a:extLst>
          </p:cNvPr>
          <p:cNvGraphicFramePr>
            <a:graphicFrameLocks noGrp="1"/>
          </p:cNvGraphicFramePr>
          <p:nvPr/>
        </p:nvGraphicFramePr>
        <p:xfrm>
          <a:off x="7556327" y="5338513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22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/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/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/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/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>
            <a:extLst>
              <a:ext uri="{FF2B5EF4-FFF2-40B4-BE49-F238E27FC236}">
                <a16:creationId xmlns:a16="http://schemas.microsoft.com/office/drawing/2014/main" id="{CEDCE013-74F6-1D06-A6D9-9F5ED7D84234}"/>
              </a:ext>
            </a:extLst>
          </p:cNvPr>
          <p:cNvSpPr/>
          <p:nvPr/>
        </p:nvSpPr>
        <p:spPr>
          <a:xfrm>
            <a:off x="1350804" y="3118485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B7249D7-0BA1-98D9-1051-6C0F3A264084}"/>
              </a:ext>
            </a:extLst>
          </p:cNvPr>
          <p:cNvSpPr/>
          <p:nvPr/>
        </p:nvSpPr>
        <p:spPr>
          <a:xfrm>
            <a:off x="1350804" y="341376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Table 16">
            <a:extLst>
              <a:ext uri="{FF2B5EF4-FFF2-40B4-BE49-F238E27FC236}">
                <a16:creationId xmlns:a16="http://schemas.microsoft.com/office/drawing/2014/main" id="{32DC14A5-0866-EDAF-09F7-41F4633C3DE2}"/>
              </a:ext>
            </a:extLst>
          </p:cNvPr>
          <p:cNvGraphicFramePr>
            <a:graphicFrameLocks noGrp="1"/>
          </p:cNvGraphicFramePr>
          <p:nvPr/>
        </p:nvGraphicFramePr>
        <p:xfrm>
          <a:off x="4245090" y="3136332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Table 16">
            <a:extLst>
              <a:ext uri="{FF2B5EF4-FFF2-40B4-BE49-F238E27FC236}">
                <a16:creationId xmlns:a16="http://schemas.microsoft.com/office/drawing/2014/main" id="{246A5BFB-F2F8-19EA-C1F5-173B6FEAD205}"/>
              </a:ext>
            </a:extLst>
          </p:cNvPr>
          <p:cNvGraphicFramePr>
            <a:graphicFrameLocks noGrp="1"/>
          </p:cNvGraphicFramePr>
          <p:nvPr/>
        </p:nvGraphicFramePr>
        <p:xfrm>
          <a:off x="734521" y="5349249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" name="Table 16">
            <a:extLst>
              <a:ext uri="{FF2B5EF4-FFF2-40B4-BE49-F238E27FC236}">
                <a16:creationId xmlns:a16="http://schemas.microsoft.com/office/drawing/2014/main" id="{09E8B1BC-32CF-9758-7798-D667937A28E2}"/>
              </a:ext>
            </a:extLst>
          </p:cNvPr>
          <p:cNvGraphicFramePr>
            <a:graphicFrameLocks noGrp="1"/>
          </p:cNvGraphicFramePr>
          <p:nvPr/>
        </p:nvGraphicFramePr>
        <p:xfrm>
          <a:off x="4215302" y="5346825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" name="Table 16">
            <a:extLst>
              <a:ext uri="{FF2B5EF4-FFF2-40B4-BE49-F238E27FC236}">
                <a16:creationId xmlns:a16="http://schemas.microsoft.com/office/drawing/2014/main" id="{61D72952-411E-FA39-9859-491DCD2EF1AC}"/>
              </a:ext>
            </a:extLst>
          </p:cNvPr>
          <p:cNvGraphicFramePr>
            <a:graphicFrameLocks noGrp="1"/>
          </p:cNvGraphicFramePr>
          <p:nvPr/>
        </p:nvGraphicFramePr>
        <p:xfrm>
          <a:off x="7556327" y="5338513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4CA688B-697F-F4EB-66D7-0036A3CB1300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F2CF66-A9C1-9108-16C0-634C9C0BEC2C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F2CF66-A9C1-9108-16C0-634C9C0BE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5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5ABEFE-24C7-060B-7EC5-4759B67E7CE2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5ABEFE-24C7-060B-7EC5-4759B67E7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5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2E46BB-27CA-F43E-B468-2789E94303C2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2E46BB-27CA-F43E-B468-2789E943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202BDA-E7A0-B0D1-DD28-68815D3526E0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202BDA-E7A0-B0D1-DD28-68815D352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5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E0D1E5-57C4-2F87-1E31-12225F7C6F88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E0D1E5-57C4-2F87-1E31-12225F7C6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54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34ADA7-9B9F-D0C8-36D1-575F161711C1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34ADA7-9B9F-D0C8-36D1-575F1617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55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396DEA-2540-7CBB-A1EB-998D2A6A35CD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396DEA-2540-7CBB-A1EB-998D2A6A3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56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96AEF9-AA9D-1471-459F-F8A1012D0262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96AEF9-AA9D-1471-459F-F8A1012D0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1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F0710F-850C-8CD9-815C-BCF4313D983C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F0710F-850C-8CD9-815C-BCF4313D9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5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96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/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/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/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/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>
            <a:extLst>
              <a:ext uri="{FF2B5EF4-FFF2-40B4-BE49-F238E27FC236}">
                <a16:creationId xmlns:a16="http://schemas.microsoft.com/office/drawing/2014/main" id="{CEDCE013-74F6-1D06-A6D9-9F5ED7D84234}"/>
              </a:ext>
            </a:extLst>
          </p:cNvPr>
          <p:cNvSpPr/>
          <p:nvPr/>
        </p:nvSpPr>
        <p:spPr>
          <a:xfrm>
            <a:off x="1350804" y="3118485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B7249D7-0BA1-98D9-1051-6C0F3A264084}"/>
              </a:ext>
            </a:extLst>
          </p:cNvPr>
          <p:cNvSpPr/>
          <p:nvPr/>
        </p:nvSpPr>
        <p:spPr>
          <a:xfrm>
            <a:off x="1350804" y="341376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B830A39-92A0-E36A-6D00-A5BCB1F0DCBE}"/>
                  </a:ext>
                </a:extLst>
              </p:cNvPr>
              <p:cNvSpPr txBox="1"/>
              <p:nvPr/>
            </p:nvSpPr>
            <p:spPr>
              <a:xfrm>
                <a:off x="3806456" y="4183207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B830A39-92A0-E36A-6D00-A5BCB1F0D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56" y="4183207"/>
                <a:ext cx="847155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16">
                <a:extLst>
                  <a:ext uri="{FF2B5EF4-FFF2-40B4-BE49-F238E27FC236}">
                    <a16:creationId xmlns:a16="http://schemas.microsoft.com/office/drawing/2014/main" id="{32DC14A5-0866-EDAF-09F7-41F4633C3D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45090" y="3136332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16">
                <a:extLst>
                  <a:ext uri="{FF2B5EF4-FFF2-40B4-BE49-F238E27FC236}">
                    <a16:creationId xmlns:a16="http://schemas.microsoft.com/office/drawing/2014/main" id="{32DC14A5-0866-EDAF-09F7-41F4633C3D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45090" y="3136332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592F24-AE30-E6CB-AD03-6F2F38C901F3}"/>
                  </a:ext>
                </a:extLst>
              </p:cNvPr>
              <p:cNvSpPr txBox="1"/>
              <p:nvPr/>
            </p:nvSpPr>
            <p:spPr>
              <a:xfrm>
                <a:off x="5045198" y="4068758"/>
                <a:ext cx="104810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592F24-AE30-E6CB-AD03-6F2F38C90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198" y="4068758"/>
                <a:ext cx="1048107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Oval 91">
            <a:extLst>
              <a:ext uri="{FF2B5EF4-FFF2-40B4-BE49-F238E27FC236}">
                <a16:creationId xmlns:a16="http://schemas.microsoft.com/office/drawing/2014/main" id="{1D73DCA2-7A2A-1573-DCFF-A76C127B12EE}"/>
              </a:ext>
            </a:extLst>
          </p:cNvPr>
          <p:cNvSpPr/>
          <p:nvPr/>
        </p:nvSpPr>
        <p:spPr>
          <a:xfrm>
            <a:off x="4880249" y="3250103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BB3EB13-09A5-E87F-435B-52B778A2F0A4}"/>
              </a:ext>
            </a:extLst>
          </p:cNvPr>
          <p:cNvSpPr/>
          <p:nvPr/>
        </p:nvSpPr>
        <p:spPr>
          <a:xfrm>
            <a:off x="4880249" y="3545378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8AD4F5B-DA56-3A85-9616-3B1998DB2C38}"/>
                  </a:ext>
                </a:extLst>
              </p:cNvPr>
              <p:cNvSpPr txBox="1"/>
              <p:nvPr/>
            </p:nvSpPr>
            <p:spPr>
              <a:xfrm>
                <a:off x="7074869" y="4249709"/>
                <a:ext cx="794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=1.9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8AD4F5B-DA56-3A85-9616-3B1998DB2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869" y="4249709"/>
                <a:ext cx="794256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9FC8AA-9570-A25A-9A30-6D85992A822B}"/>
                  </a:ext>
                </a:extLst>
              </p:cNvPr>
              <p:cNvSpPr txBox="1"/>
              <p:nvPr/>
            </p:nvSpPr>
            <p:spPr>
              <a:xfrm>
                <a:off x="8271132" y="4135260"/>
                <a:ext cx="108016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9FC8AA-9570-A25A-9A30-6D85992A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132" y="4135260"/>
                <a:ext cx="1080167" cy="439223"/>
              </a:xfrm>
              <a:prstGeom prst="rect">
                <a:avLst/>
              </a:prstGeom>
              <a:blipFill>
                <a:blip r:embed="rId3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0155494-42F8-9E3D-D9F4-C3AF5C6188AD}"/>
              </a:ext>
            </a:extLst>
          </p:cNvPr>
          <p:cNvSpPr/>
          <p:nvPr/>
        </p:nvSpPr>
        <p:spPr>
          <a:xfrm>
            <a:off x="7786458" y="361188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2FFBBA1-4C30-F691-F7B8-F75E47C6B002}"/>
              </a:ext>
            </a:extLst>
          </p:cNvPr>
          <p:cNvSpPr/>
          <p:nvPr/>
        </p:nvSpPr>
        <p:spPr>
          <a:xfrm>
            <a:off x="7786458" y="3914299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A6A69D7-EDB1-5ED2-126D-D3F976634B2F}"/>
                  </a:ext>
                </a:extLst>
              </p:cNvPr>
              <p:cNvSpPr txBox="1"/>
              <p:nvPr/>
            </p:nvSpPr>
            <p:spPr>
              <a:xfrm>
                <a:off x="322336" y="6396124"/>
                <a:ext cx="794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A6A69D7-EDB1-5ED2-126D-D3F976634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36" y="6396124"/>
                <a:ext cx="794256" cy="27699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9" name="Table 16">
                <a:extLst>
                  <a:ext uri="{FF2B5EF4-FFF2-40B4-BE49-F238E27FC236}">
                    <a16:creationId xmlns:a16="http://schemas.microsoft.com/office/drawing/2014/main" id="{246A5BFB-F2F8-19EA-C1F5-173B6FEAD2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4521" y="534924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9" name="Table 16">
                <a:extLst>
                  <a:ext uri="{FF2B5EF4-FFF2-40B4-BE49-F238E27FC236}">
                    <a16:creationId xmlns:a16="http://schemas.microsoft.com/office/drawing/2014/main" id="{246A5BFB-F2F8-19EA-C1F5-173B6FEAD2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4521" y="534924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F71675A-CA30-79F9-F1A1-4E976D46EA4A}"/>
                  </a:ext>
                </a:extLst>
              </p:cNvPr>
              <p:cNvSpPr txBox="1"/>
              <p:nvPr/>
            </p:nvSpPr>
            <p:spPr>
              <a:xfrm>
                <a:off x="1466514" y="6281675"/>
                <a:ext cx="145103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F71675A-CA30-79F9-F1A1-4E976D46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514" y="6281675"/>
                <a:ext cx="1451038" cy="439223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Oval 112">
            <a:extLst>
              <a:ext uri="{FF2B5EF4-FFF2-40B4-BE49-F238E27FC236}">
                <a16:creationId xmlns:a16="http://schemas.microsoft.com/office/drawing/2014/main" id="{B1DF289D-5398-2FE0-4CFE-1251525FE14C}"/>
              </a:ext>
            </a:extLst>
          </p:cNvPr>
          <p:cNvSpPr/>
          <p:nvPr/>
        </p:nvSpPr>
        <p:spPr>
          <a:xfrm>
            <a:off x="1033925" y="546302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AE85235-F878-6659-605B-F859CEC1B946}"/>
              </a:ext>
            </a:extLst>
          </p:cNvPr>
          <p:cNvSpPr/>
          <p:nvPr/>
        </p:nvSpPr>
        <p:spPr>
          <a:xfrm>
            <a:off x="1033925" y="5758295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EFEAD8FC-E49A-715B-FF20-FC29C5BC0209}"/>
              </a:ext>
            </a:extLst>
          </p:cNvPr>
          <p:cNvSpPr/>
          <p:nvPr/>
        </p:nvSpPr>
        <p:spPr>
          <a:xfrm>
            <a:off x="1262841" y="647985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D830C5A-1C7D-5184-85A9-4BE341988484}"/>
              </a:ext>
            </a:extLst>
          </p:cNvPr>
          <p:cNvSpPr/>
          <p:nvPr/>
        </p:nvSpPr>
        <p:spPr>
          <a:xfrm>
            <a:off x="1033925" y="6060714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45ECF83-5E24-70A6-7D0F-EF531C375AF7}"/>
                  </a:ext>
                </a:extLst>
              </p:cNvPr>
              <p:cNvSpPr txBox="1"/>
              <p:nvPr/>
            </p:nvSpPr>
            <p:spPr>
              <a:xfrm>
                <a:off x="3760638" y="6393700"/>
                <a:ext cx="8792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=1.11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45ECF83-5E24-70A6-7D0F-EF531C375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638" y="6393700"/>
                <a:ext cx="879215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0" name="Table 16">
                <a:extLst>
                  <a:ext uri="{FF2B5EF4-FFF2-40B4-BE49-F238E27FC236}">
                    <a16:creationId xmlns:a16="http://schemas.microsoft.com/office/drawing/2014/main" id="{09E8B1BC-32CF-9758-7798-D667937A28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15302" y="5346825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0" name="Table 16">
                <a:extLst>
                  <a:ext uri="{FF2B5EF4-FFF2-40B4-BE49-F238E27FC236}">
                    <a16:creationId xmlns:a16="http://schemas.microsoft.com/office/drawing/2014/main" id="{09E8B1BC-32CF-9758-7798-D667937A28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15302" y="5346825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201818" t="-202041" r="-3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1656335-DD4A-B0CD-B531-D94DF21B351C}"/>
                  </a:ext>
                </a:extLst>
              </p:cNvPr>
              <p:cNvSpPr txBox="1"/>
              <p:nvPr/>
            </p:nvSpPr>
            <p:spPr>
              <a:xfrm>
                <a:off x="4914421" y="6279251"/>
                <a:ext cx="1250086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1.11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1656335-DD4A-B0CD-B531-D94DF21B3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421" y="6279251"/>
                <a:ext cx="1250086" cy="439223"/>
              </a:xfrm>
              <a:prstGeom prst="rect">
                <a:avLst/>
              </a:prstGeom>
              <a:blipFill>
                <a:blip r:embed="rId4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Oval 123">
            <a:extLst>
              <a:ext uri="{FF2B5EF4-FFF2-40B4-BE49-F238E27FC236}">
                <a16:creationId xmlns:a16="http://schemas.microsoft.com/office/drawing/2014/main" id="{BDB7550C-AE06-2356-11ED-4A3842E351EB}"/>
              </a:ext>
            </a:extLst>
          </p:cNvPr>
          <p:cNvSpPr/>
          <p:nvPr/>
        </p:nvSpPr>
        <p:spPr>
          <a:xfrm>
            <a:off x="4517087" y="5460596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4A1F3A9-1C76-36C6-73C6-BF2CDEF58BBC}"/>
              </a:ext>
            </a:extLst>
          </p:cNvPr>
          <p:cNvSpPr/>
          <p:nvPr/>
        </p:nvSpPr>
        <p:spPr>
          <a:xfrm>
            <a:off x="4517087" y="5755871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6" name="Arrow: Right 125">
            <a:extLst>
              <a:ext uri="{FF2B5EF4-FFF2-40B4-BE49-F238E27FC236}">
                <a16:creationId xmlns:a16="http://schemas.microsoft.com/office/drawing/2014/main" id="{767A661A-1D42-F231-F2AD-7CAF9CEECC60}"/>
              </a:ext>
            </a:extLst>
          </p:cNvPr>
          <p:cNvSpPr/>
          <p:nvPr/>
        </p:nvSpPr>
        <p:spPr>
          <a:xfrm>
            <a:off x="4743622" y="6477431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EDFD35E-BF6E-FF6E-222E-7EBC17F8B284}"/>
                  </a:ext>
                </a:extLst>
              </p:cNvPr>
              <p:cNvSpPr txBox="1"/>
              <p:nvPr/>
            </p:nvSpPr>
            <p:spPr>
              <a:xfrm>
                <a:off x="7101663" y="6385388"/>
                <a:ext cx="8792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=13.2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EDFD35E-BF6E-FF6E-222E-7EBC17F8B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663" y="6385388"/>
                <a:ext cx="879215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1" name="Table 16">
                <a:extLst>
                  <a:ext uri="{FF2B5EF4-FFF2-40B4-BE49-F238E27FC236}">
                    <a16:creationId xmlns:a16="http://schemas.microsoft.com/office/drawing/2014/main" id="{61D72952-411E-FA39-9859-491DCD2EF1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56327" y="5338513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1" name="Table 16">
                <a:extLst>
                  <a:ext uri="{FF2B5EF4-FFF2-40B4-BE49-F238E27FC236}">
                    <a16:creationId xmlns:a16="http://schemas.microsoft.com/office/drawing/2014/main" id="{61D72952-411E-FA39-9859-491DCD2EF1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56327" y="5338513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818" t="-100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01818" t="-100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201818" t="-100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307407" t="-100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400000" t="-100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500000" t="-100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818" t="-204082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01818" t="-204082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201818" t="-204082" r="-3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775262F-78DA-E7F5-587E-299AF7C1E422}"/>
                  </a:ext>
                </a:extLst>
              </p:cNvPr>
              <p:cNvSpPr txBox="1"/>
              <p:nvPr/>
            </p:nvSpPr>
            <p:spPr>
              <a:xfrm>
                <a:off x="8209713" y="6270939"/>
                <a:ext cx="162095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13.2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775262F-78DA-E7F5-587E-299AF7C1E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13" y="6270939"/>
                <a:ext cx="1620957" cy="439223"/>
              </a:xfrm>
              <a:prstGeom prst="rect">
                <a:avLst/>
              </a:prstGeom>
              <a:blipFill>
                <a:blip r:embed="rId5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Oval 144">
            <a:extLst>
              <a:ext uri="{FF2B5EF4-FFF2-40B4-BE49-F238E27FC236}">
                <a16:creationId xmlns:a16="http://schemas.microsoft.com/office/drawing/2014/main" id="{2AD51828-A64A-7A5C-371F-DC5FF2E3EB4C}"/>
              </a:ext>
            </a:extLst>
          </p:cNvPr>
          <p:cNvSpPr/>
          <p:nvPr/>
        </p:nvSpPr>
        <p:spPr>
          <a:xfrm>
            <a:off x="8190317" y="5452284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A9B69DF8-FA00-8B3A-8EC0-6521F484A9C4}"/>
              </a:ext>
            </a:extLst>
          </p:cNvPr>
          <p:cNvSpPr/>
          <p:nvPr/>
        </p:nvSpPr>
        <p:spPr>
          <a:xfrm>
            <a:off x="8190317" y="5747559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7" name="Arrow: Right 146">
            <a:extLst>
              <a:ext uri="{FF2B5EF4-FFF2-40B4-BE49-F238E27FC236}">
                <a16:creationId xmlns:a16="http://schemas.microsoft.com/office/drawing/2014/main" id="{F98CFFBA-4AF9-1BA1-3EB4-96549FE31213}"/>
              </a:ext>
            </a:extLst>
          </p:cNvPr>
          <p:cNvSpPr/>
          <p:nvPr/>
        </p:nvSpPr>
        <p:spPr>
          <a:xfrm>
            <a:off x="8030672" y="6469119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C5C7B32-7CD8-2BB0-38D6-E4A0297AFE73}"/>
              </a:ext>
            </a:extLst>
          </p:cNvPr>
          <p:cNvSpPr/>
          <p:nvPr/>
        </p:nvSpPr>
        <p:spPr>
          <a:xfrm>
            <a:off x="8190317" y="6049978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293ADAC-B449-D7C6-2715-BD7FB575A035}"/>
              </a:ext>
            </a:extLst>
          </p:cNvPr>
          <p:cNvSpPr/>
          <p:nvPr/>
        </p:nvSpPr>
        <p:spPr>
          <a:xfrm>
            <a:off x="4517087" y="605829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0FEA9-6B1B-7DBF-D767-4981B2405B00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BE5EB0-246F-D045-B640-804083DA07E8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BE5EB0-246F-D045-B640-804083DA0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5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CA1C7B-21C7-9920-A0A4-4C4BF3FFC8C8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CA1C7B-21C7-9920-A0A4-4C4BF3FFC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52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16B245-1326-4ED4-8DAB-6C6576990A31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16B245-1326-4ED4-8DAB-6C6576990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761464-4E29-F432-F010-92035B94CF1E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761464-4E29-F432-F010-92035B94C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5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7A9056-466C-6471-85AB-FC8E9B4C18AB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7A9056-466C-6471-85AB-FC8E9B4C1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5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476281-B876-CEBF-BB4D-001439D1F76E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476281-B876-CEBF-BB4D-001439D1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56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380436-8AD9-E6E2-85CC-1C8AA4C5451B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380436-8AD9-E6E2-85CC-1C8AA4C54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5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E0BBFF-A7F6-DBA4-E558-47CA4C37A1D4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E0BBFF-A7F6-DBA4-E558-47CA4C37A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1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E98010-2E8D-F33C-CE50-FA60A7EFB5C6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E98010-2E8D-F33C-CE50-FA60A7EFB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5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72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1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2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16">
            <a:extLst>
              <a:ext uri="{FF2B5EF4-FFF2-40B4-BE49-F238E27FC236}">
                <a16:creationId xmlns:a16="http://schemas.microsoft.com/office/drawing/2014/main" id="{422AD2FA-726B-48E1-01FF-C00058FEFEE3}"/>
              </a:ext>
            </a:extLst>
          </p:cNvPr>
          <p:cNvGraphicFramePr>
            <a:graphicFrameLocks noGrp="1"/>
          </p:cNvGraphicFramePr>
          <p:nvPr/>
        </p:nvGraphicFramePr>
        <p:xfrm>
          <a:off x="715645" y="3004714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2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Table 16">
            <a:extLst>
              <a:ext uri="{FF2B5EF4-FFF2-40B4-BE49-F238E27FC236}">
                <a16:creationId xmlns:a16="http://schemas.microsoft.com/office/drawing/2014/main" id="{32DC14A5-0866-EDAF-09F7-41F4633C3DE2}"/>
              </a:ext>
            </a:extLst>
          </p:cNvPr>
          <p:cNvGraphicFramePr>
            <a:graphicFrameLocks noGrp="1"/>
          </p:cNvGraphicFramePr>
          <p:nvPr/>
        </p:nvGraphicFramePr>
        <p:xfrm>
          <a:off x="4245090" y="3136332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34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3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Table 16">
            <a:extLst>
              <a:ext uri="{FF2B5EF4-FFF2-40B4-BE49-F238E27FC236}">
                <a16:creationId xmlns:a16="http://schemas.microsoft.com/office/drawing/2014/main" id="{246A5BFB-F2F8-19EA-C1F5-173B6FEAD205}"/>
              </a:ext>
            </a:extLst>
          </p:cNvPr>
          <p:cNvGraphicFramePr>
            <a:graphicFrameLocks noGrp="1"/>
          </p:cNvGraphicFramePr>
          <p:nvPr/>
        </p:nvGraphicFramePr>
        <p:xfrm>
          <a:off x="734521" y="5349249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38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" name="Table 16">
            <a:extLst>
              <a:ext uri="{FF2B5EF4-FFF2-40B4-BE49-F238E27FC236}">
                <a16:creationId xmlns:a16="http://schemas.microsoft.com/office/drawing/2014/main" id="{09E8B1BC-32CF-9758-7798-D667937A28E2}"/>
              </a:ext>
            </a:extLst>
          </p:cNvPr>
          <p:cNvGraphicFramePr>
            <a:graphicFrameLocks noGrp="1"/>
          </p:cNvGraphicFramePr>
          <p:nvPr/>
        </p:nvGraphicFramePr>
        <p:xfrm>
          <a:off x="4215302" y="5346825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39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" name="Table 16">
            <a:extLst>
              <a:ext uri="{FF2B5EF4-FFF2-40B4-BE49-F238E27FC236}">
                <a16:creationId xmlns:a16="http://schemas.microsoft.com/office/drawing/2014/main" id="{61D72952-411E-FA39-9859-491DCD2EF1AC}"/>
              </a:ext>
            </a:extLst>
          </p:cNvPr>
          <p:cNvGraphicFramePr>
            <a:graphicFrameLocks noGrp="1"/>
          </p:cNvGraphicFramePr>
          <p:nvPr/>
        </p:nvGraphicFramePr>
        <p:xfrm>
          <a:off x="7556327" y="5338513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455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87FD14-9742-C102-92BA-E02475DF9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58970" y="684370"/>
            <a:ext cx="6211366" cy="4893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7A359F-D7FA-95B0-EDB2-3D00A322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53605" y="684370"/>
            <a:ext cx="6211366" cy="489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2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6F6FF4-A464-92A1-7785-F070061D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6"/>
            <a:ext cx="4663440" cy="3246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1F160-9892-8451-F533-99502A67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24" y="-486"/>
            <a:ext cx="4663440" cy="3246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E001F1-1B9D-FEAF-C278-27C05538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663440" cy="3246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7CD33-EDD8-63ED-863E-91DEE896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24" y="3429000"/>
            <a:ext cx="4663440" cy="32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8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88677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11005</TotalTime>
  <Words>1060</Words>
  <Application>Microsoft Office PowerPoint</Application>
  <PresentationFormat>A4 Paper (210x297 mm)</PresentationFormat>
  <Paragraphs>425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Trade Gothic Inline</vt:lpstr>
      <vt:lpstr>Cambria Math</vt:lpstr>
      <vt:lpstr>ADLaM Display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574</cp:revision>
  <cp:lastPrinted>2024-08-31T15:24:47Z</cp:lastPrinted>
  <dcterms:created xsi:type="dcterms:W3CDTF">2017-01-17T16:57:04Z</dcterms:created>
  <dcterms:modified xsi:type="dcterms:W3CDTF">2024-08-31T15:33:38Z</dcterms:modified>
</cp:coreProperties>
</file>