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942" r:id="rId3"/>
    <p:sldId id="941" r:id="rId4"/>
    <p:sldId id="948" r:id="rId5"/>
    <p:sldId id="943" r:id="rId6"/>
    <p:sldId id="944" r:id="rId7"/>
    <p:sldId id="946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EA8DF91-DC88-4D64-BB99-FE18F125A429}">
          <p14:sldIdLst>
            <p14:sldId id="947"/>
          </p14:sldIdLst>
        </p14:section>
        <p14:section name="Көрсөтүү үчүн" id="{059544AC-2C27-45B1-9F95-F87DF8854DD6}">
          <p14:sldIdLst>
            <p14:sldId id="942"/>
          </p14:sldIdLst>
        </p14:section>
        <p14:section name="Жооптор" id="{1FEDB314-42DC-4694-9B04-D4A4AAE625F7}">
          <p14:sldIdLst>
            <p14:sldId id="941"/>
            <p14:sldId id="948"/>
          </p14:sldIdLst>
        </p14:section>
        <p14:section name="Таркатма иш кагаздар" id="{A78D9305-6AAE-4715-A210-52F6908F30F7}">
          <p14:sldIdLst>
            <p14:sldId id="943"/>
            <p14:sldId id="944"/>
          </p14:sldIdLst>
        </p14:section>
        <p14:section name="Кайтарым байланыш" id="{5CEDF54B-67BB-44A6-A080-F68F267EFC37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microsoft.com/office/2007/relationships/hdphoto" Target="../media/hdphoto2.wdp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microsoft.com/office/2007/relationships/hdphoto" Target="../media/hdphoto2.wdp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microsoft.com/office/2007/relationships/hdphoto" Target="../media/hdphoto2.wdp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microsoft.com/office/2007/relationships/hdphoto" Target="../media/hdphoto2.wdp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2459504"/>
            <a:ext cx="9906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–Тур</a:t>
            </a:r>
            <a:r>
              <a:rPr lang="ky-KG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уштан эсептер– Калькуляторсуз иштөө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Иш барагы А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 барагы 2 өлчөмдө.</a:t>
            </a: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153390" y="0"/>
            <a:ext cx="4732118" cy="674484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85828" y="-5521"/>
            <a:ext cx="12843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Дүкөндө баалар</a:t>
            </a:r>
            <a:endParaRPr lang="en-GB" sz="12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D1F12F8-7959-4639-BBE6-562B3DDB889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 rot="316630">
            <a:off x="1303285" y="961534"/>
            <a:ext cx="385970" cy="459960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C795FEA-EB97-48F3-8A9B-D0A0B5282E30}"/>
              </a:ext>
            </a:extLst>
          </p:cNvPr>
          <p:cNvSpPr/>
          <p:nvPr/>
        </p:nvSpPr>
        <p:spPr>
          <a:xfrm>
            <a:off x="1194262" y="1509252"/>
            <a:ext cx="756326" cy="2135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132,30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3C1AD8D-4626-4327-9019-D3E90803640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27" y="220496"/>
            <a:ext cx="405408" cy="5917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ECDEFE7-1504-4C56-A594-75093463E40E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364" y="1006240"/>
            <a:ext cx="686776" cy="29033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C991860-82FE-4E7E-8D89-8D50A284ED00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3105057" y="113154"/>
            <a:ext cx="460215" cy="66122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1A3A126-BDF5-44A5-BD67-DFE55C50DF52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644" y="194352"/>
            <a:ext cx="600109" cy="30568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9140933-34C5-49B2-B2E9-B92FFAD4F492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271" y="751365"/>
            <a:ext cx="376966" cy="63073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8B52E41-DA99-4E0C-BE6A-9500A8B9936D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31" y="1100951"/>
            <a:ext cx="401486" cy="44378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D65F6AF-AF5A-4AAC-9304-E916B4F9F3F2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BA4F27"/>
              </a:clrFrom>
              <a:clrTo>
                <a:srgbClr val="BA4F27">
                  <a:alpha val="0"/>
                </a:srgbClr>
              </a:clrTo>
            </a:clrChange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66" y="319331"/>
            <a:ext cx="585754" cy="32643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968A4C7-447B-47CE-B55C-F1E42F54AA61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24424" y="107173"/>
            <a:ext cx="452309" cy="663355"/>
          </a:xfrm>
          <a:prstGeom prst="rect">
            <a:avLst/>
          </a:prstGeom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8F77AF0-F042-43AB-9A51-6E89F8B2EA9B}"/>
              </a:ext>
            </a:extLst>
          </p:cNvPr>
          <p:cNvSpPr/>
          <p:nvPr/>
        </p:nvSpPr>
        <p:spPr>
          <a:xfrm>
            <a:off x="393379" y="754263"/>
            <a:ext cx="722487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59,54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91DD8B4-A482-4CD8-AF4E-E1B99BFB3BF1}"/>
              </a:ext>
            </a:extLst>
          </p:cNvPr>
          <p:cNvSpPr/>
          <p:nvPr/>
        </p:nvSpPr>
        <p:spPr>
          <a:xfrm>
            <a:off x="1906663" y="719216"/>
            <a:ext cx="791506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86,00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78BCED7-075B-4CBB-9AAB-3A93FF09EAC4}"/>
              </a:ext>
            </a:extLst>
          </p:cNvPr>
          <p:cNvSpPr/>
          <p:nvPr/>
        </p:nvSpPr>
        <p:spPr>
          <a:xfrm>
            <a:off x="1076827" y="628137"/>
            <a:ext cx="873761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145,53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41987E6-D19C-4E9E-90D1-C4E3B763308C}"/>
              </a:ext>
            </a:extLst>
          </p:cNvPr>
          <p:cNvSpPr/>
          <p:nvPr/>
        </p:nvSpPr>
        <p:spPr>
          <a:xfrm>
            <a:off x="2049872" y="1394969"/>
            <a:ext cx="873761" cy="27699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159,86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7A80CF6-FEC5-4577-AD6B-520259A214D6}"/>
              </a:ext>
            </a:extLst>
          </p:cNvPr>
          <p:cNvSpPr/>
          <p:nvPr/>
        </p:nvSpPr>
        <p:spPr>
          <a:xfrm>
            <a:off x="2935543" y="801962"/>
            <a:ext cx="666915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93,71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5D272DD-7271-41CC-89EA-F5ED0E31BDAC}"/>
              </a:ext>
            </a:extLst>
          </p:cNvPr>
          <p:cNvSpPr/>
          <p:nvPr/>
        </p:nvSpPr>
        <p:spPr>
          <a:xfrm>
            <a:off x="3430456" y="1351978"/>
            <a:ext cx="757874" cy="24281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132,30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E7AF9BD-36EB-440E-8DAC-B3CF48492AE4}"/>
              </a:ext>
            </a:extLst>
          </p:cNvPr>
          <p:cNvSpPr/>
          <p:nvPr/>
        </p:nvSpPr>
        <p:spPr>
          <a:xfrm>
            <a:off x="3977945" y="478258"/>
            <a:ext cx="83061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37,49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3322C9C-40B5-49CE-B72F-D498FDFE0FF3}"/>
              </a:ext>
            </a:extLst>
          </p:cNvPr>
          <p:cNvSpPr/>
          <p:nvPr/>
        </p:nvSpPr>
        <p:spPr>
          <a:xfrm>
            <a:off x="294772" y="1525638"/>
            <a:ext cx="699933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71,66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D6E4C3-36D5-AE6F-577D-97FED59F53AC}"/>
              </a:ext>
            </a:extLst>
          </p:cNvPr>
          <p:cNvSpPr txBox="1"/>
          <p:nvPr/>
        </p:nvSpPr>
        <p:spPr>
          <a:xfrm>
            <a:off x="535753" y="2178681"/>
            <a:ext cx="4460196" cy="4230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1 пачка  сабиз таякчалары жана алма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Хот-дог жана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Пицца кесими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3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Пряник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1 пачка сабиз таякчалары, алма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Пицца кесими, хот-дог жана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Хот-дог, алма ширеси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ky-KG" sz="12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2 пачка  сабиз таякчасы жана 2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2 хотдог жана 2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2 пряник жана 2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2 балмуздак жана 2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ky-KG" sz="12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3 пицца кесими?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3 хотдог жана 2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4 пряник?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4 алма ширеси, 2 банан жана 2 алма?</a:t>
            </a:r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FCFF8D-ED55-2B69-D394-42B4DE0CF633}"/>
              </a:ext>
            </a:extLst>
          </p:cNvPr>
          <p:cNvSpPr txBox="1"/>
          <p:nvPr/>
        </p:nvSpPr>
        <p:spPr>
          <a:xfrm>
            <a:off x="153390" y="1742951"/>
            <a:ext cx="495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1800" b="1" dirty="0"/>
              <a:t>Канчага…     алсак болот?</a:t>
            </a:r>
            <a:endParaRPr lang="en-GB" sz="1800" b="1" dirty="0"/>
          </a:p>
        </p:txBody>
      </p:sp>
    </p:spTree>
    <p:extLst>
      <p:ext uri="{BB962C8B-B14F-4D97-AF65-F5344CB8AC3E}">
        <p14:creationId xmlns:p14="http://schemas.microsoft.com/office/powerpoint/2010/main" val="3251090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5D073B75-AE1B-ECDF-E340-9FDFDDD8E32A}"/>
              </a:ext>
            </a:extLst>
          </p:cNvPr>
          <p:cNvSpPr txBox="1"/>
          <p:nvPr/>
        </p:nvSpPr>
        <p:spPr>
          <a:xfrm>
            <a:off x="5003269" y="872699"/>
            <a:ext cx="4460196" cy="446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1 пачка  сабиз таякчалары жана алма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Хот-дог жана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Пицца кесими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3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Пряник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1 пачка сабиз таякчалары, алма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Пицца кесими, хот-дог жана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Хот-дог, алма ширеси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ky-KG" sz="14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2 пачка  сабиз таякчасы жана 2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2 хотдог жана 2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2 пряник жана 2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2 балмуздак жана 2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ky-KG" sz="14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3 пицца кесими?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3 хотдог жана 2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4 пряник?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4 алма ширеси, 2 банан жана 2 алма?</a:t>
            </a:r>
            <a:endParaRPr lang="en-GB" sz="14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A27E9E5-12D4-460D-B63C-2BF1914A3922}"/>
              </a:ext>
            </a:extLst>
          </p:cNvPr>
          <p:cNvSpPr txBox="1"/>
          <p:nvPr/>
        </p:nvSpPr>
        <p:spPr>
          <a:xfrm>
            <a:off x="8974538" y="894431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191,84 с</a:t>
            </a:r>
            <a:endParaRPr lang="en-GB" sz="16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02C24D-E053-4B60-AF81-BA72244A74C7}"/>
              </a:ext>
            </a:extLst>
          </p:cNvPr>
          <p:cNvSpPr txBox="1"/>
          <p:nvPr/>
        </p:nvSpPr>
        <p:spPr>
          <a:xfrm>
            <a:off x="7262576" y="1136177"/>
            <a:ext cx="80424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217,19с</a:t>
            </a:r>
            <a:endParaRPr lang="en-GB" sz="16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BE0910-7EDD-4EB3-BAFA-503F548E7C66}"/>
              </a:ext>
            </a:extLst>
          </p:cNvPr>
          <p:cNvSpPr txBox="1"/>
          <p:nvPr/>
        </p:nvSpPr>
        <p:spPr>
          <a:xfrm>
            <a:off x="8363020" y="1370836"/>
            <a:ext cx="717679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245,86</a:t>
            </a:r>
            <a:endParaRPr lang="en-GB" sz="16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B7DE5D2-32EF-409D-A74F-27E5C06156E7}"/>
              </a:ext>
            </a:extLst>
          </p:cNvPr>
          <p:cNvSpPr txBox="1"/>
          <p:nvPr/>
        </p:nvSpPr>
        <p:spPr>
          <a:xfrm>
            <a:off x="6173623" y="1627814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112,47 с</a:t>
            </a:r>
            <a:endParaRPr lang="en-GB" sz="16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F819D8-7976-45A1-A998-963BED9D91B5}"/>
              </a:ext>
            </a:extLst>
          </p:cNvPr>
          <p:cNvSpPr txBox="1"/>
          <p:nvPr/>
        </p:nvSpPr>
        <p:spPr>
          <a:xfrm>
            <a:off x="7349747" y="1822603"/>
            <a:ext cx="717679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226,01</a:t>
            </a:r>
            <a:endParaRPr lang="en-GB" sz="16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519CCFD-039B-4154-90D3-104E17FBCB7E}"/>
              </a:ext>
            </a:extLst>
          </p:cNvPr>
          <p:cNvSpPr txBox="1"/>
          <p:nvPr/>
        </p:nvSpPr>
        <p:spPr>
          <a:xfrm>
            <a:off x="8976503" y="2128799"/>
            <a:ext cx="80424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289,96с</a:t>
            </a:r>
            <a:endParaRPr lang="en-GB" sz="16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579A0AE-02E9-4D5D-A400-99171CD0D90A}"/>
              </a:ext>
            </a:extLst>
          </p:cNvPr>
          <p:cNvSpPr txBox="1"/>
          <p:nvPr/>
        </p:nvSpPr>
        <p:spPr>
          <a:xfrm>
            <a:off x="8332012" y="2441917"/>
            <a:ext cx="80424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377,05с</a:t>
            </a:r>
            <a:endParaRPr lang="en-GB" sz="16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DAFD4F0-C2B7-4E99-AC38-CB11F871C525}"/>
              </a:ext>
            </a:extLst>
          </p:cNvPr>
          <p:cNvSpPr txBox="1"/>
          <p:nvPr/>
        </p:nvSpPr>
        <p:spPr>
          <a:xfrm>
            <a:off x="8363020" y="2801235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337,37 с</a:t>
            </a:r>
            <a:endParaRPr lang="en-GB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27AD2F-4A98-4253-B099-B7F26E154050}"/>
              </a:ext>
            </a:extLst>
          </p:cNvPr>
          <p:cNvSpPr/>
          <p:nvPr/>
        </p:nvSpPr>
        <p:spPr>
          <a:xfrm>
            <a:off x="4838010" y="5686748"/>
            <a:ext cx="50679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Жарым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DAB715-CB50-33A4-8442-EB4B1C28C6EC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A732B4-B91E-D83C-789E-D8D17D4440BC}"/>
              </a:ext>
            </a:extLst>
          </p:cNvPr>
          <p:cNvSpPr txBox="1"/>
          <p:nvPr/>
        </p:nvSpPr>
        <p:spPr>
          <a:xfrm>
            <a:off x="185832" y="-5521"/>
            <a:ext cx="12843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Дүкөндө баалар</a:t>
            </a:r>
            <a:endParaRPr lang="en-GB" sz="1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2D4902-899D-23A8-6F97-45CA9DDD0B9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 rot="316630">
            <a:off x="366063" y="3628957"/>
            <a:ext cx="491055" cy="58519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983E40C-07EC-0EC5-72D8-9AC28702E720}"/>
              </a:ext>
            </a:extLst>
          </p:cNvPr>
          <p:cNvSpPr/>
          <p:nvPr/>
        </p:nvSpPr>
        <p:spPr>
          <a:xfrm>
            <a:off x="250011" y="4288250"/>
            <a:ext cx="873761" cy="27699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132,30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2EFEB8-F9A1-FDF7-862C-7FDAAA4CDC5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36" y="381499"/>
            <a:ext cx="405408" cy="5917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C88440-42FC-7E32-936A-A37434D02C5A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528" y="3768427"/>
            <a:ext cx="784720" cy="3317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7600C8-8C69-79C9-C9A4-214D5E26423E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2252759" y="2230610"/>
            <a:ext cx="460215" cy="6612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59FC54-30C5-4E44-4DFE-674895D09D13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573" y="344842"/>
            <a:ext cx="600109" cy="3056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72467C-17C0-C0CB-C073-7E37192E19A3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615" y="863208"/>
            <a:ext cx="376966" cy="6307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BB64C2B-15CA-5DF7-1C0B-ACC3DCCBCB3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292" y="1536975"/>
            <a:ext cx="401486" cy="4437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B4E9F70-8B95-1B94-BB64-214F0DD6C6B3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BA4F27"/>
              </a:clrFrom>
              <a:clrTo>
                <a:srgbClr val="BA4F27">
                  <a:alpha val="0"/>
                </a:srgbClr>
              </a:clrTo>
            </a:clrChange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02" y="2361702"/>
            <a:ext cx="585754" cy="32643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CAF5B14-5D27-D90B-ED81-C483C7518F1C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5735" y="1192139"/>
            <a:ext cx="452309" cy="66335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2FEBAED-2F99-5EB9-B30F-9BEF26DA9ECC}"/>
              </a:ext>
            </a:extLst>
          </p:cNvPr>
          <p:cNvSpPr/>
          <p:nvPr/>
        </p:nvSpPr>
        <p:spPr>
          <a:xfrm>
            <a:off x="882988" y="915266"/>
            <a:ext cx="722487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59,54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D2B37B0-04EC-A0EB-9E20-F910BD56C04B}"/>
              </a:ext>
            </a:extLst>
          </p:cNvPr>
          <p:cNvSpPr/>
          <p:nvPr/>
        </p:nvSpPr>
        <p:spPr>
          <a:xfrm>
            <a:off x="1177974" y="1804182"/>
            <a:ext cx="791506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86,00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8A1DBCC-217D-BFF9-442D-A8FF7E82FA85}"/>
              </a:ext>
            </a:extLst>
          </p:cNvPr>
          <p:cNvSpPr/>
          <p:nvPr/>
        </p:nvSpPr>
        <p:spPr>
          <a:xfrm>
            <a:off x="426863" y="2670508"/>
            <a:ext cx="873761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145,53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A8029EA-B337-034E-226C-C61782B11007}"/>
              </a:ext>
            </a:extLst>
          </p:cNvPr>
          <p:cNvSpPr/>
          <p:nvPr/>
        </p:nvSpPr>
        <p:spPr>
          <a:xfrm>
            <a:off x="2002036" y="4198562"/>
            <a:ext cx="873761" cy="27699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159,86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889AE48-28E6-B199-78C0-B5A8B879ED5D}"/>
              </a:ext>
            </a:extLst>
          </p:cNvPr>
          <p:cNvSpPr/>
          <p:nvPr/>
        </p:nvSpPr>
        <p:spPr>
          <a:xfrm>
            <a:off x="2083245" y="2919418"/>
            <a:ext cx="666915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93,71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414831E-48CD-FFC6-A6A3-30BA6F55B69C}"/>
              </a:ext>
            </a:extLst>
          </p:cNvPr>
          <p:cNvSpPr/>
          <p:nvPr/>
        </p:nvSpPr>
        <p:spPr>
          <a:xfrm>
            <a:off x="3225800" y="1463821"/>
            <a:ext cx="757874" cy="24281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132,30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2A6654D-EE83-25DE-0E65-AC09878CE5D2}"/>
              </a:ext>
            </a:extLst>
          </p:cNvPr>
          <p:cNvSpPr/>
          <p:nvPr/>
        </p:nvSpPr>
        <p:spPr>
          <a:xfrm>
            <a:off x="3933874" y="628748"/>
            <a:ext cx="83061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37,49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71FE9A8-769D-E7AC-949D-12D852CB5997}"/>
              </a:ext>
            </a:extLst>
          </p:cNvPr>
          <p:cNvSpPr/>
          <p:nvPr/>
        </p:nvSpPr>
        <p:spPr>
          <a:xfrm>
            <a:off x="4032933" y="1961662"/>
            <a:ext cx="699933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71,66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2ADEEB-E571-4AB6-10AC-2279AD41D0F9}"/>
              </a:ext>
            </a:extLst>
          </p:cNvPr>
          <p:cNvSpPr txBox="1"/>
          <p:nvPr/>
        </p:nvSpPr>
        <p:spPr>
          <a:xfrm>
            <a:off x="5092817" y="541137"/>
            <a:ext cx="495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1800" b="1" dirty="0"/>
              <a:t>Канчага…     алсак болот?</a:t>
            </a:r>
            <a:endParaRPr lang="en-GB" sz="18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67B999-B92E-8526-81E2-9C7962C5503A}"/>
              </a:ext>
            </a:extLst>
          </p:cNvPr>
          <p:cNvSpPr txBox="1"/>
          <p:nvPr/>
        </p:nvSpPr>
        <p:spPr>
          <a:xfrm>
            <a:off x="3600564" y="3372184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191,84 с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248344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5D073B75-AE1B-ECDF-E340-9FDFDDD8E32A}"/>
              </a:ext>
            </a:extLst>
          </p:cNvPr>
          <p:cNvSpPr txBox="1"/>
          <p:nvPr/>
        </p:nvSpPr>
        <p:spPr>
          <a:xfrm>
            <a:off x="5003269" y="872699"/>
            <a:ext cx="4460196" cy="446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1 пачка  сабиз таякчалары жана алма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Хот-дог жана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Пицца кесими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3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Пряник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1 пачка сабиз таякчалары, алма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Пицца кесими, хот-дог жана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Хот-дог, алма ширеси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ky-KG" sz="14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2 пачка  сабиз таякчасы жана 2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2 хотдог жана 2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2 пряник жана 2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2 балмуздак жана 2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ky-KG" sz="14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3 пицца кесими?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3 хотдог жана 2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4 пряник?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400" dirty="0"/>
              <a:t> 4 алма ширеси, 2 банан жана 2 алма?</a:t>
            </a:r>
            <a:endParaRPr lang="en-GB" sz="14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A27E9E5-12D4-460D-B63C-2BF1914A3922}"/>
              </a:ext>
            </a:extLst>
          </p:cNvPr>
          <p:cNvSpPr txBox="1"/>
          <p:nvPr/>
        </p:nvSpPr>
        <p:spPr>
          <a:xfrm>
            <a:off x="8974538" y="894431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191,84 с</a:t>
            </a:r>
            <a:endParaRPr lang="en-GB" sz="16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02C24D-E053-4B60-AF81-BA72244A74C7}"/>
              </a:ext>
            </a:extLst>
          </p:cNvPr>
          <p:cNvSpPr txBox="1"/>
          <p:nvPr/>
        </p:nvSpPr>
        <p:spPr>
          <a:xfrm>
            <a:off x="7262576" y="1136177"/>
            <a:ext cx="80424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217,19с</a:t>
            </a:r>
            <a:endParaRPr lang="en-GB" sz="16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BE0910-7EDD-4EB3-BAFA-503F548E7C66}"/>
              </a:ext>
            </a:extLst>
          </p:cNvPr>
          <p:cNvSpPr txBox="1"/>
          <p:nvPr/>
        </p:nvSpPr>
        <p:spPr>
          <a:xfrm>
            <a:off x="8363020" y="1370836"/>
            <a:ext cx="717679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245,86</a:t>
            </a:r>
            <a:endParaRPr lang="en-GB" sz="16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B7DE5D2-32EF-409D-A74F-27E5C06156E7}"/>
              </a:ext>
            </a:extLst>
          </p:cNvPr>
          <p:cNvSpPr txBox="1"/>
          <p:nvPr/>
        </p:nvSpPr>
        <p:spPr>
          <a:xfrm>
            <a:off x="6173623" y="1627814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112,47 с</a:t>
            </a:r>
            <a:endParaRPr lang="en-GB" sz="16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F819D8-7976-45A1-A998-963BED9D91B5}"/>
              </a:ext>
            </a:extLst>
          </p:cNvPr>
          <p:cNvSpPr txBox="1"/>
          <p:nvPr/>
        </p:nvSpPr>
        <p:spPr>
          <a:xfrm>
            <a:off x="7349747" y="1822603"/>
            <a:ext cx="717679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226,01</a:t>
            </a:r>
            <a:endParaRPr lang="en-GB" sz="16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519CCFD-039B-4154-90D3-104E17FBCB7E}"/>
              </a:ext>
            </a:extLst>
          </p:cNvPr>
          <p:cNvSpPr txBox="1"/>
          <p:nvPr/>
        </p:nvSpPr>
        <p:spPr>
          <a:xfrm>
            <a:off x="8976503" y="2128799"/>
            <a:ext cx="80424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289,96с</a:t>
            </a:r>
            <a:endParaRPr lang="en-GB" sz="16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579A0AE-02E9-4D5D-A400-99171CD0D90A}"/>
              </a:ext>
            </a:extLst>
          </p:cNvPr>
          <p:cNvSpPr txBox="1"/>
          <p:nvPr/>
        </p:nvSpPr>
        <p:spPr>
          <a:xfrm>
            <a:off x="8332012" y="2441917"/>
            <a:ext cx="80424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377,05с</a:t>
            </a:r>
            <a:endParaRPr lang="en-GB" sz="16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DAFD4F0-C2B7-4E99-AC38-CB11F871C525}"/>
              </a:ext>
            </a:extLst>
          </p:cNvPr>
          <p:cNvSpPr txBox="1"/>
          <p:nvPr/>
        </p:nvSpPr>
        <p:spPr>
          <a:xfrm>
            <a:off x="8363020" y="2801235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337,37 с</a:t>
            </a:r>
            <a:endParaRPr lang="en-GB" sz="16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DAB715-CB50-33A4-8442-EB4B1C28C6EC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A732B4-B91E-D83C-789E-D8D17D4440BC}"/>
              </a:ext>
            </a:extLst>
          </p:cNvPr>
          <p:cNvSpPr txBox="1"/>
          <p:nvPr/>
        </p:nvSpPr>
        <p:spPr>
          <a:xfrm>
            <a:off x="185832" y="-5521"/>
            <a:ext cx="12843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Дүкөндө баалар</a:t>
            </a:r>
            <a:endParaRPr lang="en-GB" sz="1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2D4902-899D-23A8-6F97-45CA9DDD0B9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 rot="316630">
            <a:off x="366063" y="3628957"/>
            <a:ext cx="491055" cy="58519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983E40C-07EC-0EC5-72D8-9AC28702E720}"/>
              </a:ext>
            </a:extLst>
          </p:cNvPr>
          <p:cNvSpPr/>
          <p:nvPr/>
        </p:nvSpPr>
        <p:spPr>
          <a:xfrm>
            <a:off x="250011" y="4288250"/>
            <a:ext cx="873761" cy="27699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132,30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2EFEB8-F9A1-FDF7-862C-7FDAAA4CDC5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36" y="381499"/>
            <a:ext cx="405408" cy="5917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C88440-42FC-7E32-936A-A37434D02C5A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528" y="3768427"/>
            <a:ext cx="784720" cy="3317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7600C8-8C69-79C9-C9A4-214D5E26423E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2252759" y="2230610"/>
            <a:ext cx="460215" cy="6612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59FC54-30C5-4E44-4DFE-674895D09D13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573" y="344842"/>
            <a:ext cx="600109" cy="3056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72467C-17C0-C0CB-C073-7E37192E19A3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615" y="863208"/>
            <a:ext cx="376966" cy="6307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BB64C2B-15CA-5DF7-1C0B-ACC3DCCBCB3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292" y="1536975"/>
            <a:ext cx="401486" cy="4437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B4E9F70-8B95-1B94-BB64-214F0DD6C6B3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BA4F27"/>
              </a:clrFrom>
              <a:clrTo>
                <a:srgbClr val="BA4F27">
                  <a:alpha val="0"/>
                </a:srgbClr>
              </a:clrTo>
            </a:clrChange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02" y="2361702"/>
            <a:ext cx="585754" cy="32643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CAF5B14-5D27-D90B-ED81-C483C7518F1C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5735" y="1192139"/>
            <a:ext cx="452309" cy="66335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2FEBAED-2F99-5EB9-B30F-9BEF26DA9ECC}"/>
              </a:ext>
            </a:extLst>
          </p:cNvPr>
          <p:cNvSpPr/>
          <p:nvPr/>
        </p:nvSpPr>
        <p:spPr>
          <a:xfrm>
            <a:off x="882988" y="915266"/>
            <a:ext cx="722487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59,54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D2B37B0-04EC-A0EB-9E20-F910BD56C04B}"/>
              </a:ext>
            </a:extLst>
          </p:cNvPr>
          <p:cNvSpPr/>
          <p:nvPr/>
        </p:nvSpPr>
        <p:spPr>
          <a:xfrm>
            <a:off x="1177974" y="1804182"/>
            <a:ext cx="791506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86,00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8A1DBCC-217D-BFF9-442D-A8FF7E82FA85}"/>
              </a:ext>
            </a:extLst>
          </p:cNvPr>
          <p:cNvSpPr/>
          <p:nvPr/>
        </p:nvSpPr>
        <p:spPr>
          <a:xfrm>
            <a:off x="426863" y="2670508"/>
            <a:ext cx="873761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145,53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A8029EA-B337-034E-226C-C61782B11007}"/>
              </a:ext>
            </a:extLst>
          </p:cNvPr>
          <p:cNvSpPr/>
          <p:nvPr/>
        </p:nvSpPr>
        <p:spPr>
          <a:xfrm>
            <a:off x="2002036" y="4198562"/>
            <a:ext cx="873761" cy="27699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159,86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889AE48-28E6-B199-78C0-B5A8B879ED5D}"/>
              </a:ext>
            </a:extLst>
          </p:cNvPr>
          <p:cNvSpPr/>
          <p:nvPr/>
        </p:nvSpPr>
        <p:spPr>
          <a:xfrm>
            <a:off x="2083245" y="2919418"/>
            <a:ext cx="666915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93,71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414831E-48CD-FFC6-A6A3-30BA6F55B69C}"/>
              </a:ext>
            </a:extLst>
          </p:cNvPr>
          <p:cNvSpPr/>
          <p:nvPr/>
        </p:nvSpPr>
        <p:spPr>
          <a:xfrm>
            <a:off x="3225800" y="1463821"/>
            <a:ext cx="757874" cy="24281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132,30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2A6654D-EE83-25DE-0E65-AC09878CE5D2}"/>
              </a:ext>
            </a:extLst>
          </p:cNvPr>
          <p:cNvSpPr/>
          <p:nvPr/>
        </p:nvSpPr>
        <p:spPr>
          <a:xfrm>
            <a:off x="3933874" y="628748"/>
            <a:ext cx="83061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37,49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71FE9A8-769D-E7AC-949D-12D852CB5997}"/>
              </a:ext>
            </a:extLst>
          </p:cNvPr>
          <p:cNvSpPr/>
          <p:nvPr/>
        </p:nvSpPr>
        <p:spPr>
          <a:xfrm>
            <a:off x="4032933" y="1961662"/>
            <a:ext cx="699933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71,66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2ADEEB-E571-4AB6-10AC-2279AD41D0F9}"/>
              </a:ext>
            </a:extLst>
          </p:cNvPr>
          <p:cNvSpPr txBox="1"/>
          <p:nvPr/>
        </p:nvSpPr>
        <p:spPr>
          <a:xfrm>
            <a:off x="5092817" y="541137"/>
            <a:ext cx="495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1800" b="1" dirty="0"/>
              <a:t>Канчага…     алсак болот?</a:t>
            </a:r>
            <a:endParaRPr lang="en-GB" sz="18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67B999-B92E-8526-81E2-9C7962C5503A}"/>
              </a:ext>
            </a:extLst>
          </p:cNvPr>
          <p:cNvSpPr txBox="1"/>
          <p:nvPr/>
        </p:nvSpPr>
        <p:spPr>
          <a:xfrm>
            <a:off x="8308768" y="5025681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456,46 с</a:t>
            </a:r>
            <a:endParaRPr lang="en-GB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DF573A-B8E9-5E36-1981-07279A928784}"/>
              </a:ext>
            </a:extLst>
          </p:cNvPr>
          <p:cNvSpPr txBox="1"/>
          <p:nvPr/>
        </p:nvSpPr>
        <p:spPr>
          <a:xfrm>
            <a:off x="8377779" y="3877747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383,68 с</a:t>
            </a:r>
            <a:endParaRPr lang="en-GB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5D8B1F-E419-ABDE-5C0C-4FA5334441E2}"/>
              </a:ext>
            </a:extLst>
          </p:cNvPr>
          <p:cNvSpPr txBox="1"/>
          <p:nvPr/>
        </p:nvSpPr>
        <p:spPr>
          <a:xfrm>
            <a:off x="7200467" y="3667275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330,74 с</a:t>
            </a:r>
            <a:endParaRPr lang="en-GB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D4F0B9-DFBB-61E6-B3AA-E9CBE70BFF45}"/>
              </a:ext>
            </a:extLst>
          </p:cNvPr>
          <p:cNvSpPr txBox="1"/>
          <p:nvPr/>
        </p:nvSpPr>
        <p:spPr>
          <a:xfrm>
            <a:off x="7999856" y="3421054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598,78 с</a:t>
            </a:r>
            <a:endParaRPr lang="en-GB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33A7B1-1A1E-01DC-C6B9-E4A1F8E3A7E0}"/>
              </a:ext>
            </a:extLst>
          </p:cNvPr>
          <p:cNvSpPr txBox="1"/>
          <p:nvPr/>
        </p:nvSpPr>
        <p:spPr>
          <a:xfrm>
            <a:off x="8734132" y="3164233"/>
            <a:ext cx="804241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339,58с</a:t>
            </a:r>
            <a:endParaRPr lang="en-GB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117D71-A032-9462-77A2-8144C1556F36}"/>
              </a:ext>
            </a:extLst>
          </p:cNvPr>
          <p:cNvSpPr txBox="1"/>
          <p:nvPr/>
        </p:nvSpPr>
        <p:spPr>
          <a:xfrm>
            <a:off x="6857858" y="4303638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281,12 с</a:t>
            </a:r>
            <a:endParaRPr lang="en-GB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2BF551-C963-7C29-16AF-F5B7754911FB}"/>
              </a:ext>
            </a:extLst>
          </p:cNvPr>
          <p:cNvSpPr txBox="1"/>
          <p:nvPr/>
        </p:nvSpPr>
        <p:spPr>
          <a:xfrm>
            <a:off x="7557038" y="4575860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701,19 с</a:t>
            </a:r>
            <a:endParaRPr lang="en-GB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B57912-791B-DF08-44B4-1D8F7773D328}"/>
              </a:ext>
            </a:extLst>
          </p:cNvPr>
          <p:cNvSpPr txBox="1"/>
          <p:nvPr/>
        </p:nvSpPr>
        <p:spPr>
          <a:xfrm>
            <a:off x="6340697" y="4816890"/>
            <a:ext cx="850728" cy="24622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ky-KG" sz="1600" dirty="0"/>
              <a:t>374,84 с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857849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10638F8-79E6-3EBB-A90C-9F3BB71B6D03}"/>
              </a:ext>
            </a:extLst>
          </p:cNvPr>
          <p:cNvSpPr/>
          <p:nvPr/>
        </p:nvSpPr>
        <p:spPr>
          <a:xfrm>
            <a:off x="153390" y="0"/>
            <a:ext cx="4732118" cy="674484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9B60C2-B403-644E-1BEC-408D22128FF2}"/>
              </a:ext>
            </a:extLst>
          </p:cNvPr>
          <p:cNvSpPr txBox="1"/>
          <p:nvPr/>
        </p:nvSpPr>
        <p:spPr>
          <a:xfrm>
            <a:off x="185828" y="-5521"/>
            <a:ext cx="12843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Дүкөндө баалар</a:t>
            </a:r>
            <a:endParaRPr lang="en-GB" sz="1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8D8055-D6F5-18F5-2DE2-B6833F33E56D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 rot="316630">
            <a:off x="1303285" y="961534"/>
            <a:ext cx="385970" cy="45996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98B2DCC-1511-66CF-F8AD-E7A272400555}"/>
              </a:ext>
            </a:extLst>
          </p:cNvPr>
          <p:cNvSpPr/>
          <p:nvPr/>
        </p:nvSpPr>
        <p:spPr>
          <a:xfrm>
            <a:off x="1194262" y="1509252"/>
            <a:ext cx="756326" cy="2135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132,30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D8EA9D-16DB-5100-9EAA-52674F77E65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27" y="220496"/>
            <a:ext cx="405408" cy="5917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633A84-31F2-9736-7DF7-0F4675B64BDF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364" y="1006240"/>
            <a:ext cx="686776" cy="2903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5EC3-8CA9-7AF6-4255-F4E4A22C0AE0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3105057" y="113154"/>
            <a:ext cx="460215" cy="6612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26C11C-2E1D-0A14-963F-26489927A731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644" y="194352"/>
            <a:ext cx="600109" cy="3056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A037F57-94DB-178B-626B-556152E18793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271" y="751365"/>
            <a:ext cx="376966" cy="6307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3A737B-550A-CAA6-ED0E-C6E452DB7D33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31" y="1100951"/>
            <a:ext cx="401486" cy="4437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651F6E2-572F-101D-4626-571F33827513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BA4F27"/>
              </a:clrFrom>
              <a:clrTo>
                <a:srgbClr val="BA4F27">
                  <a:alpha val="0"/>
                </a:srgbClr>
              </a:clrTo>
            </a:clrChange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66" y="319331"/>
            <a:ext cx="585754" cy="3264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3928A9D-0B59-A570-FF74-091724B7BEA2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24424" y="107173"/>
            <a:ext cx="452309" cy="663355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7E858DA-8EF3-6A29-D870-97CEA23D105F}"/>
              </a:ext>
            </a:extLst>
          </p:cNvPr>
          <p:cNvSpPr/>
          <p:nvPr/>
        </p:nvSpPr>
        <p:spPr>
          <a:xfrm>
            <a:off x="393379" y="754263"/>
            <a:ext cx="722487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59,54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CE617EB-F8EA-5D13-FF9B-7097E0C158E6}"/>
              </a:ext>
            </a:extLst>
          </p:cNvPr>
          <p:cNvSpPr/>
          <p:nvPr/>
        </p:nvSpPr>
        <p:spPr>
          <a:xfrm>
            <a:off x="1906663" y="719216"/>
            <a:ext cx="791506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86,00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A6B3F07-57EB-2AAC-7ED8-54C57D1C956F}"/>
              </a:ext>
            </a:extLst>
          </p:cNvPr>
          <p:cNvSpPr/>
          <p:nvPr/>
        </p:nvSpPr>
        <p:spPr>
          <a:xfrm>
            <a:off x="1076827" y="628137"/>
            <a:ext cx="873761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145,53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7A39093-2D76-2C03-EA53-6B1A3D2614AA}"/>
              </a:ext>
            </a:extLst>
          </p:cNvPr>
          <p:cNvSpPr/>
          <p:nvPr/>
        </p:nvSpPr>
        <p:spPr>
          <a:xfrm>
            <a:off x="2049872" y="1394969"/>
            <a:ext cx="873761" cy="27699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159,86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608C0321-E650-D83C-40BF-239510F10530}"/>
              </a:ext>
            </a:extLst>
          </p:cNvPr>
          <p:cNvSpPr/>
          <p:nvPr/>
        </p:nvSpPr>
        <p:spPr>
          <a:xfrm>
            <a:off x="2935543" y="801962"/>
            <a:ext cx="666915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93,71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07AF134B-0F0C-69B5-BA91-D6A85BC7DC1B}"/>
              </a:ext>
            </a:extLst>
          </p:cNvPr>
          <p:cNvSpPr/>
          <p:nvPr/>
        </p:nvSpPr>
        <p:spPr>
          <a:xfrm>
            <a:off x="3430456" y="1351978"/>
            <a:ext cx="757874" cy="24281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132,30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830D9DFF-3182-A80A-9539-77DE2B0F71F4}"/>
              </a:ext>
            </a:extLst>
          </p:cNvPr>
          <p:cNvSpPr/>
          <p:nvPr/>
        </p:nvSpPr>
        <p:spPr>
          <a:xfrm>
            <a:off x="3977945" y="478258"/>
            <a:ext cx="83061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37,49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34DD4D9D-C46C-9A10-0A6C-9A051D7758BB}"/>
              </a:ext>
            </a:extLst>
          </p:cNvPr>
          <p:cNvSpPr/>
          <p:nvPr/>
        </p:nvSpPr>
        <p:spPr>
          <a:xfrm>
            <a:off x="294772" y="1525638"/>
            <a:ext cx="699933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71,66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661C46F-A451-3005-E3CB-439037088124}"/>
              </a:ext>
            </a:extLst>
          </p:cNvPr>
          <p:cNvSpPr txBox="1"/>
          <p:nvPr/>
        </p:nvSpPr>
        <p:spPr>
          <a:xfrm>
            <a:off x="529317" y="2365889"/>
            <a:ext cx="4460196" cy="4230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1 пачка  сабиз таякчалары жана алма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Хот-дог жана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Пицца кесими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3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Пряник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1 пачка сабиз таякчалары, алма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Пицца кесими, хот-дог жана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Хот-дог, алма ширеси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ky-KG" sz="12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2 пачка  сабиз таякчасы жана 2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2 хотдог жана 2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2 пряник жана 2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2 балмуздак жана 2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ky-KG" sz="12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3 пицца кесими?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3 хотдог жана 2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4 пряник?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4 алма ширеси, 2 банан жана 2 алма?</a:t>
            </a:r>
            <a:endParaRPr lang="en-GB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051196-BE68-706F-6BC7-D95DDF01215E}"/>
              </a:ext>
            </a:extLst>
          </p:cNvPr>
          <p:cNvSpPr txBox="1"/>
          <p:nvPr/>
        </p:nvSpPr>
        <p:spPr>
          <a:xfrm>
            <a:off x="153390" y="1742951"/>
            <a:ext cx="495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1800" b="1" dirty="0"/>
              <a:t>Канчага…     алсак болот?</a:t>
            </a:r>
            <a:endParaRPr lang="en-GB" sz="1800" b="1" dirty="0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A8C02907-78F1-DB1F-8F92-D5AEC28DC602}"/>
              </a:ext>
            </a:extLst>
          </p:cNvPr>
          <p:cNvSpPr/>
          <p:nvPr/>
        </p:nvSpPr>
        <p:spPr>
          <a:xfrm>
            <a:off x="5061079" y="5521"/>
            <a:ext cx="4732118" cy="674484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2DF6667-D728-002C-1DFD-E5745ACBF934}"/>
              </a:ext>
            </a:extLst>
          </p:cNvPr>
          <p:cNvSpPr txBox="1"/>
          <p:nvPr/>
        </p:nvSpPr>
        <p:spPr>
          <a:xfrm>
            <a:off x="5093517" y="0"/>
            <a:ext cx="12843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/>
              <a:t>Дүкөндө баалар</a:t>
            </a:r>
            <a:endParaRPr lang="en-GB" sz="1200" b="1" dirty="0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D86109A5-8B72-D8AF-F393-2753AE666788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 rot="316630">
            <a:off x="6210974" y="967055"/>
            <a:ext cx="385970" cy="459960"/>
          </a:xfrm>
          <a:prstGeom prst="rect">
            <a:avLst/>
          </a:prstGeom>
        </p:spPr>
      </p:pic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9A39BD56-9837-3B5C-E526-788CDCE99E14}"/>
              </a:ext>
            </a:extLst>
          </p:cNvPr>
          <p:cNvSpPr/>
          <p:nvPr/>
        </p:nvSpPr>
        <p:spPr>
          <a:xfrm>
            <a:off x="6101951" y="1514773"/>
            <a:ext cx="756326" cy="2135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132,30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3F3BFE96-0FA5-3090-F962-A024E122733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716" y="226017"/>
            <a:ext cx="405408" cy="591701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6015EAEA-A252-CFBA-C826-DAEC25C3A566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5053" y="1011761"/>
            <a:ext cx="686776" cy="290339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07F1BD56-B6AE-6EF0-811C-1B5AF3AF9F8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8012746" y="118675"/>
            <a:ext cx="460215" cy="661228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CB0F8EAC-725A-4607-4301-562A75E5EE90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333" y="199873"/>
            <a:ext cx="600109" cy="30568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88479D8F-FED1-0677-EACE-C5FB308BAFDC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960" y="756886"/>
            <a:ext cx="376966" cy="630739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76ACDD50-DB1C-679A-CB54-67AB482D67D7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820" y="1106472"/>
            <a:ext cx="401486" cy="443783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88E14590-3D30-4386-28AD-8C5EFD157830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BA4F27"/>
              </a:clrFrom>
              <a:clrTo>
                <a:srgbClr val="BA4F27">
                  <a:alpha val="0"/>
                </a:srgbClr>
              </a:clrTo>
            </a:clrChange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555" y="324852"/>
            <a:ext cx="585754" cy="326436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4D2F0B72-CDEF-AD1D-C235-E4CB27163814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32113" y="112694"/>
            <a:ext cx="452309" cy="663355"/>
          </a:xfrm>
          <a:prstGeom prst="rect">
            <a:avLst/>
          </a:prstGeom>
        </p:spPr>
      </p:pic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F9FB1160-92E7-213D-F648-1E82B0A8D4A1}"/>
              </a:ext>
            </a:extLst>
          </p:cNvPr>
          <p:cNvSpPr/>
          <p:nvPr/>
        </p:nvSpPr>
        <p:spPr>
          <a:xfrm>
            <a:off x="5301068" y="759784"/>
            <a:ext cx="722487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59,54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93EBCEF5-32E7-3066-F829-2F12CD870178}"/>
              </a:ext>
            </a:extLst>
          </p:cNvPr>
          <p:cNvSpPr/>
          <p:nvPr/>
        </p:nvSpPr>
        <p:spPr>
          <a:xfrm>
            <a:off x="6814352" y="724737"/>
            <a:ext cx="791506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86,00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EF9F800C-D030-D0C6-D285-892005EC920B}"/>
              </a:ext>
            </a:extLst>
          </p:cNvPr>
          <p:cNvSpPr/>
          <p:nvPr/>
        </p:nvSpPr>
        <p:spPr>
          <a:xfrm>
            <a:off x="5984516" y="633658"/>
            <a:ext cx="873761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145,53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9C5B45BF-0CA7-7F65-0E21-9EFE2AA48C3E}"/>
              </a:ext>
            </a:extLst>
          </p:cNvPr>
          <p:cNvSpPr/>
          <p:nvPr/>
        </p:nvSpPr>
        <p:spPr>
          <a:xfrm>
            <a:off x="6957561" y="1400490"/>
            <a:ext cx="873761" cy="27699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159,86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D653136E-692B-CA1B-BEBE-4E6F5AC53037}"/>
              </a:ext>
            </a:extLst>
          </p:cNvPr>
          <p:cNvSpPr/>
          <p:nvPr/>
        </p:nvSpPr>
        <p:spPr>
          <a:xfrm>
            <a:off x="7843232" y="807483"/>
            <a:ext cx="666915" cy="18719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93,71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E4376A14-7087-07C2-1B98-5C75FDBB42B7}"/>
              </a:ext>
            </a:extLst>
          </p:cNvPr>
          <p:cNvSpPr/>
          <p:nvPr/>
        </p:nvSpPr>
        <p:spPr>
          <a:xfrm>
            <a:off x="8338145" y="1357499"/>
            <a:ext cx="757874" cy="24281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132,30</a:t>
            </a:r>
            <a:r>
              <a:rPr lang="ky-KG" sz="1200" dirty="0">
                <a:solidFill>
                  <a:schemeClr val="tx1"/>
                </a:solidFill>
              </a:rPr>
              <a:t>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95E87936-A0AC-EF78-556D-EA7C0D2DC398}"/>
              </a:ext>
            </a:extLst>
          </p:cNvPr>
          <p:cNvSpPr/>
          <p:nvPr/>
        </p:nvSpPr>
        <p:spPr>
          <a:xfrm>
            <a:off x="8885634" y="483779"/>
            <a:ext cx="830612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37,49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049F20EA-3570-726B-0AE9-5B0D9A4E9B52}"/>
              </a:ext>
            </a:extLst>
          </p:cNvPr>
          <p:cNvSpPr/>
          <p:nvPr/>
        </p:nvSpPr>
        <p:spPr>
          <a:xfrm>
            <a:off x="5202461" y="1531159"/>
            <a:ext cx="699933" cy="21352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71,66</a:t>
            </a:r>
            <a:r>
              <a:rPr lang="ky-KG" sz="1200" dirty="0">
                <a:solidFill>
                  <a:schemeClr val="tx1"/>
                </a:solidFill>
              </a:rPr>
              <a:t> с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6017CF1-FDD4-0B0E-CAE4-3B2F159A0072}"/>
              </a:ext>
            </a:extLst>
          </p:cNvPr>
          <p:cNvSpPr txBox="1"/>
          <p:nvPr/>
        </p:nvSpPr>
        <p:spPr>
          <a:xfrm>
            <a:off x="5450731" y="2341947"/>
            <a:ext cx="4460196" cy="4230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1 пачка  сабиз таякчалары жана алма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Хот-дог жана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Пицца кесими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3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Пряник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1 пачка сабиз таякчалары, алма жана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Пицца кесими, хот-дог жана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Хот-дог, алма ширеси жана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ky-KG" sz="12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2 пачка  сабиз таякчасы жана 2 банан?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2 хотдог жана 2 кесим пицца?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2 пряник жана 2 алма?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2 балмуздак жана 2 апельсин ширеси?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endParaRPr lang="ky-KG" sz="1200" dirty="0"/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3 пицца кесими?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3 хотдог жана 2 балмуздак?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4 пряник?</a:t>
            </a:r>
          </a:p>
          <a:p>
            <a:pPr marL="228600" indent="-228600">
              <a:lnSpc>
                <a:spcPts val="1790"/>
              </a:lnSpc>
              <a:buAutoNum type="arabicParenR"/>
            </a:pPr>
            <a:r>
              <a:rPr lang="ky-KG" sz="1200" dirty="0"/>
              <a:t> 4 алма ширеси, 2 банан жана 2 алма?</a:t>
            </a:r>
            <a:endParaRPr lang="en-GB" sz="12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8C69970-4371-5B17-BDDB-809A23169C53}"/>
              </a:ext>
            </a:extLst>
          </p:cNvPr>
          <p:cNvSpPr txBox="1"/>
          <p:nvPr/>
        </p:nvSpPr>
        <p:spPr>
          <a:xfrm>
            <a:off x="5061079" y="1748472"/>
            <a:ext cx="495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1800" b="1" dirty="0"/>
              <a:t>Канчага…     алсак болот?</a:t>
            </a:r>
            <a:endParaRPr lang="en-GB" sz="1800" b="1" dirty="0"/>
          </a:p>
        </p:txBody>
      </p:sp>
    </p:spTree>
    <p:extLst>
      <p:ext uri="{BB962C8B-B14F-4D97-AF65-F5344CB8AC3E}">
        <p14:creationId xmlns:p14="http://schemas.microsoft.com/office/powerpoint/2010/main" val="2535963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2F8DCC-253F-E44A-C73F-60369794B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15503" y="1033086"/>
            <a:ext cx="6842944" cy="48119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0F6AEB-3ECD-8362-B5C2-7D1B0ED10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52151" y="1033084"/>
            <a:ext cx="6842944" cy="481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396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10564</TotalTime>
  <Words>758</Words>
  <Application>Microsoft Office PowerPoint</Application>
  <PresentationFormat>A4 Paper (210x297 mm)</PresentationFormat>
  <Paragraphs>187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498</cp:revision>
  <cp:lastPrinted>2024-09-11T04:15:52Z</cp:lastPrinted>
  <dcterms:created xsi:type="dcterms:W3CDTF">2017-01-17T16:57:04Z</dcterms:created>
  <dcterms:modified xsi:type="dcterms:W3CDTF">2024-09-11T04:17:12Z</dcterms:modified>
</cp:coreProperties>
</file>