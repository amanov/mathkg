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3"/>
  </p:notesMasterIdLst>
  <p:sldIdLst>
    <p:sldId id="974" r:id="rId2"/>
    <p:sldId id="975" r:id="rId3"/>
    <p:sldId id="976" r:id="rId4"/>
    <p:sldId id="977" r:id="rId5"/>
    <p:sldId id="949" r:id="rId6"/>
    <p:sldId id="978" r:id="rId7"/>
    <p:sldId id="958" r:id="rId8"/>
    <p:sldId id="979" r:id="rId9"/>
    <p:sldId id="951" r:id="rId10"/>
    <p:sldId id="980" r:id="rId11"/>
    <p:sldId id="952" r:id="rId12"/>
    <p:sldId id="981" r:id="rId13"/>
    <p:sldId id="959" r:id="rId14"/>
    <p:sldId id="982" r:id="rId15"/>
    <p:sldId id="950" r:id="rId16"/>
    <p:sldId id="983" r:id="rId17"/>
    <p:sldId id="947" r:id="rId18"/>
    <p:sldId id="984" r:id="rId19"/>
    <p:sldId id="948" r:id="rId20"/>
    <p:sldId id="985" r:id="rId21"/>
    <p:sldId id="955" r:id="rId22"/>
    <p:sldId id="986" r:id="rId23"/>
    <p:sldId id="956" r:id="rId24"/>
    <p:sldId id="987" r:id="rId25"/>
    <p:sldId id="953" r:id="rId26"/>
    <p:sldId id="988" r:id="rId27"/>
    <p:sldId id="954" r:id="rId28"/>
    <p:sldId id="989" r:id="rId29"/>
    <p:sldId id="957" r:id="rId30"/>
    <p:sldId id="833" r:id="rId31"/>
    <p:sldId id="993" r:id="rId32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4"/>
    </p:embeddedFont>
    <p:embeddedFont>
      <p:font typeface="Bernard MT Condensed" panose="02050806060905020404" pitchFamily="18" charset="0"/>
      <p:regular r:id="rId35"/>
    </p:embeddedFont>
    <p:embeddedFont>
      <p:font typeface="Cambria Math" panose="02040503050406030204" pitchFamily="18" charset="0"/>
      <p:regular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0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0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орундуу ондуктар -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Көбөйүү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6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71760" y="3780675"/>
            <a:ext cx="8927124" cy="264687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Ондуктарды көбөйтүү</a:t>
            </a:r>
            <a:endParaRPr kumimoji="0" lang="en-US" sz="44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7851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89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0.24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106243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106243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0507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120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0.021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0.07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228231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5042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853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0.036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711573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711573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93809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3754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0.045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909014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909014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47901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1583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771128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771128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26306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6730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0.084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18756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0.12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18756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8006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5830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0.068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552952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552952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08430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0435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0.204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0363652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0363652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1736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97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0.435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600939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1.45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600939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3481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0805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1.232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439112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3.08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439112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98490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2304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0.0364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723234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723234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39086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704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0.295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233141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1.18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233141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89235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1848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2.5288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5869157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2.32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1.09=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5869157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7621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8358</TotalTime>
  <Words>202</Words>
  <Application>Microsoft Office PowerPoint</Application>
  <PresentationFormat>A4 Paper (210x297 mm)</PresentationFormat>
  <Paragraphs>79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Calibri</vt:lpstr>
      <vt:lpstr>Berlin Sans FB Demi</vt:lpstr>
      <vt:lpstr>Arial</vt:lpstr>
      <vt:lpstr>Calibri Light</vt:lpstr>
      <vt:lpstr>Cambria Math</vt:lpstr>
      <vt:lpstr>Bernard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362</cp:revision>
  <cp:lastPrinted>2017-12-31T22:38:51Z</cp:lastPrinted>
  <dcterms:created xsi:type="dcterms:W3CDTF">2017-01-17T16:57:04Z</dcterms:created>
  <dcterms:modified xsi:type="dcterms:W3CDTF">2024-05-27T08:28:54Z</dcterms:modified>
</cp:coreProperties>
</file>