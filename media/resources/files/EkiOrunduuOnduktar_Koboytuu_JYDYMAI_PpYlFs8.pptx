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33"/>
  </p:notesMasterIdLst>
  <p:sldIdLst>
    <p:sldId id="974" r:id="rId2"/>
    <p:sldId id="975" r:id="rId3"/>
    <p:sldId id="976" r:id="rId4"/>
    <p:sldId id="977" r:id="rId5"/>
    <p:sldId id="949" r:id="rId6"/>
    <p:sldId id="978" r:id="rId7"/>
    <p:sldId id="958" r:id="rId8"/>
    <p:sldId id="979" r:id="rId9"/>
    <p:sldId id="951" r:id="rId10"/>
    <p:sldId id="980" r:id="rId11"/>
    <p:sldId id="952" r:id="rId12"/>
    <p:sldId id="981" r:id="rId13"/>
    <p:sldId id="959" r:id="rId14"/>
    <p:sldId id="982" r:id="rId15"/>
    <p:sldId id="950" r:id="rId16"/>
    <p:sldId id="983" r:id="rId17"/>
    <p:sldId id="947" r:id="rId18"/>
    <p:sldId id="984" r:id="rId19"/>
    <p:sldId id="948" r:id="rId20"/>
    <p:sldId id="985" r:id="rId21"/>
    <p:sldId id="955" r:id="rId22"/>
    <p:sldId id="986" r:id="rId23"/>
    <p:sldId id="956" r:id="rId24"/>
    <p:sldId id="987" r:id="rId25"/>
    <p:sldId id="953" r:id="rId26"/>
    <p:sldId id="988" r:id="rId27"/>
    <p:sldId id="954" r:id="rId28"/>
    <p:sldId id="989" r:id="rId29"/>
    <p:sldId id="957" r:id="rId30"/>
    <p:sldId id="833" r:id="rId31"/>
    <p:sldId id="993" r:id="rId32"/>
  </p:sldIdLst>
  <p:sldSz cx="9906000" cy="6858000" type="A4"/>
  <p:notesSz cx="6669088" cy="9926638"/>
  <p:embeddedFontLst>
    <p:embeddedFont>
      <p:font typeface="Berlin Sans FB Demi" panose="020E0802020502020306" pitchFamily="34" charset="0"/>
      <p:bold r:id="rId34"/>
    </p:embeddedFont>
    <p:embeddedFont>
      <p:font typeface="Bernard MT Condensed" panose="02050806060905020404" pitchFamily="18" charset="0"/>
      <p:regular r:id="rId35"/>
    </p:embeddedFont>
    <p:embeddedFont>
      <p:font typeface="Cambria Math" panose="02040503050406030204" pitchFamily="18" charset="0"/>
      <p:regular r:id="rId3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CBAD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27/05/2024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0.png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0.png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4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4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4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png"/><Relationship Id="rId4" Type="http://schemas.openxmlformats.org/officeDocument/2006/relationships/image" Target="../media/image4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4.jp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904919"/>
            <a:ext cx="9906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орундуу ондуктар - </a:t>
            </a:r>
            <a:r>
              <a:rPr lang="ky-KG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Көбөйүү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– Жыдымай!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суроолорго эң тез жооп берүү үчүн мелдешет (бирге бир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командалары менен, өз орундарында же алдыңкы орунда).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доскага же өз дептерге жазып корсото алышат.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Өтө татаал/жеңил суроо слайддарын алдын ала өчүрүп салыңыз.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Музыканы баштоо үчүн каалаган жерди чыкылдатыңыз, андан кийин суроону көрсөтүү үчүн "Өттү" чыкылдатыңыз, анан жоопту көрсөтүү үчүн кайра басыңыз.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C7BD33-7F93-409E-A7C6-9D40C1AB016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924" y="5600147"/>
            <a:ext cx="938974" cy="93897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2D2E104-4597-4DDF-B563-3C40DEA17797}"/>
              </a:ext>
            </a:extLst>
          </p:cNvPr>
          <p:cNvSpPr/>
          <p:nvPr/>
        </p:nvSpPr>
        <p:spPr>
          <a:xfrm>
            <a:off x="3024659" y="5856140"/>
            <a:ext cx="38566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DA6E8381-F74F-ACA7-E535-4ACA0F07CCFB}"/>
              </a:ext>
            </a:extLst>
          </p:cNvPr>
          <p:cNvSpPr txBox="1">
            <a:spLocks/>
          </p:cNvSpPr>
          <p:nvPr/>
        </p:nvSpPr>
        <p:spPr>
          <a:xfrm>
            <a:off x="0" y="221873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285100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585FB2B-39FD-4723-8079-C4EA7B000B97}"/>
              </a:ext>
            </a:extLst>
          </p:cNvPr>
          <p:cNvGrpSpPr/>
          <p:nvPr/>
        </p:nvGrpSpPr>
        <p:grpSpPr>
          <a:xfrm>
            <a:off x="-744931" y="965566"/>
            <a:ext cx="11560506" cy="2304689"/>
            <a:chOff x="-744931" y="2289005"/>
            <a:chExt cx="11560506" cy="2304689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ACE1698-B04E-47BD-84A0-931C2125C107}"/>
                </a:ext>
              </a:extLst>
            </p:cNvPr>
            <p:cNvSpPr/>
            <p:nvPr/>
          </p:nvSpPr>
          <p:spPr>
            <a:xfrm>
              <a:off x="907898" y="2338806"/>
              <a:ext cx="8722208" cy="2254888"/>
            </a:xfrm>
            <a:prstGeom prst="roundRect">
              <a:avLst/>
            </a:prstGeom>
            <a:blipFill>
              <a:blip r:embed="rId4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FEFA718-BA57-4C22-967C-DA711B22D315}"/>
                </a:ext>
              </a:extLst>
            </p:cNvPr>
            <p:cNvSpPr/>
            <p:nvPr/>
          </p:nvSpPr>
          <p:spPr>
            <a:xfrm>
              <a:off x="-744931" y="2289005"/>
              <a:ext cx="11560506" cy="156966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y-KG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Жыдымай</a:t>
              </a:r>
              <a:r>
                <a:rPr kumimoji="0" lang="en-US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 !</a:t>
              </a:r>
              <a:endParaRPr kumimoji="0" lang="en-US" sz="16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D5EEEE-4088-4440-8CA7-8122FC719F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3413412" y="2260816"/>
            <a:ext cx="948538" cy="10963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93708B-EB60-4993-AE99-63613F7295D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613605" y="654005"/>
            <a:ext cx="948538" cy="10963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425AD7-3E4B-472E-A82B-E616ADCEE83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7297521" y="782122"/>
            <a:ext cx="948538" cy="109639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571760" y="3780675"/>
            <a:ext cx="8927124" cy="2646878"/>
          </a:xfrm>
          <a:prstGeom prst="roundRect">
            <a:avLst/>
          </a:prstGeom>
          <a:blipFill>
            <a:blip r:embed="rId4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ru-RU" sz="8000" b="1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rPr>
              <a:t>Ондуктарды көбөйтүү</a:t>
            </a:r>
            <a:endParaRPr kumimoji="0" lang="en-US" sz="44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lin Sans FB Demi" panose="020E0802020502020306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7851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35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594574" y="2209772"/>
            <a:ext cx="8716852" cy="2554545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0C8FFC-32B9-46EA-B931-685CF455866B}"/>
              </a:ext>
            </a:extLst>
          </p:cNvPr>
          <p:cNvSpPr/>
          <p:nvPr/>
        </p:nvSpPr>
        <p:spPr>
          <a:xfrm>
            <a:off x="349876" y="2151727"/>
            <a:ext cx="9206248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Туура жооп = 1 упай</a:t>
            </a:r>
            <a:endParaRPr kumimoji="0" lang="en-US" sz="72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nard MT Condensed" panose="02050806060905020404" pitchFamily="18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Эң тез! = 1 упай</a:t>
            </a:r>
            <a:endParaRPr kumimoji="0" lang="en-US" sz="72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lin Sans FB Demi" panose="020E0802020502020306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4897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1712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0.24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71062433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0.06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71062433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05072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61203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0.021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0.07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0.3=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32282318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50426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8537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0.036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07115730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0.09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0.4=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07115730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93809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3754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0.045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9090146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0.9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0.05=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9090146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47901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81583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1.2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7711284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0.24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7711284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26306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06730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0.084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3187561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0.12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0.7=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3187561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18006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58305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0.068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65529523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0.34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0.2=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65529523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08430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40435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0.204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03636522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0.68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0.3=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03636522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17364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08597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0.435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36009393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1.45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0.3=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36009393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34819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20805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1.232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4391129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3.08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0.4=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4391129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98490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02304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0.0364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07232344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0.26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0.14=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07232344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39086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0704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0.295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12331416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1.18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0.25=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12331416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89235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81848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2.5288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58691571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2.32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1.09=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58691571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7621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979468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381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8358</TotalTime>
  <Words>202</Words>
  <Application>Microsoft Office PowerPoint</Application>
  <PresentationFormat>A4 Paper (210x297 mm)</PresentationFormat>
  <Paragraphs>79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Calibri</vt:lpstr>
      <vt:lpstr>Berlin Sans FB Demi</vt:lpstr>
      <vt:lpstr>Arial</vt:lpstr>
      <vt:lpstr>Calibri Light</vt:lpstr>
      <vt:lpstr>Cambria Math</vt:lpstr>
      <vt:lpstr>Bernard MT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362</cp:revision>
  <cp:lastPrinted>2017-12-31T22:38:51Z</cp:lastPrinted>
  <dcterms:created xsi:type="dcterms:W3CDTF">2017-01-17T16:57:04Z</dcterms:created>
  <dcterms:modified xsi:type="dcterms:W3CDTF">2024-05-27T08:28:54Z</dcterms:modified>
</cp:coreProperties>
</file>