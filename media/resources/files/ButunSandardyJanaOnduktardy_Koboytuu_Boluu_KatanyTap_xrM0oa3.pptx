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945" r:id="rId3"/>
    <p:sldId id="939" r:id="rId4"/>
    <p:sldId id="940" r:id="rId5"/>
    <p:sldId id="947" r:id="rId6"/>
    <p:sldId id="942" r:id="rId7"/>
    <p:sldId id="943" r:id="rId8"/>
    <p:sldId id="946" r:id="rId9"/>
  </p:sldIdLst>
  <p:sldSz cx="9906000" cy="6858000" type="A4"/>
  <p:notesSz cx="6669088" cy="9926638"/>
  <p:embeddedFontLst>
    <p:embeddedFont>
      <p:font typeface="Fira Code" panose="020B0809050000020004" pitchFamily="49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4"/>
          </p14:sldIdLst>
        </p14:section>
        <p14:section name="Титулдук слайд" id="{16B72AFD-0AC4-4238-9F19-A4B326E8C446}">
          <p14:sldIdLst>
            <p14:sldId id="945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0"/>
          </p14:sldIdLst>
        </p14:section>
        <p14:section name="Иш кагазы" id="{45D3F427-FE2C-4E31-94DD-C39B49B018A8}">
          <p14:sldIdLst>
            <p14:sldId id="947"/>
            <p14:sldId id="942"/>
            <p14:sldId id="943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Бүтүн сандар менен – - Көбөйтүү жана бөлүү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066F7-102E-A5D7-9E26-BD40B5FD0555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CAB0B2-3D43-D9D3-4C0F-CFEC85F7CE7B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533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4357" y="81023"/>
            <a:ext cx="9557285" cy="6746352"/>
            <a:chOff x="84519" y="-62574"/>
            <a:chExt cx="9777111" cy="690152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9779" y="-62574"/>
              <a:ext cx="5023541" cy="265742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519" y="2575606"/>
              <a:ext cx="9777111" cy="426334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742798A-8C02-9CD5-CF00-9F1421960CCB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50CA5-86C4-55FD-6905-ED56883D612B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4357" y="81023"/>
            <a:ext cx="9557285" cy="6746352"/>
            <a:chOff x="84519" y="-62574"/>
            <a:chExt cx="9777111" cy="690152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9779" y="-62574"/>
              <a:ext cx="5023541" cy="265742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519" y="2575606"/>
              <a:ext cx="9777111" cy="4263344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814570" y="1001353"/>
            <a:ext cx="1197837" cy="11978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1455264" y="5112295"/>
            <a:ext cx="1197837" cy="11978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475766" y="5091075"/>
            <a:ext cx="1197837" cy="11978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7292764" y="5116153"/>
            <a:ext cx="1197837" cy="11978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183523" y="3196684"/>
            <a:ext cx="1197837" cy="11978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537270" y="2099018"/>
            <a:ext cx="1197837" cy="11978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937315" y="3119519"/>
            <a:ext cx="1197837" cy="11978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FD9D0-013F-A287-B21B-9EA1886C1D39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4357" y="81023"/>
            <a:ext cx="9557285" cy="6746352"/>
            <a:chOff x="84519" y="-62574"/>
            <a:chExt cx="9777111" cy="690152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9779" y="-62574"/>
              <a:ext cx="5023541" cy="265742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519" y="2575606"/>
              <a:ext cx="9777111" cy="426334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742798A-8C02-9CD5-CF00-9F1421960CCB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50CA5-86C4-55FD-6905-ED56883D612B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8540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59C2E6-F546-C823-24A7-17529BE48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18356" y="1074418"/>
            <a:ext cx="6794813" cy="47144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B92960-C463-F697-51D4-A40534647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29545" y="1040167"/>
            <a:ext cx="6794813" cy="47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1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7CE040-8FFC-9B47-D1E0-CE09C279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31" y="0"/>
            <a:ext cx="4804469" cy="3333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B7ACD0-C29A-19BA-6A94-92714543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160" y="-1"/>
            <a:ext cx="4804469" cy="3333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427454-AB6F-DA49-CE32-0A38F3D8F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31" y="3429001"/>
            <a:ext cx="4804469" cy="3333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B86E66-A349-4CE3-60BC-F3548319B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160" y="3429000"/>
            <a:ext cx="4804469" cy="333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8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рдүү сунуштар үчүн ар дайым даярбыз.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8333</TotalTime>
  <Words>132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Fira Code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2024-08-28T10:21:06Z</cp:lastPrinted>
  <dcterms:created xsi:type="dcterms:W3CDTF">2017-01-17T16:57:04Z</dcterms:created>
  <dcterms:modified xsi:type="dcterms:W3CDTF">2024-08-28T10:21:24Z</dcterms:modified>
</cp:coreProperties>
</file>