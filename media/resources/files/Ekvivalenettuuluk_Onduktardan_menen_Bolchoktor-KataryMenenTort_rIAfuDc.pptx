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0"/>
  </p:notesMasterIdLst>
  <p:sldIdLst>
    <p:sldId id="942" r:id="rId2"/>
    <p:sldId id="966" r:id="rId3"/>
    <p:sldId id="967" r:id="rId4"/>
    <p:sldId id="968" r:id="rId5"/>
    <p:sldId id="973" r:id="rId6"/>
    <p:sldId id="972" r:id="rId7"/>
    <p:sldId id="971" r:id="rId8"/>
    <p:sldId id="943" r:id="rId9"/>
  </p:sldIdLst>
  <p:sldSz cx="9906000" cy="6858000" type="A4"/>
  <p:notesSz cx="6669088" cy="9926638"/>
  <p:embeddedFontLst>
    <p:embeddedFont>
      <p:font typeface="Cambria Math" panose="02040503050406030204" pitchFamily="18" charset="0"/>
      <p:regular r:id="rId11"/>
    </p:embeddedFont>
    <p:embeddedFont>
      <p:font typeface="Matura MT Script Capitals" panose="03020802060602070202" pitchFamily="66" charset="0"/>
      <p:regular r:id="rId12"/>
    </p:embeddedFont>
    <p:embeddedFont>
      <p:font typeface="Ravie" panose="04040805050809020602" pitchFamily="82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ED21B479-8038-4257-9E21-77081E50BC6A}">
          <p14:sldIdLst>
            <p14:sldId id="942"/>
          </p14:sldIdLst>
        </p14:section>
        <p14:section name="Көрсөтүү" id="{05C36403-E8B4-468F-A140-90D75B14B710}">
          <p14:sldIdLst>
            <p14:sldId id="966"/>
            <p14:sldId id="967"/>
          </p14:sldIdLst>
        </p14:section>
        <p14:section name="Иш кагаздар" id="{C9917BAB-E32A-4A78-98A8-75E884F996CE}">
          <p14:sldIdLst>
            <p14:sldId id="968"/>
            <p14:sldId id="973"/>
            <p14:sldId id="972"/>
            <p14:sldId id="971"/>
          </p14:sldIdLst>
        </p14:section>
        <p14:section name="Кайтарым байланыш" id="{664D4C5F-8104-4850-B8A4-32A8FDB2EE95}">
          <p14:sldIdLst>
            <p14:sldId id="94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46EB53F-C8E3-C609-08AC-A0D4E6921DE6}"/>
              </a:ext>
            </a:extLst>
          </p:cNvPr>
          <p:cNvSpPr txBox="1">
            <a:spLocks/>
          </p:cNvSpPr>
          <p:nvPr/>
        </p:nvSpPr>
        <p:spPr>
          <a:xfrm>
            <a:off x="0" y="1431924"/>
            <a:ext cx="9404350" cy="435133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Ондуктан Бөлчөккө –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Катары менен төрт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Эки-экиден жарышып, окуучулар сол жактагы суроону тандашы керек жана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 эсептөөсу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 жооп торчосунда катары менен төрт жооп алууга аракет кылышы керек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колдонуу менен).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суроолорду тандоо үчүн убакыт чегин белгилөө зарыл болушу мүмкүн!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баракчалары 3 өлчөмдө.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0CBE51D-6645-F4AE-8F17-E3876F6C01BF}"/>
              </a:ext>
            </a:extLst>
          </p:cNvPr>
          <p:cNvSpPr txBox="1">
            <a:spLocks/>
          </p:cNvSpPr>
          <p:nvPr/>
        </p:nvSpPr>
        <p:spPr>
          <a:xfrm>
            <a:off x="0" y="31749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0397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04F6338-9A32-4A54-8297-A41704B220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9641103"/>
                  </p:ext>
                </p:extLst>
              </p:nvPr>
            </p:nvGraphicFramePr>
            <p:xfrm>
              <a:off x="5214438" y="2342248"/>
              <a:ext cx="4477056" cy="44770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6176">
                      <a:extLst>
                        <a:ext uri="{9D8B030D-6E8A-4147-A177-3AD203B41FA5}">
                          <a16:colId xmlns:a16="http://schemas.microsoft.com/office/drawing/2014/main" val="4186202697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63617051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823350154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310387196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30399332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2890655127"/>
                        </a:ext>
                      </a:extLst>
                    </a:gridCol>
                  </a:tblGrid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4632324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24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3010047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002653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5090426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3579389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04386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04F6338-9A32-4A54-8297-A41704B220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9641103"/>
                  </p:ext>
                </p:extLst>
              </p:nvPr>
            </p:nvGraphicFramePr>
            <p:xfrm>
              <a:off x="5214438" y="2342248"/>
              <a:ext cx="4477056" cy="44770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6176">
                      <a:extLst>
                        <a:ext uri="{9D8B030D-6E8A-4147-A177-3AD203B41FA5}">
                          <a16:colId xmlns:a16="http://schemas.microsoft.com/office/drawing/2014/main" val="4186202697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63617051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823350154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310387196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30399332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2890655127"/>
                        </a:ext>
                      </a:extLst>
                    </a:gridCol>
                  </a:tblGrid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2439" r="-501626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2439" r="-405738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2439" r="-302439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2439" r="-204918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2439" r="-103252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2439" r="-4098" b="-5016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4632324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103279" r="-501626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103279" r="-405738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103279" r="-302439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103279" r="-204918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103279" r="-103252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103279" r="-4098" b="-4057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3010047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201626" r="-501626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201626" r="-405738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201626" r="-302439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201626" r="-204918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201626" r="-103252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201626" r="-4098" b="-302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002653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304098" r="-501626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304098" r="-405738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304098" r="-302439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304098" r="-204918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304098" r="-103252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304098" r="-4098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5090426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400813" r="-501626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400813" r="-405738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400813" r="-302439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400813" r="-204918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400813" r="-103252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400813" r="-4098" b="-1032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3579389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504918" r="-501626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504918" r="-405738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504918" r="-302439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504918" r="-204918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504918" r="-103252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504918" r="-4098" b="-40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043861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873662"/>
              </p:ext>
            </p:extLst>
          </p:nvPr>
        </p:nvGraphicFramePr>
        <p:xfrm>
          <a:off x="328807" y="43962"/>
          <a:ext cx="4426431" cy="677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477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1475477">
                  <a:extLst>
                    <a:ext uri="{9D8B030D-6E8A-4147-A177-3AD203B41FA5}">
                      <a16:colId xmlns:a16="http://schemas.microsoft.com/office/drawing/2014/main" val="3377139037"/>
                    </a:ext>
                  </a:extLst>
                </a:gridCol>
                <a:gridCol w="1475477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0,57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409496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445549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244069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0,75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824915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01311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0,65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930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67EBA41-CFFA-4051-B751-7D7F4C55D333}"/>
              </a:ext>
            </a:extLst>
          </p:cNvPr>
          <p:cNvSpPr txBox="1"/>
          <p:nvPr/>
        </p:nvSpPr>
        <p:spPr>
          <a:xfrm rot="16200000">
            <a:off x="-1349101" y="3198168"/>
            <a:ext cx="2999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ru-RU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vie" panose="04040805050809020602" pitchFamily="82" charset="0"/>
                <a:ea typeface="+mn-ea"/>
                <a:cs typeface="+mn-cs"/>
              </a:rPr>
              <a:t>Суроолор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vie" panose="04040805050809020602" pitchFamily="82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834630-E291-47FC-3E50-EF6A4F5FB8A2}"/>
              </a:ext>
            </a:extLst>
          </p:cNvPr>
          <p:cNvSpPr txBox="1"/>
          <p:nvPr/>
        </p:nvSpPr>
        <p:spPr>
          <a:xfrm>
            <a:off x="9460973" y="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4A98E0-3E5F-3408-A0AD-2CAC52FBE6E6}"/>
              </a:ext>
            </a:extLst>
          </p:cNvPr>
          <p:cNvSpPr txBox="1"/>
          <p:nvPr/>
        </p:nvSpPr>
        <p:spPr>
          <a:xfrm>
            <a:off x="5528401" y="-459"/>
            <a:ext cx="30053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vie" panose="04040805050809020602" pitchFamily="82" charset="0"/>
                <a:ea typeface="+mn-ea"/>
                <a:cs typeface="+mn-cs"/>
              </a:rPr>
              <a:t>Төрт катар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tura MT Script Capitals" panose="03020802060602070202" pitchFamily="66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0A9D7A-5CC0-0B9C-DBA2-C6C656AC09C6}"/>
              </a:ext>
            </a:extLst>
          </p:cNvPr>
          <p:cNvSpPr txBox="1"/>
          <p:nvPr/>
        </p:nvSpPr>
        <p:spPr>
          <a:xfrm>
            <a:off x="6286204" y="1797307"/>
            <a:ext cx="2333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vie" panose="04040805050809020602" pitchFamily="82" charset="0"/>
                <a:ea typeface="+mn-ea"/>
                <a:cs typeface="+mn-cs"/>
              </a:rPr>
              <a:t>Жооп торчосу</a:t>
            </a:r>
            <a:endParaRPr kumimoji="0" lang="en-GB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vie" panose="04040805050809020602" pitchFamily="82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E68869-EA0D-5196-227F-B17D44EF40D0}"/>
              </a:ext>
            </a:extLst>
          </p:cNvPr>
          <p:cNvSpPr txBox="1"/>
          <p:nvPr/>
        </p:nvSpPr>
        <p:spPr>
          <a:xfrm>
            <a:off x="5035796" y="707427"/>
            <a:ext cx="48343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Сол жактан суроо тандаңыз.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Төмөнкү жоопту таап, (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О) белгилеңиз.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Биринчи катары менен 4 жооп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келсген оюнчу жеңет!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991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04F6338-9A32-4A54-8297-A41704B220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3054836"/>
                  </p:ext>
                </p:extLst>
              </p:nvPr>
            </p:nvGraphicFramePr>
            <p:xfrm>
              <a:off x="5214438" y="2342248"/>
              <a:ext cx="4477056" cy="44770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6176">
                      <a:extLst>
                        <a:ext uri="{9D8B030D-6E8A-4147-A177-3AD203B41FA5}">
                          <a16:colId xmlns:a16="http://schemas.microsoft.com/office/drawing/2014/main" val="4186202697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63617051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823350154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310387196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30399332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2890655127"/>
                        </a:ext>
                      </a:extLst>
                    </a:gridCol>
                  </a:tblGrid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4632324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3010047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002653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5090426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16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3579389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18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04386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04F6338-9A32-4A54-8297-A41704B220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3054836"/>
                  </p:ext>
                </p:extLst>
              </p:nvPr>
            </p:nvGraphicFramePr>
            <p:xfrm>
              <a:off x="5214438" y="2342248"/>
              <a:ext cx="4477056" cy="44770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6176">
                      <a:extLst>
                        <a:ext uri="{9D8B030D-6E8A-4147-A177-3AD203B41FA5}">
                          <a16:colId xmlns:a16="http://schemas.microsoft.com/office/drawing/2014/main" val="4186202697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63617051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823350154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310387196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30399332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2890655127"/>
                        </a:ext>
                      </a:extLst>
                    </a:gridCol>
                  </a:tblGrid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2439" r="-501626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2439" r="-405738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2439" r="-302439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2439" r="-204918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2439" r="-103252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2439" r="-4098" b="-5016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4632324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103279" r="-501626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103279" r="-405738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103279" r="-302439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103279" r="-204918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103279" r="-103252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103279" r="-4098" b="-4057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3010047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201626" r="-501626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201626" r="-405738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201626" r="-302439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201626" r="-204918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201626" r="-103252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201626" r="-4098" b="-302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002653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304098" r="-501626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304098" r="-405738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304098" r="-302439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304098" r="-204918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304098" r="-103252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304098" r="-4098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5090426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400813" r="-501626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400813" r="-405738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400813" r="-302439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400813" r="-204918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400813" r="-103252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400813" r="-4098" b="-1032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3579389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504918" r="-501626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504918" r="-405738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504918" r="-302439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504918" r="-204918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504918" r="-103252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504918" r="-4098" b="-40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043861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31439"/>
              </p:ext>
            </p:extLst>
          </p:nvPr>
        </p:nvGraphicFramePr>
        <p:xfrm>
          <a:off x="328807" y="43962"/>
          <a:ext cx="4426431" cy="677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477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1475477">
                  <a:extLst>
                    <a:ext uri="{9D8B030D-6E8A-4147-A177-3AD203B41FA5}">
                      <a16:colId xmlns:a16="http://schemas.microsoft.com/office/drawing/2014/main" val="3377139037"/>
                    </a:ext>
                  </a:extLst>
                </a:gridCol>
                <a:gridCol w="1475477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0,012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0,52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0,375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0,014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1,09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409496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1,24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0,125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445549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244069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0,065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0,68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1,125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824915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01311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0,64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0,625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930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67EBA41-CFFA-4051-B751-7D7F4C55D333}"/>
              </a:ext>
            </a:extLst>
          </p:cNvPr>
          <p:cNvSpPr txBox="1"/>
          <p:nvPr/>
        </p:nvSpPr>
        <p:spPr>
          <a:xfrm rot="16200000">
            <a:off x="-1349101" y="3198168"/>
            <a:ext cx="2999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vie" panose="04040805050809020602" pitchFamily="82" charset="0"/>
                <a:ea typeface="+mn-ea"/>
                <a:cs typeface="+mn-cs"/>
              </a:rPr>
              <a:t>Суроолор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vie" panose="04040805050809020602" pitchFamily="82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834630-E291-47FC-3E50-EF6A4F5FB8A2}"/>
              </a:ext>
            </a:extLst>
          </p:cNvPr>
          <p:cNvSpPr txBox="1"/>
          <p:nvPr/>
        </p:nvSpPr>
        <p:spPr>
          <a:xfrm>
            <a:off x="9460973" y="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597116-B490-DE70-73F1-179F798677AC}"/>
              </a:ext>
            </a:extLst>
          </p:cNvPr>
          <p:cNvSpPr txBox="1"/>
          <p:nvPr/>
        </p:nvSpPr>
        <p:spPr>
          <a:xfrm>
            <a:off x="5528401" y="-459"/>
            <a:ext cx="30053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vie" panose="04040805050809020602" pitchFamily="82" charset="0"/>
                <a:ea typeface="+mn-ea"/>
                <a:cs typeface="+mn-cs"/>
              </a:rPr>
              <a:t>Төрт катар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tura MT Script Capitals" panose="03020802060602070202" pitchFamily="66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51D56F-8371-E6B8-4392-C4C6C044676A}"/>
              </a:ext>
            </a:extLst>
          </p:cNvPr>
          <p:cNvSpPr txBox="1"/>
          <p:nvPr/>
        </p:nvSpPr>
        <p:spPr>
          <a:xfrm>
            <a:off x="6286204" y="1797307"/>
            <a:ext cx="2333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vie" panose="04040805050809020602" pitchFamily="82" charset="0"/>
                <a:ea typeface="+mn-ea"/>
                <a:cs typeface="+mn-cs"/>
              </a:rPr>
              <a:t>Жооп торчосу</a:t>
            </a:r>
            <a:endParaRPr kumimoji="0" lang="en-GB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vie" panose="04040805050809020602" pitchFamily="82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CBC056-F9DB-13D7-2C08-D34BD8F57630}"/>
              </a:ext>
            </a:extLst>
          </p:cNvPr>
          <p:cNvSpPr txBox="1"/>
          <p:nvPr/>
        </p:nvSpPr>
        <p:spPr>
          <a:xfrm>
            <a:off x="5035796" y="707427"/>
            <a:ext cx="48343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Сол жактан суроо тандаңыз.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Төмөнкү жоопту таап, (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О) белгилеңиз.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Биринчи катары менен 4 жооп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келсген оюнчу жеңет!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55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1C5863-18D3-D2C2-1702-CE0AA9407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77016" y="1034935"/>
            <a:ext cx="6707035" cy="47881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296E4B-AE6C-5882-DBA6-D5C8EDE62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75982" y="1044378"/>
            <a:ext cx="6707035" cy="478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323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256938-65AD-4D26-6EC6-50D09CC33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31987" y="1096722"/>
            <a:ext cx="6816977" cy="4705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C41B12-281B-52F7-3495-2F868F6C1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21013" y="1055700"/>
            <a:ext cx="6816977" cy="470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718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55DEB8-F4EC-0EE0-DB3C-CE36CF652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53"/>
            <a:ext cx="4902200" cy="32409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1FD929-CF25-0B3A-6332-F39492359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453"/>
            <a:ext cx="4724400" cy="32409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BA839E-371E-5084-466C-4497DFCD3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" y="3429000"/>
            <a:ext cx="4876800" cy="3372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7EC2D1-084D-5D8D-E5F9-03D248C3F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429000"/>
            <a:ext cx="4724400" cy="337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370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82EED2-31D2-5596-7222-9661311A1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4" y="0"/>
            <a:ext cx="4895006" cy="33654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F774D7-78FE-E16E-6B78-81D25AB9B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-1"/>
            <a:ext cx="4952999" cy="33654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FA3472-23D6-47A8-E84E-1C25FDA88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492503"/>
            <a:ext cx="4895006" cy="33654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94B325-5B76-3173-A2C8-965B19E1D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492502"/>
            <a:ext cx="4895006" cy="336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54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59572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750950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8914</TotalTime>
  <Words>307</Words>
  <Application>Microsoft Office PowerPoint</Application>
  <PresentationFormat>A4 Paper (210x297 mm)</PresentationFormat>
  <Paragraphs>185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Calibri Light</vt:lpstr>
      <vt:lpstr>Cambria Math</vt:lpstr>
      <vt:lpstr>Ravie</vt:lpstr>
      <vt:lpstr>Matura MT Script Capitals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402</cp:revision>
  <cp:lastPrinted>2024-08-29T07:07:19Z</cp:lastPrinted>
  <dcterms:created xsi:type="dcterms:W3CDTF">2017-01-17T16:57:04Z</dcterms:created>
  <dcterms:modified xsi:type="dcterms:W3CDTF">2024-08-29T07:08:34Z</dcterms:modified>
</cp:coreProperties>
</file>