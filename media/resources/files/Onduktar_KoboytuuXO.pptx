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8"/>
  </p:notesMasterIdLst>
  <p:sldIdLst>
    <p:sldId id="947" r:id="rId2"/>
    <p:sldId id="940" r:id="rId3"/>
    <p:sldId id="943" r:id="rId4"/>
    <p:sldId id="941" r:id="rId5"/>
    <p:sldId id="946" r:id="rId6"/>
    <p:sldId id="948" r:id="rId7"/>
  </p:sldIdLst>
  <p:sldSz cx="9906000" cy="6858000" type="A4"/>
  <p:notesSz cx="6669088" cy="9926638"/>
  <p:embeddedFontLst>
    <p:embeddedFont>
      <p:font typeface="Comic Sans MS" panose="030F0702030302020204" pitchFamily="66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3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03/09/2024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081956"/>
            <a:ext cx="9906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 Сандуу Ондуктар – Көбөйтүү – 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&amp; </a:t>
            </a:r>
            <a:r>
              <a:rPr lang="en-US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окуучулардын эки командасы катары менен үч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алууга аракет кылышат.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мүмкүн болушунча көп суроолорду чыгарып, анан өз командасына жооп берүүгө мүмкүнчүлүк алышат.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Болбосо, суроолор кезеги менен тандалып, же мугалим тарабынан багытталышы мүмкүн.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Мугалим үчүн жооп баракчасы жана таратма материалдар камтылган.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Кайсы команда туура жооп бергенине жараша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'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O'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баскычын басыңыз/тийип коюңуз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87B125FC-EF16-674C-CC56-D5D7C6AF970B}"/>
              </a:ext>
            </a:extLst>
          </p:cNvPr>
          <p:cNvSpPr txBox="1">
            <a:spLocks/>
          </p:cNvSpPr>
          <p:nvPr/>
        </p:nvSpPr>
        <p:spPr>
          <a:xfrm>
            <a:off x="0" y="-3048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  <a:endParaRPr kumimoji="0" lang="en-US" sz="5200" b="0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99400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16BA71F7-1780-4E84-B56A-10238795619B}"/>
              </a:ext>
            </a:extLst>
          </p:cNvPr>
          <p:cNvSpPr txBox="1"/>
          <p:nvPr/>
        </p:nvSpPr>
        <p:spPr>
          <a:xfrm>
            <a:off x="1853699" y="1186222"/>
            <a:ext cx="622317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b="1" dirty="0">
                <a:latin typeface="Comic Sans MS" panose="030F0702030302020204" pitchFamily="66" charset="0"/>
              </a:rPr>
              <a:t>Ондуктарды көбөйтүү</a:t>
            </a:r>
            <a:endParaRPr lang="en-GB" sz="4400" b="1" dirty="0">
              <a:latin typeface="Comic Sans MS" panose="030F0702030302020204" pitchFamily="66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F576673-8E76-412B-AC89-F763204866D9}"/>
              </a:ext>
            </a:extLst>
          </p:cNvPr>
          <p:cNvGrpSpPr/>
          <p:nvPr/>
        </p:nvGrpSpPr>
        <p:grpSpPr>
          <a:xfrm>
            <a:off x="1558778" y="2120996"/>
            <a:ext cx="6751875" cy="4737004"/>
            <a:chOff x="1558778" y="2120996"/>
            <a:chExt cx="6751875" cy="473700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11F1D1-4C6E-4C81-8FD3-D4A7522CFF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58778" y="2120996"/>
              <a:ext cx="6751875" cy="4737004"/>
            </a:xfrm>
            <a:prstGeom prst="rect">
              <a:avLst/>
            </a:prstGeom>
          </p:spPr>
        </p:pic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0ECB0E04-E563-4B9A-805A-CAD8FE4AE4E9}"/>
                </a:ext>
              </a:extLst>
            </p:cNvPr>
            <p:cNvSpPr/>
            <p:nvPr/>
          </p:nvSpPr>
          <p:spPr>
            <a:xfrm>
              <a:off x="1934698" y="2590800"/>
              <a:ext cx="5821680" cy="4043680"/>
            </a:xfrm>
            <a:custGeom>
              <a:avLst/>
              <a:gdLst>
                <a:gd name="connsiteX0" fmla="*/ 0 w 5821680"/>
                <a:gd name="connsiteY0" fmla="*/ 0 h 4043680"/>
                <a:gd name="connsiteX1" fmla="*/ 2865120 w 5821680"/>
                <a:gd name="connsiteY1" fmla="*/ 1473200 h 4043680"/>
                <a:gd name="connsiteX2" fmla="*/ 5821680 w 5821680"/>
                <a:gd name="connsiteY2" fmla="*/ 4043680 h 4043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21680" h="4043680">
                  <a:moveTo>
                    <a:pt x="0" y="0"/>
                  </a:moveTo>
                  <a:cubicBezTo>
                    <a:pt x="947420" y="399626"/>
                    <a:pt x="1894840" y="799253"/>
                    <a:pt x="2865120" y="1473200"/>
                  </a:cubicBezTo>
                  <a:cubicBezTo>
                    <a:pt x="3835400" y="2147147"/>
                    <a:pt x="4828540" y="3095413"/>
                    <a:pt x="5821680" y="4043680"/>
                  </a:cubicBezTo>
                </a:path>
              </a:pathLst>
            </a:custGeom>
            <a:noFill/>
            <a:ln w="203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DE2B6BB-3168-A74F-3E7D-F71288AA683F}"/>
              </a:ext>
            </a:extLst>
          </p:cNvPr>
          <p:cNvSpPr txBox="1"/>
          <p:nvPr/>
        </p:nvSpPr>
        <p:spPr>
          <a:xfrm>
            <a:off x="1934698" y="180226"/>
            <a:ext cx="4953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6600" b="1" dirty="0">
                <a:latin typeface="Comic Sans MS" panose="030F0702030302020204" pitchFamily="66" charset="0"/>
              </a:rPr>
              <a:t>Х жана О </a:t>
            </a:r>
            <a:endParaRPr lang="en-GB" sz="66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110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7094B50-B4F1-7214-2877-DA741FBAE2B5}"/>
              </a:ext>
            </a:extLst>
          </p:cNvPr>
          <p:cNvSpPr txBox="1"/>
          <p:nvPr/>
        </p:nvSpPr>
        <p:spPr>
          <a:xfrm>
            <a:off x="886026" y="61546"/>
            <a:ext cx="16166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Эсептеңиз:</a:t>
            </a:r>
            <a:endParaRPr lang="en-GB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A32534-60F3-3DB7-BB72-E84126352336}"/>
              </a:ext>
            </a:extLst>
          </p:cNvPr>
          <p:cNvSpPr txBox="1"/>
          <p:nvPr/>
        </p:nvSpPr>
        <p:spPr>
          <a:xfrm>
            <a:off x="834190" y="752426"/>
            <a:ext cx="1720343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4 × 1.1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D07678-7197-EAD4-61F8-380D186E4968}"/>
              </a:ext>
            </a:extLst>
          </p:cNvPr>
          <p:cNvSpPr txBox="1"/>
          <p:nvPr/>
        </p:nvSpPr>
        <p:spPr>
          <a:xfrm>
            <a:off x="3887089" y="752426"/>
            <a:ext cx="2148345" cy="7694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1.2 × 0.6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4A1E85-247F-5709-4E04-E54DBB0396CE}"/>
              </a:ext>
            </a:extLst>
          </p:cNvPr>
          <p:cNvSpPr txBox="1"/>
          <p:nvPr/>
        </p:nvSpPr>
        <p:spPr>
          <a:xfrm>
            <a:off x="7384616" y="752426"/>
            <a:ext cx="1720343" cy="76944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7 × 2.1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581E28-692E-8782-C4EF-0252DE5D959C}"/>
              </a:ext>
            </a:extLst>
          </p:cNvPr>
          <p:cNvSpPr txBox="1"/>
          <p:nvPr/>
        </p:nvSpPr>
        <p:spPr>
          <a:xfrm>
            <a:off x="620189" y="3055052"/>
            <a:ext cx="2148345" cy="76944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0.4 × 0.8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62F9D7-D612-5A9A-340C-C53546D67CFD}"/>
              </a:ext>
            </a:extLst>
          </p:cNvPr>
          <p:cNvSpPr txBox="1"/>
          <p:nvPr/>
        </p:nvSpPr>
        <p:spPr>
          <a:xfrm>
            <a:off x="3887089" y="3055052"/>
            <a:ext cx="2148345" cy="7694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2.1 × 1.6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453538-5774-9879-91B5-231AC1585125}"/>
              </a:ext>
            </a:extLst>
          </p:cNvPr>
          <p:cNvSpPr txBox="1"/>
          <p:nvPr/>
        </p:nvSpPr>
        <p:spPr>
          <a:xfrm>
            <a:off x="7170617" y="3055052"/>
            <a:ext cx="2148345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0.9 × 0.7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F58F14-F019-0EC7-B348-6C6B39743705}"/>
              </a:ext>
            </a:extLst>
          </p:cNvPr>
          <p:cNvSpPr txBox="1"/>
          <p:nvPr/>
        </p:nvSpPr>
        <p:spPr>
          <a:xfrm>
            <a:off x="834190" y="5332739"/>
            <a:ext cx="1720343" cy="7694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3.7 × 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1E10D8-C29C-5671-746D-0EDA75D92FD4}"/>
              </a:ext>
            </a:extLst>
          </p:cNvPr>
          <p:cNvSpPr txBox="1"/>
          <p:nvPr/>
        </p:nvSpPr>
        <p:spPr>
          <a:xfrm>
            <a:off x="3887089" y="5332739"/>
            <a:ext cx="2148345" cy="76944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0.4 × 1.7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E316BCB-9C94-0FD2-0460-6179D0FB3CDD}"/>
              </a:ext>
            </a:extLst>
          </p:cNvPr>
          <p:cNvSpPr txBox="1"/>
          <p:nvPr/>
        </p:nvSpPr>
        <p:spPr>
          <a:xfrm>
            <a:off x="7384617" y="5332739"/>
            <a:ext cx="1720343" cy="76944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1.6 × 3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533E3BD-6FB5-476F-99F1-02450F530E4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-17584"/>
            <a:ext cx="748800" cy="5206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CAA8117-CC01-4D05-B844-0D0CDB17C6E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-17584"/>
            <a:ext cx="748800" cy="5148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8FB2BE1-27D2-431B-BCED-7E68410FEA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-17584"/>
            <a:ext cx="748800" cy="52065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548F5291-8825-4946-8CE7-86668EA728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-17584"/>
            <a:ext cx="748800" cy="5148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5F09684B-D26D-4FFD-8843-604C7B1065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-17584"/>
            <a:ext cx="748800" cy="52065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A910B27D-EF76-4488-8172-AC2EC2E9F47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-17584"/>
            <a:ext cx="748800" cy="5148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52FFC8B-106E-4F91-88D7-7A4568D4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2284984"/>
            <a:ext cx="748800" cy="52065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31C0B2D8-22A1-4AA9-B63F-F33D6D96D0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2284984"/>
            <a:ext cx="748800" cy="5148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A85A9E0-7D4F-4280-A3B0-2FFE87C658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17584" y="2284984"/>
            <a:ext cx="748800" cy="52065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6AD6BD5-771A-45EA-9994-86ABE2D0408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2284984"/>
            <a:ext cx="748800" cy="5148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33545A9-4061-4000-976E-5C60F567ECB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04566" y="2284984"/>
            <a:ext cx="748800" cy="520650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86412B9-A43A-45D0-87CD-3CC3D659E3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2284984"/>
            <a:ext cx="748800" cy="5148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AA21651F-B3D7-404C-B2A8-5BDAF1608D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3331511" y="4588628"/>
            <a:ext cx="748800" cy="520650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90451B-46EB-4B60-B7A6-38DEF9C97AC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5836997" y="4588628"/>
            <a:ext cx="748800" cy="5148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E66DD8D3-8980-483B-AB5B-4E43B81A6A4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-8792" y="4588628"/>
            <a:ext cx="748800" cy="520650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610621DB-3885-45EE-A697-D015014BE9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2532381" y="4588628"/>
            <a:ext cx="748800" cy="5148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3BE1C65-5624-48BF-B228-A8D20E7C0A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0" t="11629" r="4691" b="35910"/>
          <a:stretch/>
        </p:blipFill>
        <p:spPr>
          <a:xfrm>
            <a:off x="6627716" y="4588628"/>
            <a:ext cx="748800" cy="52065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FA457B3C-027D-4301-B349-D79F6CE549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77" t="14829" r="5565" b="33299"/>
          <a:stretch/>
        </p:blipFill>
        <p:spPr>
          <a:xfrm>
            <a:off x="9174784" y="4588628"/>
            <a:ext cx="748800" cy="5148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C057B65-CF6C-417A-91D6-B16402ED03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19643" y="-29860"/>
            <a:ext cx="3300450" cy="2316762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860A6D9-023D-4552-A308-9F1CEBB876A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47691" y="-94584"/>
            <a:ext cx="3338364" cy="231915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FB1334F-526E-4577-902A-6CA5B314915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2877" y="-43757"/>
            <a:ext cx="3351989" cy="2341624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7A93432C-CAEA-4CAA-9FB7-41AE15566C1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22692" y="2321441"/>
            <a:ext cx="3296443" cy="22412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5A821DC-E3C2-43A7-978D-5DCD7A6A9E5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63790" y="2312844"/>
            <a:ext cx="3400467" cy="2241063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3031BDBF-1BB6-4F5C-8AB5-1632B6FA27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3307307" y="4601523"/>
            <a:ext cx="3287617" cy="2384091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359483D-5E67-4A02-BDEC-F00993613A9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47691" y="4578155"/>
            <a:ext cx="3338093" cy="238788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3017E59-96F0-4344-835B-C929863A324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6556077" y="4582111"/>
            <a:ext cx="3381871" cy="239089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E252C0A-C003-4D42-AC38-BCEB7F1FEDA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40635" y="-39569"/>
            <a:ext cx="3362380" cy="2299269"/>
          </a:xfrm>
          <a:prstGeom prst="rect">
            <a:avLst/>
          </a:prstGeom>
          <a:ln>
            <a:noFill/>
          </a:ln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77FE297C-0FA4-4943-9851-898303B7BF5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4370" y="2292931"/>
            <a:ext cx="3283694" cy="2260781"/>
          </a:xfrm>
          <a:prstGeom prst="rect">
            <a:avLst/>
          </a:prstGeom>
          <a:ln>
            <a:noFill/>
          </a:ln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1F8E161A-BF60-4395-B336-5094B3E0144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08360" y="1"/>
            <a:ext cx="3315600" cy="2280920"/>
          </a:xfrm>
          <a:prstGeom prst="rect">
            <a:avLst/>
          </a:prstGeom>
          <a:ln>
            <a:noFill/>
          </a:ln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FC76379A-DD27-4914-B9B1-BAAAAF706D6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11726" y="2285877"/>
            <a:ext cx="3298285" cy="2232321"/>
          </a:xfrm>
          <a:prstGeom prst="rect">
            <a:avLst/>
          </a:prstGeom>
          <a:ln>
            <a:noFill/>
          </a:ln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C135B140-237C-43DF-BED2-95BCB8AB362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27801" y="4585686"/>
            <a:ext cx="3280263" cy="2377220"/>
          </a:xfrm>
          <a:prstGeom prst="rect">
            <a:avLst/>
          </a:prstGeom>
          <a:ln>
            <a:noFill/>
          </a:ln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D486A0B-73A9-44D6-A2C5-D93D65D9FFC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-19508" y="4589392"/>
            <a:ext cx="3315600" cy="2289696"/>
          </a:xfrm>
          <a:prstGeom prst="rect">
            <a:avLst/>
          </a:prstGeom>
          <a:ln>
            <a:noFill/>
          </a:ln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21E27D5D-2DA8-4D09-B9ED-9E57F99A435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6623917" y="4562173"/>
            <a:ext cx="3377550" cy="2358061"/>
          </a:xfrm>
          <a:prstGeom prst="rect">
            <a:avLst/>
          </a:prstGeom>
          <a:ln>
            <a:noFill/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5AA96D2-A2EA-4A66-B82B-E29A3AC10A8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3345353" y="-5581"/>
            <a:ext cx="3269009" cy="2281422"/>
          </a:xfrm>
          <a:prstGeom prst="rect">
            <a:avLst/>
          </a:prstGeom>
          <a:ln>
            <a:noFill/>
          </a:ln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54EDC71-D725-4807-9829-7D2648956DB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42" t="13568" r="6282" b="36001"/>
          <a:stretch/>
        </p:blipFill>
        <p:spPr>
          <a:xfrm>
            <a:off x="-55499" y="2279116"/>
            <a:ext cx="3348882" cy="22500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2E0FDA8-2F44-429A-B98A-DDB8AE088F6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45" t="13568" r="4057" b="36001"/>
          <a:stretch/>
        </p:blipFill>
        <p:spPr>
          <a:xfrm>
            <a:off x="2413" y="2293384"/>
            <a:ext cx="3296034" cy="2264290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E0CD2FD4-E7C8-4C3D-8AA1-CD53E7524950}"/>
              </a:ext>
            </a:extLst>
          </p:cNvPr>
          <p:cNvGrpSpPr/>
          <p:nvPr/>
        </p:nvGrpSpPr>
        <p:grpSpPr>
          <a:xfrm>
            <a:off x="-131885" y="-47908"/>
            <a:ext cx="10152824" cy="7033522"/>
            <a:chOff x="-131885" y="-47908"/>
            <a:chExt cx="10152824" cy="7033522"/>
          </a:xfrm>
        </p:grpSpPr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B5165D-BBB1-460D-B34D-531FC4E1CB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131885" y="227538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FEBB0BD-04AC-4360-9D9B-25EEA1B611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93785" y="4564317"/>
              <a:ext cx="10114724" cy="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C2E692D-BCA6-44E1-A316-9AA41FFC1A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0022" y="-33254"/>
              <a:ext cx="628" cy="699616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CF86DCD8-F0B3-4D8F-BC37-1D7575107C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99119" y="-47908"/>
              <a:ext cx="0" cy="703352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420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5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1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5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2"/>
                  </p:tgtEl>
                </p:cond>
              </p:nextCondLst>
            </p:seq>
            <p:seq concurrent="1" nextAc="seek">
              <p:cTn id="50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1" fill="hold">
                      <p:stCondLst>
                        <p:cond delay="0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6"/>
                  </p:tgtEl>
                </p:cond>
              </p:nextCondLst>
            </p:seq>
            <p:seq concurrent="1" nextAc="seek">
              <p:cTn id="6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68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9" fill="hold">
                      <p:stCondLst>
                        <p:cond delay="0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2"/>
                  </p:tgtEl>
                </p:cond>
              </p:nextCondLst>
            </p:seq>
            <p:seq concurrent="1" nextAc="seek">
              <p:cTn id="98" restart="whenNotActive" fill="hold" evtFilter="cancelBubble" nodeType="interactiveSeq">
                <p:stCondLst>
                  <p:cond evt="onClick" delay="0">
                    <p:tgtEl>
                      <p:spTgt spid="4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9" fill="hold">
                      <p:stCondLst>
                        <p:cond delay="0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9"/>
                  </p:tgtEl>
                </p:cond>
              </p:nextCondLst>
            </p:seq>
            <p:seq concurrent="1" nextAc="seek">
              <p:cTn id="104" restart="whenNotActive" fill="hold" evtFilter="cancelBubble" nodeType="interactiveSeq">
                <p:stCondLst>
                  <p:cond evt="onClick" delay="0">
                    <p:tgtEl>
                      <p:spTgt spid="5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5" fill="hold">
                      <p:stCondLst>
                        <p:cond delay="0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695D71A-24A5-49A6-9C98-9450B6DA1604}"/>
              </a:ext>
            </a:extLst>
          </p:cNvPr>
          <p:cNvSpPr txBox="1"/>
          <p:nvPr/>
        </p:nvSpPr>
        <p:spPr>
          <a:xfrm>
            <a:off x="3626258" y="6484249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B33ECAE-508D-ECA6-E49C-A60F7D449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47" y="0"/>
            <a:ext cx="9258466" cy="648424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5D81688-743D-0CC7-F809-294F58F17A30}"/>
              </a:ext>
            </a:extLst>
          </p:cNvPr>
          <p:cNvSpPr/>
          <p:nvPr/>
        </p:nvSpPr>
        <p:spPr>
          <a:xfrm>
            <a:off x="1158240" y="132080"/>
            <a:ext cx="1290320" cy="386080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950"/>
          </a:p>
        </p:txBody>
      </p:sp>
    </p:spTree>
    <p:extLst>
      <p:ext uri="{BB962C8B-B14F-4D97-AF65-F5344CB8AC3E}">
        <p14:creationId xmlns:p14="http://schemas.microsoft.com/office/powerpoint/2010/main" val="49614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B4BCB9-2542-2A1A-6B77-E9F8B0913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3" y="43180"/>
            <a:ext cx="4781785" cy="3302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57A515-7B71-2FB3-3C86-4CE911A48C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0"/>
            <a:ext cx="4906847" cy="33883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85A82C-E1EA-AEF5-6FD1-71511467C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53" y="3469640"/>
            <a:ext cx="4781785" cy="3302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F6C08E-F309-0BD7-136F-858E68D44A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426460"/>
            <a:ext cx="4906847" cy="3388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61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9511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42100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8375</TotalTime>
  <Words>148</Words>
  <Application>Microsoft Office PowerPoint</Application>
  <PresentationFormat>A4 Paper (210x297 mm)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 Light</vt:lpstr>
      <vt:lpstr>Comic Sans MS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383</cp:revision>
  <cp:lastPrinted>2017-12-31T22:38:51Z</cp:lastPrinted>
  <dcterms:created xsi:type="dcterms:W3CDTF">2017-01-17T16:57:04Z</dcterms:created>
  <dcterms:modified xsi:type="dcterms:W3CDTF">2024-09-03T16:32:33Z</dcterms:modified>
</cp:coreProperties>
</file>