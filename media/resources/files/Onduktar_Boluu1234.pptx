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49" r:id="rId3"/>
    <p:sldId id="947" r:id="rId4"/>
    <p:sldId id="946" r:id="rId5"/>
    <p:sldId id="948" r:id="rId6"/>
    <p:sldId id="950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2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98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 – 1234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298716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2065855" y="620727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0.1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7020242" y="620727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903952" y="405388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64.5 ÷ 1.5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93416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22.72 ÷ 7.1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4595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2065855" y="620727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0.1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2284666" y="186245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80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A10E4-1681-A434-ACB9-1EB32444C33B}"/>
              </a:ext>
            </a:extLst>
          </p:cNvPr>
          <p:cNvSpPr txBox="1"/>
          <p:nvPr/>
        </p:nvSpPr>
        <p:spPr>
          <a:xfrm>
            <a:off x="7020242" y="620727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0.6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9F8E-81DC-7701-82CF-5069E031DDE8}"/>
              </a:ext>
            </a:extLst>
          </p:cNvPr>
          <p:cNvSpPr txBox="1"/>
          <p:nvPr/>
        </p:nvSpPr>
        <p:spPr>
          <a:xfrm>
            <a:off x="4965564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BF887-9CF9-425D-0873-F3DE78E06164}"/>
              </a:ext>
            </a:extLst>
          </p:cNvPr>
          <p:cNvSpPr txBox="1"/>
          <p:nvPr/>
        </p:nvSpPr>
        <p:spPr>
          <a:xfrm>
            <a:off x="7239053" y="1862454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A2AA8-0096-28AC-9E36-282FC1F88747}"/>
              </a:ext>
            </a:extLst>
          </p:cNvPr>
          <p:cNvSpPr txBox="1"/>
          <p:nvPr/>
        </p:nvSpPr>
        <p:spPr>
          <a:xfrm>
            <a:off x="1903952" y="405388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64.5 ÷ 1.5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C3A2-6139-8998-85CC-2947981955D0}"/>
              </a:ext>
            </a:extLst>
          </p:cNvPr>
          <p:cNvSpPr txBox="1"/>
          <p:nvPr/>
        </p:nvSpPr>
        <p:spPr>
          <a:xfrm>
            <a:off x="11178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9DBD2-BBA3-0E31-04E2-41EB16DCF4F0}"/>
              </a:ext>
            </a:extLst>
          </p:cNvPr>
          <p:cNvSpPr txBox="1"/>
          <p:nvPr/>
        </p:nvSpPr>
        <p:spPr>
          <a:xfrm>
            <a:off x="2284667" y="529561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64D7C-959A-5B40-52E6-331D2E9CC644}"/>
              </a:ext>
            </a:extLst>
          </p:cNvPr>
          <p:cNvSpPr txBox="1"/>
          <p:nvPr/>
        </p:nvSpPr>
        <p:spPr>
          <a:xfrm>
            <a:off x="6793416" y="405388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22.72 ÷ 7.1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D3157-7CE3-C987-C30D-9127EEEA5636}"/>
              </a:ext>
            </a:extLst>
          </p:cNvPr>
          <p:cNvSpPr txBox="1"/>
          <p:nvPr/>
        </p:nvSpPr>
        <p:spPr>
          <a:xfrm>
            <a:off x="4965564" y="3439864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7D0D5-E98C-EA64-D13F-DC9234B98613}"/>
              </a:ext>
            </a:extLst>
          </p:cNvPr>
          <p:cNvSpPr txBox="1"/>
          <p:nvPr/>
        </p:nvSpPr>
        <p:spPr>
          <a:xfrm>
            <a:off x="7206993" y="5295611"/>
            <a:ext cx="508473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3.2</a:t>
            </a:r>
          </a:p>
        </p:txBody>
      </p:sp>
    </p:spTree>
    <p:extLst>
      <p:ext uri="{BB962C8B-B14F-4D97-AF65-F5344CB8AC3E}">
        <p14:creationId xmlns:p14="http://schemas.microsoft.com/office/powerpoint/2010/main" val="191382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 animBg="1"/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9D3B67-B0AB-21F4-8C4F-0D8304A66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29969" y="1093097"/>
            <a:ext cx="6453664" cy="44482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246763-0AA2-FD51-D2A2-C409AD3B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46788" y="1049017"/>
            <a:ext cx="6453665" cy="453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6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6204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26514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10537</TotalTime>
  <Words>114</Words>
  <Application>Microsoft Office PowerPoint</Application>
  <PresentationFormat>A4 Paper (210x297 mm)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2023-10-07T04:45:51Z</dcterms:modified>
</cp:coreProperties>
</file>