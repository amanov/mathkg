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81" r:id="rId2"/>
    <p:sldId id="982" r:id="rId3"/>
    <p:sldId id="851" r:id="rId4"/>
    <p:sldId id="960" r:id="rId5"/>
    <p:sldId id="953" r:id="rId6"/>
    <p:sldId id="956" r:id="rId7"/>
    <p:sldId id="951" r:id="rId8"/>
    <p:sldId id="969" r:id="rId9"/>
    <p:sldId id="952" r:id="rId10"/>
    <p:sldId id="964" r:id="rId11"/>
    <p:sldId id="966" r:id="rId12"/>
    <p:sldId id="955" r:id="rId13"/>
    <p:sldId id="959" r:id="rId14"/>
    <p:sldId id="963" r:id="rId15"/>
    <p:sldId id="967" r:id="rId16"/>
    <p:sldId id="965" r:id="rId17"/>
    <p:sldId id="954" r:id="rId18"/>
    <p:sldId id="961" r:id="rId19"/>
    <p:sldId id="968" r:id="rId20"/>
    <p:sldId id="940" r:id="rId21"/>
    <p:sldId id="274" r:id="rId22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81"/>
          </p14:sldIdLst>
        </p14:section>
        <p14:section name="Титулдук слайд" id="{195A40EB-42C5-4819-BF1F-D64913D96EEB}">
          <p14:sldIdLst>
            <p14:sldId id="982"/>
          </p14:sldIdLst>
        </p14:section>
        <p14:section name="Сандарды танда" id="{C9905531-21F4-4739-9781-312E283928B4}">
          <p14:sldIdLst>
            <p14:sldId id="851"/>
          </p14:sldIdLst>
        </p14:section>
        <p14:section name="Суроолор" id="{27E8BDD4-AEF9-42D7-8653-0FA4B14A353C}">
          <p14:sldIdLst>
            <p14:sldId id="960"/>
            <p14:sldId id="953"/>
            <p14:sldId id="956"/>
            <p14:sldId id="951"/>
            <p14:sldId id="969"/>
            <p14:sldId id="952"/>
            <p14:sldId id="964"/>
            <p14:sldId id="966"/>
            <p14:sldId id="955"/>
            <p14:sldId id="959"/>
            <p14:sldId id="963"/>
            <p14:sldId id="967"/>
            <p14:sldId id="965"/>
            <p14:sldId id="954"/>
            <p14:sldId id="961"/>
            <p14:sldId id="968"/>
          </p14:sldIdLst>
        </p14:section>
        <p14:section name="Бош торчолор" id="{6E755883-6069-420B-9780-208DEDF6E016}">
          <p14:sldIdLst>
            <p14:sldId id="940"/>
          </p14:sldIdLst>
        </p14:section>
        <p14:section name="Кайтарым байлан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C55A11"/>
    <a:srgbClr val="FF3300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39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795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71120" y="1557973"/>
            <a:ext cx="940435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Орундук мааниси – Бинго , жооптору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15779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521037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0" y="3868893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түюнтуу</a:t>
            </a:r>
            <a:endParaRPr kumimoji="0" lang="en-US" sz="9600" b="1" i="0" u="none" strike="noStrike" kern="1200" cap="none" spc="0" normalizeH="0" baseline="0" noProof="0" dirty="0">
              <a:ln w="38100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1868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556361"/>
              </p:ext>
            </p:extLst>
          </p:nvPr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.84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.23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59920" y="77805"/>
            <a:ext cx="8802794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0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Ондук сандарды танда…</a:t>
            </a:r>
            <a:endParaRPr lang="en-US" sz="60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2420112" y="6041522"/>
            <a:ext cx="3143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Де</a:t>
            </a:r>
            <a:r>
              <a:rPr lang="ky-KG" dirty="0"/>
              <a:t>п</a:t>
            </a:r>
            <a:r>
              <a:rPr lang="ru-RU" dirty="0"/>
              <a:t>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090031"/>
              </p:ext>
            </p:extLst>
          </p:nvPr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5327C4F-7D14-476E-8800-4694C4B80C80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623595-F52C-4AEB-9E20-1810A132E285}"/>
              </a:ext>
            </a:extLst>
          </p:cNvPr>
          <p:cNvSpPr/>
          <p:nvPr/>
        </p:nvSpPr>
        <p:spPr>
          <a:xfrm>
            <a:off x="544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EBB72F-BF51-42FF-B54C-A7E5615FDC6B}"/>
              </a:ext>
            </a:extLst>
          </p:cNvPr>
          <p:cNvSpPr/>
          <p:nvPr/>
        </p:nvSpPr>
        <p:spPr>
          <a:xfrm>
            <a:off x="580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21508" y="5280307"/>
            <a:ext cx="14830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1.2</a:t>
            </a:r>
          </a:p>
        </p:txBody>
      </p:sp>
    </p:spTree>
    <p:extLst>
      <p:ext uri="{BB962C8B-B14F-4D97-AF65-F5344CB8AC3E}">
        <p14:creationId xmlns:p14="http://schemas.microsoft.com/office/powerpoint/2010/main" val="2686358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/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5327C4F-7D14-476E-8800-4694C4B80C80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1.02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356B97-ABD9-421E-8EDF-286E3DDD458D}"/>
              </a:ext>
            </a:extLst>
          </p:cNvPr>
          <p:cNvSpPr/>
          <p:nvPr/>
        </p:nvSpPr>
        <p:spPr>
          <a:xfrm>
            <a:off x="544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5E10BE-26AB-41E6-8235-47903FE5AB96}"/>
              </a:ext>
            </a:extLst>
          </p:cNvPr>
          <p:cNvSpPr/>
          <p:nvPr/>
        </p:nvSpPr>
        <p:spPr>
          <a:xfrm>
            <a:off x="580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3680A8-DA04-6E74-DF55-BF60AACBB3E2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456885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248418"/>
              </p:ext>
            </p:extLst>
          </p:nvPr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0623595-F52C-4AEB-9E20-1810A132E285}"/>
              </a:ext>
            </a:extLst>
          </p:cNvPr>
          <p:cNvSpPr/>
          <p:nvPr/>
        </p:nvSpPr>
        <p:spPr>
          <a:xfrm rot="5400000">
            <a:off x="7061354" y="-290258"/>
            <a:ext cx="36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EBB72F-BF51-42FF-B54C-A7E5615FDC6B}"/>
              </a:ext>
            </a:extLst>
          </p:cNvPr>
          <p:cNvSpPr/>
          <p:nvPr/>
        </p:nvSpPr>
        <p:spPr>
          <a:xfrm rot="5400000">
            <a:off x="7061354" y="69742"/>
            <a:ext cx="36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A86A8E-8A07-4224-B6E7-211733B41DFF}"/>
              </a:ext>
            </a:extLst>
          </p:cNvPr>
          <p:cNvSpPr/>
          <p:nvPr/>
        </p:nvSpPr>
        <p:spPr>
          <a:xfrm rot="5400000">
            <a:off x="7061354" y="429742"/>
            <a:ext cx="36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27858" y="5280307"/>
            <a:ext cx="14830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3.6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C964F9F-E4B6-49E6-A40A-46571069FD96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D7DAA9E-00F5-4257-A230-347D4C858EA4}"/>
              </a:ext>
            </a:extLst>
          </p:cNvPr>
          <p:cNvSpPr/>
          <p:nvPr/>
        </p:nvSpPr>
        <p:spPr>
          <a:xfrm>
            <a:off x="602591" y="1567867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59859CD-C7B8-41F6-8111-16E5D0D27A70}"/>
              </a:ext>
            </a:extLst>
          </p:cNvPr>
          <p:cNvSpPr/>
          <p:nvPr/>
        </p:nvSpPr>
        <p:spPr>
          <a:xfrm>
            <a:off x="331129" y="1805992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7CFD94-AFA4-4CCA-A289-21B6B91B3C80}"/>
              </a:ext>
            </a:extLst>
          </p:cNvPr>
          <p:cNvSpPr/>
          <p:nvPr/>
        </p:nvSpPr>
        <p:spPr>
          <a:xfrm rot="5400000">
            <a:off x="7061354" y="780307"/>
            <a:ext cx="36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996C4D4-3A85-4CD0-B725-4BC7CDF85372}"/>
              </a:ext>
            </a:extLst>
          </p:cNvPr>
          <p:cNvSpPr/>
          <p:nvPr/>
        </p:nvSpPr>
        <p:spPr>
          <a:xfrm rot="5400000">
            <a:off x="7061354" y="1140307"/>
            <a:ext cx="36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652760-1DD4-40EC-91BC-3700E018068D}"/>
              </a:ext>
            </a:extLst>
          </p:cNvPr>
          <p:cNvSpPr/>
          <p:nvPr/>
        </p:nvSpPr>
        <p:spPr>
          <a:xfrm rot="5400000">
            <a:off x="7061354" y="1500307"/>
            <a:ext cx="36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31768-702A-9B19-E111-99598C7AC9CA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239474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BFA1545F-946F-4092-B62D-3309844CC22C}"/>
              </a:ext>
            </a:extLst>
          </p:cNvPr>
          <p:cNvGraphicFramePr>
            <a:graphicFrameLocks noGrp="1"/>
          </p:cNvGraphicFramePr>
          <p:nvPr/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623595-F52C-4AEB-9E20-1810A132E285}"/>
              </a:ext>
            </a:extLst>
          </p:cNvPr>
          <p:cNvSpPr/>
          <p:nvPr/>
        </p:nvSpPr>
        <p:spPr>
          <a:xfrm>
            <a:off x="544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EBB72F-BF51-42FF-B54C-A7E5615FDC6B}"/>
              </a:ext>
            </a:extLst>
          </p:cNvPr>
          <p:cNvSpPr/>
          <p:nvPr/>
        </p:nvSpPr>
        <p:spPr>
          <a:xfrm>
            <a:off x="580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A86A8E-8A07-4224-B6E7-211733B41DFF}"/>
              </a:ext>
            </a:extLst>
          </p:cNvPr>
          <p:cNvSpPr/>
          <p:nvPr/>
        </p:nvSpPr>
        <p:spPr>
          <a:xfrm>
            <a:off x="616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884B83-0536-4419-BA9B-0DF0B7F06DEF}"/>
              </a:ext>
            </a:extLst>
          </p:cNvPr>
          <p:cNvSpPr/>
          <p:nvPr/>
        </p:nvSpPr>
        <p:spPr>
          <a:xfrm>
            <a:off x="652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0E0A5F-4937-4D8B-B9F3-B5DA78C26A93}"/>
              </a:ext>
            </a:extLst>
          </p:cNvPr>
          <p:cNvSpPr/>
          <p:nvPr/>
        </p:nvSpPr>
        <p:spPr>
          <a:xfrm>
            <a:off x="6887704" y="420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356B97-ABD9-421E-8EDF-286E3DDD458D}"/>
              </a:ext>
            </a:extLst>
          </p:cNvPr>
          <p:cNvSpPr/>
          <p:nvPr/>
        </p:nvSpPr>
        <p:spPr>
          <a:xfrm>
            <a:off x="6887704" y="456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0.42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8282A1-1163-03BF-D016-DFD0830A8EC4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79646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/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5327C4F-7D14-476E-8800-4694C4B80C80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3.23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7041294-2FA2-4153-B51F-6A549083709D}"/>
              </a:ext>
            </a:extLst>
          </p:cNvPr>
          <p:cNvSpPr/>
          <p:nvPr/>
        </p:nvSpPr>
        <p:spPr>
          <a:xfrm rot="5400000">
            <a:off x="7061354" y="-290258"/>
            <a:ext cx="36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2B5DF4D-91E6-4FB1-B75B-175266C16667}"/>
              </a:ext>
            </a:extLst>
          </p:cNvPr>
          <p:cNvSpPr/>
          <p:nvPr/>
        </p:nvSpPr>
        <p:spPr>
          <a:xfrm rot="5400000">
            <a:off x="7061354" y="69742"/>
            <a:ext cx="36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553FFA8-E2B9-4F55-B419-B043FC912D07}"/>
              </a:ext>
            </a:extLst>
          </p:cNvPr>
          <p:cNvSpPr/>
          <p:nvPr/>
        </p:nvSpPr>
        <p:spPr>
          <a:xfrm>
            <a:off x="7964643" y="2049787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7870107-61FF-406F-A025-0057281E94D6}"/>
              </a:ext>
            </a:extLst>
          </p:cNvPr>
          <p:cNvSpPr/>
          <p:nvPr/>
        </p:nvSpPr>
        <p:spPr>
          <a:xfrm>
            <a:off x="8324643" y="2049787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573E4323-5E25-4285-A55B-42C0DC62F244}"/>
              </a:ext>
            </a:extLst>
          </p:cNvPr>
          <p:cNvSpPr/>
          <p:nvPr/>
        </p:nvSpPr>
        <p:spPr>
          <a:xfrm>
            <a:off x="8681354" y="2049787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7DEB3B28-A17C-4F75-AFF4-137924D44342}"/>
              </a:ext>
            </a:extLst>
          </p:cNvPr>
          <p:cNvSpPr/>
          <p:nvPr/>
        </p:nvSpPr>
        <p:spPr>
          <a:xfrm>
            <a:off x="602591" y="1567867"/>
            <a:ext cx="360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BF270A90-D5C1-457D-9445-A49F4834661E}"/>
              </a:ext>
            </a:extLst>
          </p:cNvPr>
          <p:cNvSpPr/>
          <p:nvPr/>
        </p:nvSpPr>
        <p:spPr>
          <a:xfrm>
            <a:off x="331129" y="1805992"/>
            <a:ext cx="360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DCED8C-1A37-E913-30F1-FE72F1031FBB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78126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EB952B82-6126-46DB-8FD9-F23D3AA0A434}"/>
              </a:ext>
            </a:extLst>
          </p:cNvPr>
          <p:cNvGraphicFramePr>
            <a:graphicFrameLocks noGrp="1"/>
          </p:cNvGraphicFramePr>
          <p:nvPr/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327C4F-7D14-476E-8800-4694C4B80C80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3E9257-4038-4E92-B91C-70ED2368F5FF}"/>
              </a:ext>
            </a:extLst>
          </p:cNvPr>
          <p:cNvSpPr/>
          <p:nvPr/>
        </p:nvSpPr>
        <p:spPr>
          <a:xfrm>
            <a:off x="7600354" y="16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078DBA-3FFE-411A-8721-9FE9816BDCC0}"/>
              </a:ext>
            </a:extLst>
          </p:cNvPr>
          <p:cNvSpPr/>
          <p:nvPr/>
        </p:nvSpPr>
        <p:spPr>
          <a:xfrm>
            <a:off x="6882804" y="3848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191E8E-0D8B-4259-844B-7A4A707DAD24}"/>
              </a:ext>
            </a:extLst>
          </p:cNvPr>
          <p:cNvSpPr/>
          <p:nvPr/>
        </p:nvSpPr>
        <p:spPr>
          <a:xfrm>
            <a:off x="5447704" y="20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C169E0-822D-4D39-8997-0D4B15448179}"/>
              </a:ext>
            </a:extLst>
          </p:cNvPr>
          <p:cNvSpPr/>
          <p:nvPr/>
        </p:nvSpPr>
        <p:spPr>
          <a:xfrm>
            <a:off x="5447704" y="24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F892B1-C1E7-49EF-9E54-774AA2A5ABD9}"/>
              </a:ext>
            </a:extLst>
          </p:cNvPr>
          <p:cNvSpPr/>
          <p:nvPr/>
        </p:nvSpPr>
        <p:spPr>
          <a:xfrm>
            <a:off x="5447704" y="27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33A784-3440-4F2F-8536-718CDBB11625}"/>
              </a:ext>
            </a:extLst>
          </p:cNvPr>
          <p:cNvSpPr/>
          <p:nvPr/>
        </p:nvSpPr>
        <p:spPr>
          <a:xfrm>
            <a:off x="5447704" y="31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EFB666-179A-47D7-BF09-FFE5871EFA37}"/>
              </a:ext>
            </a:extLst>
          </p:cNvPr>
          <p:cNvSpPr/>
          <p:nvPr/>
        </p:nvSpPr>
        <p:spPr>
          <a:xfrm>
            <a:off x="5447704" y="34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977A661-4AA4-4A17-84C0-31C226242C88}"/>
              </a:ext>
            </a:extLst>
          </p:cNvPr>
          <p:cNvSpPr/>
          <p:nvPr/>
        </p:nvSpPr>
        <p:spPr>
          <a:xfrm>
            <a:off x="5447704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0E0A5F-4937-4D8B-B9F3-B5DA78C26A93}"/>
              </a:ext>
            </a:extLst>
          </p:cNvPr>
          <p:cNvSpPr/>
          <p:nvPr/>
        </p:nvSpPr>
        <p:spPr>
          <a:xfrm>
            <a:off x="5447704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356B97-ABD9-421E-8EDF-286E3DDD458D}"/>
              </a:ext>
            </a:extLst>
          </p:cNvPr>
          <p:cNvSpPr/>
          <p:nvPr/>
        </p:nvSpPr>
        <p:spPr>
          <a:xfrm>
            <a:off x="5447704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15158" y="5280307"/>
            <a:ext cx="14830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1.1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5D0404-70FD-3ED6-C2D7-3784812730D6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30183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/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5327C4F-7D14-476E-8800-4694C4B80C80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623595-F52C-4AEB-9E20-1810A132E285}"/>
              </a:ext>
            </a:extLst>
          </p:cNvPr>
          <p:cNvSpPr/>
          <p:nvPr/>
        </p:nvSpPr>
        <p:spPr>
          <a:xfrm>
            <a:off x="544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EBB72F-BF51-42FF-B54C-A7E5615FDC6B}"/>
              </a:ext>
            </a:extLst>
          </p:cNvPr>
          <p:cNvSpPr/>
          <p:nvPr/>
        </p:nvSpPr>
        <p:spPr>
          <a:xfrm>
            <a:off x="580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2.26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E2F99DA-3552-4D84-BA72-B0460C72393F}"/>
              </a:ext>
            </a:extLst>
          </p:cNvPr>
          <p:cNvSpPr/>
          <p:nvPr/>
        </p:nvSpPr>
        <p:spPr>
          <a:xfrm>
            <a:off x="8315235" y="384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2E50F1B-77A2-4190-9CD9-8F69ACFA6C0D}"/>
              </a:ext>
            </a:extLst>
          </p:cNvPr>
          <p:cNvSpPr/>
          <p:nvPr/>
        </p:nvSpPr>
        <p:spPr>
          <a:xfrm>
            <a:off x="8315235" y="420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8D01056-4387-4DFD-A619-AAB9EAE79ED0}"/>
              </a:ext>
            </a:extLst>
          </p:cNvPr>
          <p:cNvSpPr/>
          <p:nvPr/>
        </p:nvSpPr>
        <p:spPr>
          <a:xfrm>
            <a:off x="8315235" y="456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C113E75-6109-4EAD-900B-6175505F6CB1}"/>
              </a:ext>
            </a:extLst>
          </p:cNvPr>
          <p:cNvSpPr/>
          <p:nvPr/>
        </p:nvSpPr>
        <p:spPr>
          <a:xfrm>
            <a:off x="8671946" y="384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9DFB020-EE22-417F-8CA9-14037652350A}"/>
              </a:ext>
            </a:extLst>
          </p:cNvPr>
          <p:cNvSpPr/>
          <p:nvPr/>
        </p:nvSpPr>
        <p:spPr>
          <a:xfrm>
            <a:off x="8671946" y="420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6FE2ADC-6659-4EDD-B360-996534908025}"/>
              </a:ext>
            </a:extLst>
          </p:cNvPr>
          <p:cNvSpPr/>
          <p:nvPr/>
        </p:nvSpPr>
        <p:spPr>
          <a:xfrm>
            <a:off x="8671946" y="456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BA75A6D-0633-4F93-BEA4-29C10393C163}"/>
              </a:ext>
            </a:extLst>
          </p:cNvPr>
          <p:cNvSpPr/>
          <p:nvPr/>
        </p:nvSpPr>
        <p:spPr>
          <a:xfrm>
            <a:off x="464479" y="1672642"/>
            <a:ext cx="360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BAB648-9FB6-6AE6-D7C4-AB5277C41ECB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1766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/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5327C4F-7D14-476E-8800-4694C4B80C80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1.09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B95882-DA47-4E74-8612-5EA809B26CA2}"/>
              </a:ext>
            </a:extLst>
          </p:cNvPr>
          <p:cNvSpPr/>
          <p:nvPr/>
        </p:nvSpPr>
        <p:spPr>
          <a:xfrm>
            <a:off x="8325293" y="2047190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DC60780-B19F-4B65-81AC-6ACF73CA69B5}"/>
              </a:ext>
            </a:extLst>
          </p:cNvPr>
          <p:cNvSpPr/>
          <p:nvPr/>
        </p:nvSpPr>
        <p:spPr>
          <a:xfrm>
            <a:off x="6887704" y="312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8F9F1B6-B056-4B2E-ACC0-B310093C4206}"/>
              </a:ext>
            </a:extLst>
          </p:cNvPr>
          <p:cNvSpPr/>
          <p:nvPr/>
        </p:nvSpPr>
        <p:spPr>
          <a:xfrm>
            <a:off x="7965293" y="384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13F5BD-EA6E-4A79-8FE0-563C0C750DDE}"/>
              </a:ext>
            </a:extLst>
          </p:cNvPr>
          <p:cNvSpPr/>
          <p:nvPr/>
        </p:nvSpPr>
        <p:spPr>
          <a:xfrm>
            <a:off x="5447704" y="27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5B1FE3A-272A-4ADC-B02D-42249D95F6A0}"/>
              </a:ext>
            </a:extLst>
          </p:cNvPr>
          <p:cNvSpPr/>
          <p:nvPr/>
        </p:nvSpPr>
        <p:spPr>
          <a:xfrm>
            <a:off x="5447704" y="312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40D26DA-8476-4682-B4AD-7C7A0D91152B}"/>
              </a:ext>
            </a:extLst>
          </p:cNvPr>
          <p:cNvSpPr/>
          <p:nvPr/>
        </p:nvSpPr>
        <p:spPr>
          <a:xfrm>
            <a:off x="5447704" y="348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17A6EA8-ECF8-4E40-9A27-74E8A4262667}"/>
              </a:ext>
            </a:extLst>
          </p:cNvPr>
          <p:cNvSpPr/>
          <p:nvPr/>
        </p:nvSpPr>
        <p:spPr>
          <a:xfrm>
            <a:off x="5447704" y="384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2039DB4-91F8-4D23-966C-D09AAFC3D855}"/>
              </a:ext>
            </a:extLst>
          </p:cNvPr>
          <p:cNvSpPr/>
          <p:nvPr/>
        </p:nvSpPr>
        <p:spPr>
          <a:xfrm>
            <a:off x="5447704" y="420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0E498D-CB00-467D-A10F-F424D2F859BD}"/>
              </a:ext>
            </a:extLst>
          </p:cNvPr>
          <p:cNvSpPr/>
          <p:nvPr/>
        </p:nvSpPr>
        <p:spPr>
          <a:xfrm>
            <a:off x="544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0CAFB7-47BF-232F-4013-C9122830A975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9083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/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5327C4F-7D14-476E-8800-4694C4B80C80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3E9257-4038-4E92-B91C-70ED2368F5FF}"/>
              </a:ext>
            </a:extLst>
          </p:cNvPr>
          <p:cNvSpPr/>
          <p:nvPr/>
        </p:nvSpPr>
        <p:spPr>
          <a:xfrm>
            <a:off x="5447704" y="13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078DBA-3FFE-411A-8721-9FE9816BDCC0}"/>
              </a:ext>
            </a:extLst>
          </p:cNvPr>
          <p:cNvSpPr/>
          <p:nvPr/>
        </p:nvSpPr>
        <p:spPr>
          <a:xfrm>
            <a:off x="5447704" y="16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191E8E-0D8B-4259-844B-7A4A707DAD24}"/>
              </a:ext>
            </a:extLst>
          </p:cNvPr>
          <p:cNvSpPr/>
          <p:nvPr/>
        </p:nvSpPr>
        <p:spPr>
          <a:xfrm>
            <a:off x="5447704" y="20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C169E0-822D-4D39-8997-0D4B15448179}"/>
              </a:ext>
            </a:extLst>
          </p:cNvPr>
          <p:cNvSpPr/>
          <p:nvPr/>
        </p:nvSpPr>
        <p:spPr>
          <a:xfrm>
            <a:off x="5447704" y="24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F892B1-C1E7-49EF-9E54-774AA2A5ABD9}"/>
              </a:ext>
            </a:extLst>
          </p:cNvPr>
          <p:cNvSpPr/>
          <p:nvPr/>
        </p:nvSpPr>
        <p:spPr>
          <a:xfrm>
            <a:off x="5447704" y="27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33A784-3440-4F2F-8536-718CDBB11625}"/>
              </a:ext>
            </a:extLst>
          </p:cNvPr>
          <p:cNvSpPr/>
          <p:nvPr/>
        </p:nvSpPr>
        <p:spPr>
          <a:xfrm>
            <a:off x="5447704" y="31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EFB666-179A-47D7-BF09-FFE5871EFA37}"/>
              </a:ext>
            </a:extLst>
          </p:cNvPr>
          <p:cNvSpPr/>
          <p:nvPr/>
        </p:nvSpPr>
        <p:spPr>
          <a:xfrm>
            <a:off x="5447704" y="34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977A661-4AA4-4A17-84C0-31C226242C88}"/>
              </a:ext>
            </a:extLst>
          </p:cNvPr>
          <p:cNvSpPr/>
          <p:nvPr/>
        </p:nvSpPr>
        <p:spPr>
          <a:xfrm>
            <a:off x="5447704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0E0A5F-4937-4D8B-B9F3-B5DA78C26A93}"/>
              </a:ext>
            </a:extLst>
          </p:cNvPr>
          <p:cNvSpPr/>
          <p:nvPr/>
        </p:nvSpPr>
        <p:spPr>
          <a:xfrm>
            <a:off x="5447704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356B97-ABD9-421E-8EDF-286E3DDD458D}"/>
              </a:ext>
            </a:extLst>
          </p:cNvPr>
          <p:cNvSpPr/>
          <p:nvPr/>
        </p:nvSpPr>
        <p:spPr>
          <a:xfrm>
            <a:off x="5447704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1.98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9A28D88-919C-4833-BB3F-A89B103ECF8A}"/>
              </a:ext>
            </a:extLst>
          </p:cNvPr>
          <p:cNvSpPr/>
          <p:nvPr/>
        </p:nvSpPr>
        <p:spPr>
          <a:xfrm>
            <a:off x="5807704" y="13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9E26C5F-5469-439B-A1CB-98F31B95E4E7}"/>
              </a:ext>
            </a:extLst>
          </p:cNvPr>
          <p:cNvSpPr/>
          <p:nvPr/>
        </p:nvSpPr>
        <p:spPr>
          <a:xfrm>
            <a:off x="5807704" y="16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D1A95EE-69D5-4811-A634-0EC7FC0829B6}"/>
              </a:ext>
            </a:extLst>
          </p:cNvPr>
          <p:cNvSpPr/>
          <p:nvPr/>
        </p:nvSpPr>
        <p:spPr>
          <a:xfrm>
            <a:off x="5807704" y="20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AE7D8ED-CF1C-46C7-901D-1A0917096D40}"/>
              </a:ext>
            </a:extLst>
          </p:cNvPr>
          <p:cNvSpPr/>
          <p:nvPr/>
        </p:nvSpPr>
        <p:spPr>
          <a:xfrm>
            <a:off x="5807704" y="24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9B4226D-5FBB-4844-9217-81D45945BE15}"/>
              </a:ext>
            </a:extLst>
          </p:cNvPr>
          <p:cNvSpPr/>
          <p:nvPr/>
        </p:nvSpPr>
        <p:spPr>
          <a:xfrm>
            <a:off x="5807704" y="27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51973B9-4A7B-4367-8508-A28B3606C71C}"/>
              </a:ext>
            </a:extLst>
          </p:cNvPr>
          <p:cNvSpPr/>
          <p:nvPr/>
        </p:nvSpPr>
        <p:spPr>
          <a:xfrm>
            <a:off x="5807704" y="31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B1727CB-03D5-4F38-ADEA-6650F24F6586}"/>
              </a:ext>
            </a:extLst>
          </p:cNvPr>
          <p:cNvSpPr/>
          <p:nvPr/>
        </p:nvSpPr>
        <p:spPr>
          <a:xfrm>
            <a:off x="5807704" y="34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9BB8F42-A1D9-4FAD-A393-E3545CC8A684}"/>
              </a:ext>
            </a:extLst>
          </p:cNvPr>
          <p:cNvSpPr/>
          <p:nvPr/>
        </p:nvSpPr>
        <p:spPr>
          <a:xfrm>
            <a:off x="5807704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F7330C9-56C7-4EEF-BDF8-948BC7694EA8}"/>
              </a:ext>
            </a:extLst>
          </p:cNvPr>
          <p:cNvSpPr/>
          <p:nvPr/>
        </p:nvSpPr>
        <p:spPr>
          <a:xfrm>
            <a:off x="5807704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E1A5B34-B401-4995-9886-FB09FDC49368}"/>
              </a:ext>
            </a:extLst>
          </p:cNvPr>
          <p:cNvSpPr/>
          <p:nvPr/>
        </p:nvSpPr>
        <p:spPr>
          <a:xfrm>
            <a:off x="5807704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71DFBBF-13F9-479D-89F5-28C6C00F5849}"/>
              </a:ext>
            </a:extLst>
          </p:cNvPr>
          <p:cNvSpPr/>
          <p:nvPr/>
        </p:nvSpPr>
        <p:spPr>
          <a:xfrm>
            <a:off x="6154829" y="13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DC4A37C-99C8-4D9D-9ABF-D784AC118A98}"/>
              </a:ext>
            </a:extLst>
          </p:cNvPr>
          <p:cNvSpPr/>
          <p:nvPr/>
        </p:nvSpPr>
        <p:spPr>
          <a:xfrm>
            <a:off x="6154829" y="16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FC1D97D-2804-4E8A-80AF-755EA2665DB4}"/>
              </a:ext>
            </a:extLst>
          </p:cNvPr>
          <p:cNvSpPr/>
          <p:nvPr/>
        </p:nvSpPr>
        <p:spPr>
          <a:xfrm>
            <a:off x="6154829" y="20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1DF8728-D2D4-418A-8E4B-44C038742BB1}"/>
              </a:ext>
            </a:extLst>
          </p:cNvPr>
          <p:cNvSpPr/>
          <p:nvPr/>
        </p:nvSpPr>
        <p:spPr>
          <a:xfrm>
            <a:off x="6154829" y="24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C7A6CD6-4BC8-4F26-9657-4511DC14D153}"/>
              </a:ext>
            </a:extLst>
          </p:cNvPr>
          <p:cNvSpPr/>
          <p:nvPr/>
        </p:nvSpPr>
        <p:spPr>
          <a:xfrm>
            <a:off x="6154829" y="27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F3F7543-7BF3-4D49-B63E-8148B8808005}"/>
              </a:ext>
            </a:extLst>
          </p:cNvPr>
          <p:cNvSpPr/>
          <p:nvPr/>
        </p:nvSpPr>
        <p:spPr>
          <a:xfrm>
            <a:off x="6154829" y="31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AD7E368-EDA2-486C-9BCD-5C2D4D01B198}"/>
              </a:ext>
            </a:extLst>
          </p:cNvPr>
          <p:cNvSpPr/>
          <p:nvPr/>
        </p:nvSpPr>
        <p:spPr>
          <a:xfrm>
            <a:off x="6154829" y="34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1C62C71-A425-4458-8129-F71912E5DE63}"/>
              </a:ext>
            </a:extLst>
          </p:cNvPr>
          <p:cNvSpPr/>
          <p:nvPr/>
        </p:nvSpPr>
        <p:spPr>
          <a:xfrm>
            <a:off x="6154829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0D59F2A-0FC2-425C-8A3C-93618B8C0063}"/>
              </a:ext>
            </a:extLst>
          </p:cNvPr>
          <p:cNvSpPr/>
          <p:nvPr/>
        </p:nvSpPr>
        <p:spPr>
          <a:xfrm>
            <a:off x="6154829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5D95C19-F1C4-4E0B-A379-F7D5E895EB89}"/>
              </a:ext>
            </a:extLst>
          </p:cNvPr>
          <p:cNvSpPr/>
          <p:nvPr/>
        </p:nvSpPr>
        <p:spPr>
          <a:xfrm>
            <a:off x="6154829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82CE321-F013-455D-BA28-34F7D81F03B5}"/>
              </a:ext>
            </a:extLst>
          </p:cNvPr>
          <p:cNvSpPr/>
          <p:nvPr/>
        </p:nvSpPr>
        <p:spPr>
          <a:xfrm>
            <a:off x="6515235" y="13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F99A418-7463-4E4D-9840-F49071197A57}"/>
              </a:ext>
            </a:extLst>
          </p:cNvPr>
          <p:cNvSpPr/>
          <p:nvPr/>
        </p:nvSpPr>
        <p:spPr>
          <a:xfrm>
            <a:off x="6515235" y="16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58018D4-F9E7-4E08-96F2-8EB4B163E6EF}"/>
              </a:ext>
            </a:extLst>
          </p:cNvPr>
          <p:cNvSpPr/>
          <p:nvPr/>
        </p:nvSpPr>
        <p:spPr>
          <a:xfrm>
            <a:off x="6515235" y="20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46E2450-C445-491C-8392-4AF0B089DA61}"/>
              </a:ext>
            </a:extLst>
          </p:cNvPr>
          <p:cNvSpPr/>
          <p:nvPr/>
        </p:nvSpPr>
        <p:spPr>
          <a:xfrm>
            <a:off x="6515235" y="24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84950C4-424E-4390-A686-40AB73337BEF}"/>
              </a:ext>
            </a:extLst>
          </p:cNvPr>
          <p:cNvSpPr/>
          <p:nvPr/>
        </p:nvSpPr>
        <p:spPr>
          <a:xfrm>
            <a:off x="6515235" y="27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08651FB-EEE4-4399-B93F-488D50D44133}"/>
              </a:ext>
            </a:extLst>
          </p:cNvPr>
          <p:cNvSpPr/>
          <p:nvPr/>
        </p:nvSpPr>
        <p:spPr>
          <a:xfrm>
            <a:off x="6515235" y="31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8146812-AAB3-4742-B523-92563A315D46}"/>
              </a:ext>
            </a:extLst>
          </p:cNvPr>
          <p:cNvSpPr/>
          <p:nvPr/>
        </p:nvSpPr>
        <p:spPr>
          <a:xfrm>
            <a:off x="6515235" y="34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638C366-E3B7-4D6D-A277-2ECA310A7C99}"/>
              </a:ext>
            </a:extLst>
          </p:cNvPr>
          <p:cNvSpPr/>
          <p:nvPr/>
        </p:nvSpPr>
        <p:spPr>
          <a:xfrm>
            <a:off x="6515235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03EA6B2-1E41-4553-8718-C46F74F61E94}"/>
              </a:ext>
            </a:extLst>
          </p:cNvPr>
          <p:cNvSpPr/>
          <p:nvPr/>
        </p:nvSpPr>
        <p:spPr>
          <a:xfrm>
            <a:off x="6515235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2F0A864-0C5C-464A-A417-C33DD45E1F17}"/>
              </a:ext>
            </a:extLst>
          </p:cNvPr>
          <p:cNvSpPr/>
          <p:nvPr/>
        </p:nvSpPr>
        <p:spPr>
          <a:xfrm>
            <a:off x="6515235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3CBAEFE-AE34-4751-B395-FDC637366DE4}"/>
              </a:ext>
            </a:extLst>
          </p:cNvPr>
          <p:cNvSpPr/>
          <p:nvPr/>
        </p:nvSpPr>
        <p:spPr>
          <a:xfrm>
            <a:off x="6875235" y="13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885FB68-51FA-43E3-8935-C1C020A0B2ED}"/>
              </a:ext>
            </a:extLst>
          </p:cNvPr>
          <p:cNvSpPr/>
          <p:nvPr/>
        </p:nvSpPr>
        <p:spPr>
          <a:xfrm>
            <a:off x="6875235" y="16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C758D45-3E1D-4261-8108-BA3644E6B9FF}"/>
              </a:ext>
            </a:extLst>
          </p:cNvPr>
          <p:cNvSpPr/>
          <p:nvPr/>
        </p:nvSpPr>
        <p:spPr>
          <a:xfrm>
            <a:off x="6875235" y="20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4575F14-021B-4FE2-B0FC-B5F6371B2212}"/>
              </a:ext>
            </a:extLst>
          </p:cNvPr>
          <p:cNvSpPr/>
          <p:nvPr/>
        </p:nvSpPr>
        <p:spPr>
          <a:xfrm>
            <a:off x="6875235" y="24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D3FE1DA-8974-4991-A568-D06B44D7DAD4}"/>
              </a:ext>
            </a:extLst>
          </p:cNvPr>
          <p:cNvSpPr/>
          <p:nvPr/>
        </p:nvSpPr>
        <p:spPr>
          <a:xfrm>
            <a:off x="6875235" y="27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125E31F-AC7F-4799-9C16-144CAD556372}"/>
              </a:ext>
            </a:extLst>
          </p:cNvPr>
          <p:cNvSpPr/>
          <p:nvPr/>
        </p:nvSpPr>
        <p:spPr>
          <a:xfrm>
            <a:off x="6875235" y="31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93955CD-8323-490F-B819-0C5AB0D9ADCD}"/>
              </a:ext>
            </a:extLst>
          </p:cNvPr>
          <p:cNvSpPr/>
          <p:nvPr/>
        </p:nvSpPr>
        <p:spPr>
          <a:xfrm>
            <a:off x="6875235" y="34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0BB1AF9-12D5-4196-9763-1952DF26752E}"/>
              </a:ext>
            </a:extLst>
          </p:cNvPr>
          <p:cNvSpPr/>
          <p:nvPr/>
        </p:nvSpPr>
        <p:spPr>
          <a:xfrm>
            <a:off x="6875235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50CCA4E-1BED-4086-B767-F7CAA98C53CB}"/>
              </a:ext>
            </a:extLst>
          </p:cNvPr>
          <p:cNvSpPr/>
          <p:nvPr/>
        </p:nvSpPr>
        <p:spPr>
          <a:xfrm>
            <a:off x="6875235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E9257D3-D3B4-45BF-9EDA-AE0D66E1FEBF}"/>
              </a:ext>
            </a:extLst>
          </p:cNvPr>
          <p:cNvSpPr/>
          <p:nvPr/>
        </p:nvSpPr>
        <p:spPr>
          <a:xfrm>
            <a:off x="6875235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D333169-5E5A-44A8-901F-E53AD4CF25AB}"/>
              </a:ext>
            </a:extLst>
          </p:cNvPr>
          <p:cNvSpPr/>
          <p:nvPr/>
        </p:nvSpPr>
        <p:spPr>
          <a:xfrm>
            <a:off x="7235235" y="13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49EEB3C-7044-4124-88CC-D4C4111CC1EE}"/>
              </a:ext>
            </a:extLst>
          </p:cNvPr>
          <p:cNvSpPr/>
          <p:nvPr/>
        </p:nvSpPr>
        <p:spPr>
          <a:xfrm>
            <a:off x="7235235" y="16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340701F-A2E4-4C8A-9F8E-3063A0264B46}"/>
              </a:ext>
            </a:extLst>
          </p:cNvPr>
          <p:cNvSpPr/>
          <p:nvPr/>
        </p:nvSpPr>
        <p:spPr>
          <a:xfrm>
            <a:off x="7235235" y="20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A60DE1A-04C8-44E9-82EE-BF521B563034}"/>
              </a:ext>
            </a:extLst>
          </p:cNvPr>
          <p:cNvSpPr/>
          <p:nvPr/>
        </p:nvSpPr>
        <p:spPr>
          <a:xfrm>
            <a:off x="7235235" y="24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47E5D3D-B28B-426B-A512-33CA7977F173}"/>
              </a:ext>
            </a:extLst>
          </p:cNvPr>
          <p:cNvSpPr/>
          <p:nvPr/>
        </p:nvSpPr>
        <p:spPr>
          <a:xfrm>
            <a:off x="7235235" y="27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39D4B71-B37C-40B9-8DA2-90C9CD4AF666}"/>
              </a:ext>
            </a:extLst>
          </p:cNvPr>
          <p:cNvSpPr/>
          <p:nvPr/>
        </p:nvSpPr>
        <p:spPr>
          <a:xfrm>
            <a:off x="7235235" y="31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9A2F048-2C87-4B05-AC1B-46ED2E3B1A1D}"/>
              </a:ext>
            </a:extLst>
          </p:cNvPr>
          <p:cNvSpPr/>
          <p:nvPr/>
        </p:nvSpPr>
        <p:spPr>
          <a:xfrm>
            <a:off x="7235235" y="34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1752A09-B387-4326-83F4-A70760B69633}"/>
              </a:ext>
            </a:extLst>
          </p:cNvPr>
          <p:cNvSpPr/>
          <p:nvPr/>
        </p:nvSpPr>
        <p:spPr>
          <a:xfrm>
            <a:off x="7235235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C9462C8-D24A-408B-9741-74130DFE8A4B}"/>
              </a:ext>
            </a:extLst>
          </p:cNvPr>
          <p:cNvSpPr/>
          <p:nvPr/>
        </p:nvSpPr>
        <p:spPr>
          <a:xfrm>
            <a:off x="7235235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B333898-B290-4870-96FC-B224C985DD99}"/>
              </a:ext>
            </a:extLst>
          </p:cNvPr>
          <p:cNvSpPr/>
          <p:nvPr/>
        </p:nvSpPr>
        <p:spPr>
          <a:xfrm>
            <a:off x="7235235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8557F02-47C2-4E70-9EB1-CEB6F83A5D22}"/>
              </a:ext>
            </a:extLst>
          </p:cNvPr>
          <p:cNvSpPr/>
          <p:nvPr/>
        </p:nvSpPr>
        <p:spPr>
          <a:xfrm>
            <a:off x="7595235" y="13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0C42778-DFD4-4F2E-B553-3B555C1F8811}"/>
              </a:ext>
            </a:extLst>
          </p:cNvPr>
          <p:cNvSpPr/>
          <p:nvPr/>
        </p:nvSpPr>
        <p:spPr>
          <a:xfrm>
            <a:off x="7595235" y="16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E92D4BF-7ACB-48BF-80DD-D5A5A757CF03}"/>
              </a:ext>
            </a:extLst>
          </p:cNvPr>
          <p:cNvSpPr/>
          <p:nvPr/>
        </p:nvSpPr>
        <p:spPr>
          <a:xfrm>
            <a:off x="7595235" y="20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BD53AF6-91C8-417B-B0A2-B5A618C16257}"/>
              </a:ext>
            </a:extLst>
          </p:cNvPr>
          <p:cNvSpPr/>
          <p:nvPr/>
        </p:nvSpPr>
        <p:spPr>
          <a:xfrm>
            <a:off x="7595235" y="24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C353922-B05B-43DD-9A6D-7AB9A6F3D304}"/>
              </a:ext>
            </a:extLst>
          </p:cNvPr>
          <p:cNvSpPr/>
          <p:nvPr/>
        </p:nvSpPr>
        <p:spPr>
          <a:xfrm>
            <a:off x="7595235" y="27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F78B82F-ACA5-43E5-B2A4-5D6A2E2BE699}"/>
              </a:ext>
            </a:extLst>
          </p:cNvPr>
          <p:cNvSpPr/>
          <p:nvPr/>
        </p:nvSpPr>
        <p:spPr>
          <a:xfrm>
            <a:off x="7595235" y="31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49B1A4A-73F4-495A-9EC3-18173B6DAE05}"/>
              </a:ext>
            </a:extLst>
          </p:cNvPr>
          <p:cNvSpPr/>
          <p:nvPr/>
        </p:nvSpPr>
        <p:spPr>
          <a:xfrm>
            <a:off x="7595235" y="34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15A17E1-7FAB-4FE6-BA08-38ED7220CAE8}"/>
              </a:ext>
            </a:extLst>
          </p:cNvPr>
          <p:cNvSpPr/>
          <p:nvPr/>
        </p:nvSpPr>
        <p:spPr>
          <a:xfrm>
            <a:off x="7595235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B216CD3-3AC1-4663-A295-5A95B17FC01D}"/>
              </a:ext>
            </a:extLst>
          </p:cNvPr>
          <p:cNvSpPr/>
          <p:nvPr/>
        </p:nvSpPr>
        <p:spPr>
          <a:xfrm>
            <a:off x="7595235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9C17293-730D-494D-AAE7-B91A40846562}"/>
              </a:ext>
            </a:extLst>
          </p:cNvPr>
          <p:cNvSpPr/>
          <p:nvPr/>
        </p:nvSpPr>
        <p:spPr>
          <a:xfrm>
            <a:off x="7595235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93769A4-9356-43E1-8194-799DAD12B31E}"/>
              </a:ext>
            </a:extLst>
          </p:cNvPr>
          <p:cNvSpPr/>
          <p:nvPr/>
        </p:nvSpPr>
        <p:spPr>
          <a:xfrm>
            <a:off x="7955235" y="13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04E37BE-2CC4-4257-AD9D-1D7B8E85D076}"/>
              </a:ext>
            </a:extLst>
          </p:cNvPr>
          <p:cNvSpPr/>
          <p:nvPr/>
        </p:nvSpPr>
        <p:spPr>
          <a:xfrm>
            <a:off x="7955235" y="16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26B4F1E-DB8B-4F8C-852A-A945A860E3E8}"/>
              </a:ext>
            </a:extLst>
          </p:cNvPr>
          <p:cNvSpPr/>
          <p:nvPr/>
        </p:nvSpPr>
        <p:spPr>
          <a:xfrm>
            <a:off x="7955235" y="20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553FFA8-E2B9-4F55-B419-B043FC912D07}"/>
              </a:ext>
            </a:extLst>
          </p:cNvPr>
          <p:cNvSpPr/>
          <p:nvPr/>
        </p:nvSpPr>
        <p:spPr>
          <a:xfrm>
            <a:off x="7955235" y="24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1DD8FB4-402E-45AA-9842-61E1151A8C70}"/>
              </a:ext>
            </a:extLst>
          </p:cNvPr>
          <p:cNvSpPr/>
          <p:nvPr/>
        </p:nvSpPr>
        <p:spPr>
          <a:xfrm>
            <a:off x="7955235" y="27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3471F37F-29A8-473E-A408-9F1DFC7E0A98}"/>
              </a:ext>
            </a:extLst>
          </p:cNvPr>
          <p:cNvSpPr/>
          <p:nvPr/>
        </p:nvSpPr>
        <p:spPr>
          <a:xfrm>
            <a:off x="7955235" y="31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E245A9B-E99B-4E08-BC7A-819A74059669}"/>
              </a:ext>
            </a:extLst>
          </p:cNvPr>
          <p:cNvSpPr/>
          <p:nvPr/>
        </p:nvSpPr>
        <p:spPr>
          <a:xfrm>
            <a:off x="7955235" y="34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DF760502-B142-4BCF-A912-A1DF585A1F6C}"/>
              </a:ext>
            </a:extLst>
          </p:cNvPr>
          <p:cNvSpPr/>
          <p:nvPr/>
        </p:nvSpPr>
        <p:spPr>
          <a:xfrm>
            <a:off x="7955235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23DA94D-DD8B-4C72-94E0-F78A1295566A}"/>
              </a:ext>
            </a:extLst>
          </p:cNvPr>
          <p:cNvSpPr/>
          <p:nvPr/>
        </p:nvSpPr>
        <p:spPr>
          <a:xfrm>
            <a:off x="7955235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AB05A56-36DD-46FB-924B-4D52FA759168}"/>
              </a:ext>
            </a:extLst>
          </p:cNvPr>
          <p:cNvSpPr/>
          <p:nvPr/>
        </p:nvSpPr>
        <p:spPr>
          <a:xfrm>
            <a:off x="7955235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7EEED786-94AE-4B04-8FA6-F909A737D84A}"/>
              </a:ext>
            </a:extLst>
          </p:cNvPr>
          <p:cNvSpPr/>
          <p:nvPr/>
        </p:nvSpPr>
        <p:spPr>
          <a:xfrm>
            <a:off x="8315235" y="13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A899C757-4A11-4644-9577-30E7A0F5A6FE}"/>
              </a:ext>
            </a:extLst>
          </p:cNvPr>
          <p:cNvSpPr/>
          <p:nvPr/>
        </p:nvSpPr>
        <p:spPr>
          <a:xfrm>
            <a:off x="8315235" y="16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451DD455-2CAB-46F3-B96D-DF350A080608}"/>
              </a:ext>
            </a:extLst>
          </p:cNvPr>
          <p:cNvSpPr/>
          <p:nvPr/>
        </p:nvSpPr>
        <p:spPr>
          <a:xfrm>
            <a:off x="8315235" y="20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7870107-61FF-406F-A025-0057281E94D6}"/>
              </a:ext>
            </a:extLst>
          </p:cNvPr>
          <p:cNvSpPr/>
          <p:nvPr/>
        </p:nvSpPr>
        <p:spPr>
          <a:xfrm>
            <a:off x="8315235" y="24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F16B014C-FF62-4F3B-860E-F0561880BDC6}"/>
              </a:ext>
            </a:extLst>
          </p:cNvPr>
          <p:cNvSpPr/>
          <p:nvPr/>
        </p:nvSpPr>
        <p:spPr>
          <a:xfrm>
            <a:off x="8315235" y="27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2A3C59D5-8FAD-41B6-AD39-B58FAAEEC54D}"/>
              </a:ext>
            </a:extLst>
          </p:cNvPr>
          <p:cNvSpPr/>
          <p:nvPr/>
        </p:nvSpPr>
        <p:spPr>
          <a:xfrm>
            <a:off x="8315235" y="31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920A01ED-67B6-473C-8D1B-1BE6D5967CCD}"/>
              </a:ext>
            </a:extLst>
          </p:cNvPr>
          <p:cNvSpPr/>
          <p:nvPr/>
        </p:nvSpPr>
        <p:spPr>
          <a:xfrm>
            <a:off x="8315235" y="34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958D6742-E290-4C69-BE2B-5216A1453BB6}"/>
              </a:ext>
            </a:extLst>
          </p:cNvPr>
          <p:cNvSpPr/>
          <p:nvPr/>
        </p:nvSpPr>
        <p:spPr>
          <a:xfrm>
            <a:off x="8315235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C6FFEE08-F83C-4674-8BEB-E617981FB0C5}"/>
              </a:ext>
            </a:extLst>
          </p:cNvPr>
          <p:cNvSpPr/>
          <p:nvPr/>
        </p:nvSpPr>
        <p:spPr>
          <a:xfrm>
            <a:off x="8315235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AEE0B4BF-FDEE-4C49-A202-D8871E75DE94}"/>
              </a:ext>
            </a:extLst>
          </p:cNvPr>
          <p:cNvSpPr/>
          <p:nvPr/>
        </p:nvSpPr>
        <p:spPr>
          <a:xfrm>
            <a:off x="8315235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451CB5C-9328-4FDE-86AD-38536F008488}"/>
              </a:ext>
            </a:extLst>
          </p:cNvPr>
          <p:cNvSpPr/>
          <p:nvPr/>
        </p:nvSpPr>
        <p:spPr>
          <a:xfrm>
            <a:off x="8671946" y="20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573E4323-5E25-4285-A55B-42C0DC62F244}"/>
              </a:ext>
            </a:extLst>
          </p:cNvPr>
          <p:cNvSpPr/>
          <p:nvPr/>
        </p:nvSpPr>
        <p:spPr>
          <a:xfrm>
            <a:off x="8671946" y="24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72EBFFD-7A8F-4ECC-8329-2013F196C589}"/>
              </a:ext>
            </a:extLst>
          </p:cNvPr>
          <p:cNvSpPr/>
          <p:nvPr/>
        </p:nvSpPr>
        <p:spPr>
          <a:xfrm>
            <a:off x="8671946" y="27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FA5009E8-EE90-4ED2-9606-FEBDFAD2DAC8}"/>
              </a:ext>
            </a:extLst>
          </p:cNvPr>
          <p:cNvSpPr/>
          <p:nvPr/>
        </p:nvSpPr>
        <p:spPr>
          <a:xfrm>
            <a:off x="8671946" y="31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AA4D5A9-BC60-4476-95B4-1A095B85D9DC}"/>
              </a:ext>
            </a:extLst>
          </p:cNvPr>
          <p:cNvSpPr/>
          <p:nvPr/>
        </p:nvSpPr>
        <p:spPr>
          <a:xfrm>
            <a:off x="8671946" y="34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FC965553-F82E-4C28-A8DA-966AF3320512}"/>
              </a:ext>
            </a:extLst>
          </p:cNvPr>
          <p:cNvSpPr/>
          <p:nvPr/>
        </p:nvSpPr>
        <p:spPr>
          <a:xfrm>
            <a:off x="8671946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7861921-FCC0-47C7-B560-C87FC470A597}"/>
              </a:ext>
            </a:extLst>
          </p:cNvPr>
          <p:cNvSpPr/>
          <p:nvPr/>
        </p:nvSpPr>
        <p:spPr>
          <a:xfrm>
            <a:off x="8671946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C8370FEA-F79B-4AF7-963B-D290C65AEA17}"/>
              </a:ext>
            </a:extLst>
          </p:cNvPr>
          <p:cNvSpPr/>
          <p:nvPr/>
        </p:nvSpPr>
        <p:spPr>
          <a:xfrm>
            <a:off x="8671946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2064CE-468F-DC64-93F0-8A84DE003F6E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4253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/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356B97-ABD9-421E-8EDF-286E3DDD458D}"/>
              </a:ext>
            </a:extLst>
          </p:cNvPr>
          <p:cNvSpPr/>
          <p:nvPr/>
        </p:nvSpPr>
        <p:spPr>
          <a:xfrm>
            <a:off x="7607704" y="3849017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0.14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580B93-5415-4A12-B245-49E06BB8F05D}"/>
              </a:ext>
            </a:extLst>
          </p:cNvPr>
          <p:cNvSpPr/>
          <p:nvPr/>
        </p:nvSpPr>
        <p:spPr>
          <a:xfrm>
            <a:off x="7967704" y="2409380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5AC535-28AC-4897-9925-E0A378D1C9CA}"/>
              </a:ext>
            </a:extLst>
          </p:cNvPr>
          <p:cNvSpPr/>
          <p:nvPr/>
        </p:nvSpPr>
        <p:spPr>
          <a:xfrm>
            <a:off x="6167704" y="2409380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AEA82D-43B7-418A-818F-DBC1D6769E8F}"/>
              </a:ext>
            </a:extLst>
          </p:cNvPr>
          <p:cNvSpPr/>
          <p:nvPr/>
        </p:nvSpPr>
        <p:spPr>
          <a:xfrm>
            <a:off x="6527704" y="4209017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DED562-ED1E-44D8-95F9-0988785F22B7}"/>
              </a:ext>
            </a:extLst>
          </p:cNvPr>
          <p:cNvSpPr/>
          <p:nvPr/>
        </p:nvSpPr>
        <p:spPr>
          <a:xfrm rot="5400000">
            <a:off x="7061354" y="6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67187A-6B91-DB26-0FD9-93A4EAB7E45E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299539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/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0623595-F52C-4AEB-9E20-1810A132E285}"/>
              </a:ext>
            </a:extLst>
          </p:cNvPr>
          <p:cNvSpPr/>
          <p:nvPr/>
        </p:nvSpPr>
        <p:spPr>
          <a:xfrm>
            <a:off x="5447704" y="1329742"/>
            <a:ext cx="36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EBB72F-BF51-42FF-B54C-A7E5615FDC6B}"/>
              </a:ext>
            </a:extLst>
          </p:cNvPr>
          <p:cNvSpPr/>
          <p:nvPr/>
        </p:nvSpPr>
        <p:spPr>
          <a:xfrm>
            <a:off x="5807704" y="1329742"/>
            <a:ext cx="36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A86A8E-8A07-4224-B6E7-211733B41DFF}"/>
              </a:ext>
            </a:extLst>
          </p:cNvPr>
          <p:cNvSpPr/>
          <p:nvPr/>
        </p:nvSpPr>
        <p:spPr>
          <a:xfrm>
            <a:off x="6167704" y="1329742"/>
            <a:ext cx="36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884B83-0536-4419-BA9B-0DF0B7F06DEF}"/>
              </a:ext>
            </a:extLst>
          </p:cNvPr>
          <p:cNvSpPr/>
          <p:nvPr/>
        </p:nvSpPr>
        <p:spPr>
          <a:xfrm>
            <a:off x="6527704" y="1329742"/>
            <a:ext cx="36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3816C0-0BA6-4146-A8F6-23179B2B2586}"/>
              </a:ext>
            </a:extLst>
          </p:cNvPr>
          <p:cNvSpPr/>
          <p:nvPr/>
        </p:nvSpPr>
        <p:spPr>
          <a:xfrm>
            <a:off x="6887704" y="1329742"/>
            <a:ext cx="36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2.73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4A9BB20-D639-4CCC-968C-6AF2A7A3A86C}"/>
              </a:ext>
            </a:extLst>
          </p:cNvPr>
          <p:cNvSpPr/>
          <p:nvPr/>
        </p:nvSpPr>
        <p:spPr>
          <a:xfrm>
            <a:off x="7607704" y="132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16B460-D57D-4697-9D50-63A420144A03}"/>
              </a:ext>
            </a:extLst>
          </p:cNvPr>
          <p:cNvSpPr/>
          <p:nvPr/>
        </p:nvSpPr>
        <p:spPr>
          <a:xfrm>
            <a:off x="7607704" y="168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E342EC4-C815-4889-B13B-7D8DC866F314}"/>
              </a:ext>
            </a:extLst>
          </p:cNvPr>
          <p:cNvSpPr/>
          <p:nvPr/>
        </p:nvSpPr>
        <p:spPr>
          <a:xfrm>
            <a:off x="7607704" y="204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A82A625-E8CB-40AD-B717-03C921B3A2E4}"/>
              </a:ext>
            </a:extLst>
          </p:cNvPr>
          <p:cNvSpPr/>
          <p:nvPr/>
        </p:nvSpPr>
        <p:spPr>
          <a:xfrm>
            <a:off x="7607704" y="240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DC9066-E95E-4305-80EC-8C4EB8AA5500}"/>
              </a:ext>
            </a:extLst>
          </p:cNvPr>
          <p:cNvSpPr/>
          <p:nvPr/>
        </p:nvSpPr>
        <p:spPr>
          <a:xfrm>
            <a:off x="7607704" y="27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DC4E34A-DE81-4657-8360-27C369D35DB3}"/>
              </a:ext>
            </a:extLst>
          </p:cNvPr>
          <p:cNvSpPr/>
          <p:nvPr/>
        </p:nvSpPr>
        <p:spPr>
          <a:xfrm>
            <a:off x="7607704" y="312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328B6D8-BC56-4616-93AB-54CAA0BF83C2}"/>
              </a:ext>
            </a:extLst>
          </p:cNvPr>
          <p:cNvSpPr/>
          <p:nvPr/>
        </p:nvSpPr>
        <p:spPr>
          <a:xfrm>
            <a:off x="7607704" y="348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6095080-49CA-46D9-8D63-439996B7C4DD}"/>
              </a:ext>
            </a:extLst>
          </p:cNvPr>
          <p:cNvSpPr/>
          <p:nvPr/>
        </p:nvSpPr>
        <p:spPr>
          <a:xfrm>
            <a:off x="7607704" y="384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EC26CD6-8CA5-451B-89AB-02CF3F856B35}"/>
              </a:ext>
            </a:extLst>
          </p:cNvPr>
          <p:cNvSpPr/>
          <p:nvPr/>
        </p:nvSpPr>
        <p:spPr>
          <a:xfrm>
            <a:off x="7607704" y="420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B2A955E-CAB1-40AC-B0B8-8A009A2F9335}"/>
              </a:ext>
            </a:extLst>
          </p:cNvPr>
          <p:cNvSpPr/>
          <p:nvPr/>
        </p:nvSpPr>
        <p:spPr>
          <a:xfrm>
            <a:off x="760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CB9425-A46C-4671-B311-A4574B9D0575}"/>
              </a:ext>
            </a:extLst>
          </p:cNvPr>
          <p:cNvSpPr/>
          <p:nvPr/>
        </p:nvSpPr>
        <p:spPr>
          <a:xfrm>
            <a:off x="7967704" y="132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03FCC28-8590-4C87-9B95-37AC6D1007A4}"/>
              </a:ext>
            </a:extLst>
          </p:cNvPr>
          <p:cNvSpPr/>
          <p:nvPr/>
        </p:nvSpPr>
        <p:spPr>
          <a:xfrm>
            <a:off x="7967704" y="168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5415769-CECE-43FC-A181-27EA18228B0D}"/>
              </a:ext>
            </a:extLst>
          </p:cNvPr>
          <p:cNvSpPr/>
          <p:nvPr/>
        </p:nvSpPr>
        <p:spPr>
          <a:xfrm>
            <a:off x="7967704" y="204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BBA040D-32C5-4B39-A613-C073B44B5BBB}"/>
              </a:ext>
            </a:extLst>
          </p:cNvPr>
          <p:cNvSpPr/>
          <p:nvPr/>
        </p:nvSpPr>
        <p:spPr>
          <a:xfrm>
            <a:off x="7967704" y="240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E4DCB00-90D2-4921-B875-18B84E96CEF3}"/>
              </a:ext>
            </a:extLst>
          </p:cNvPr>
          <p:cNvSpPr/>
          <p:nvPr/>
        </p:nvSpPr>
        <p:spPr>
          <a:xfrm>
            <a:off x="7967704" y="27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EAE871C-4EEB-421D-8C2F-9817DAA900A6}"/>
              </a:ext>
            </a:extLst>
          </p:cNvPr>
          <p:cNvSpPr/>
          <p:nvPr/>
        </p:nvSpPr>
        <p:spPr>
          <a:xfrm>
            <a:off x="7967704" y="312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E58ACA2-186E-4BC3-9BEC-830B37CBAB38}"/>
              </a:ext>
            </a:extLst>
          </p:cNvPr>
          <p:cNvSpPr/>
          <p:nvPr/>
        </p:nvSpPr>
        <p:spPr>
          <a:xfrm>
            <a:off x="7967704" y="348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DCA1B91-D570-4775-AD99-239B36EA7969}"/>
              </a:ext>
            </a:extLst>
          </p:cNvPr>
          <p:cNvSpPr/>
          <p:nvPr/>
        </p:nvSpPr>
        <p:spPr>
          <a:xfrm>
            <a:off x="7967704" y="384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D504D17-C7ED-4E73-A05F-AFC1F996E01C}"/>
              </a:ext>
            </a:extLst>
          </p:cNvPr>
          <p:cNvSpPr/>
          <p:nvPr/>
        </p:nvSpPr>
        <p:spPr>
          <a:xfrm>
            <a:off x="7967704" y="420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B59FB9E-0A33-4882-97DB-A919D17A4B38}"/>
              </a:ext>
            </a:extLst>
          </p:cNvPr>
          <p:cNvSpPr/>
          <p:nvPr/>
        </p:nvSpPr>
        <p:spPr>
          <a:xfrm>
            <a:off x="796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7C0FD0C-051B-4DA4-9E3C-16BBD0FB6372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72E0629-A1E3-4EC0-A694-1E5AF07B3D4C}"/>
              </a:ext>
            </a:extLst>
          </p:cNvPr>
          <p:cNvSpPr/>
          <p:nvPr/>
        </p:nvSpPr>
        <p:spPr>
          <a:xfrm>
            <a:off x="464479" y="1672642"/>
            <a:ext cx="360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871BB67-CA42-4599-942F-3F1E0B362F8E}"/>
              </a:ext>
            </a:extLst>
          </p:cNvPr>
          <p:cNvSpPr/>
          <p:nvPr/>
        </p:nvSpPr>
        <p:spPr>
          <a:xfrm>
            <a:off x="8327704" y="384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BBCB7EA-0845-40D5-8854-36818A9632C9}"/>
              </a:ext>
            </a:extLst>
          </p:cNvPr>
          <p:cNvSpPr/>
          <p:nvPr/>
        </p:nvSpPr>
        <p:spPr>
          <a:xfrm>
            <a:off x="8327704" y="420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6F6BA1E-E010-4C9E-9B31-E60A14A6697B}"/>
              </a:ext>
            </a:extLst>
          </p:cNvPr>
          <p:cNvSpPr/>
          <p:nvPr/>
        </p:nvSpPr>
        <p:spPr>
          <a:xfrm>
            <a:off x="832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8A7A0B-38B4-CE2D-6D7F-A252F6780381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69166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/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5327C4F-7D14-476E-8800-4694C4B80C80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3.17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6819A0-A382-4152-A8D3-9A0AD0FFCC7E}"/>
              </a:ext>
            </a:extLst>
          </p:cNvPr>
          <p:cNvSpPr/>
          <p:nvPr/>
        </p:nvSpPr>
        <p:spPr>
          <a:xfrm>
            <a:off x="5447704" y="1329742"/>
            <a:ext cx="36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D0624C-3206-42A3-AC2E-F76F8D60DDFA}"/>
              </a:ext>
            </a:extLst>
          </p:cNvPr>
          <p:cNvSpPr/>
          <p:nvPr/>
        </p:nvSpPr>
        <p:spPr>
          <a:xfrm>
            <a:off x="6533554" y="1690105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E1F2D4-C5AB-45DC-98DB-DFBFD48EC8E5}"/>
              </a:ext>
            </a:extLst>
          </p:cNvPr>
          <p:cNvSpPr/>
          <p:nvPr/>
        </p:nvSpPr>
        <p:spPr>
          <a:xfrm>
            <a:off x="6533554" y="2050105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36ABD2-36C2-4B7F-8E51-390E47D51139}"/>
              </a:ext>
            </a:extLst>
          </p:cNvPr>
          <p:cNvSpPr/>
          <p:nvPr/>
        </p:nvSpPr>
        <p:spPr>
          <a:xfrm>
            <a:off x="6533554" y="2410105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A06AAB-48AD-453B-8E7E-1206472904DB}"/>
              </a:ext>
            </a:extLst>
          </p:cNvPr>
          <p:cNvSpPr/>
          <p:nvPr/>
        </p:nvSpPr>
        <p:spPr>
          <a:xfrm>
            <a:off x="7971829" y="1690105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82E905-1623-4DF4-8D69-E5AA8D502836}"/>
              </a:ext>
            </a:extLst>
          </p:cNvPr>
          <p:cNvSpPr/>
          <p:nvPr/>
        </p:nvSpPr>
        <p:spPr>
          <a:xfrm>
            <a:off x="7971829" y="31331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B5C3FA-1E8C-41AF-9994-E6D4D32A2E93}"/>
              </a:ext>
            </a:extLst>
          </p:cNvPr>
          <p:cNvSpPr/>
          <p:nvPr/>
        </p:nvSpPr>
        <p:spPr>
          <a:xfrm>
            <a:off x="7609878" y="349509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4C02D0-BE30-4018-BFED-2B61E0CB88BF}"/>
              </a:ext>
            </a:extLst>
          </p:cNvPr>
          <p:cNvSpPr/>
          <p:nvPr/>
        </p:nvSpPr>
        <p:spPr>
          <a:xfrm>
            <a:off x="7249878" y="4212417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445F474-9957-47ED-9F94-22EBC953BB90}"/>
              </a:ext>
            </a:extLst>
          </p:cNvPr>
          <p:cNvSpPr/>
          <p:nvPr/>
        </p:nvSpPr>
        <p:spPr>
          <a:xfrm>
            <a:off x="602591" y="1567867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C046B3A-0080-4DDF-B3D0-773693D27A44}"/>
              </a:ext>
            </a:extLst>
          </p:cNvPr>
          <p:cNvSpPr/>
          <p:nvPr/>
        </p:nvSpPr>
        <p:spPr>
          <a:xfrm>
            <a:off x="331129" y="1805992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171D07-6030-3256-D286-3EF0995F3C4A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160257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3FE6841E-9CA2-4943-9AC1-6697FF5E9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680952"/>
              </p:ext>
            </p:extLst>
          </p:nvPr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623595-F52C-4AEB-9E20-1810A132E285}"/>
              </a:ext>
            </a:extLst>
          </p:cNvPr>
          <p:cNvSpPr/>
          <p:nvPr/>
        </p:nvSpPr>
        <p:spPr>
          <a:xfrm>
            <a:off x="544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EBB72F-BF51-42FF-B54C-A7E5615FDC6B}"/>
              </a:ext>
            </a:extLst>
          </p:cNvPr>
          <p:cNvSpPr/>
          <p:nvPr/>
        </p:nvSpPr>
        <p:spPr>
          <a:xfrm>
            <a:off x="580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A86A8E-8A07-4224-B6E7-211733B41DFF}"/>
              </a:ext>
            </a:extLst>
          </p:cNvPr>
          <p:cNvSpPr/>
          <p:nvPr/>
        </p:nvSpPr>
        <p:spPr>
          <a:xfrm>
            <a:off x="616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0.52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4A9BB20-D639-4CCC-968C-6AF2A7A3A86C}"/>
              </a:ext>
            </a:extLst>
          </p:cNvPr>
          <p:cNvSpPr/>
          <p:nvPr/>
        </p:nvSpPr>
        <p:spPr>
          <a:xfrm>
            <a:off x="7235235" y="132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16B460-D57D-4697-9D50-63A420144A03}"/>
              </a:ext>
            </a:extLst>
          </p:cNvPr>
          <p:cNvSpPr/>
          <p:nvPr/>
        </p:nvSpPr>
        <p:spPr>
          <a:xfrm>
            <a:off x="7235235" y="168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E342EC4-C815-4889-B13B-7D8DC866F314}"/>
              </a:ext>
            </a:extLst>
          </p:cNvPr>
          <p:cNvSpPr/>
          <p:nvPr/>
        </p:nvSpPr>
        <p:spPr>
          <a:xfrm>
            <a:off x="7235235" y="204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A82A625-E8CB-40AD-B717-03C921B3A2E4}"/>
              </a:ext>
            </a:extLst>
          </p:cNvPr>
          <p:cNvSpPr/>
          <p:nvPr/>
        </p:nvSpPr>
        <p:spPr>
          <a:xfrm>
            <a:off x="7235235" y="240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DC9066-E95E-4305-80EC-8C4EB8AA5500}"/>
              </a:ext>
            </a:extLst>
          </p:cNvPr>
          <p:cNvSpPr/>
          <p:nvPr/>
        </p:nvSpPr>
        <p:spPr>
          <a:xfrm>
            <a:off x="7235235" y="276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DC4E34A-DE81-4657-8360-27C369D35DB3}"/>
              </a:ext>
            </a:extLst>
          </p:cNvPr>
          <p:cNvSpPr/>
          <p:nvPr/>
        </p:nvSpPr>
        <p:spPr>
          <a:xfrm>
            <a:off x="7235235" y="312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328B6D8-BC56-4616-93AB-54CAA0BF83C2}"/>
              </a:ext>
            </a:extLst>
          </p:cNvPr>
          <p:cNvSpPr/>
          <p:nvPr/>
        </p:nvSpPr>
        <p:spPr>
          <a:xfrm>
            <a:off x="7235235" y="348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6095080-49CA-46D9-8D63-439996B7C4DD}"/>
              </a:ext>
            </a:extLst>
          </p:cNvPr>
          <p:cNvSpPr/>
          <p:nvPr/>
        </p:nvSpPr>
        <p:spPr>
          <a:xfrm>
            <a:off x="7235235" y="384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EC26CD6-8CA5-451B-89AB-02CF3F856B35}"/>
              </a:ext>
            </a:extLst>
          </p:cNvPr>
          <p:cNvSpPr/>
          <p:nvPr/>
        </p:nvSpPr>
        <p:spPr>
          <a:xfrm>
            <a:off x="7235235" y="420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B2A955E-CAB1-40AC-B0B8-8A009A2F9335}"/>
              </a:ext>
            </a:extLst>
          </p:cNvPr>
          <p:cNvSpPr/>
          <p:nvPr/>
        </p:nvSpPr>
        <p:spPr>
          <a:xfrm>
            <a:off x="7235235" y="456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CB9425-A46C-4671-B311-A4574B9D0575}"/>
              </a:ext>
            </a:extLst>
          </p:cNvPr>
          <p:cNvSpPr/>
          <p:nvPr/>
        </p:nvSpPr>
        <p:spPr>
          <a:xfrm>
            <a:off x="7595235" y="132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03FCC28-8590-4C87-9B95-37AC6D1007A4}"/>
              </a:ext>
            </a:extLst>
          </p:cNvPr>
          <p:cNvSpPr/>
          <p:nvPr/>
        </p:nvSpPr>
        <p:spPr>
          <a:xfrm>
            <a:off x="7595235" y="168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5415769-CECE-43FC-A181-27EA18228B0D}"/>
              </a:ext>
            </a:extLst>
          </p:cNvPr>
          <p:cNvSpPr/>
          <p:nvPr/>
        </p:nvSpPr>
        <p:spPr>
          <a:xfrm>
            <a:off x="7595235" y="204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BBA040D-32C5-4B39-A613-C073B44B5BBB}"/>
              </a:ext>
            </a:extLst>
          </p:cNvPr>
          <p:cNvSpPr/>
          <p:nvPr/>
        </p:nvSpPr>
        <p:spPr>
          <a:xfrm>
            <a:off x="7595235" y="240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E4DCB00-90D2-4921-B875-18B84E96CEF3}"/>
              </a:ext>
            </a:extLst>
          </p:cNvPr>
          <p:cNvSpPr/>
          <p:nvPr/>
        </p:nvSpPr>
        <p:spPr>
          <a:xfrm>
            <a:off x="7595235" y="276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EAE871C-4EEB-421D-8C2F-9817DAA900A6}"/>
              </a:ext>
            </a:extLst>
          </p:cNvPr>
          <p:cNvSpPr/>
          <p:nvPr/>
        </p:nvSpPr>
        <p:spPr>
          <a:xfrm>
            <a:off x="7595235" y="312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E58ACA2-186E-4BC3-9BEC-830B37CBAB38}"/>
              </a:ext>
            </a:extLst>
          </p:cNvPr>
          <p:cNvSpPr/>
          <p:nvPr/>
        </p:nvSpPr>
        <p:spPr>
          <a:xfrm>
            <a:off x="7595235" y="348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DCA1B91-D570-4775-AD99-239B36EA7969}"/>
              </a:ext>
            </a:extLst>
          </p:cNvPr>
          <p:cNvSpPr/>
          <p:nvPr/>
        </p:nvSpPr>
        <p:spPr>
          <a:xfrm>
            <a:off x="7595235" y="384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D504D17-C7ED-4E73-A05F-AFC1F996E01C}"/>
              </a:ext>
            </a:extLst>
          </p:cNvPr>
          <p:cNvSpPr/>
          <p:nvPr/>
        </p:nvSpPr>
        <p:spPr>
          <a:xfrm>
            <a:off x="7595235" y="420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B59FB9E-0A33-4882-97DB-A919D17A4B38}"/>
              </a:ext>
            </a:extLst>
          </p:cNvPr>
          <p:cNvSpPr/>
          <p:nvPr/>
        </p:nvSpPr>
        <p:spPr>
          <a:xfrm>
            <a:off x="7595235" y="456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8A4F1F3-27B2-40C7-9FBA-20D77C5A5E3C}"/>
              </a:ext>
            </a:extLst>
          </p:cNvPr>
          <p:cNvSpPr/>
          <p:nvPr/>
        </p:nvSpPr>
        <p:spPr>
          <a:xfrm>
            <a:off x="7955235" y="420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E5C3BE3-79FA-4213-90E5-7A906F84415C}"/>
              </a:ext>
            </a:extLst>
          </p:cNvPr>
          <p:cNvSpPr/>
          <p:nvPr/>
        </p:nvSpPr>
        <p:spPr>
          <a:xfrm>
            <a:off x="7955235" y="456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0327E3-2768-33F2-B77D-654874F910DC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32839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/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5327C4F-7D14-476E-8800-4694C4B80C80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EFB666-179A-47D7-BF09-FFE5871EFA37}"/>
              </a:ext>
            </a:extLst>
          </p:cNvPr>
          <p:cNvSpPr/>
          <p:nvPr/>
        </p:nvSpPr>
        <p:spPr>
          <a:xfrm>
            <a:off x="5447704" y="348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977A661-4AA4-4A17-84C0-31C226242C88}"/>
              </a:ext>
            </a:extLst>
          </p:cNvPr>
          <p:cNvSpPr/>
          <p:nvPr/>
        </p:nvSpPr>
        <p:spPr>
          <a:xfrm>
            <a:off x="5447704" y="384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0E0A5F-4937-4D8B-B9F3-B5DA78C26A93}"/>
              </a:ext>
            </a:extLst>
          </p:cNvPr>
          <p:cNvSpPr/>
          <p:nvPr/>
        </p:nvSpPr>
        <p:spPr>
          <a:xfrm>
            <a:off x="5447704" y="420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356B97-ABD9-421E-8EDF-286E3DDD458D}"/>
              </a:ext>
            </a:extLst>
          </p:cNvPr>
          <p:cNvSpPr/>
          <p:nvPr/>
        </p:nvSpPr>
        <p:spPr>
          <a:xfrm>
            <a:off x="544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1.16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67457A5-FE3F-4132-ABE6-D286FFE558E6}"/>
              </a:ext>
            </a:extLst>
          </p:cNvPr>
          <p:cNvSpPr/>
          <p:nvPr/>
        </p:nvSpPr>
        <p:spPr>
          <a:xfrm>
            <a:off x="5807704" y="348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80CD786-8CDD-4475-AF87-A160814ACC24}"/>
              </a:ext>
            </a:extLst>
          </p:cNvPr>
          <p:cNvSpPr/>
          <p:nvPr/>
        </p:nvSpPr>
        <p:spPr>
          <a:xfrm>
            <a:off x="5807704" y="384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4A92B8-FEBD-4B38-BE8C-D2444A02D3FA}"/>
              </a:ext>
            </a:extLst>
          </p:cNvPr>
          <p:cNvSpPr/>
          <p:nvPr/>
        </p:nvSpPr>
        <p:spPr>
          <a:xfrm>
            <a:off x="5807704" y="420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999498-50FB-4094-866F-4BBFA988608C}"/>
              </a:ext>
            </a:extLst>
          </p:cNvPr>
          <p:cNvSpPr/>
          <p:nvPr/>
        </p:nvSpPr>
        <p:spPr>
          <a:xfrm>
            <a:off x="580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3E9257-4038-4E92-B91C-70ED2368F5FF}"/>
              </a:ext>
            </a:extLst>
          </p:cNvPr>
          <p:cNvSpPr/>
          <p:nvPr/>
        </p:nvSpPr>
        <p:spPr>
          <a:xfrm>
            <a:off x="6167704" y="348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078DBA-3FFE-411A-8721-9FE9816BDCC0}"/>
              </a:ext>
            </a:extLst>
          </p:cNvPr>
          <p:cNvSpPr/>
          <p:nvPr/>
        </p:nvSpPr>
        <p:spPr>
          <a:xfrm>
            <a:off x="6167704" y="384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191E8E-0D8B-4259-844B-7A4A707DAD24}"/>
              </a:ext>
            </a:extLst>
          </p:cNvPr>
          <p:cNvSpPr/>
          <p:nvPr/>
        </p:nvSpPr>
        <p:spPr>
          <a:xfrm>
            <a:off x="6167704" y="420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C169E0-822D-4D39-8997-0D4B15448179}"/>
              </a:ext>
            </a:extLst>
          </p:cNvPr>
          <p:cNvSpPr/>
          <p:nvPr/>
        </p:nvSpPr>
        <p:spPr>
          <a:xfrm>
            <a:off x="616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33A784-3440-4F2F-8536-718CDBB11625}"/>
              </a:ext>
            </a:extLst>
          </p:cNvPr>
          <p:cNvSpPr/>
          <p:nvPr/>
        </p:nvSpPr>
        <p:spPr>
          <a:xfrm>
            <a:off x="652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DA48B8-6FC1-4EF7-817C-E4B73E4F8836}"/>
              </a:ext>
            </a:extLst>
          </p:cNvPr>
          <p:cNvSpPr/>
          <p:nvPr/>
        </p:nvSpPr>
        <p:spPr>
          <a:xfrm>
            <a:off x="688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F892B1-C1E7-49EF-9E54-774AA2A5ABD9}"/>
              </a:ext>
            </a:extLst>
          </p:cNvPr>
          <p:cNvSpPr/>
          <p:nvPr/>
        </p:nvSpPr>
        <p:spPr>
          <a:xfrm>
            <a:off x="724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E96077-DB54-454E-B982-190F836505FB}"/>
              </a:ext>
            </a:extLst>
          </p:cNvPr>
          <p:cNvSpPr/>
          <p:nvPr/>
        </p:nvSpPr>
        <p:spPr>
          <a:xfrm>
            <a:off x="7607704" y="4569742"/>
            <a:ext cx="3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1C5DE-7FE6-AB64-CF11-F9A243627C9C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12035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2F2989C-52F9-4645-8076-519FCF3B3C73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/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5327C4F-7D14-476E-8800-4694C4B80C80}"/>
              </a:ext>
            </a:extLst>
          </p:cNvPr>
          <p:cNvSpPr/>
          <p:nvPr/>
        </p:nvSpPr>
        <p:spPr>
          <a:xfrm>
            <a:off x="874054" y="1329742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623595-F52C-4AEB-9E20-1810A132E285}"/>
              </a:ext>
            </a:extLst>
          </p:cNvPr>
          <p:cNvSpPr/>
          <p:nvPr/>
        </p:nvSpPr>
        <p:spPr>
          <a:xfrm>
            <a:off x="5447704" y="1329742"/>
            <a:ext cx="36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EBB72F-BF51-42FF-B54C-A7E5615FDC6B}"/>
              </a:ext>
            </a:extLst>
          </p:cNvPr>
          <p:cNvSpPr/>
          <p:nvPr/>
        </p:nvSpPr>
        <p:spPr>
          <a:xfrm>
            <a:off x="5807704" y="1329742"/>
            <a:ext cx="36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A86A8E-8A07-4224-B6E7-211733B41DFF}"/>
              </a:ext>
            </a:extLst>
          </p:cNvPr>
          <p:cNvSpPr/>
          <p:nvPr/>
        </p:nvSpPr>
        <p:spPr>
          <a:xfrm>
            <a:off x="6167704" y="1329742"/>
            <a:ext cx="36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2.41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4ED6D97-9A04-4D8A-B60B-FECADB9BE484}"/>
              </a:ext>
            </a:extLst>
          </p:cNvPr>
          <p:cNvSpPr/>
          <p:nvPr/>
        </p:nvSpPr>
        <p:spPr>
          <a:xfrm>
            <a:off x="8315235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62EB095-A9EE-404D-9D59-6985508D8EBD}"/>
              </a:ext>
            </a:extLst>
          </p:cNvPr>
          <p:cNvSpPr/>
          <p:nvPr/>
        </p:nvSpPr>
        <p:spPr>
          <a:xfrm>
            <a:off x="8315235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2AB7622-3EA8-4E37-9FBE-9AE4F9C0B0A8}"/>
              </a:ext>
            </a:extLst>
          </p:cNvPr>
          <p:cNvSpPr/>
          <p:nvPr/>
        </p:nvSpPr>
        <p:spPr>
          <a:xfrm>
            <a:off x="8315235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FEA1A1-1279-479E-A557-EEAF7BB8EB78}"/>
              </a:ext>
            </a:extLst>
          </p:cNvPr>
          <p:cNvSpPr/>
          <p:nvPr/>
        </p:nvSpPr>
        <p:spPr>
          <a:xfrm>
            <a:off x="8671946" y="20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E9C2FE3-532B-442C-A5DD-2A3C0EB0EA61}"/>
              </a:ext>
            </a:extLst>
          </p:cNvPr>
          <p:cNvSpPr/>
          <p:nvPr/>
        </p:nvSpPr>
        <p:spPr>
          <a:xfrm>
            <a:off x="8671946" y="24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A960EA9-D7A5-4803-9905-F41A7756C675}"/>
              </a:ext>
            </a:extLst>
          </p:cNvPr>
          <p:cNvSpPr/>
          <p:nvPr/>
        </p:nvSpPr>
        <p:spPr>
          <a:xfrm>
            <a:off x="8671946" y="27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5E77176-8297-4CBA-9421-483264562095}"/>
              </a:ext>
            </a:extLst>
          </p:cNvPr>
          <p:cNvSpPr/>
          <p:nvPr/>
        </p:nvSpPr>
        <p:spPr>
          <a:xfrm>
            <a:off x="8671946" y="312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2273975-B142-4CD4-960C-0C4C1547DC1B}"/>
              </a:ext>
            </a:extLst>
          </p:cNvPr>
          <p:cNvSpPr/>
          <p:nvPr/>
        </p:nvSpPr>
        <p:spPr>
          <a:xfrm>
            <a:off x="8671946" y="348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0EC7F82-D58C-44D0-B2D5-228006E3FBC1}"/>
              </a:ext>
            </a:extLst>
          </p:cNvPr>
          <p:cNvSpPr/>
          <p:nvPr/>
        </p:nvSpPr>
        <p:spPr>
          <a:xfrm>
            <a:off x="8671946" y="384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088F48A-FD43-4F88-A694-D47A9F6C69D9}"/>
              </a:ext>
            </a:extLst>
          </p:cNvPr>
          <p:cNvSpPr/>
          <p:nvPr/>
        </p:nvSpPr>
        <p:spPr>
          <a:xfrm>
            <a:off x="8671946" y="420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7DBF943-6AF7-499B-BCAB-AE73628CE8F1}"/>
              </a:ext>
            </a:extLst>
          </p:cNvPr>
          <p:cNvSpPr/>
          <p:nvPr/>
        </p:nvSpPr>
        <p:spPr>
          <a:xfrm>
            <a:off x="8671946" y="4569742"/>
            <a:ext cx="36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A6AE271-CD1E-40B1-80E5-CCB762FC152F}"/>
              </a:ext>
            </a:extLst>
          </p:cNvPr>
          <p:cNvSpPr/>
          <p:nvPr/>
        </p:nvSpPr>
        <p:spPr>
          <a:xfrm>
            <a:off x="464479" y="1672642"/>
            <a:ext cx="3600000" cy="360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7106E1-C0AB-AD62-AE45-A3B153257CC6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94619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75C4EA71-40EB-47A1-A06A-E63C2A6304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642305"/>
              </p:ext>
            </p:extLst>
          </p:nvPr>
        </p:nvGraphicFramePr>
        <p:xfrm>
          <a:off x="87405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AE46C2-38DF-4C54-97BA-1508DE0B0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106044"/>
              </p:ext>
            </p:extLst>
          </p:nvPr>
        </p:nvGraphicFramePr>
        <p:xfrm>
          <a:off x="5447704" y="1329742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6386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12821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261468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52157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0120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3979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60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632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834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003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36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77341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0623595-F52C-4AEB-9E20-1810A132E285}"/>
              </a:ext>
            </a:extLst>
          </p:cNvPr>
          <p:cNvSpPr/>
          <p:nvPr/>
        </p:nvSpPr>
        <p:spPr>
          <a:xfrm>
            <a:off x="544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EBB72F-BF51-42FF-B54C-A7E5615FDC6B}"/>
              </a:ext>
            </a:extLst>
          </p:cNvPr>
          <p:cNvSpPr/>
          <p:nvPr/>
        </p:nvSpPr>
        <p:spPr>
          <a:xfrm>
            <a:off x="580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A86A8E-8A07-4224-B6E7-211733B41DFF}"/>
              </a:ext>
            </a:extLst>
          </p:cNvPr>
          <p:cNvSpPr/>
          <p:nvPr/>
        </p:nvSpPr>
        <p:spPr>
          <a:xfrm>
            <a:off x="6167704" y="1329742"/>
            <a:ext cx="360000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3E9257-4038-4E92-B91C-70ED2368F5FF}"/>
              </a:ext>
            </a:extLst>
          </p:cNvPr>
          <p:cNvSpPr/>
          <p:nvPr/>
        </p:nvSpPr>
        <p:spPr>
          <a:xfrm>
            <a:off x="6527704" y="132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078DBA-3FFE-411A-8721-9FE9816BDCC0}"/>
              </a:ext>
            </a:extLst>
          </p:cNvPr>
          <p:cNvSpPr/>
          <p:nvPr/>
        </p:nvSpPr>
        <p:spPr>
          <a:xfrm>
            <a:off x="6527704" y="168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191E8E-0D8B-4259-844B-7A4A707DAD24}"/>
              </a:ext>
            </a:extLst>
          </p:cNvPr>
          <p:cNvSpPr/>
          <p:nvPr/>
        </p:nvSpPr>
        <p:spPr>
          <a:xfrm>
            <a:off x="6527704" y="204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C169E0-822D-4D39-8997-0D4B15448179}"/>
              </a:ext>
            </a:extLst>
          </p:cNvPr>
          <p:cNvSpPr/>
          <p:nvPr/>
        </p:nvSpPr>
        <p:spPr>
          <a:xfrm>
            <a:off x="6527704" y="2409742"/>
            <a:ext cx="360000" cy="3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2AD7BE-163A-4066-BF0B-4098045E1474}"/>
              </a:ext>
            </a:extLst>
          </p:cNvPr>
          <p:cNvSpPr/>
          <p:nvPr/>
        </p:nvSpPr>
        <p:spPr>
          <a:xfrm>
            <a:off x="4821179" y="2990042"/>
            <a:ext cx="279400" cy="2794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F8EA1-4064-4B30-87EB-4670E3DF320A}"/>
              </a:ext>
            </a:extLst>
          </p:cNvPr>
          <p:cNvSpPr txBox="1"/>
          <p:nvPr/>
        </p:nvSpPr>
        <p:spPr>
          <a:xfrm>
            <a:off x="4209471" y="5280307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0.84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7C7D1CC-391B-4322-AF97-A9BC7B23DBF0}"/>
              </a:ext>
            </a:extLst>
          </p:cNvPr>
          <p:cNvSpPr/>
          <p:nvPr/>
        </p:nvSpPr>
        <p:spPr>
          <a:xfrm>
            <a:off x="2661178" y="1329742"/>
            <a:ext cx="1812875" cy="360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effectLst>
            <a:outerShdw blurRad="139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43C15-D791-4FA2-072A-522D93F8172A}"/>
              </a:ext>
            </a:extLst>
          </p:cNvPr>
          <p:cNvSpPr txBox="1"/>
          <p:nvPr/>
        </p:nvSpPr>
        <p:spPr>
          <a:xfrm>
            <a:off x="1549823" y="309295"/>
            <a:ext cx="6823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Берилген бөлүктөрдү ондук сан катары туюнткула.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66479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022985"/>
            <a:ext cx="8543925" cy="4351338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8806</TotalTime>
  <Words>280</Words>
  <Application>Microsoft Office PowerPoint</Application>
  <PresentationFormat>A4 Paper (210x297 mm)</PresentationFormat>
  <Paragraphs>83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401</cp:revision>
  <cp:lastPrinted>2017-12-31T22:38:51Z</cp:lastPrinted>
  <dcterms:created xsi:type="dcterms:W3CDTF">2017-01-17T16:57:04Z</dcterms:created>
  <dcterms:modified xsi:type="dcterms:W3CDTF">2024-09-28T16:50:55Z</dcterms:modified>
</cp:coreProperties>
</file>