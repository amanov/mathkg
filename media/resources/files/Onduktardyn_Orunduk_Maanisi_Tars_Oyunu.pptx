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1"/>
  </p:sldMasterIdLst>
  <p:notesMasterIdLst>
    <p:notesMasterId r:id="rId8"/>
  </p:notesMasterIdLst>
  <p:sldIdLst>
    <p:sldId id="972" r:id="rId2"/>
    <p:sldId id="943" r:id="rId3"/>
    <p:sldId id="941" r:id="rId4"/>
    <p:sldId id="942" r:id="rId5"/>
    <p:sldId id="885" r:id="rId6"/>
    <p:sldId id="973" r:id="rId7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7F0B50D-B69B-4526-A8D3-F1930E9A8F9D}">
          <p14:sldIdLst>
            <p14:sldId id="972"/>
          </p14:sldIdLst>
        </p14:section>
        <p14:section name="Титулдук слайд" id="{D8A5C4EE-CC1A-414A-993F-BB08C1018A66}">
          <p14:sldIdLst>
            <p14:sldId id="943"/>
          </p14:sldIdLst>
        </p14:section>
        <p14:section name="Оюн карталары" id="{52BC5FBC-52CF-4F3D-812D-3045EECE43F0}">
          <p14:sldIdLst>
            <p14:sldId id="941"/>
            <p14:sldId id="942"/>
          </p14:sldIdLst>
        </p14:section>
        <p14:section name="Багыт баракчасы" id="{3EBB38D4-6FE9-47A2-AB7C-4F2B27437A25}">
          <p14:sldIdLst>
            <p14:sldId id="885"/>
          </p14:sldIdLst>
        </p14:section>
        <p14:section name="Кайтарым байланыш" id="{96CFB7EE-6E17-42EB-BD52-84F30DA6E91B}">
          <p14:sldIdLst>
            <p14:sldId id="9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18E"/>
    <a:srgbClr val="FF3300"/>
    <a:srgbClr val="FF00FF"/>
    <a:srgbClr val="00FF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88" autoAdjust="0"/>
    <p:restoredTop sz="96395" autoAdjust="0"/>
  </p:normalViewPr>
  <p:slideViewPr>
    <p:cSldViewPr snapToGrid="0" showGuides="1">
      <p:cViewPr varScale="1">
        <p:scale>
          <a:sx n="63" d="100"/>
          <a:sy n="63" d="100"/>
        </p:scale>
        <p:origin x="1232" y="76"/>
      </p:cViewPr>
      <p:guideLst>
        <p:guide orient="horz" pos="2160"/>
        <p:guide pos="3120"/>
      </p:guideLst>
    </p:cSldViewPr>
  </p:slid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8DA03BD-0D10-881F-68DF-55A084B44400}"/>
              </a:ext>
            </a:extLst>
          </p:cNvPr>
          <p:cNvSpPr txBox="1">
            <a:spLocks/>
          </p:cNvSpPr>
          <p:nvPr/>
        </p:nvSpPr>
        <p:spPr>
          <a:xfrm>
            <a:off x="0" y="191181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736DD-D2AD-61E3-58E2-BEBBEB44F31C}"/>
              </a:ext>
            </a:extLst>
          </p:cNvPr>
          <p:cNvSpPr txBox="1"/>
          <p:nvPr/>
        </p:nvSpPr>
        <p:spPr>
          <a:xfrm>
            <a:off x="266337" y="891268"/>
            <a:ext cx="9743440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 сандар – Сандардын Орундук мааниси – </a:t>
            </a:r>
            <a:r>
              <a:rPr lang="ky-KG" sz="2400" dirty="0">
                <a:solidFill>
                  <a:prstClr val="black"/>
                </a:solidFill>
                <a:latin typeface="Calibri" panose="020F0502020204030204"/>
              </a:rPr>
              <a:t>ТАРС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оюнда окуучулардын түгөйлөрү тактада «</a:t>
            </a:r>
            <a:r>
              <a:rPr lang="ky-KG" sz="2400" dirty="0">
                <a:solidFill>
                  <a:prstClr val="black"/>
                </a:solidFill>
                <a:latin typeface="Calibri" panose="020F0502020204030204"/>
              </a:rPr>
              <a:t>Тарс»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 жооп берүү үчүн жарышат.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багыттар берилиши мүмкүн (мугалим же башка окуучулар тарабынан) жана жоопту биринчи көрсөткөн окуучу өз командасына упай алат.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Башка слайдга өтүү үчүн «Кийинки» баскычын басыңыз.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(Тактаңызга зыян келтирбөө үчүн түрмөк кагазды колдонуңуз!)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096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9974A13-E84A-4DE6-904A-647FA79B393E}"/>
              </a:ext>
            </a:extLst>
          </p:cNvPr>
          <p:cNvGrpSpPr/>
          <p:nvPr/>
        </p:nvGrpSpPr>
        <p:grpSpPr>
          <a:xfrm>
            <a:off x="159328" y="69275"/>
            <a:ext cx="9587343" cy="6733309"/>
            <a:chOff x="159328" y="124691"/>
            <a:chExt cx="9587343" cy="6733309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AB3AF67-CCB8-4955-A350-B17E19210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328" y="124691"/>
              <a:ext cx="9587343" cy="6733309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06DF5F-5C40-4A50-810B-32F0B9F40C98}"/>
                </a:ext>
              </a:extLst>
            </p:cNvPr>
            <p:cNvSpPr/>
            <p:nvPr/>
          </p:nvSpPr>
          <p:spPr>
            <a:xfrm>
              <a:off x="2257597" y="1965496"/>
              <a:ext cx="6185363" cy="264687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166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Bauhaus 93" panose="04030905020B02020C02" pitchFamily="82" charset="0"/>
                </a:rPr>
                <a:t>ТАРС</a:t>
              </a:r>
              <a:r>
                <a:rPr lang="en-US" sz="166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ngenial SemiBold" panose="020F0502020204030204" pitchFamily="2" charset="0"/>
                </a:rPr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7998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25C424-7CB8-45B4-B990-3E13DA3A6199}"/>
              </a:ext>
            </a:extLst>
          </p:cNvPr>
          <p:cNvSpPr/>
          <p:nvPr/>
        </p:nvSpPr>
        <p:spPr>
          <a:xfrm>
            <a:off x="22859" y="26670"/>
            <a:ext cx="4909925" cy="68045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A7A2607-B834-4174-8182-47199583416D}"/>
              </a:ext>
            </a:extLst>
          </p:cNvPr>
          <p:cNvSpPr/>
          <p:nvPr/>
        </p:nvSpPr>
        <p:spPr>
          <a:xfrm>
            <a:off x="4953000" y="26669"/>
            <a:ext cx="4932680" cy="680466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9081D5-4ED9-4B03-A9D4-BDB816C407ED}"/>
              </a:ext>
            </a:extLst>
          </p:cNvPr>
          <p:cNvSpPr/>
          <p:nvPr/>
        </p:nvSpPr>
        <p:spPr>
          <a:xfrm>
            <a:off x="740354" y="0"/>
            <a:ext cx="347229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4400" b="0" cap="none" spc="0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uhaus 93" panose="04030905020B02020C02" pitchFamily="82" charset="0"/>
              </a:rPr>
              <a:t>Көк команда</a:t>
            </a:r>
            <a:endParaRPr lang="en-US" sz="4400" b="0" cap="none" spc="0" dirty="0">
              <a:ln w="0">
                <a:solidFill>
                  <a:schemeClr val="tx1"/>
                </a:solidFill>
              </a:ln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uhaus 93" panose="04030905020B02020C02" pitchFamily="82" charset="0"/>
            </a:endParaRPr>
          </a:p>
        </p:txBody>
      </p:sp>
      <p:sp>
        <p:nvSpPr>
          <p:cNvPr id="16" name="Rectangle: Rounded Corners 1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0764B08-78D8-4CC5-B234-09C4E41B13D9}"/>
              </a:ext>
            </a:extLst>
          </p:cNvPr>
          <p:cNvSpPr/>
          <p:nvPr/>
        </p:nvSpPr>
        <p:spPr>
          <a:xfrm>
            <a:off x="4003040" y="481698"/>
            <a:ext cx="2043298" cy="56341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2800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75000"/>
                  </a:schemeClr>
                </a:solidFill>
                <a:latin typeface="Bauhaus 93" panose="04030905020B02020C02" pitchFamily="82" charset="0"/>
              </a:rPr>
              <a:t>КИЙИНКИ</a:t>
            </a:r>
            <a:endParaRPr lang="en-GB" sz="1950" dirty="0">
              <a:ln>
                <a:solidFill>
                  <a:schemeClr val="tx1"/>
                </a:solidFill>
              </a:ln>
              <a:solidFill>
                <a:schemeClr val="accent6">
                  <a:lumMod val="75000"/>
                </a:schemeClr>
              </a:solidFill>
              <a:latin typeface="Bauhaus 93" panose="04030905020B02020C02" pitchFamily="82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8C5FFFE-32C2-47F0-A974-108001BB5E20}"/>
              </a:ext>
            </a:extLst>
          </p:cNvPr>
          <p:cNvSpPr/>
          <p:nvPr/>
        </p:nvSpPr>
        <p:spPr>
          <a:xfrm>
            <a:off x="4744027" y="26809"/>
            <a:ext cx="417945" cy="417945"/>
          </a:xfrm>
          <a:prstGeom prst="ellipse">
            <a:avLst/>
          </a:prstGeom>
          <a:solidFill>
            <a:srgbClr val="A9D18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75000"/>
                  </a:schemeClr>
                </a:solidFill>
                <a:latin typeface="Bauhaus 93" panose="04030905020B02020C02" pitchFamily="82" charset="0"/>
              </a:rPr>
              <a:t>1</a:t>
            </a:r>
            <a:endParaRPr lang="en-GB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479497-7250-4B31-A40F-8CFF8C6AB654}"/>
              </a:ext>
            </a:extLst>
          </p:cNvPr>
          <p:cNvSpPr txBox="1"/>
          <p:nvPr/>
        </p:nvSpPr>
        <p:spPr>
          <a:xfrm rot="21068915">
            <a:off x="288924" y="1321707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6.4</a:t>
            </a:r>
            <a:endParaRPr lang="en-GB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56387F-663B-4D25-8C8A-75D1EE28ACEA}"/>
              </a:ext>
            </a:extLst>
          </p:cNvPr>
          <p:cNvSpPr txBox="1"/>
          <p:nvPr/>
        </p:nvSpPr>
        <p:spPr>
          <a:xfrm rot="1528311">
            <a:off x="412749" y="2198008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0.47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9FA33B-9964-4DB7-B2F4-A2A572308B14}"/>
              </a:ext>
            </a:extLst>
          </p:cNvPr>
          <p:cNvSpPr txBox="1"/>
          <p:nvPr/>
        </p:nvSpPr>
        <p:spPr>
          <a:xfrm rot="557534">
            <a:off x="2041525" y="5954033"/>
            <a:ext cx="118333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7.06</a:t>
            </a:r>
            <a:endParaRPr lang="en-GB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30DCE4-4EFE-4F48-A0C8-58D2F2E23BFE}"/>
              </a:ext>
            </a:extLst>
          </p:cNvPr>
          <p:cNvSpPr txBox="1"/>
          <p:nvPr/>
        </p:nvSpPr>
        <p:spPr>
          <a:xfrm rot="20092584">
            <a:off x="3022601" y="1324883"/>
            <a:ext cx="1237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2.081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39EB24-7EBB-493E-9136-EC1F29EF12B0}"/>
              </a:ext>
            </a:extLst>
          </p:cNvPr>
          <p:cNvSpPr txBox="1"/>
          <p:nvPr/>
        </p:nvSpPr>
        <p:spPr>
          <a:xfrm rot="20604393">
            <a:off x="3289300" y="3468007"/>
            <a:ext cx="118333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0.24</a:t>
            </a:r>
            <a:endParaRPr lang="en-GB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F8D92B-AB26-4640-B268-6A5069FBF6CF}"/>
              </a:ext>
            </a:extLst>
          </p:cNvPr>
          <p:cNvSpPr txBox="1"/>
          <p:nvPr/>
        </p:nvSpPr>
        <p:spPr>
          <a:xfrm rot="1375843">
            <a:off x="955674" y="4718957"/>
            <a:ext cx="1237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0.054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963F08-EB35-41AA-86DB-C580FD227A65}"/>
              </a:ext>
            </a:extLst>
          </p:cNvPr>
          <p:cNvSpPr txBox="1"/>
          <p:nvPr/>
        </p:nvSpPr>
        <p:spPr>
          <a:xfrm rot="968549">
            <a:off x="320674" y="5754008"/>
            <a:ext cx="14686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7.101</a:t>
            </a:r>
            <a:endParaRPr lang="en-GB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78F337-D638-4AD7-B9B7-A8E67D97E3C4}"/>
              </a:ext>
            </a:extLst>
          </p:cNvPr>
          <p:cNvSpPr txBox="1"/>
          <p:nvPr/>
        </p:nvSpPr>
        <p:spPr>
          <a:xfrm rot="333251">
            <a:off x="2666999" y="4598308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4.104</a:t>
            </a:r>
            <a:endParaRPr lang="en-GB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120683-4FD7-4342-ADCD-208880512ABF}"/>
              </a:ext>
            </a:extLst>
          </p:cNvPr>
          <p:cNvSpPr txBox="1"/>
          <p:nvPr/>
        </p:nvSpPr>
        <p:spPr>
          <a:xfrm rot="1104091">
            <a:off x="1470026" y="1324885"/>
            <a:ext cx="1237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0.125</a:t>
            </a:r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785122-FA2C-43F3-B876-C44EFAE60A75}"/>
              </a:ext>
            </a:extLst>
          </p:cNvPr>
          <p:cNvSpPr txBox="1"/>
          <p:nvPr/>
        </p:nvSpPr>
        <p:spPr>
          <a:xfrm rot="20357231">
            <a:off x="3152775" y="5277758"/>
            <a:ext cx="17540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6.0307</a:t>
            </a:r>
            <a:endParaRPr lang="en-GB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9F6CE5-5407-4E3E-8C8C-B38B4E946594}"/>
              </a:ext>
            </a:extLst>
          </p:cNvPr>
          <p:cNvSpPr txBox="1"/>
          <p:nvPr/>
        </p:nvSpPr>
        <p:spPr>
          <a:xfrm rot="2024260">
            <a:off x="3416299" y="2448833"/>
            <a:ext cx="1330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0.8717</a:t>
            </a:r>
            <a:endParaRPr lang="en-GB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E9B84D-82EA-4870-A35F-CBF8FFB65302}"/>
              </a:ext>
            </a:extLst>
          </p:cNvPr>
          <p:cNvSpPr txBox="1"/>
          <p:nvPr/>
        </p:nvSpPr>
        <p:spPr>
          <a:xfrm rot="20092745">
            <a:off x="1895476" y="3598184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1.26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A1A323-4E8B-4502-9043-DE922F112856}"/>
              </a:ext>
            </a:extLst>
          </p:cNvPr>
          <p:cNvSpPr txBox="1"/>
          <p:nvPr/>
        </p:nvSpPr>
        <p:spPr>
          <a:xfrm rot="20959514">
            <a:off x="282575" y="3607707"/>
            <a:ext cx="118333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6.25</a:t>
            </a:r>
            <a:endParaRPr lang="en-GB" sz="2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C9D209-C011-41CA-B6F9-47C1577F4290}"/>
              </a:ext>
            </a:extLst>
          </p:cNvPr>
          <p:cNvSpPr txBox="1"/>
          <p:nvPr/>
        </p:nvSpPr>
        <p:spPr>
          <a:xfrm rot="20803659">
            <a:off x="1635126" y="2569482"/>
            <a:ext cx="1237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3.012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74A872-8C5A-4CDD-8787-468B330CDEC7}"/>
              </a:ext>
            </a:extLst>
          </p:cNvPr>
          <p:cNvSpPr txBox="1"/>
          <p:nvPr/>
        </p:nvSpPr>
        <p:spPr>
          <a:xfrm rot="21178117">
            <a:off x="5514355" y="1237927"/>
            <a:ext cx="833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6.4</a:t>
            </a:r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F4E3EB-9DA0-468F-8DC6-EB593D445648}"/>
              </a:ext>
            </a:extLst>
          </p:cNvPr>
          <p:cNvSpPr txBox="1"/>
          <p:nvPr/>
        </p:nvSpPr>
        <p:spPr>
          <a:xfrm rot="20447645">
            <a:off x="8594724" y="3029858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0.47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2B78B8-9117-4595-98A6-F929D30FA3D7}"/>
              </a:ext>
            </a:extLst>
          </p:cNvPr>
          <p:cNvSpPr txBox="1"/>
          <p:nvPr/>
        </p:nvSpPr>
        <p:spPr>
          <a:xfrm rot="20632036">
            <a:off x="5241924" y="3509284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7.06</a:t>
            </a:r>
            <a:endParaRPr lang="en-GB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084E8E-D254-4E52-AA88-6B88D054F2D9}"/>
              </a:ext>
            </a:extLst>
          </p:cNvPr>
          <p:cNvSpPr txBox="1"/>
          <p:nvPr/>
        </p:nvSpPr>
        <p:spPr>
          <a:xfrm rot="20628752">
            <a:off x="7842250" y="2277382"/>
            <a:ext cx="1237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2.081</a:t>
            </a:r>
            <a:endParaRPr lang="en-GB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9CB795-F90C-43EE-97EE-B1786F532D9F}"/>
              </a:ext>
            </a:extLst>
          </p:cNvPr>
          <p:cNvSpPr txBox="1"/>
          <p:nvPr/>
        </p:nvSpPr>
        <p:spPr>
          <a:xfrm rot="793322">
            <a:off x="6162673" y="4191908"/>
            <a:ext cx="118333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0.24</a:t>
            </a:r>
            <a:endParaRPr lang="en-GB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8679F3-FF91-4F67-AFBE-245438774F6C}"/>
              </a:ext>
            </a:extLst>
          </p:cNvPr>
          <p:cNvSpPr txBox="1"/>
          <p:nvPr/>
        </p:nvSpPr>
        <p:spPr>
          <a:xfrm rot="21052952">
            <a:off x="8156575" y="4198258"/>
            <a:ext cx="1237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0.054</a:t>
            </a:r>
            <a:endParaRPr lang="en-GB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04F066-3E67-44E8-9C28-1ED3999FCA27}"/>
              </a:ext>
            </a:extLst>
          </p:cNvPr>
          <p:cNvSpPr txBox="1"/>
          <p:nvPr/>
        </p:nvSpPr>
        <p:spPr>
          <a:xfrm rot="21178117">
            <a:off x="6081243" y="5955263"/>
            <a:ext cx="1237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7.101</a:t>
            </a:r>
            <a:endParaRPr lang="en-GB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A04AF6-B784-4C57-A343-A7576F516FE3}"/>
              </a:ext>
            </a:extLst>
          </p:cNvPr>
          <p:cNvSpPr txBox="1"/>
          <p:nvPr/>
        </p:nvSpPr>
        <p:spPr>
          <a:xfrm rot="20721858">
            <a:off x="6921500" y="1613808"/>
            <a:ext cx="883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4.104</a:t>
            </a:r>
            <a:endParaRPr lang="en-GB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2E4CEC-BDFB-4450-A405-553BDA88910E}"/>
              </a:ext>
            </a:extLst>
          </p:cNvPr>
          <p:cNvSpPr txBox="1"/>
          <p:nvPr/>
        </p:nvSpPr>
        <p:spPr>
          <a:xfrm rot="1299962">
            <a:off x="6781800" y="3337834"/>
            <a:ext cx="1237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0.125</a:t>
            </a:r>
            <a:endParaRPr lang="en-GB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001871A-4046-4B3E-BACE-91C037262E55}"/>
              </a:ext>
            </a:extLst>
          </p:cNvPr>
          <p:cNvSpPr txBox="1"/>
          <p:nvPr/>
        </p:nvSpPr>
        <p:spPr>
          <a:xfrm rot="750309">
            <a:off x="8147050" y="1318533"/>
            <a:ext cx="14718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6.0307</a:t>
            </a:r>
            <a:endParaRPr lang="en-GB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6E226D-E098-4FEE-9457-36207ACDB0BC}"/>
              </a:ext>
            </a:extLst>
          </p:cNvPr>
          <p:cNvSpPr txBox="1"/>
          <p:nvPr/>
        </p:nvSpPr>
        <p:spPr>
          <a:xfrm rot="770632">
            <a:off x="7777387" y="5124129"/>
            <a:ext cx="16129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0.8717</a:t>
            </a:r>
            <a:endParaRPr lang="en-GB" sz="2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D0847C7-F078-42A4-BA94-0CC202A74587}"/>
              </a:ext>
            </a:extLst>
          </p:cNvPr>
          <p:cNvSpPr txBox="1"/>
          <p:nvPr/>
        </p:nvSpPr>
        <p:spPr>
          <a:xfrm rot="20665782">
            <a:off x="5450791" y="5224149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1.26</a:t>
            </a:r>
            <a:endParaRPr lang="en-GB" sz="2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B8B40A-F881-4D7B-BB0E-5360BBA4C70E}"/>
              </a:ext>
            </a:extLst>
          </p:cNvPr>
          <p:cNvSpPr txBox="1"/>
          <p:nvPr/>
        </p:nvSpPr>
        <p:spPr>
          <a:xfrm rot="570057">
            <a:off x="5581651" y="2124983"/>
            <a:ext cx="14125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6.25</a:t>
            </a:r>
            <a:endParaRPr lang="en-GB" sz="3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D1A7300-4B44-49A8-983A-466D6AB7F1AE}"/>
              </a:ext>
            </a:extLst>
          </p:cNvPr>
          <p:cNvSpPr txBox="1"/>
          <p:nvPr/>
        </p:nvSpPr>
        <p:spPr>
          <a:xfrm rot="20831229">
            <a:off x="7816850" y="6058808"/>
            <a:ext cx="1237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3.012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FEDC3A-65B2-4EA2-921F-5969D33D0BB6}"/>
              </a:ext>
            </a:extLst>
          </p:cNvPr>
          <p:cNvSpPr/>
          <p:nvPr/>
        </p:nvSpPr>
        <p:spPr>
          <a:xfrm>
            <a:off x="5650279" y="-11672"/>
            <a:ext cx="383137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4400" b="0" cap="none" spc="0" dirty="0">
                <a:ln w="0">
                  <a:solidFill>
                    <a:schemeClr val="tx1"/>
                  </a:solidFill>
                </a:ln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uhaus 93" panose="04030905020B02020C02" pitchFamily="82" charset="0"/>
              </a:rPr>
              <a:t>Сары команда</a:t>
            </a:r>
            <a:endParaRPr lang="en-US" sz="4400" b="0" cap="none" spc="0" dirty="0">
              <a:ln w="0">
                <a:solidFill>
                  <a:schemeClr val="tx1"/>
                </a:solidFill>
              </a:ln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054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25C424-7CB8-45B4-B990-3E13DA3A6199}"/>
              </a:ext>
            </a:extLst>
          </p:cNvPr>
          <p:cNvSpPr/>
          <p:nvPr/>
        </p:nvSpPr>
        <p:spPr>
          <a:xfrm>
            <a:off x="22859" y="26670"/>
            <a:ext cx="4909925" cy="68045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A7A2607-B834-4174-8182-47199583416D}"/>
              </a:ext>
            </a:extLst>
          </p:cNvPr>
          <p:cNvSpPr/>
          <p:nvPr/>
        </p:nvSpPr>
        <p:spPr>
          <a:xfrm>
            <a:off x="4953000" y="26669"/>
            <a:ext cx="4932680" cy="680466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9081D5-4ED9-4B03-A9D4-BDB816C407ED}"/>
              </a:ext>
            </a:extLst>
          </p:cNvPr>
          <p:cNvSpPr/>
          <p:nvPr/>
        </p:nvSpPr>
        <p:spPr>
          <a:xfrm>
            <a:off x="740354" y="0"/>
            <a:ext cx="347229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4400" b="0" cap="none" spc="0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uhaus 93" panose="04030905020B02020C02" pitchFamily="82" charset="0"/>
              </a:rPr>
              <a:t>Көк команда</a:t>
            </a:r>
            <a:endParaRPr lang="en-US" sz="4400" b="0" cap="none" spc="0" dirty="0">
              <a:ln w="0">
                <a:solidFill>
                  <a:schemeClr val="tx1"/>
                </a:solidFill>
              </a:ln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uhaus 93" panose="04030905020B02020C02" pitchFamily="8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FEDC3A-65B2-4EA2-921F-5969D33D0BB6}"/>
              </a:ext>
            </a:extLst>
          </p:cNvPr>
          <p:cNvSpPr/>
          <p:nvPr/>
        </p:nvSpPr>
        <p:spPr>
          <a:xfrm>
            <a:off x="5513816" y="0"/>
            <a:ext cx="383137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4400" dirty="0">
                <a:ln w="0">
                  <a:solidFill>
                    <a:schemeClr val="tx1"/>
                  </a:solidFill>
                </a:ln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uhaus 93" panose="04030905020B02020C02" pitchFamily="82" charset="0"/>
              </a:rPr>
              <a:t>Сары команда</a:t>
            </a:r>
            <a:endParaRPr lang="en-US" sz="4400" dirty="0">
              <a:ln w="0">
                <a:solidFill>
                  <a:schemeClr val="tx1"/>
                </a:solidFill>
              </a:ln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uhaus 93" panose="04030905020B02020C02" pitchFamily="82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8C5FFFE-32C2-47F0-A974-108001BB5E20}"/>
              </a:ext>
            </a:extLst>
          </p:cNvPr>
          <p:cNvSpPr/>
          <p:nvPr/>
        </p:nvSpPr>
        <p:spPr>
          <a:xfrm>
            <a:off x="4744027" y="26809"/>
            <a:ext cx="417945" cy="417945"/>
          </a:xfrm>
          <a:prstGeom prst="ellipse">
            <a:avLst/>
          </a:prstGeom>
          <a:solidFill>
            <a:srgbClr val="A9D18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75000"/>
                  </a:schemeClr>
                </a:solidFill>
                <a:latin typeface="Bauhaus 93" panose="04030905020B02020C02" pitchFamily="82" charset="0"/>
              </a:rPr>
              <a:t>2</a:t>
            </a:r>
            <a:endParaRPr lang="en-GB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479497-7250-4B31-A40F-8CFF8C6AB654}"/>
              </a:ext>
            </a:extLst>
          </p:cNvPr>
          <p:cNvSpPr txBox="1"/>
          <p:nvPr/>
        </p:nvSpPr>
        <p:spPr>
          <a:xfrm rot="20646664">
            <a:off x="2284638" y="4674508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7.2</a:t>
            </a:r>
            <a:endParaRPr lang="en-GB" sz="16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03CA6DD-33FB-40B5-84B7-7A504C1D9A16}"/>
              </a:ext>
            </a:extLst>
          </p:cNvPr>
          <p:cNvSpPr txBox="1"/>
          <p:nvPr/>
        </p:nvSpPr>
        <p:spPr>
          <a:xfrm rot="20383568">
            <a:off x="3541939" y="1893208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0.72</a:t>
            </a:r>
            <a:endParaRPr lang="en-GB" sz="2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79F5DE2-FEFB-48A9-A6D6-ADB55262C91E}"/>
              </a:ext>
            </a:extLst>
          </p:cNvPr>
          <p:cNvSpPr txBox="1"/>
          <p:nvPr/>
        </p:nvSpPr>
        <p:spPr>
          <a:xfrm rot="586099">
            <a:off x="3148239" y="1042310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2.04</a:t>
            </a:r>
            <a:endParaRPr lang="en-GB" sz="16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42AA20D-EF32-4320-9B07-E6D84A01C411}"/>
              </a:ext>
            </a:extLst>
          </p:cNvPr>
          <p:cNvSpPr txBox="1"/>
          <p:nvPr/>
        </p:nvSpPr>
        <p:spPr>
          <a:xfrm rot="20782353">
            <a:off x="2081439" y="1563007"/>
            <a:ext cx="10070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6.747</a:t>
            </a:r>
            <a:endParaRPr lang="en-GB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CFAFA3-2745-45BE-B1EE-B884ADA7B46D}"/>
              </a:ext>
            </a:extLst>
          </p:cNvPr>
          <p:cNvSpPr txBox="1"/>
          <p:nvPr/>
        </p:nvSpPr>
        <p:spPr>
          <a:xfrm rot="1042877">
            <a:off x="2170339" y="2579007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0.007</a:t>
            </a:r>
            <a:endParaRPr lang="en-GB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1E5E555-FC1D-4027-A0D1-03FA2206A5D3}"/>
              </a:ext>
            </a:extLst>
          </p:cNvPr>
          <p:cNvSpPr txBox="1"/>
          <p:nvPr/>
        </p:nvSpPr>
        <p:spPr>
          <a:xfrm rot="20564450">
            <a:off x="455839" y="1055008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4.02</a:t>
            </a:r>
            <a:endParaRPr lang="en-GB" sz="2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D8BB4AF-B392-4758-84BE-F62C2554146A}"/>
              </a:ext>
            </a:extLst>
          </p:cNvPr>
          <p:cNvSpPr txBox="1"/>
          <p:nvPr/>
        </p:nvSpPr>
        <p:spPr>
          <a:xfrm rot="651970">
            <a:off x="2208439" y="3760108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6.128</a:t>
            </a:r>
            <a:endParaRPr lang="en-GB" sz="16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37663B7-55A8-4BF2-93B8-133B626D5ECA}"/>
              </a:ext>
            </a:extLst>
          </p:cNvPr>
          <p:cNvSpPr txBox="1"/>
          <p:nvPr/>
        </p:nvSpPr>
        <p:spPr>
          <a:xfrm rot="21012335">
            <a:off x="2027860" y="5883891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7.57</a:t>
            </a:r>
            <a:endParaRPr lang="en-GB" sz="20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6CBD615-0DAF-4400-994B-700C79EA38D7}"/>
              </a:ext>
            </a:extLst>
          </p:cNvPr>
          <p:cNvSpPr txBox="1"/>
          <p:nvPr/>
        </p:nvSpPr>
        <p:spPr>
          <a:xfrm rot="2473408">
            <a:off x="783260" y="2975593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0.271</a:t>
            </a:r>
            <a:endParaRPr lang="en-GB" sz="2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D3D340-5D4D-47C2-A809-25B1889B1F11}"/>
              </a:ext>
            </a:extLst>
          </p:cNvPr>
          <p:cNvSpPr txBox="1"/>
          <p:nvPr/>
        </p:nvSpPr>
        <p:spPr>
          <a:xfrm rot="914163">
            <a:off x="3412160" y="4918692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1.406</a:t>
            </a:r>
            <a:endParaRPr lang="en-GB" sz="20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681DAC-55F1-436D-BF6F-0EE19A8A63AC}"/>
              </a:ext>
            </a:extLst>
          </p:cNvPr>
          <p:cNvSpPr txBox="1"/>
          <p:nvPr/>
        </p:nvSpPr>
        <p:spPr>
          <a:xfrm rot="20578840">
            <a:off x="3640761" y="2912092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5.202</a:t>
            </a:r>
            <a:endParaRPr lang="en-GB" sz="16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E102C59-2636-4B86-9EAC-EB280460F42B}"/>
              </a:ext>
            </a:extLst>
          </p:cNvPr>
          <p:cNvSpPr txBox="1"/>
          <p:nvPr/>
        </p:nvSpPr>
        <p:spPr>
          <a:xfrm rot="20027455">
            <a:off x="211761" y="1972292"/>
            <a:ext cx="16129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0.6627</a:t>
            </a:r>
            <a:endParaRPr lang="en-GB" sz="20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85A4919-F42D-464A-96AF-AE206C302D11}"/>
              </a:ext>
            </a:extLst>
          </p:cNvPr>
          <p:cNvSpPr txBox="1"/>
          <p:nvPr/>
        </p:nvSpPr>
        <p:spPr>
          <a:xfrm rot="855424">
            <a:off x="3284710" y="5820061"/>
            <a:ext cx="11897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0.1078</a:t>
            </a:r>
            <a:endParaRPr lang="en-GB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7CA4DF0-F629-4BAB-8287-646B8CF45E9B}"/>
              </a:ext>
            </a:extLst>
          </p:cNvPr>
          <p:cNvSpPr txBox="1"/>
          <p:nvPr/>
        </p:nvSpPr>
        <p:spPr>
          <a:xfrm rot="1304722">
            <a:off x="732461" y="5096493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2.786</a:t>
            </a:r>
            <a:endParaRPr lang="en-GB" sz="16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6E3529C-4677-41F5-A0CF-D8D286C94C88}"/>
              </a:ext>
            </a:extLst>
          </p:cNvPr>
          <p:cNvSpPr txBox="1"/>
          <p:nvPr/>
        </p:nvSpPr>
        <p:spPr>
          <a:xfrm rot="20853044">
            <a:off x="3589961" y="3953492"/>
            <a:ext cx="10070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4.317</a:t>
            </a:r>
            <a:endParaRPr lang="en-GB" sz="1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E76FF88-C24F-4ED6-B41E-2661C2BE312E}"/>
              </a:ext>
            </a:extLst>
          </p:cNvPr>
          <p:cNvSpPr txBox="1"/>
          <p:nvPr/>
        </p:nvSpPr>
        <p:spPr>
          <a:xfrm rot="850884">
            <a:off x="160961" y="5807692"/>
            <a:ext cx="16129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7.2168</a:t>
            </a:r>
            <a:endParaRPr lang="en-GB" sz="2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A42E73D-71F2-4998-9FB8-297FADF41075}"/>
              </a:ext>
            </a:extLst>
          </p:cNvPr>
          <p:cNvSpPr txBox="1"/>
          <p:nvPr/>
        </p:nvSpPr>
        <p:spPr>
          <a:xfrm rot="21189366">
            <a:off x="300661" y="4143991"/>
            <a:ext cx="1330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0.6378</a:t>
            </a:r>
            <a:endParaRPr lang="en-GB" sz="16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D88B0F5-BCBA-4B01-AFD0-71C1ADA70F3A}"/>
              </a:ext>
            </a:extLst>
          </p:cNvPr>
          <p:cNvSpPr txBox="1"/>
          <p:nvPr/>
        </p:nvSpPr>
        <p:spPr>
          <a:xfrm rot="20493553">
            <a:off x="8558439" y="3099708"/>
            <a:ext cx="833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7.2</a:t>
            </a:r>
            <a:endParaRPr lang="en-GB" sz="20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AAE682F-A997-4C7B-9C93-A94A56B5CA13}"/>
              </a:ext>
            </a:extLst>
          </p:cNvPr>
          <p:cNvSpPr txBox="1"/>
          <p:nvPr/>
        </p:nvSpPr>
        <p:spPr>
          <a:xfrm rot="20809400">
            <a:off x="5269139" y="5779408"/>
            <a:ext cx="824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0.72</a:t>
            </a:r>
            <a:endParaRPr lang="en-GB" sz="14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5C07435-A206-4AE4-AC00-2AD9F90FCF9C}"/>
              </a:ext>
            </a:extLst>
          </p:cNvPr>
          <p:cNvSpPr txBox="1"/>
          <p:nvPr/>
        </p:nvSpPr>
        <p:spPr>
          <a:xfrm rot="20865656">
            <a:off x="8596539" y="5919109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2.04</a:t>
            </a:r>
            <a:endParaRPr lang="en-GB" sz="20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9D514EC-82DD-463C-9907-0F2039216873}"/>
              </a:ext>
            </a:extLst>
          </p:cNvPr>
          <p:cNvSpPr txBox="1"/>
          <p:nvPr/>
        </p:nvSpPr>
        <p:spPr>
          <a:xfrm rot="736048">
            <a:off x="8075840" y="1207409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6.747</a:t>
            </a:r>
            <a:endParaRPr lang="en-GB" sz="16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F65EEB8-F223-45DF-A51A-7E95191AB020}"/>
              </a:ext>
            </a:extLst>
          </p:cNvPr>
          <p:cNvSpPr txBox="1"/>
          <p:nvPr/>
        </p:nvSpPr>
        <p:spPr>
          <a:xfrm rot="19705126">
            <a:off x="5307239" y="2350408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0.007</a:t>
            </a:r>
            <a:endParaRPr lang="en-GB" sz="16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7C0A777-A350-4804-AC4E-64AB2CFD5477}"/>
              </a:ext>
            </a:extLst>
          </p:cNvPr>
          <p:cNvSpPr txBox="1"/>
          <p:nvPr/>
        </p:nvSpPr>
        <p:spPr>
          <a:xfrm rot="20757834">
            <a:off x="6958238" y="2045608"/>
            <a:ext cx="824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4.02</a:t>
            </a:r>
            <a:endParaRPr lang="en-GB" sz="14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7338210-547B-4082-9674-06E91155315C}"/>
              </a:ext>
            </a:extLst>
          </p:cNvPr>
          <p:cNvSpPr txBox="1"/>
          <p:nvPr/>
        </p:nvSpPr>
        <p:spPr>
          <a:xfrm rot="1273454">
            <a:off x="6247039" y="4992008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6.128</a:t>
            </a:r>
            <a:endParaRPr lang="en-GB" sz="16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F49638C-8B3D-4726-AB2C-7C8513E93C88}"/>
              </a:ext>
            </a:extLst>
          </p:cNvPr>
          <p:cNvSpPr txBox="1"/>
          <p:nvPr/>
        </p:nvSpPr>
        <p:spPr>
          <a:xfrm rot="395917">
            <a:off x="6307760" y="613789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7.57</a:t>
            </a:r>
            <a:endParaRPr lang="en-GB" sz="16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27164B0-CA1C-4A8B-AF0D-3962F6E8997E}"/>
              </a:ext>
            </a:extLst>
          </p:cNvPr>
          <p:cNvSpPr txBox="1"/>
          <p:nvPr/>
        </p:nvSpPr>
        <p:spPr>
          <a:xfrm rot="398221">
            <a:off x="8288961" y="2150093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0.271</a:t>
            </a:r>
            <a:endParaRPr lang="en-GB" sz="20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3555F90-3E72-4ACE-89C4-7BD0440D51DB}"/>
              </a:ext>
            </a:extLst>
          </p:cNvPr>
          <p:cNvSpPr txBox="1"/>
          <p:nvPr/>
        </p:nvSpPr>
        <p:spPr>
          <a:xfrm rot="21205023">
            <a:off x="5139360" y="4359892"/>
            <a:ext cx="10070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1.406</a:t>
            </a:r>
            <a:endParaRPr lang="en-GB" sz="14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5BAFDAF-2650-49DB-B826-D9E8EA99A0E6}"/>
              </a:ext>
            </a:extLst>
          </p:cNvPr>
          <p:cNvSpPr txBox="1"/>
          <p:nvPr/>
        </p:nvSpPr>
        <p:spPr>
          <a:xfrm rot="776697">
            <a:off x="7463460" y="5706092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5.202</a:t>
            </a:r>
            <a:endParaRPr lang="en-GB" sz="16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90A34E0-4C8F-4531-9AB4-7BB10E35CFE4}"/>
              </a:ext>
            </a:extLst>
          </p:cNvPr>
          <p:cNvSpPr txBox="1"/>
          <p:nvPr/>
        </p:nvSpPr>
        <p:spPr>
          <a:xfrm rot="21084023">
            <a:off x="5336801" y="1173562"/>
            <a:ext cx="17540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0.6627</a:t>
            </a:r>
            <a:endParaRPr lang="en-GB" sz="24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0C9F140-173B-467A-A71E-4B28B7A98D64}"/>
              </a:ext>
            </a:extLst>
          </p:cNvPr>
          <p:cNvSpPr txBox="1"/>
          <p:nvPr/>
        </p:nvSpPr>
        <p:spPr>
          <a:xfrm rot="20986331">
            <a:off x="7666661" y="4842492"/>
            <a:ext cx="1330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0.1078</a:t>
            </a:r>
            <a:endParaRPr lang="en-GB" sz="16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A83DAF3-59B7-40EC-B814-47F9A87B547B}"/>
              </a:ext>
            </a:extLst>
          </p:cNvPr>
          <p:cNvSpPr txBox="1"/>
          <p:nvPr/>
        </p:nvSpPr>
        <p:spPr>
          <a:xfrm rot="283114">
            <a:off x="6549060" y="2848592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2.786</a:t>
            </a:r>
            <a:endParaRPr lang="en-GB" sz="2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4381221-127C-469A-9F73-CA3E66A1D7C6}"/>
              </a:ext>
            </a:extLst>
          </p:cNvPr>
          <p:cNvSpPr txBox="1"/>
          <p:nvPr/>
        </p:nvSpPr>
        <p:spPr>
          <a:xfrm rot="734813">
            <a:off x="8606459" y="4080492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4.317</a:t>
            </a:r>
            <a:endParaRPr lang="en-GB" sz="16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9326A96-DBC3-46A2-9254-1002D88120B0}"/>
              </a:ext>
            </a:extLst>
          </p:cNvPr>
          <p:cNvSpPr txBox="1"/>
          <p:nvPr/>
        </p:nvSpPr>
        <p:spPr>
          <a:xfrm rot="1284912">
            <a:off x="5279060" y="3458193"/>
            <a:ext cx="11897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7.2168</a:t>
            </a:r>
            <a:endParaRPr lang="en-GB" sz="14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E163369-922D-4A89-9AFD-0018B76C95FC}"/>
              </a:ext>
            </a:extLst>
          </p:cNvPr>
          <p:cNvSpPr txBox="1"/>
          <p:nvPr/>
        </p:nvSpPr>
        <p:spPr>
          <a:xfrm rot="20980951">
            <a:off x="6574460" y="3928092"/>
            <a:ext cx="16129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0.6378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950563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F48357-AD7D-473D-B6D7-EBC4841EC7EF}"/>
              </a:ext>
            </a:extLst>
          </p:cNvPr>
          <p:cNvSpPr txBox="1"/>
          <p:nvPr/>
        </p:nvSpPr>
        <p:spPr>
          <a:xfrm>
            <a:off x="2968229" y="6457890"/>
            <a:ext cx="39949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Бир нече жооптор болушу мүмкүн.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187E187-B873-4EF4-8BFD-40B0FEE89D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9808305"/>
                  </p:ext>
                </p:extLst>
              </p:nvPr>
            </p:nvGraphicFramePr>
            <p:xfrm>
              <a:off x="101119" y="32772"/>
              <a:ext cx="9718076" cy="63934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59038">
                      <a:extLst>
                        <a:ext uri="{9D8B030D-6E8A-4147-A177-3AD203B41FA5}">
                          <a16:colId xmlns:a16="http://schemas.microsoft.com/office/drawing/2014/main" val="1795687615"/>
                        </a:ext>
                      </a:extLst>
                    </a:gridCol>
                    <a:gridCol w="4859038">
                      <a:extLst>
                        <a:ext uri="{9D8B030D-6E8A-4147-A177-3AD203B41FA5}">
                          <a16:colId xmlns:a16="http://schemas.microsoft.com/office/drawing/2014/main" val="957073388"/>
                        </a:ext>
                      </a:extLst>
                    </a:gridCol>
                  </a:tblGrid>
                  <a:tr h="668497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000" b="1" dirty="0">
                              <a:solidFill>
                                <a:sysClr val="windowText" lastClr="000000"/>
                              </a:solidFill>
                            </a:rPr>
                            <a:t>СУРООЛОР БАРАКЧАСЫ</a:t>
                          </a:r>
                          <a:endParaRPr lang="en-GB" sz="2000" b="1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000" b="1" dirty="0">
                              <a:solidFill>
                                <a:sysClr val="windowText" lastClr="000000"/>
                              </a:solidFill>
                            </a:rPr>
                            <a:t>"Так ... камтыган сан"</a:t>
                          </a:r>
                          <a:endParaRPr lang="en-GB" sz="20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7511505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ky-KG" sz="2000" b="1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m:t>ТАКТА</m:t>
                                </m:r>
                                <m:r>
                                  <m:rPr>
                                    <m:nor/>
                                  </m:rPr>
                                  <a:rPr lang="en-GB" sz="2000" b="1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m:t> 1</m:t>
                                </m:r>
                              </m:oMath>
                            </m:oMathPara>
                          </a14:m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ky-KG" sz="2000" b="1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m:t>ТАКТА</m:t>
                                </m:r>
                                <m:r>
                                  <m:rPr>
                                    <m:nor/>
                                  </m:rPr>
                                  <a:rPr lang="ky-KG" sz="2000" b="1" i="0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2000" b="1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433819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«...4 ондук».</a:t>
                          </a:r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“…2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ондук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382167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“…5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ондук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“…7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ондук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8111558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эч бир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ондук 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эч бир ондук 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8276235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“…4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“…2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3461881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“…5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“…7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8654731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эч бир 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эч бир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1056997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“…4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“…2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5065292"/>
                      </a:ext>
                    </a:extLst>
                  </a:tr>
                  <a:tr h="41469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“…5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“…7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9147253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эч бир 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эч бир 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632813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12 ондук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“…27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ондук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23783761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“…25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“…31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5286210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“…12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“…16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5981795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“…7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он-миңдиктер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“…8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он-миңдиктер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969323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187E187-B873-4EF4-8BFD-40B0FEE89D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9808305"/>
                  </p:ext>
                </p:extLst>
              </p:nvPr>
            </p:nvGraphicFramePr>
            <p:xfrm>
              <a:off x="101119" y="32772"/>
              <a:ext cx="9718076" cy="63934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59038">
                      <a:extLst>
                        <a:ext uri="{9D8B030D-6E8A-4147-A177-3AD203B41FA5}">
                          <a16:colId xmlns:a16="http://schemas.microsoft.com/office/drawing/2014/main" val="1795687615"/>
                        </a:ext>
                      </a:extLst>
                    </a:gridCol>
                    <a:gridCol w="4859038">
                      <a:extLst>
                        <a:ext uri="{9D8B030D-6E8A-4147-A177-3AD203B41FA5}">
                          <a16:colId xmlns:a16="http://schemas.microsoft.com/office/drawing/2014/main" val="957073388"/>
                        </a:ext>
                      </a:extLst>
                    </a:gridCol>
                  </a:tblGrid>
                  <a:tr h="668497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000" b="1" dirty="0">
                              <a:solidFill>
                                <a:sysClr val="windowText" lastClr="000000"/>
                              </a:solidFill>
                            </a:rPr>
                            <a:t>СУРООЛОР БАРАКЧАСЫ</a:t>
                          </a:r>
                          <a:endParaRPr lang="en-GB" sz="2000" b="1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000" b="1" dirty="0">
                              <a:solidFill>
                                <a:sysClr val="windowText" lastClr="000000"/>
                              </a:solidFill>
                            </a:rPr>
                            <a:t>"Так ... камтыган сан"</a:t>
                          </a:r>
                          <a:endParaRPr lang="en-GB" sz="20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7511505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25" t="-178788" r="-100251" b="-13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1" t="-178788" r="-376" b="-13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433819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«...4 ондук».</a:t>
                          </a:r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“…2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ондук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382167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“…5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ондук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“…7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ондук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8111558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эч бир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ондук 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эч бир ондук 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8276235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“…4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“…2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3461881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“…5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“…7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8654731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эч бир 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эч бир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1056997"/>
                      </a:ext>
                    </a:extLst>
                  </a:tr>
                  <a:tr h="41575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“…4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“…2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5065292"/>
                      </a:ext>
                    </a:extLst>
                  </a:tr>
                  <a:tr h="41469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“…5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“…7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9147253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эч бир 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эч бир 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632813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12 ондук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“…27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ондук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23783761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“…25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“…31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жүздүктөр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5286210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“…12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“…16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5981795"/>
                      </a:ext>
                    </a:extLst>
                  </a:tr>
                  <a:tr h="4022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“…7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он-миңдиктер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“…8 </a:t>
                          </a:r>
                          <a:r>
                            <a:rPr kumimoji="0" lang="ky-KG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он-миңдиктер</a:t>
                          </a:r>
                          <a:r>
                            <a:rPr kumimoji="0" lang="en-GB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”.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969323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30719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2309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56516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8464</TotalTime>
  <Words>311</Words>
  <Application>Microsoft Office PowerPoint</Application>
  <PresentationFormat>A4 Paper (210x297 mm)</PresentationFormat>
  <Paragraphs>124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Bauhaus 93</vt:lpstr>
      <vt:lpstr>Calibri</vt:lpstr>
      <vt:lpstr>Calibri Light</vt:lpstr>
      <vt:lpstr>Congenial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370</cp:revision>
  <cp:lastPrinted>2017-12-31T22:38:51Z</cp:lastPrinted>
  <dcterms:created xsi:type="dcterms:W3CDTF">2017-01-17T16:57:04Z</dcterms:created>
  <dcterms:modified xsi:type="dcterms:W3CDTF">2024-10-18T08:06:29Z</dcterms:modified>
</cp:coreProperties>
</file>