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кутучалар" 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456323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59325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152029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89292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83185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080030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796805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62919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791629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688128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992452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19076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2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47129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ky-KG" sz="31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GB" sz="31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AFC09-C42A-FEA5-B803-7DEC30071E3F}"/>
              </a:ext>
            </a:extLst>
          </p:cNvPr>
          <p:cNvSpPr txBox="1"/>
          <p:nvPr/>
        </p:nvSpPr>
        <p:spPr>
          <a:xfrm>
            <a:off x="7544857" y="4804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CE3B9-4BDD-F344-898C-1CF41624FE5E}"/>
              </a:ext>
            </a:extLst>
          </p:cNvPr>
          <p:cNvSpPr txBox="1"/>
          <p:nvPr/>
        </p:nvSpPr>
        <p:spPr>
          <a:xfrm>
            <a:off x="8699528" y="4804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3F55C-1DA0-71C4-CDA0-13F0A15166DA}"/>
              </a:ext>
            </a:extLst>
          </p:cNvPr>
          <p:cNvSpPr txBox="1"/>
          <p:nvPr/>
        </p:nvSpPr>
        <p:spPr>
          <a:xfrm>
            <a:off x="6707581" y="4804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10390</TotalTime>
  <Words>203</Words>
  <Application>Microsoft Office PowerPoint</Application>
  <PresentationFormat>A4 Paper (210x297 mm)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Arial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477</cp:revision>
  <cp:lastPrinted>2019-03-20T06:46:59Z</cp:lastPrinted>
  <dcterms:created xsi:type="dcterms:W3CDTF">2017-01-17T16:57:04Z</dcterms:created>
  <dcterms:modified xsi:type="dcterms:W3CDTF">2024-05-18T06:52:25Z</dcterms:modified>
</cp:coreProperties>
</file>