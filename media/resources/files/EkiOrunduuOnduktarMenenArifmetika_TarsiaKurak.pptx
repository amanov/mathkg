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28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Аралаш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</a:t>
            </a:r>
            <a:r>
              <a:rPr kumimoji="0" lang="ru-RU" sz="2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C382EC1-42D8-433E-95E9-B6F19F3E4278}"/>
              </a:ext>
            </a:extLst>
          </p:cNvPr>
          <p:cNvGrpSpPr/>
          <p:nvPr/>
        </p:nvGrpSpPr>
        <p:grpSpPr>
          <a:xfrm rot="16200000">
            <a:off x="1539955" y="-1539956"/>
            <a:ext cx="6826089" cy="9905999"/>
            <a:chOff x="136239" y="33561"/>
            <a:chExt cx="4702629" cy="68244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0EE432-EB7E-44D7-AF96-346075074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94499" y="2813631"/>
              <a:ext cx="3386110" cy="47026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742FEE-064E-4B20-B358-2DE54D93B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789834" y="-620034"/>
              <a:ext cx="3395439" cy="4702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8D68089-4B2E-46B9-AA9E-20058802E2D8}"/>
              </a:ext>
            </a:extLst>
          </p:cNvPr>
          <p:cNvGrpSpPr/>
          <p:nvPr/>
        </p:nvGrpSpPr>
        <p:grpSpPr>
          <a:xfrm>
            <a:off x="136239" y="33561"/>
            <a:ext cx="4702629" cy="6824440"/>
            <a:chOff x="136239" y="33561"/>
            <a:chExt cx="4702629" cy="682444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BC7E608-2DEE-42F2-8DD6-423A0CF8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794499" y="2813631"/>
              <a:ext cx="3386110" cy="470262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01FCAB-6697-4BC3-92B7-CA00C4CCA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789834" y="-620034"/>
              <a:ext cx="3395439" cy="470262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EB315BD-473D-4865-B307-917B042F4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1630" y="2813631"/>
            <a:ext cx="3386110" cy="470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1BADFF-80A1-4DA1-AC56-A73782BB0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6965" y="-620034"/>
            <a:ext cx="3395439" cy="470262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E7EF8B1-B23C-4D1C-9EE9-FAD3B3F63794}"/>
              </a:ext>
            </a:extLst>
          </p:cNvPr>
          <p:cNvGrpSpPr/>
          <p:nvPr/>
        </p:nvGrpSpPr>
        <p:grpSpPr>
          <a:xfrm>
            <a:off x="2017087" y="62985"/>
            <a:ext cx="7855439" cy="6795015"/>
            <a:chOff x="1323701" y="62985"/>
            <a:chExt cx="7236280" cy="62594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49AFA6B-3F14-4DE8-B298-CB3EC1088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99676AC-F56A-4462-96C6-B6907CDB0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7CD9481-D86B-5207-DBF6-BAD96B6F8277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8304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347</cp:revision>
  <cp:lastPrinted>2024-08-25T16:28:02Z</cp:lastPrinted>
  <dcterms:created xsi:type="dcterms:W3CDTF">2017-01-17T16:57:04Z</dcterms:created>
  <dcterms:modified xsi:type="dcterms:W3CDTF">2024-09-23T16:56:06Z</dcterms:modified>
</cp:coreProperties>
</file>