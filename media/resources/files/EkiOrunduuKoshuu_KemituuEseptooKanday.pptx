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1"/>
  </p:notesMasterIdLst>
  <p:sldIdLst>
    <p:sldId id="257" r:id="rId3"/>
    <p:sldId id="971" r:id="rId4"/>
    <p:sldId id="973" r:id="rId5"/>
    <p:sldId id="969" r:id="rId6"/>
    <p:sldId id="979" r:id="rId7"/>
    <p:sldId id="975" r:id="rId8"/>
    <p:sldId id="978" r:id="rId9"/>
    <p:sldId id="274" r:id="rId10"/>
  </p:sldIdLst>
  <p:sldSz cx="9906000" cy="6858000" type="A4"/>
  <p:notesSz cx="7104063" cy="10234613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Gill Sans Ultra Bold" panose="020B0A02020104020203" pitchFamily="34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1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5143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12911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5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76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06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7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6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40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75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09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75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161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721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270000"/>
            <a:ext cx="8513763" cy="4402316"/>
          </a:xfrm>
        </p:spPr>
        <p:txBody>
          <a:bodyPr>
            <a:normAutofit/>
          </a:bodyPr>
          <a:lstStyle/>
          <a:p>
            <a:r>
              <a:rPr lang="ru-RU" dirty="0"/>
              <a:t>2 Сандуу Ондуктар – Кемитүү – Көнүгүү Б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  <a:endParaRPr lang="en-US" dirty="0"/>
          </a:p>
          <a:p>
            <a:endParaRPr lang="en-US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2720" y="18333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6381CD-A9AB-0E9D-4081-8F00E7A4D9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693" b="22864"/>
          <a:stretch/>
        </p:blipFill>
        <p:spPr>
          <a:xfrm>
            <a:off x="1683045" y="45426"/>
            <a:ext cx="6692309" cy="681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9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244213" y="-4906"/>
            <a:ext cx="1895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А)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Б)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В)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Г)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Е)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Д)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821670" y="-4906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Кемитүү</a:t>
            </a:r>
            <a:endParaRPr lang="en-GB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1539857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48995" y="-4906"/>
            <a:ext cx="2085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20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А)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Б)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0,11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0451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В)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0,25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0,02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0,23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22262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22262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22262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398088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052603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Г)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0,48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0,23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0,25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69C0BF4-A7EC-CD31-DFEF-B7BEDD30544E}"/>
              </a:ext>
            </a:extLst>
          </p:cNvPr>
          <p:cNvSpPr/>
          <p:nvPr/>
        </p:nvSpPr>
        <p:spPr>
          <a:xfrm>
            <a:off x="398246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3A3AD2F-256E-32B9-0799-C7F0529D4F8E}"/>
              </a:ext>
            </a:extLst>
          </p:cNvPr>
          <p:cNvSpPr/>
          <p:nvPr/>
        </p:nvSpPr>
        <p:spPr>
          <a:xfrm>
            <a:off x="405418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8192386-20F8-253D-929A-BE888FF21FFF}"/>
              </a:ext>
            </a:extLst>
          </p:cNvPr>
          <p:cNvSpPr/>
          <p:nvPr/>
        </p:nvSpPr>
        <p:spPr>
          <a:xfrm>
            <a:off x="4126059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83F8924-CC2E-CE9A-538E-2746262E6374}"/>
              </a:ext>
            </a:extLst>
          </p:cNvPr>
          <p:cNvSpPr/>
          <p:nvPr/>
        </p:nvSpPr>
        <p:spPr>
          <a:xfrm>
            <a:off x="4126059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27D4413-25EE-2D12-9369-D007FD0B6CFD}"/>
              </a:ext>
            </a:extLst>
          </p:cNvPr>
          <p:cNvSpPr/>
          <p:nvPr/>
        </p:nvSpPr>
        <p:spPr>
          <a:xfrm>
            <a:off x="4126059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5ECE55C-185A-EE63-E8AE-85DB33299276}"/>
              </a:ext>
            </a:extLst>
          </p:cNvPr>
          <p:cNvSpPr/>
          <p:nvPr/>
        </p:nvSpPr>
        <p:spPr>
          <a:xfrm>
            <a:off x="4126059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91903D8-2670-6712-5938-A86466C3F82F}"/>
              </a:ext>
            </a:extLst>
          </p:cNvPr>
          <p:cNvSpPr/>
          <p:nvPr/>
        </p:nvSpPr>
        <p:spPr>
          <a:xfrm>
            <a:off x="4126059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729272" y="-4906"/>
            <a:ext cx="11218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0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Кемитүү</a:t>
            </a:r>
            <a:endParaRPr lang="en-GB" sz="20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cxnSp>
        <p:nvCxnSpPr>
          <p:cNvPr id="712" name="Straight Connector 711">
            <a:extLst>
              <a:ext uri="{FF2B5EF4-FFF2-40B4-BE49-F238E27FC236}">
                <a16:creationId xmlns:a16="http://schemas.microsoft.com/office/drawing/2014/main" id="{10E2CF79-3D70-A3A4-ED92-4B84EC85BA32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4" name="TextBox 713">
            <a:extLst>
              <a:ext uri="{FF2B5EF4-FFF2-40B4-BE49-F238E27FC236}">
                <a16:creationId xmlns:a16="http://schemas.microsoft.com/office/drawing/2014/main" id="{E2EFD7D0-62A9-DF60-590C-F11CB94A71FA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Е)</a:t>
            </a:r>
          </a:p>
        </p:txBody>
      </p:sp>
      <p:sp>
        <p:nvSpPr>
          <p:cNvPr id="716" name="Equals 715">
            <a:extLst>
              <a:ext uri="{FF2B5EF4-FFF2-40B4-BE49-F238E27FC236}">
                <a16:creationId xmlns:a16="http://schemas.microsoft.com/office/drawing/2014/main" id="{7DE0655B-138F-8059-C525-32C3488686FE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18" name="Straight Connector 717">
            <a:extLst>
              <a:ext uri="{FF2B5EF4-FFF2-40B4-BE49-F238E27FC236}">
                <a16:creationId xmlns:a16="http://schemas.microsoft.com/office/drawing/2014/main" id="{3C0E5701-7D10-5F14-76AC-DBD85B155D7E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0" name="Oval 719">
            <a:extLst>
              <a:ext uri="{FF2B5EF4-FFF2-40B4-BE49-F238E27FC236}">
                <a16:creationId xmlns:a16="http://schemas.microsoft.com/office/drawing/2014/main" id="{61C83FF0-EAC7-2EE6-F72D-FAEA75A3981C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4" name="Picture 733">
            <a:extLst>
              <a:ext uri="{FF2B5EF4-FFF2-40B4-BE49-F238E27FC236}">
                <a16:creationId xmlns:a16="http://schemas.microsoft.com/office/drawing/2014/main" id="{A9FA4001-1459-47C9-2BDE-E7EC0AD66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738" name="Rectangle 737">
            <a:extLst>
              <a:ext uri="{FF2B5EF4-FFF2-40B4-BE49-F238E27FC236}">
                <a16:creationId xmlns:a16="http://schemas.microsoft.com/office/drawing/2014/main" id="{78E0BA16-F6D3-C543-1ED0-B7ACE6D98B1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40" name="Rectangle 739">
            <a:extLst>
              <a:ext uri="{FF2B5EF4-FFF2-40B4-BE49-F238E27FC236}">
                <a16:creationId xmlns:a16="http://schemas.microsoft.com/office/drawing/2014/main" id="{9CB548B2-74D4-92FB-D635-8681658C85F3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42" name="TextBox 741">
            <a:extLst>
              <a:ext uri="{FF2B5EF4-FFF2-40B4-BE49-F238E27FC236}">
                <a16:creationId xmlns:a16="http://schemas.microsoft.com/office/drawing/2014/main" id="{68902956-D633-A540-E1A0-3EFDF0C3163B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ED770C9E-BF7A-B8F6-F3FD-C54EE0537335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6" name="Oval 745">
            <a:extLst>
              <a:ext uri="{FF2B5EF4-FFF2-40B4-BE49-F238E27FC236}">
                <a16:creationId xmlns:a16="http://schemas.microsoft.com/office/drawing/2014/main" id="{90A27F2F-062A-D731-9D6E-42D39AEF4B9C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48" name="Picture 747">
            <a:extLst>
              <a:ext uri="{FF2B5EF4-FFF2-40B4-BE49-F238E27FC236}">
                <a16:creationId xmlns:a16="http://schemas.microsoft.com/office/drawing/2014/main" id="{7DE44A24-F10F-0FB7-CB32-27C5C20FA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750" name="TextBox 749">
            <a:extLst>
              <a:ext uri="{FF2B5EF4-FFF2-40B4-BE49-F238E27FC236}">
                <a16:creationId xmlns:a16="http://schemas.microsoft.com/office/drawing/2014/main" id="{4728ADBC-0318-3BE1-3F5B-DD6E314BBA59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94BB3940-1265-90DE-EA60-1BA1D06E751E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2" name="Oval 751">
            <a:extLst>
              <a:ext uri="{FF2B5EF4-FFF2-40B4-BE49-F238E27FC236}">
                <a16:creationId xmlns:a16="http://schemas.microsoft.com/office/drawing/2014/main" id="{488D71B4-2A09-8BD3-9C48-A973ABA87A50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53" name="Picture 752">
            <a:extLst>
              <a:ext uri="{FF2B5EF4-FFF2-40B4-BE49-F238E27FC236}">
                <a16:creationId xmlns:a16="http://schemas.microsoft.com/office/drawing/2014/main" id="{14B4A94B-9051-31E5-3571-2A2356071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754" name="TextBox 753">
            <a:extLst>
              <a:ext uri="{FF2B5EF4-FFF2-40B4-BE49-F238E27FC236}">
                <a16:creationId xmlns:a16="http://schemas.microsoft.com/office/drawing/2014/main" id="{B4FB7135-49C0-76E5-00A9-74660ACDE24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55" name="TextBox 754">
            <a:extLst>
              <a:ext uri="{FF2B5EF4-FFF2-40B4-BE49-F238E27FC236}">
                <a16:creationId xmlns:a16="http://schemas.microsoft.com/office/drawing/2014/main" id="{E4AEAE71-36A5-EAF1-B87F-F84E88D2DF0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767" name="Equals 766">
            <a:extLst>
              <a:ext uri="{FF2B5EF4-FFF2-40B4-BE49-F238E27FC236}">
                <a16:creationId xmlns:a16="http://schemas.microsoft.com/office/drawing/2014/main" id="{C24BBB0D-3B5E-D2E9-A1E7-77448D35F525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DB810A4A-A52F-0400-D2E8-D9CE2ED8F7E7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1" name="Oval 780">
            <a:extLst>
              <a:ext uri="{FF2B5EF4-FFF2-40B4-BE49-F238E27FC236}">
                <a16:creationId xmlns:a16="http://schemas.microsoft.com/office/drawing/2014/main" id="{C27CC459-EC0F-D9AA-8B30-F806DF05CB58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82" name="Picture 781">
            <a:extLst>
              <a:ext uri="{FF2B5EF4-FFF2-40B4-BE49-F238E27FC236}">
                <a16:creationId xmlns:a16="http://schemas.microsoft.com/office/drawing/2014/main" id="{6CC07EB9-C696-CB28-A7B8-2075EBA04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783" name="Rectangle 782">
            <a:extLst>
              <a:ext uri="{FF2B5EF4-FFF2-40B4-BE49-F238E27FC236}">
                <a16:creationId xmlns:a16="http://schemas.microsoft.com/office/drawing/2014/main" id="{40A6F09C-4D28-D25A-33E6-1C4A88396ECE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E3A316F6-8C25-0103-E800-B37C5ED9FE69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5" name="Rectangle 784">
            <a:extLst>
              <a:ext uri="{FF2B5EF4-FFF2-40B4-BE49-F238E27FC236}">
                <a16:creationId xmlns:a16="http://schemas.microsoft.com/office/drawing/2014/main" id="{CA63DC60-B87E-11D0-A491-9A2AF033E58A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483EB1DA-044E-23B6-68DE-D2B395D5D05F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8" name="Rectangle 787">
            <a:extLst>
              <a:ext uri="{FF2B5EF4-FFF2-40B4-BE49-F238E27FC236}">
                <a16:creationId xmlns:a16="http://schemas.microsoft.com/office/drawing/2014/main" id="{D8CC3C58-35A0-2B59-643C-4A6238D2F103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92" name="TextBox 791">
            <a:extLst>
              <a:ext uri="{FF2B5EF4-FFF2-40B4-BE49-F238E27FC236}">
                <a16:creationId xmlns:a16="http://schemas.microsoft.com/office/drawing/2014/main" id="{5B43B5A1-DA90-806E-A0AC-BAB9D9F8506C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3" name="Straight Connector 792">
            <a:extLst>
              <a:ext uri="{FF2B5EF4-FFF2-40B4-BE49-F238E27FC236}">
                <a16:creationId xmlns:a16="http://schemas.microsoft.com/office/drawing/2014/main" id="{5C0A65F9-8B47-F3CC-25DC-9141A97E27A3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4" name="Oval 793">
            <a:extLst>
              <a:ext uri="{FF2B5EF4-FFF2-40B4-BE49-F238E27FC236}">
                <a16:creationId xmlns:a16="http://schemas.microsoft.com/office/drawing/2014/main" id="{00587144-2188-5549-A428-339B72C54DA5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9" name="Picture 798">
            <a:extLst>
              <a:ext uri="{FF2B5EF4-FFF2-40B4-BE49-F238E27FC236}">
                <a16:creationId xmlns:a16="http://schemas.microsoft.com/office/drawing/2014/main" id="{D392A1DC-78A7-C480-2954-7EA1FE031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800" name="Rectangle 799">
            <a:extLst>
              <a:ext uri="{FF2B5EF4-FFF2-40B4-BE49-F238E27FC236}">
                <a16:creationId xmlns:a16="http://schemas.microsoft.com/office/drawing/2014/main" id="{1303D4A5-3C5F-9D3B-2638-198D62E50498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1" name="Rectangle 800">
            <a:extLst>
              <a:ext uri="{FF2B5EF4-FFF2-40B4-BE49-F238E27FC236}">
                <a16:creationId xmlns:a16="http://schemas.microsoft.com/office/drawing/2014/main" id="{E2C76F50-294E-C81F-FA8B-5657CBA8D707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2" name="Rectangle 801">
            <a:extLst>
              <a:ext uri="{FF2B5EF4-FFF2-40B4-BE49-F238E27FC236}">
                <a16:creationId xmlns:a16="http://schemas.microsoft.com/office/drawing/2014/main" id="{593EA3ED-97A9-96BE-5F9B-B59C07CFB521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3" name="Rectangle 802">
            <a:extLst>
              <a:ext uri="{FF2B5EF4-FFF2-40B4-BE49-F238E27FC236}">
                <a16:creationId xmlns:a16="http://schemas.microsoft.com/office/drawing/2014/main" id="{60FB7CBB-B29D-9C63-D91E-988A890D1CA3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78BE7C6F-F47A-BA9F-CC81-FCAE644BC19D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05" name="Straight Connector 804">
            <a:extLst>
              <a:ext uri="{FF2B5EF4-FFF2-40B4-BE49-F238E27FC236}">
                <a16:creationId xmlns:a16="http://schemas.microsoft.com/office/drawing/2014/main" id="{C1CD1D0B-904D-6055-E0C6-ED50F7FF6D9F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7" name="Oval 806">
            <a:extLst>
              <a:ext uri="{FF2B5EF4-FFF2-40B4-BE49-F238E27FC236}">
                <a16:creationId xmlns:a16="http://schemas.microsoft.com/office/drawing/2014/main" id="{21759D2F-4CE1-478A-82C7-FA7AC643EBCC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09" name="Picture 808">
            <a:extLst>
              <a:ext uri="{FF2B5EF4-FFF2-40B4-BE49-F238E27FC236}">
                <a16:creationId xmlns:a16="http://schemas.microsoft.com/office/drawing/2014/main" id="{8518FD0A-BC09-8F83-0416-438A3294E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811" name="TextBox 810">
            <a:extLst>
              <a:ext uri="{FF2B5EF4-FFF2-40B4-BE49-F238E27FC236}">
                <a16:creationId xmlns:a16="http://schemas.microsoft.com/office/drawing/2014/main" id="{07FF64EF-2C86-A2E7-584B-0B850333A0C2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813" name="TextBox 812">
            <a:extLst>
              <a:ext uri="{FF2B5EF4-FFF2-40B4-BE49-F238E27FC236}">
                <a16:creationId xmlns:a16="http://schemas.microsoft.com/office/drawing/2014/main" id="{F7FF72AA-C486-937A-D612-A5812E1EB263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815" name="Equals 814">
            <a:extLst>
              <a:ext uri="{FF2B5EF4-FFF2-40B4-BE49-F238E27FC236}">
                <a16:creationId xmlns:a16="http://schemas.microsoft.com/office/drawing/2014/main" id="{052DE8DA-774C-C208-B3FA-8A888DF52D1B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2F67ACC6-EA1E-2D55-9BDE-37445028E2BF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9" name="Oval 818">
            <a:extLst>
              <a:ext uri="{FF2B5EF4-FFF2-40B4-BE49-F238E27FC236}">
                <a16:creationId xmlns:a16="http://schemas.microsoft.com/office/drawing/2014/main" id="{9894EBBF-D778-87BB-9469-5950CECF5BFE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0" name="Picture 819">
            <a:extLst>
              <a:ext uri="{FF2B5EF4-FFF2-40B4-BE49-F238E27FC236}">
                <a16:creationId xmlns:a16="http://schemas.microsoft.com/office/drawing/2014/main" id="{492C434F-3810-A04E-E2A0-026211E08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821" name="TextBox 820">
            <a:extLst>
              <a:ext uri="{FF2B5EF4-FFF2-40B4-BE49-F238E27FC236}">
                <a16:creationId xmlns:a16="http://schemas.microsoft.com/office/drawing/2014/main" id="{AB48247B-EE93-722E-422B-E42B073EA0EE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2" name="Straight Connector 821">
            <a:extLst>
              <a:ext uri="{FF2B5EF4-FFF2-40B4-BE49-F238E27FC236}">
                <a16:creationId xmlns:a16="http://schemas.microsoft.com/office/drawing/2014/main" id="{01A66E55-7ACE-6AFF-910C-8BF07BB70D09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3" name="Oval 822">
            <a:extLst>
              <a:ext uri="{FF2B5EF4-FFF2-40B4-BE49-F238E27FC236}">
                <a16:creationId xmlns:a16="http://schemas.microsoft.com/office/drawing/2014/main" id="{1B8DD6FD-6A0B-6377-E004-B0B923AFC4B1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8" name="Picture 827">
            <a:extLst>
              <a:ext uri="{FF2B5EF4-FFF2-40B4-BE49-F238E27FC236}">
                <a16:creationId xmlns:a16="http://schemas.microsoft.com/office/drawing/2014/main" id="{5ED4B6FE-E209-34F6-6184-0EC66558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829" name="TextBox 828">
            <a:extLst>
              <a:ext uri="{FF2B5EF4-FFF2-40B4-BE49-F238E27FC236}">
                <a16:creationId xmlns:a16="http://schemas.microsoft.com/office/drawing/2014/main" id="{732D0829-47E1-7C54-E255-F3BE1A43D3BF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F83D0E9F-B47C-37E5-1BCE-B9ACCC1CEE42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1" name="Oval 830">
            <a:extLst>
              <a:ext uri="{FF2B5EF4-FFF2-40B4-BE49-F238E27FC236}">
                <a16:creationId xmlns:a16="http://schemas.microsoft.com/office/drawing/2014/main" id="{00A05000-F6A1-B632-1EF9-9A64A4DA3F3D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32" name="Picture 831">
            <a:extLst>
              <a:ext uri="{FF2B5EF4-FFF2-40B4-BE49-F238E27FC236}">
                <a16:creationId xmlns:a16="http://schemas.microsoft.com/office/drawing/2014/main" id="{8EFE0B0E-FECB-A307-838D-CC6E7480A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33" name="Rectangle 832">
            <a:extLst>
              <a:ext uri="{FF2B5EF4-FFF2-40B4-BE49-F238E27FC236}">
                <a16:creationId xmlns:a16="http://schemas.microsoft.com/office/drawing/2014/main" id="{DC43A0F6-78A5-6A10-D04C-5FBC0EB84600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34" name="Minus Sign 833">
            <a:extLst>
              <a:ext uri="{FF2B5EF4-FFF2-40B4-BE49-F238E27FC236}">
                <a16:creationId xmlns:a16="http://schemas.microsoft.com/office/drawing/2014/main" id="{F893DA04-4748-8F1E-F525-8FAB379DB5B9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5" name="Minus Sign 834">
            <a:extLst>
              <a:ext uri="{FF2B5EF4-FFF2-40B4-BE49-F238E27FC236}">
                <a16:creationId xmlns:a16="http://schemas.microsoft.com/office/drawing/2014/main" id="{D9B4C294-024D-7C0D-8559-BCF23D3D3F34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6" name="Minus Sign 835">
            <a:extLst>
              <a:ext uri="{FF2B5EF4-FFF2-40B4-BE49-F238E27FC236}">
                <a16:creationId xmlns:a16="http://schemas.microsoft.com/office/drawing/2014/main" id="{AA26B467-1D42-E1EA-E070-5E108A1A9F7F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7" name="TextBox 836">
            <a:extLst>
              <a:ext uri="{FF2B5EF4-FFF2-40B4-BE49-F238E27FC236}">
                <a16:creationId xmlns:a16="http://schemas.microsoft.com/office/drawing/2014/main" id="{3039BA55-7F29-A7B4-CDE8-1C71D14E7F04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Д)</a:t>
            </a:r>
          </a:p>
        </p:txBody>
      </p:sp>
      <p:sp>
        <p:nvSpPr>
          <p:cNvPr id="838" name="Equals 837">
            <a:extLst>
              <a:ext uri="{FF2B5EF4-FFF2-40B4-BE49-F238E27FC236}">
                <a16:creationId xmlns:a16="http://schemas.microsoft.com/office/drawing/2014/main" id="{EDE2D4CA-334E-96FE-047D-EEBA0B8983B5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C1622851-C509-DC52-A3C3-1836C0E4AC8E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0" name="Oval 839">
            <a:extLst>
              <a:ext uri="{FF2B5EF4-FFF2-40B4-BE49-F238E27FC236}">
                <a16:creationId xmlns:a16="http://schemas.microsoft.com/office/drawing/2014/main" id="{0CA5D00E-0C1F-944E-8C79-0A8E85C2106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41" name="Picture 840">
            <a:extLst>
              <a:ext uri="{FF2B5EF4-FFF2-40B4-BE49-F238E27FC236}">
                <a16:creationId xmlns:a16="http://schemas.microsoft.com/office/drawing/2014/main" id="{AEC32549-21BD-A287-0549-1A198369C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842" name="Rectangle 841">
            <a:extLst>
              <a:ext uri="{FF2B5EF4-FFF2-40B4-BE49-F238E27FC236}">
                <a16:creationId xmlns:a16="http://schemas.microsoft.com/office/drawing/2014/main" id="{43C3BC85-A5A3-C3B7-2E90-C1573568F41A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3" name="TextBox 842">
            <a:extLst>
              <a:ext uri="{FF2B5EF4-FFF2-40B4-BE49-F238E27FC236}">
                <a16:creationId xmlns:a16="http://schemas.microsoft.com/office/drawing/2014/main" id="{9FAAEED4-7FB4-385F-FA96-42C507C127CF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9A9D4DF1-0217-7F47-E634-057ACDB5D60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8" name="Oval 847">
            <a:extLst>
              <a:ext uri="{FF2B5EF4-FFF2-40B4-BE49-F238E27FC236}">
                <a16:creationId xmlns:a16="http://schemas.microsoft.com/office/drawing/2014/main" id="{FC3C3D0A-4C0F-0223-6EC8-9AF485B5A4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49" name="Picture 848">
            <a:extLst>
              <a:ext uri="{FF2B5EF4-FFF2-40B4-BE49-F238E27FC236}">
                <a16:creationId xmlns:a16="http://schemas.microsoft.com/office/drawing/2014/main" id="{5E3FEC4F-D806-1ACE-E3FA-E86F41567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857" name="Rectangle 856">
            <a:extLst>
              <a:ext uri="{FF2B5EF4-FFF2-40B4-BE49-F238E27FC236}">
                <a16:creationId xmlns:a16="http://schemas.microsoft.com/office/drawing/2014/main" id="{9140518D-FABE-CD31-6D24-494F6E85C937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8" name="TextBox 857">
            <a:extLst>
              <a:ext uri="{FF2B5EF4-FFF2-40B4-BE49-F238E27FC236}">
                <a16:creationId xmlns:a16="http://schemas.microsoft.com/office/drawing/2014/main" id="{353EBDC5-AECC-43CB-266F-A51C517AF927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F0445CA0-681E-FA88-6777-B7222B7BEDA1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0" name="Oval 859">
            <a:extLst>
              <a:ext uri="{FF2B5EF4-FFF2-40B4-BE49-F238E27FC236}">
                <a16:creationId xmlns:a16="http://schemas.microsoft.com/office/drawing/2014/main" id="{309F42D0-806E-BD20-FC1F-BA851B2641E3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61" name="Picture 860">
            <a:extLst>
              <a:ext uri="{FF2B5EF4-FFF2-40B4-BE49-F238E27FC236}">
                <a16:creationId xmlns:a16="http://schemas.microsoft.com/office/drawing/2014/main" id="{F76E8C2C-ECA6-6C0D-2426-249EDB572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862" name="TextBox 861">
            <a:extLst>
              <a:ext uri="{FF2B5EF4-FFF2-40B4-BE49-F238E27FC236}">
                <a16:creationId xmlns:a16="http://schemas.microsoft.com/office/drawing/2014/main" id="{534AFEE0-AEB8-86A5-AA58-161231590848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863" name="Minus Sign 862">
            <a:extLst>
              <a:ext uri="{FF2B5EF4-FFF2-40B4-BE49-F238E27FC236}">
                <a16:creationId xmlns:a16="http://schemas.microsoft.com/office/drawing/2014/main" id="{ACF37155-73BF-57AF-992F-A52BCB7E265E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CCCDCCFC-F427-1844-6B54-BAB264E00763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8F8195B0-E0CB-2132-3B1D-4F14F8389886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0BD8ED33-ACE0-B322-17A2-6271D967489B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0" name="Rectangle 879">
            <a:extLst>
              <a:ext uri="{FF2B5EF4-FFF2-40B4-BE49-F238E27FC236}">
                <a16:creationId xmlns:a16="http://schemas.microsoft.com/office/drawing/2014/main" id="{5B2E7855-C9B8-C804-52B8-9D6DEF0AC2D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2" name="Rectangle 881">
            <a:extLst>
              <a:ext uri="{FF2B5EF4-FFF2-40B4-BE49-F238E27FC236}">
                <a16:creationId xmlns:a16="http://schemas.microsoft.com/office/drawing/2014/main" id="{88554379-FDED-D66C-839D-105D18B5B02F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6" name="Rectangle 885">
            <a:extLst>
              <a:ext uri="{FF2B5EF4-FFF2-40B4-BE49-F238E27FC236}">
                <a16:creationId xmlns:a16="http://schemas.microsoft.com/office/drawing/2014/main" id="{35F0807E-2300-B9A9-5A11-70F0791D50B7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7" name="Rectangle 886">
            <a:extLst>
              <a:ext uri="{FF2B5EF4-FFF2-40B4-BE49-F238E27FC236}">
                <a16:creationId xmlns:a16="http://schemas.microsoft.com/office/drawing/2014/main" id="{8229A88E-9CEC-DA24-BBB9-F96CCC2416B3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33BBF59F-981C-CA05-59FE-03ABA997F889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4" name="Rectangle 893">
            <a:extLst>
              <a:ext uri="{FF2B5EF4-FFF2-40B4-BE49-F238E27FC236}">
                <a16:creationId xmlns:a16="http://schemas.microsoft.com/office/drawing/2014/main" id="{8526AE98-9CAF-BB1E-2C09-DB08D3FF7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5" name="Rectangle 894">
            <a:extLst>
              <a:ext uri="{FF2B5EF4-FFF2-40B4-BE49-F238E27FC236}">
                <a16:creationId xmlns:a16="http://schemas.microsoft.com/office/drawing/2014/main" id="{B0B99B7F-8759-BEEA-B991-9DED97CEFA34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7D38E4FA-E0AF-5C8A-7493-FCFCE6398A1A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7" name="Rectangle 896">
            <a:extLst>
              <a:ext uri="{FF2B5EF4-FFF2-40B4-BE49-F238E27FC236}">
                <a16:creationId xmlns:a16="http://schemas.microsoft.com/office/drawing/2014/main" id="{BAE9818C-E5A1-25E0-3444-625A5B9CB699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8" name="Rectangle 897">
            <a:extLst>
              <a:ext uri="{FF2B5EF4-FFF2-40B4-BE49-F238E27FC236}">
                <a16:creationId xmlns:a16="http://schemas.microsoft.com/office/drawing/2014/main" id="{C03681D5-50C3-1BF2-04CB-26FEF8FF92B4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95A2853C-14E3-7ACD-82F6-447C89217AB8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0A9E9CCB-29CB-DA6C-119D-E87971D7895F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1" name="TextBox 900">
            <a:extLst>
              <a:ext uri="{FF2B5EF4-FFF2-40B4-BE49-F238E27FC236}">
                <a16:creationId xmlns:a16="http://schemas.microsoft.com/office/drawing/2014/main" id="{AB62915B-AF9B-6A94-78D3-622B3EA2B72C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902" name="Equals 901">
            <a:extLst>
              <a:ext uri="{FF2B5EF4-FFF2-40B4-BE49-F238E27FC236}">
                <a16:creationId xmlns:a16="http://schemas.microsoft.com/office/drawing/2014/main" id="{4B558DB2-6F7E-8292-615C-7B637A4FA45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03" name="Straight Connector 902">
            <a:extLst>
              <a:ext uri="{FF2B5EF4-FFF2-40B4-BE49-F238E27FC236}">
                <a16:creationId xmlns:a16="http://schemas.microsoft.com/office/drawing/2014/main" id="{4D09479D-7319-5C26-D43F-4BA65F8AECF3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4" name="Oval 903">
            <a:extLst>
              <a:ext uri="{FF2B5EF4-FFF2-40B4-BE49-F238E27FC236}">
                <a16:creationId xmlns:a16="http://schemas.microsoft.com/office/drawing/2014/main" id="{59140A1D-DDBA-D60E-F165-AA2516F27518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05" name="Picture 904">
            <a:extLst>
              <a:ext uri="{FF2B5EF4-FFF2-40B4-BE49-F238E27FC236}">
                <a16:creationId xmlns:a16="http://schemas.microsoft.com/office/drawing/2014/main" id="{4122B91A-7573-B84A-92F6-936E286C1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906" name="TextBox 905">
            <a:extLst>
              <a:ext uri="{FF2B5EF4-FFF2-40B4-BE49-F238E27FC236}">
                <a16:creationId xmlns:a16="http://schemas.microsoft.com/office/drawing/2014/main" id="{300C3799-0D94-E4EA-E4E9-72BA88B8C5C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907" name="Straight Connector 906">
            <a:extLst>
              <a:ext uri="{FF2B5EF4-FFF2-40B4-BE49-F238E27FC236}">
                <a16:creationId xmlns:a16="http://schemas.microsoft.com/office/drawing/2014/main" id="{D52004D4-C30F-A259-4D46-74DF4AF9FE2E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8" name="Oval 907">
            <a:extLst>
              <a:ext uri="{FF2B5EF4-FFF2-40B4-BE49-F238E27FC236}">
                <a16:creationId xmlns:a16="http://schemas.microsoft.com/office/drawing/2014/main" id="{90513811-DA7A-8EE0-19EA-A23AE43D84AC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09" name="Picture 908">
            <a:extLst>
              <a:ext uri="{FF2B5EF4-FFF2-40B4-BE49-F238E27FC236}">
                <a16:creationId xmlns:a16="http://schemas.microsoft.com/office/drawing/2014/main" id="{CCA74E4F-C58C-FC28-4519-989598E45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911" name="TextBox 910">
            <a:extLst>
              <a:ext uri="{FF2B5EF4-FFF2-40B4-BE49-F238E27FC236}">
                <a16:creationId xmlns:a16="http://schemas.microsoft.com/office/drawing/2014/main" id="{8092FC22-D20F-D1DC-0C57-A7AC4D59CB63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2" name="Straight Connector 911">
            <a:extLst>
              <a:ext uri="{FF2B5EF4-FFF2-40B4-BE49-F238E27FC236}">
                <a16:creationId xmlns:a16="http://schemas.microsoft.com/office/drawing/2014/main" id="{034F28F2-6ABB-96F9-ED70-DEAB93EB86E7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3" name="Oval 912">
            <a:extLst>
              <a:ext uri="{FF2B5EF4-FFF2-40B4-BE49-F238E27FC236}">
                <a16:creationId xmlns:a16="http://schemas.microsoft.com/office/drawing/2014/main" id="{326156C0-620B-A8EB-4511-1502939C9196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14" name="Picture 913">
            <a:extLst>
              <a:ext uri="{FF2B5EF4-FFF2-40B4-BE49-F238E27FC236}">
                <a16:creationId xmlns:a16="http://schemas.microsoft.com/office/drawing/2014/main" id="{D7C7C1AA-DE72-3C2B-A2B1-DB26D95F4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915" name="Rectangle 914">
            <a:extLst>
              <a:ext uri="{FF2B5EF4-FFF2-40B4-BE49-F238E27FC236}">
                <a16:creationId xmlns:a16="http://schemas.microsoft.com/office/drawing/2014/main" id="{60C39CCB-E89F-AEFA-518B-F840CC5DF2EC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6" name="Rectangle 915">
            <a:extLst>
              <a:ext uri="{FF2B5EF4-FFF2-40B4-BE49-F238E27FC236}">
                <a16:creationId xmlns:a16="http://schemas.microsoft.com/office/drawing/2014/main" id="{03D7687B-2CFB-3A19-9DB2-F0491903778A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6" name="Rectangle 925">
            <a:extLst>
              <a:ext uri="{FF2B5EF4-FFF2-40B4-BE49-F238E27FC236}">
                <a16:creationId xmlns:a16="http://schemas.microsoft.com/office/drawing/2014/main" id="{01AE88CD-6BA0-D5EE-85D0-F0A8B6D10A5D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7" name="Rectangle 926">
            <a:extLst>
              <a:ext uri="{FF2B5EF4-FFF2-40B4-BE49-F238E27FC236}">
                <a16:creationId xmlns:a16="http://schemas.microsoft.com/office/drawing/2014/main" id="{DA3E74AC-F15A-C4C7-1937-120CCA9D2CA9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8" name="Minus Sign 927">
            <a:extLst>
              <a:ext uri="{FF2B5EF4-FFF2-40B4-BE49-F238E27FC236}">
                <a16:creationId xmlns:a16="http://schemas.microsoft.com/office/drawing/2014/main" id="{379D654A-AAD0-5E5A-0C29-98AA7481CB2B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29" name="Rectangle 928">
            <a:extLst>
              <a:ext uri="{FF2B5EF4-FFF2-40B4-BE49-F238E27FC236}">
                <a16:creationId xmlns:a16="http://schemas.microsoft.com/office/drawing/2014/main" id="{DDA485F3-E64E-0A8C-6D54-80F2475B7148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63CE4AAF-35A9-7314-E26C-19009134C4E3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1" name="Rectangle 930">
            <a:extLst>
              <a:ext uri="{FF2B5EF4-FFF2-40B4-BE49-F238E27FC236}">
                <a16:creationId xmlns:a16="http://schemas.microsoft.com/office/drawing/2014/main" id="{42550640-5CFF-BA04-88F8-286584EE36EF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2" name="TextBox 931">
            <a:extLst>
              <a:ext uri="{FF2B5EF4-FFF2-40B4-BE49-F238E27FC236}">
                <a16:creationId xmlns:a16="http://schemas.microsoft.com/office/drawing/2014/main" id="{3D1F3C63-D183-1B5F-4C1A-331ACF540B0C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33" name="Rectangle 932">
            <a:extLst>
              <a:ext uri="{FF2B5EF4-FFF2-40B4-BE49-F238E27FC236}">
                <a16:creationId xmlns:a16="http://schemas.microsoft.com/office/drawing/2014/main" id="{4D97FF24-F7CF-9549-FED6-8D528A082ED8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31928B24-476C-7457-2826-B37DC12C5651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AF1DDCBE-98D8-9C04-08B9-924FCE1447ED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6" name="Rectangle 935">
            <a:extLst>
              <a:ext uri="{FF2B5EF4-FFF2-40B4-BE49-F238E27FC236}">
                <a16:creationId xmlns:a16="http://schemas.microsoft.com/office/drawing/2014/main" id="{D22DB492-8398-4924-9D3C-AF1057662EC6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BDF44906-B62B-3B38-92F8-D64FD38D2659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776D5AE3-73AC-8A77-B3D6-3E7F5432D344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9" name="Rectangle 938">
            <a:extLst>
              <a:ext uri="{FF2B5EF4-FFF2-40B4-BE49-F238E27FC236}">
                <a16:creationId xmlns:a16="http://schemas.microsoft.com/office/drawing/2014/main" id="{5A534994-4C80-E110-A28D-4B7FF94442B9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772E0127-82D5-CCEB-09E2-A62D902D30BD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C24FF15F-73B8-9330-614A-385CFD5AD4CA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6C45A5C0-03D8-4230-915E-B5CB85FAA6C8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98D40EA7-EAE6-1D86-12C6-FD3844CAF6E1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4" name="Rectangle 943">
            <a:extLst>
              <a:ext uri="{FF2B5EF4-FFF2-40B4-BE49-F238E27FC236}">
                <a16:creationId xmlns:a16="http://schemas.microsoft.com/office/drawing/2014/main" id="{C3C80ECD-C644-F8B7-85FC-B46C31D565CD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CD1697B9-C3BE-8552-18FA-E53A14BFE1AC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A8D60745-38C0-04F4-231E-045BA411372D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2" name="Rectangle 951">
            <a:extLst>
              <a:ext uri="{FF2B5EF4-FFF2-40B4-BE49-F238E27FC236}">
                <a16:creationId xmlns:a16="http://schemas.microsoft.com/office/drawing/2014/main" id="{66E73854-EABC-6526-2C02-BB0755623C5B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3" name="Rectangle 952">
            <a:extLst>
              <a:ext uri="{FF2B5EF4-FFF2-40B4-BE49-F238E27FC236}">
                <a16:creationId xmlns:a16="http://schemas.microsoft.com/office/drawing/2014/main" id="{2A021D7D-80BB-1AC0-4AB8-86CD9F46BDB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4" name="Rectangle 953">
            <a:extLst>
              <a:ext uri="{FF2B5EF4-FFF2-40B4-BE49-F238E27FC236}">
                <a16:creationId xmlns:a16="http://schemas.microsoft.com/office/drawing/2014/main" id="{742C852B-A1F4-0F00-9147-449D61D44EA2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6" name="Rectangle 955">
            <a:extLst>
              <a:ext uri="{FF2B5EF4-FFF2-40B4-BE49-F238E27FC236}">
                <a16:creationId xmlns:a16="http://schemas.microsoft.com/office/drawing/2014/main" id="{187E24F6-49BD-4B8D-0E48-FB177E0273FE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8" name="Rectangle 957">
            <a:extLst>
              <a:ext uri="{FF2B5EF4-FFF2-40B4-BE49-F238E27FC236}">
                <a16:creationId xmlns:a16="http://schemas.microsoft.com/office/drawing/2014/main" id="{6FE3F751-45D7-990E-F61D-04E3A6BAC6E8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0" name="Rectangle 959">
            <a:extLst>
              <a:ext uri="{FF2B5EF4-FFF2-40B4-BE49-F238E27FC236}">
                <a16:creationId xmlns:a16="http://schemas.microsoft.com/office/drawing/2014/main" id="{9F32CB23-EFA0-1E75-A8C7-E55F2498F05F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2" name="Rectangle 961">
            <a:extLst>
              <a:ext uri="{FF2B5EF4-FFF2-40B4-BE49-F238E27FC236}">
                <a16:creationId xmlns:a16="http://schemas.microsoft.com/office/drawing/2014/main" id="{38A50713-FB38-01E2-51D9-F94668297270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4" name="Rectangle 963">
            <a:extLst>
              <a:ext uri="{FF2B5EF4-FFF2-40B4-BE49-F238E27FC236}">
                <a16:creationId xmlns:a16="http://schemas.microsoft.com/office/drawing/2014/main" id="{56E55482-D030-B21B-8765-AB354A17ADC4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6" name="Rectangle 965">
            <a:extLst>
              <a:ext uri="{FF2B5EF4-FFF2-40B4-BE49-F238E27FC236}">
                <a16:creationId xmlns:a16="http://schemas.microsoft.com/office/drawing/2014/main" id="{702ED238-BE1C-AC66-D8B9-A36DB57AA878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8" name="Rectangle 967">
            <a:extLst>
              <a:ext uri="{FF2B5EF4-FFF2-40B4-BE49-F238E27FC236}">
                <a16:creationId xmlns:a16="http://schemas.microsoft.com/office/drawing/2014/main" id="{2A6E2BD7-DD84-2AA7-4305-D392E44A3FAF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9" name="Rectangle 968">
            <a:extLst>
              <a:ext uri="{FF2B5EF4-FFF2-40B4-BE49-F238E27FC236}">
                <a16:creationId xmlns:a16="http://schemas.microsoft.com/office/drawing/2014/main" id="{C0EFD03A-6EF2-A86D-D5D5-22E5246C200A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0" name="Rectangle 969">
            <a:extLst>
              <a:ext uri="{FF2B5EF4-FFF2-40B4-BE49-F238E27FC236}">
                <a16:creationId xmlns:a16="http://schemas.microsoft.com/office/drawing/2014/main" id="{BBA33AC2-04D7-3DE4-5BA1-75CF808AEBA0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1" name="Rectangle 970">
            <a:extLst>
              <a:ext uri="{FF2B5EF4-FFF2-40B4-BE49-F238E27FC236}">
                <a16:creationId xmlns:a16="http://schemas.microsoft.com/office/drawing/2014/main" id="{5A0FAA52-FCEB-05BD-5521-38560087A37C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2" name="Rectangle 971">
            <a:extLst>
              <a:ext uri="{FF2B5EF4-FFF2-40B4-BE49-F238E27FC236}">
                <a16:creationId xmlns:a16="http://schemas.microsoft.com/office/drawing/2014/main" id="{059D75DB-E170-AF8C-A596-253BF3ADC1CB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3" name="Rectangle 972">
            <a:extLst>
              <a:ext uri="{FF2B5EF4-FFF2-40B4-BE49-F238E27FC236}">
                <a16:creationId xmlns:a16="http://schemas.microsoft.com/office/drawing/2014/main" id="{37CDE062-ACCA-2585-A5DB-E6E25272DBF6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537F4A61-2362-BB20-16A8-840C2DD39906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5C73D49-7227-D0E1-E32E-293CFA37C126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9100EC2-03F2-611E-089A-F6A3ACC7AA64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159D01AC-2B36-9FC0-A38B-4E6BF44C775F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C29ED30-5C76-28E1-3B42-FBDD191A24E7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A6D28982-7D17-BA69-B591-F7CF71E5CCE6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0BB2F37-E5E7-06B5-FED5-7B67649F2378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3828298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99354" y="-76167"/>
            <a:ext cx="2085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20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А)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Б)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0,11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0451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В)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0,25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0,02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0,23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22262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22262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22262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398088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052603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Г)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0,48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0,23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0,25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Е)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2" name="TextBox 571">
            <a:extLst>
              <a:ext uri="{FF2B5EF4-FFF2-40B4-BE49-F238E27FC236}">
                <a16:creationId xmlns:a16="http://schemas.microsoft.com/office/drawing/2014/main" id="{9935D0A3-5F8B-2B56-AA2D-994323576033}"/>
              </a:ext>
            </a:extLst>
          </p:cNvPr>
          <p:cNvSpPr txBox="1"/>
          <p:nvPr/>
        </p:nvSpPr>
        <p:spPr>
          <a:xfrm>
            <a:off x="5757546" y="2282591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0,6</a:t>
            </a:r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3" name="TextBox 542">
            <a:extLst>
              <a:ext uri="{FF2B5EF4-FFF2-40B4-BE49-F238E27FC236}">
                <a16:creationId xmlns:a16="http://schemas.microsoft.com/office/drawing/2014/main" id="{BFAA5086-971C-278C-88D6-1CE79BC103BB}"/>
              </a:ext>
            </a:extLst>
          </p:cNvPr>
          <p:cNvSpPr txBox="1"/>
          <p:nvPr/>
        </p:nvSpPr>
        <p:spPr>
          <a:xfrm>
            <a:off x="7253964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4A04475D-674C-6617-20EB-CBCA6EB24DD0}"/>
              </a:ext>
            </a:extLst>
          </p:cNvPr>
          <p:cNvSpPr txBox="1"/>
          <p:nvPr/>
        </p:nvSpPr>
        <p:spPr>
          <a:xfrm>
            <a:off x="8810350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0,47</a:t>
            </a:r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6" name="TextBox 665">
            <a:extLst>
              <a:ext uri="{FF2B5EF4-FFF2-40B4-BE49-F238E27FC236}">
                <a16:creationId xmlns:a16="http://schemas.microsoft.com/office/drawing/2014/main" id="{88B95A6E-2943-E184-9515-4CD85CB69C0A}"/>
              </a:ext>
            </a:extLst>
          </p:cNvPr>
          <p:cNvSpPr txBox="1"/>
          <p:nvPr/>
        </p:nvSpPr>
        <p:spPr>
          <a:xfrm>
            <a:off x="567980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0,33</a:t>
            </a: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7" name="TextBox 636">
            <a:extLst>
              <a:ext uri="{FF2B5EF4-FFF2-40B4-BE49-F238E27FC236}">
                <a16:creationId xmlns:a16="http://schemas.microsoft.com/office/drawing/2014/main" id="{D258A318-88D0-1CA2-3829-08071101CB43}"/>
              </a:ext>
            </a:extLst>
          </p:cNvPr>
          <p:cNvSpPr txBox="1"/>
          <p:nvPr/>
        </p:nvSpPr>
        <p:spPr>
          <a:xfrm>
            <a:off x="7253965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0,16</a:t>
            </a:r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8" name="TextBox 607">
            <a:extLst>
              <a:ext uri="{FF2B5EF4-FFF2-40B4-BE49-F238E27FC236}">
                <a16:creationId xmlns:a16="http://schemas.microsoft.com/office/drawing/2014/main" id="{AC69A1BC-4E6E-ED35-4201-2B986BD71ED5}"/>
              </a:ext>
            </a:extLst>
          </p:cNvPr>
          <p:cNvSpPr txBox="1"/>
          <p:nvPr/>
        </p:nvSpPr>
        <p:spPr>
          <a:xfrm>
            <a:off x="881035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0,17</a:t>
            </a:r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29" name="Rectangle 628">
            <a:extLst>
              <a:ext uri="{FF2B5EF4-FFF2-40B4-BE49-F238E27FC236}">
                <a16:creationId xmlns:a16="http://schemas.microsoft.com/office/drawing/2014/main" id="{8C4E4A12-4490-9C32-C914-45C525CCAAF4}"/>
              </a:ext>
            </a:extLst>
          </p:cNvPr>
          <p:cNvSpPr/>
          <p:nvPr/>
        </p:nvSpPr>
        <p:spPr>
          <a:xfrm>
            <a:off x="905996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975FB052-06CC-E3E3-25DB-76B37DDA5435}"/>
              </a:ext>
            </a:extLst>
          </p:cNvPr>
          <p:cNvSpPr txBox="1"/>
          <p:nvPr/>
        </p:nvSpPr>
        <p:spPr>
          <a:xfrm>
            <a:off x="567980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0,61</a:t>
            </a:r>
          </a:p>
        </p:txBody>
      </p: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1" name="TextBox 730">
            <a:extLst>
              <a:ext uri="{FF2B5EF4-FFF2-40B4-BE49-F238E27FC236}">
                <a16:creationId xmlns:a16="http://schemas.microsoft.com/office/drawing/2014/main" id="{D1325A40-5040-079E-E0C7-907F919400C3}"/>
              </a:ext>
            </a:extLst>
          </p:cNvPr>
          <p:cNvSpPr txBox="1"/>
          <p:nvPr/>
        </p:nvSpPr>
        <p:spPr>
          <a:xfrm>
            <a:off x="7253964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0,35</a:t>
            </a:r>
          </a:p>
        </p:txBody>
      </p: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2" name="TextBox 701">
            <a:extLst>
              <a:ext uri="{FF2B5EF4-FFF2-40B4-BE49-F238E27FC236}">
                <a16:creationId xmlns:a16="http://schemas.microsoft.com/office/drawing/2014/main" id="{47D69766-193E-1295-3D77-2ACD8336CE45}"/>
              </a:ext>
            </a:extLst>
          </p:cNvPr>
          <p:cNvSpPr txBox="1"/>
          <p:nvPr/>
        </p:nvSpPr>
        <p:spPr>
          <a:xfrm>
            <a:off x="881035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0,26</a:t>
            </a:r>
          </a:p>
        </p:txBody>
      </p: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4" name="Rectangle 723">
            <a:extLst>
              <a:ext uri="{FF2B5EF4-FFF2-40B4-BE49-F238E27FC236}">
                <a16:creationId xmlns:a16="http://schemas.microsoft.com/office/drawing/2014/main" id="{EDEAB634-DF2A-5B9E-AFF8-229F8405849E}"/>
              </a:ext>
            </a:extLst>
          </p:cNvPr>
          <p:cNvSpPr/>
          <p:nvPr/>
        </p:nvSpPr>
        <p:spPr>
          <a:xfrm>
            <a:off x="906103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F7629753-7003-E429-396D-653F53B9D7A2}"/>
              </a:ext>
            </a:extLst>
          </p:cNvPr>
          <p:cNvSpPr/>
          <p:nvPr/>
        </p:nvSpPr>
        <p:spPr>
          <a:xfrm>
            <a:off x="913275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69C0BF4-A7EC-CD31-DFEF-B7BEDD30544E}"/>
              </a:ext>
            </a:extLst>
          </p:cNvPr>
          <p:cNvSpPr/>
          <p:nvPr/>
        </p:nvSpPr>
        <p:spPr>
          <a:xfrm>
            <a:off x="398246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3A3AD2F-256E-32B9-0799-C7F0529D4F8E}"/>
              </a:ext>
            </a:extLst>
          </p:cNvPr>
          <p:cNvSpPr/>
          <p:nvPr/>
        </p:nvSpPr>
        <p:spPr>
          <a:xfrm>
            <a:off x="405418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8192386-20F8-253D-929A-BE888FF21FFF}"/>
              </a:ext>
            </a:extLst>
          </p:cNvPr>
          <p:cNvSpPr/>
          <p:nvPr/>
        </p:nvSpPr>
        <p:spPr>
          <a:xfrm>
            <a:off x="4126059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83F8924-CC2E-CE9A-538E-2746262E6374}"/>
              </a:ext>
            </a:extLst>
          </p:cNvPr>
          <p:cNvSpPr/>
          <p:nvPr/>
        </p:nvSpPr>
        <p:spPr>
          <a:xfrm>
            <a:off x="4126059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27D4413-25EE-2D12-9369-D007FD0B6CFD}"/>
              </a:ext>
            </a:extLst>
          </p:cNvPr>
          <p:cNvSpPr/>
          <p:nvPr/>
        </p:nvSpPr>
        <p:spPr>
          <a:xfrm>
            <a:off x="4126059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5ECE55C-185A-EE63-E8AE-85DB33299276}"/>
              </a:ext>
            </a:extLst>
          </p:cNvPr>
          <p:cNvSpPr/>
          <p:nvPr/>
        </p:nvSpPr>
        <p:spPr>
          <a:xfrm>
            <a:off x="4126059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91903D8-2670-6712-5938-A86466C3F82F}"/>
              </a:ext>
            </a:extLst>
          </p:cNvPr>
          <p:cNvSpPr/>
          <p:nvPr/>
        </p:nvSpPr>
        <p:spPr>
          <a:xfrm>
            <a:off x="4126059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Д)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CAE0FE4D-F585-686F-BE6B-9028AF88901F}"/>
              </a:ext>
            </a:extLst>
          </p:cNvPr>
          <p:cNvSpPr txBox="1"/>
          <p:nvPr/>
        </p:nvSpPr>
        <p:spPr>
          <a:xfrm>
            <a:off x="5750532" y="889199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137E96CD-0B66-F814-91B1-EA1E4D8AC4BF}"/>
              </a:ext>
            </a:extLst>
          </p:cNvPr>
          <p:cNvSpPr txBox="1"/>
          <p:nvPr/>
        </p:nvSpPr>
        <p:spPr>
          <a:xfrm>
            <a:off x="7246950" y="88919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0,01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79D18354-7CA3-D858-83DC-27590AF5DD5C}"/>
              </a:ext>
            </a:extLst>
          </p:cNvPr>
          <p:cNvSpPr txBox="1"/>
          <p:nvPr/>
        </p:nvSpPr>
        <p:spPr>
          <a:xfrm>
            <a:off x="8803336" y="88919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0,09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188" name="Rectangle 187">
            <a:extLst>
              <a:ext uri="{FF2B5EF4-FFF2-40B4-BE49-F238E27FC236}">
                <a16:creationId xmlns:a16="http://schemas.microsoft.com/office/drawing/2014/main" id="{B6784607-96D8-69DA-C49F-FA56ED08791B}"/>
              </a:ext>
            </a:extLst>
          </p:cNvPr>
          <p:cNvSpPr/>
          <p:nvPr/>
        </p:nvSpPr>
        <p:spPr>
          <a:xfrm>
            <a:off x="9051690" y="1679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317A96A1-8207-60B2-E545-F6ECDCE43AA7}"/>
              </a:ext>
            </a:extLst>
          </p:cNvPr>
          <p:cNvSpPr/>
          <p:nvPr/>
        </p:nvSpPr>
        <p:spPr>
          <a:xfrm>
            <a:off x="9051690" y="23967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4464422-6653-F15C-0231-1E99EAB9E5FF}"/>
              </a:ext>
            </a:extLst>
          </p:cNvPr>
          <p:cNvSpPr/>
          <p:nvPr/>
        </p:nvSpPr>
        <p:spPr>
          <a:xfrm>
            <a:off x="9051690" y="3113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7BFA7389-38B5-7AAA-1D45-0AFBA6343FAA}"/>
              </a:ext>
            </a:extLst>
          </p:cNvPr>
          <p:cNvSpPr/>
          <p:nvPr/>
        </p:nvSpPr>
        <p:spPr>
          <a:xfrm>
            <a:off x="9051690" y="3831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BA072842-853F-6A6C-7461-6F405913320E}"/>
              </a:ext>
            </a:extLst>
          </p:cNvPr>
          <p:cNvSpPr/>
          <p:nvPr/>
        </p:nvSpPr>
        <p:spPr>
          <a:xfrm>
            <a:off x="9051690" y="4548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D074CBB-0761-21F6-1044-95138FBEC8EB}"/>
              </a:ext>
            </a:extLst>
          </p:cNvPr>
          <p:cNvSpPr/>
          <p:nvPr/>
        </p:nvSpPr>
        <p:spPr>
          <a:xfrm>
            <a:off x="9051690" y="5265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F9E75BE-DE4A-BAFF-C9F8-2461EB38C90D}"/>
              </a:ext>
            </a:extLst>
          </p:cNvPr>
          <p:cNvSpPr/>
          <p:nvPr/>
        </p:nvSpPr>
        <p:spPr>
          <a:xfrm>
            <a:off x="9051690" y="598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C4AA243-AFB6-2B74-AA27-40A71FFC01ED}"/>
              </a:ext>
            </a:extLst>
          </p:cNvPr>
          <p:cNvSpPr/>
          <p:nvPr/>
        </p:nvSpPr>
        <p:spPr>
          <a:xfrm>
            <a:off x="9051690" y="66997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B91CBA0C-BED0-81EF-31A0-225CBF7E1434}"/>
              </a:ext>
            </a:extLst>
          </p:cNvPr>
          <p:cNvSpPr/>
          <p:nvPr/>
        </p:nvSpPr>
        <p:spPr>
          <a:xfrm>
            <a:off x="9051690" y="741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700D2B9-477A-8546-0586-A51C5F9ABB7D}"/>
              </a:ext>
            </a:extLst>
          </p:cNvPr>
          <p:cNvSpPr/>
          <p:nvPr/>
        </p:nvSpPr>
        <p:spPr>
          <a:xfrm>
            <a:off x="9057275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8E27071-461E-92DF-5AA1-1682EA19E816}"/>
              </a:ext>
            </a:extLst>
          </p:cNvPr>
          <p:cNvSpPr/>
          <p:nvPr/>
        </p:nvSpPr>
        <p:spPr>
          <a:xfrm>
            <a:off x="9128992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CDE9A2C0-23C0-C33C-6F6F-0BB4C7BAA040}"/>
              </a:ext>
            </a:extLst>
          </p:cNvPr>
          <p:cNvSpPr/>
          <p:nvPr/>
        </p:nvSpPr>
        <p:spPr>
          <a:xfrm>
            <a:off x="9343219" y="14953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0E67EAF7-4042-913E-35B1-7E01904D7920}"/>
              </a:ext>
            </a:extLst>
          </p:cNvPr>
          <p:cNvSpPr/>
          <p:nvPr/>
        </p:nvSpPr>
        <p:spPr>
          <a:xfrm>
            <a:off x="9343219" y="156702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BE10007-909A-969D-7384-C0E53FBA3E3A}"/>
              </a:ext>
            </a:extLst>
          </p:cNvPr>
          <p:cNvSpPr/>
          <p:nvPr/>
        </p:nvSpPr>
        <p:spPr>
          <a:xfrm>
            <a:off x="9343219" y="163873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C3C4BBE3-9250-C1D7-B89D-4259DDC52244}"/>
              </a:ext>
            </a:extLst>
          </p:cNvPr>
          <p:cNvSpPr/>
          <p:nvPr/>
        </p:nvSpPr>
        <p:spPr>
          <a:xfrm>
            <a:off x="9343219" y="171045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E253D67-0428-B5C8-CF7E-74DF1FC48F83}"/>
              </a:ext>
            </a:extLst>
          </p:cNvPr>
          <p:cNvSpPr/>
          <p:nvPr/>
        </p:nvSpPr>
        <p:spPr>
          <a:xfrm>
            <a:off x="9343219" y="178217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DDE66D24-E131-D61E-8951-5A5E23255B5C}"/>
              </a:ext>
            </a:extLst>
          </p:cNvPr>
          <p:cNvSpPr/>
          <p:nvPr/>
        </p:nvSpPr>
        <p:spPr>
          <a:xfrm>
            <a:off x="9343219" y="18538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FA2B25F4-B405-64AD-B30B-9B7522F04D83}"/>
              </a:ext>
            </a:extLst>
          </p:cNvPr>
          <p:cNvSpPr/>
          <p:nvPr/>
        </p:nvSpPr>
        <p:spPr>
          <a:xfrm>
            <a:off x="9343219" y="19256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FB25E3B-8DB4-0539-5DE7-01F63AFECF46}"/>
              </a:ext>
            </a:extLst>
          </p:cNvPr>
          <p:cNvSpPr/>
          <p:nvPr/>
        </p:nvSpPr>
        <p:spPr>
          <a:xfrm>
            <a:off x="9201214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755F2957-D390-1715-02A2-FA8C1DDA8D42}"/>
              </a:ext>
            </a:extLst>
          </p:cNvPr>
          <p:cNvSpPr/>
          <p:nvPr/>
        </p:nvSpPr>
        <p:spPr>
          <a:xfrm>
            <a:off x="9272931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3BD33BA8-EBEE-B836-ED30-6360FB9499A6}"/>
              </a:ext>
            </a:extLst>
          </p:cNvPr>
          <p:cNvSpPr/>
          <p:nvPr/>
        </p:nvSpPr>
        <p:spPr>
          <a:xfrm>
            <a:off x="9131680" y="28838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9249913-6690-4F2A-8127-0DF299E5B440}"/>
              </a:ext>
            </a:extLst>
          </p:cNvPr>
          <p:cNvSpPr/>
          <p:nvPr/>
        </p:nvSpPr>
        <p:spPr>
          <a:xfrm>
            <a:off x="9131680" y="29555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AD0636D3-F896-9D59-0919-787774582922}"/>
              </a:ext>
            </a:extLst>
          </p:cNvPr>
          <p:cNvSpPr/>
          <p:nvPr/>
        </p:nvSpPr>
        <p:spPr>
          <a:xfrm>
            <a:off x="9131680" y="30273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3AC7EEE8-E442-6F55-38EF-AE735591C4CB}"/>
              </a:ext>
            </a:extLst>
          </p:cNvPr>
          <p:cNvSpPr/>
          <p:nvPr/>
        </p:nvSpPr>
        <p:spPr>
          <a:xfrm>
            <a:off x="9131680" y="30990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98D52EC6-E392-3460-65B8-5C09D790285C}"/>
              </a:ext>
            </a:extLst>
          </p:cNvPr>
          <p:cNvSpPr/>
          <p:nvPr/>
        </p:nvSpPr>
        <p:spPr>
          <a:xfrm>
            <a:off x="9131680" y="31707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A9303C6A-76D4-B330-FA41-6D4C6A93876A}"/>
              </a:ext>
            </a:extLst>
          </p:cNvPr>
          <p:cNvSpPr/>
          <p:nvPr/>
        </p:nvSpPr>
        <p:spPr>
          <a:xfrm>
            <a:off x="9131680" y="32424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6FEA1AC8-E00A-1AEF-B30B-BBF8689967F9}"/>
              </a:ext>
            </a:extLst>
          </p:cNvPr>
          <p:cNvSpPr/>
          <p:nvPr/>
        </p:nvSpPr>
        <p:spPr>
          <a:xfrm>
            <a:off x="9131680" y="33141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DEAB0A68-426A-E9B2-75C9-909F2242CC8F}"/>
              </a:ext>
            </a:extLst>
          </p:cNvPr>
          <p:cNvSpPr/>
          <p:nvPr/>
        </p:nvSpPr>
        <p:spPr>
          <a:xfrm>
            <a:off x="9204277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9150E45E-432F-C7B7-48B0-28E3E7FF30C1}"/>
              </a:ext>
            </a:extLst>
          </p:cNvPr>
          <p:cNvSpPr/>
          <p:nvPr/>
        </p:nvSpPr>
        <p:spPr>
          <a:xfrm>
            <a:off x="9204277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24A2DA0-E3AF-5813-4A73-9A9C78591E58}"/>
              </a:ext>
            </a:extLst>
          </p:cNvPr>
          <p:cNvSpPr/>
          <p:nvPr/>
        </p:nvSpPr>
        <p:spPr>
          <a:xfrm>
            <a:off x="9204277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23D05EB8-C141-9CA4-0A18-CBE6AD948345}"/>
              </a:ext>
            </a:extLst>
          </p:cNvPr>
          <p:cNvSpPr/>
          <p:nvPr/>
        </p:nvSpPr>
        <p:spPr>
          <a:xfrm>
            <a:off x="9204277" y="477879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353FE59-F0E2-3189-D253-A927E8756234}"/>
              </a:ext>
            </a:extLst>
          </p:cNvPr>
          <p:cNvSpPr/>
          <p:nvPr/>
        </p:nvSpPr>
        <p:spPr>
          <a:xfrm>
            <a:off x="9204277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987B31E1-B295-AD04-E051-E09BB4F70823}"/>
              </a:ext>
            </a:extLst>
          </p:cNvPr>
          <p:cNvSpPr/>
          <p:nvPr/>
        </p:nvSpPr>
        <p:spPr>
          <a:xfrm>
            <a:off x="9204277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688764" y="-44795"/>
            <a:ext cx="11218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0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Кемитүү</a:t>
            </a:r>
            <a:endParaRPr lang="en-GB" sz="20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8" name="TextBox 407">
            <a:extLst>
              <a:ext uri="{FF2B5EF4-FFF2-40B4-BE49-F238E27FC236}">
                <a16:creationId xmlns:a16="http://schemas.microsoft.com/office/drawing/2014/main" id="{E7017E14-5D41-B2E2-52C3-7E71349BC6DC}"/>
              </a:ext>
            </a:extLst>
          </p:cNvPr>
          <p:cNvSpPr txBox="1"/>
          <p:nvPr/>
        </p:nvSpPr>
        <p:spPr>
          <a:xfrm>
            <a:off x="5679800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1,22</a:t>
            </a: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7" name="TextBox 416">
            <a:extLst>
              <a:ext uri="{FF2B5EF4-FFF2-40B4-BE49-F238E27FC236}">
                <a16:creationId xmlns:a16="http://schemas.microsoft.com/office/drawing/2014/main" id="{B2CD88AB-F2EC-6ABD-C100-EE34BDBA31A0}"/>
              </a:ext>
            </a:extLst>
          </p:cNvPr>
          <p:cNvSpPr txBox="1"/>
          <p:nvPr/>
        </p:nvSpPr>
        <p:spPr>
          <a:xfrm>
            <a:off x="7253964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0,46</a:t>
            </a:r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530160B5-F5CB-9250-ABA4-52D8AC279776}"/>
              </a:ext>
            </a:extLst>
          </p:cNvPr>
          <p:cNvSpPr txBox="1"/>
          <p:nvPr/>
        </p:nvSpPr>
        <p:spPr>
          <a:xfrm>
            <a:off x="8810350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0,76</a:t>
            </a:r>
          </a:p>
        </p:txBody>
      </p: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38" name="Rectangle 437">
            <a:extLst>
              <a:ext uri="{FF2B5EF4-FFF2-40B4-BE49-F238E27FC236}">
                <a16:creationId xmlns:a16="http://schemas.microsoft.com/office/drawing/2014/main" id="{E528347D-E8B3-1A2F-C759-43CD6A956AE7}"/>
              </a:ext>
            </a:extLst>
          </p:cNvPr>
          <p:cNvSpPr/>
          <p:nvPr/>
        </p:nvSpPr>
        <p:spPr>
          <a:xfrm>
            <a:off x="906103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B9F847C0-225C-6D39-0957-6303BD5E7D92}"/>
              </a:ext>
            </a:extLst>
          </p:cNvPr>
          <p:cNvSpPr/>
          <p:nvPr/>
        </p:nvSpPr>
        <p:spPr>
          <a:xfrm>
            <a:off x="9132753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E7247EF8-A004-E85A-16E3-D89A53A2A003}"/>
              </a:ext>
            </a:extLst>
          </p:cNvPr>
          <p:cNvSpPr/>
          <p:nvPr/>
        </p:nvSpPr>
        <p:spPr>
          <a:xfrm>
            <a:off x="9204470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22DAD7B-4829-C340-75AB-99A1619B3206}"/>
              </a:ext>
            </a:extLst>
          </p:cNvPr>
          <p:cNvSpPr/>
          <p:nvPr/>
        </p:nvSpPr>
        <p:spPr>
          <a:xfrm>
            <a:off x="927618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C3BAD50C-E590-129A-8B79-11559C2006DC}"/>
              </a:ext>
            </a:extLst>
          </p:cNvPr>
          <p:cNvSpPr/>
          <p:nvPr/>
        </p:nvSpPr>
        <p:spPr>
          <a:xfrm>
            <a:off x="9347903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3F0C83E8-4A25-1987-424C-84405D1A65D6}"/>
              </a:ext>
            </a:extLst>
          </p:cNvPr>
          <p:cNvSpPr/>
          <p:nvPr/>
        </p:nvSpPr>
        <p:spPr>
          <a:xfrm>
            <a:off x="9419619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8DDFE749-7528-2FEE-85FC-B6C1790B06FB}"/>
              </a:ext>
            </a:extLst>
          </p:cNvPr>
          <p:cNvSpPr/>
          <p:nvPr/>
        </p:nvSpPr>
        <p:spPr>
          <a:xfrm>
            <a:off x="949133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4B287843-907E-A1FD-2FB9-17B28CB28DE9}"/>
              </a:ext>
            </a:extLst>
          </p:cNvPr>
          <p:cNvSpPr/>
          <p:nvPr/>
        </p:nvSpPr>
        <p:spPr>
          <a:xfrm>
            <a:off x="9563052" y="5960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E1DEE4C7-6726-4D20-F8A3-2C2C5C97DAC0}"/>
              </a:ext>
            </a:extLst>
          </p:cNvPr>
          <p:cNvSpPr/>
          <p:nvPr/>
        </p:nvSpPr>
        <p:spPr>
          <a:xfrm>
            <a:off x="9563052" y="6032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29EA552C-4AC1-4E14-5089-93C0F55E11B8}"/>
              </a:ext>
            </a:extLst>
          </p:cNvPr>
          <p:cNvSpPr/>
          <p:nvPr/>
        </p:nvSpPr>
        <p:spPr>
          <a:xfrm>
            <a:off x="9563052" y="6104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F8B6EE83-70ED-514E-47FE-8AA92E5FF3C1}"/>
              </a:ext>
            </a:extLst>
          </p:cNvPr>
          <p:cNvSpPr/>
          <p:nvPr/>
        </p:nvSpPr>
        <p:spPr>
          <a:xfrm>
            <a:off x="9563052" y="617579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3E338DFC-BFE8-D903-E122-093E51790F4C}"/>
              </a:ext>
            </a:extLst>
          </p:cNvPr>
          <p:cNvSpPr/>
          <p:nvPr/>
        </p:nvSpPr>
        <p:spPr>
          <a:xfrm>
            <a:off x="9563052" y="6247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0DE89FC4-1EF7-7F64-CED0-2F1E6E661932}"/>
              </a:ext>
            </a:extLst>
          </p:cNvPr>
          <p:cNvSpPr/>
          <p:nvPr/>
        </p:nvSpPr>
        <p:spPr>
          <a:xfrm>
            <a:off x="9563052" y="6319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1A9B9BEA-3D16-1100-9865-E439778A64CC}"/>
              </a:ext>
            </a:extLst>
          </p:cNvPr>
          <p:cNvSpPr txBox="1"/>
          <p:nvPr/>
        </p:nvSpPr>
        <p:spPr>
          <a:xfrm>
            <a:off x="8639982" y="5856964"/>
            <a:ext cx="228195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4233002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52414" y="-76737"/>
            <a:ext cx="2085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20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А)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Б)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В)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Г)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Е)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Д)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729272" y="-4906"/>
            <a:ext cx="11218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0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Кемитүү</a:t>
            </a:r>
            <a:endParaRPr lang="en-GB" sz="20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232609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8362D1-2345-F55C-952B-E79119FC7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11893" y="1032431"/>
            <a:ext cx="6616924" cy="4793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561D7E-DED6-79A1-3C9B-4AD0FC8E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41107" y="1032431"/>
            <a:ext cx="6616924" cy="479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12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467360"/>
            <a:ext cx="9256849" cy="58521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 w="12700">
          <a:noFill/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10717</TotalTime>
  <Words>370</Words>
  <Application>Microsoft Office PowerPoint</Application>
  <PresentationFormat>A4 Paper (210x297 mm)</PresentationFormat>
  <Paragraphs>218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Gill Sans Ultra Bold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542</cp:revision>
  <cp:lastPrinted>2023-10-19T06:21:13Z</cp:lastPrinted>
  <dcterms:created xsi:type="dcterms:W3CDTF">2017-01-17T16:57:04Z</dcterms:created>
  <dcterms:modified xsi:type="dcterms:W3CDTF">2023-10-19T06:21:39Z</dcterms:modified>
</cp:coreProperties>
</file>