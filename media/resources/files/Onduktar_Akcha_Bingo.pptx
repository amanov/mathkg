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73" r:id="rId2"/>
    <p:sldId id="974" r:id="rId3"/>
    <p:sldId id="851" r:id="rId4"/>
    <p:sldId id="949" r:id="rId5"/>
    <p:sldId id="962" r:id="rId6"/>
    <p:sldId id="958" r:id="rId7"/>
    <p:sldId id="948" r:id="rId8"/>
    <p:sldId id="960" r:id="rId9"/>
    <p:sldId id="951" r:id="rId10"/>
    <p:sldId id="955" r:id="rId11"/>
    <p:sldId id="952" r:id="rId12"/>
    <p:sldId id="959" r:id="rId13"/>
    <p:sldId id="963" r:id="rId14"/>
    <p:sldId id="950" r:id="rId15"/>
    <p:sldId id="953" r:id="rId16"/>
    <p:sldId id="961" r:id="rId17"/>
    <p:sldId id="954" r:id="rId18"/>
    <p:sldId id="957" r:id="rId19"/>
    <p:sldId id="956" r:id="rId20"/>
    <p:sldId id="940" r:id="rId21"/>
    <p:sldId id="274" r:id="rId22"/>
  </p:sldIdLst>
  <p:sldSz cx="9906000" cy="6858000" type="A4"/>
  <p:notesSz cx="6669088" cy="9926638"/>
  <p:embeddedFontLst>
    <p:embeddedFont>
      <p:font typeface="Open Sans" panose="020B0606030504020204" pitchFamily="34" charset="0"/>
      <p:regular r:id="rId24"/>
    </p:embeddedFont>
    <p:embeddedFont>
      <p:font typeface="Stencil" panose="040409050D0802020404" pitchFamily="82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3"/>
          </p14:sldIdLst>
        </p14:section>
        <p14:section name="Титулдук слайд" id="{195A40EB-42C5-4819-BF1F-D64913D96EEB}">
          <p14:sldIdLst>
            <p14:sldId id="974"/>
          </p14:sldIdLst>
        </p14:section>
        <p14:section name="Сандарды тандаңыз…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49"/>
            <p14:sldId id="962"/>
            <p14:sldId id="958"/>
            <p14:sldId id="948"/>
            <p14:sldId id="960"/>
            <p14:sldId id="951"/>
            <p14:sldId id="955"/>
            <p14:sldId id="952"/>
            <p14:sldId id="959"/>
            <p14:sldId id="963"/>
            <p14:sldId id="950"/>
            <p14:sldId id="953"/>
            <p14:sldId id="961"/>
            <p14:sldId id="954"/>
            <p14:sldId id="957"/>
            <p14:sldId id="956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A3E833EC-D5DB-4E6B-B8B3-14CC1EAFC891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58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470535" y="1574801"/>
            <a:ext cx="860552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sz="2000" b="1" dirty="0">
                <a:solidFill>
                  <a:prstClr val="black"/>
                </a:solidFill>
                <a:latin typeface="Calibri" panose="020F0502020204030204"/>
              </a:rPr>
              <a:t>Турмуштук маселелер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Калькулятор менен иштөө – Бинго гана жооптору– Бинго.жооптору менен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0" y="3346500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Арзандатуу менен сатып алуу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730645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10642.26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583.55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727.08</a:t>
                      </a: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3022.8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2121.6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1364.1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10</a:t>
                      </a:r>
                      <a:r>
                        <a:rPr lang="ky-KG" sz="4000" dirty="0"/>
                        <a:t> </a:t>
                      </a:r>
                      <a:r>
                        <a:rPr lang="en-GB" sz="4000" dirty="0"/>
                        <a:t>836.54</a:t>
                      </a:r>
                      <a:r>
                        <a:rPr lang="ky-KG" sz="4000" dirty="0"/>
                        <a:t> 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965.85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172.2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883.26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445.80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41676.8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9,051.5</a:t>
                      </a:r>
                      <a:r>
                        <a:rPr lang="ky-KG" sz="4000" dirty="0"/>
                        <a:t>0 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913.57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1737.5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171.78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373632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3128495" y="3529410"/>
            <a:ext cx="36490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3 рулон 2нүн баасына!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124434" y="4656853"/>
            <a:ext cx="5657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8 рулон ашкана кагазы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1" y="5588838"/>
            <a:ext cx="28007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445.80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752B8-E110-430E-818D-474CE62A5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252" y="815922"/>
            <a:ext cx="3353495" cy="2109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14DC5B-075D-4FD8-87B3-E90E902CC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1936502" y="1718891"/>
            <a:ext cx="2787898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7</a:t>
            </a:r>
            <a:r>
              <a:rPr lang="ky-KG" sz="4400" dirty="0">
                <a:solidFill>
                  <a:schemeClr val="tx1"/>
                </a:solidFill>
              </a:rPr>
              <a:t>4.30сом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38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782855" y="3529410"/>
            <a:ext cx="4340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7 калемдин баасына 10 ал!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172343" y="4656853"/>
            <a:ext cx="3561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20 калем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462218" y="2026622"/>
            <a:ext cx="2604822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12.30 </a:t>
            </a:r>
            <a:r>
              <a:rPr lang="ky-KG" sz="4400" dirty="0">
                <a:solidFill>
                  <a:schemeClr val="tx1"/>
                </a:solidFill>
              </a:rPr>
              <a:t>т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695310" y="5588838"/>
            <a:ext cx="25154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172.2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E1D36-53C6-4799-B0A9-2AA55F8DBE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8915150">
            <a:off x="2743598" y="1247315"/>
            <a:ext cx="4418803" cy="740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1A066-2B6D-4AEB-B926-3D44308FC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7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1531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554462" y="3529410"/>
            <a:ext cx="47970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2 калькулятор сатып алыңыз, </a:t>
            </a:r>
            <a:endParaRPr lang="en-US" sz="2800" dirty="0"/>
          </a:p>
          <a:p>
            <a:pPr algn="ctr"/>
            <a:r>
              <a:rPr lang="ky-KG" sz="2800" dirty="0"/>
              <a:t>дагы 50% арзандатуу алыңыз!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796763" y="4656853"/>
            <a:ext cx="4312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6 калькулятор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861718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1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3022.8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E0F266-1E0E-451C-AC51-D2A48AEC1B69}"/>
              </a:ext>
            </a:extLst>
          </p:cNvPr>
          <p:cNvGrpSpPr/>
          <p:nvPr/>
        </p:nvGrpSpPr>
        <p:grpSpPr>
          <a:xfrm>
            <a:off x="4184022" y="353924"/>
            <a:ext cx="1537956" cy="2947919"/>
            <a:chOff x="1121791" y="915383"/>
            <a:chExt cx="2709330" cy="5193186"/>
          </a:xfrm>
        </p:grpSpPr>
        <p:pic>
          <p:nvPicPr>
            <p:cNvPr id="14" name="Picture 2" descr="Affordable Schoolwear Casio FX-83GT X Scientific Calculator ...">
              <a:extLst>
                <a:ext uri="{FF2B5EF4-FFF2-40B4-BE49-F238E27FC236}">
                  <a16:creationId xmlns:a16="http://schemas.microsoft.com/office/drawing/2014/main" id="{DFA1FE5F-FC9C-483B-BA5C-885ECFF5C0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27" r="23702"/>
            <a:stretch/>
          </p:blipFill>
          <p:spPr bwMode="auto">
            <a:xfrm>
              <a:off x="1121791" y="915383"/>
              <a:ext cx="2709330" cy="5193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EFB918-599F-4F69-B3C5-B00868944C88}"/>
                </a:ext>
              </a:extLst>
            </p:cNvPr>
            <p:cNvSpPr/>
            <p:nvPr/>
          </p:nvSpPr>
          <p:spPr>
            <a:xfrm>
              <a:off x="1580225" y="1811045"/>
              <a:ext cx="1819923" cy="585926"/>
            </a:xfrm>
            <a:prstGeom prst="rect">
              <a:avLst/>
            </a:prstGeom>
            <a:solidFill>
              <a:srgbClr val="D4E2E3"/>
            </a:solidFill>
            <a:ln>
              <a:solidFill>
                <a:srgbClr val="D4E2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60F58DB-3FFA-4613-9EE4-804B4AD12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330333" y="2105752"/>
            <a:ext cx="2289667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604.56</a:t>
            </a:r>
          </a:p>
        </p:txBody>
      </p:sp>
    </p:spTree>
    <p:extLst>
      <p:ext uri="{BB962C8B-B14F-4D97-AF65-F5344CB8AC3E}">
        <p14:creationId xmlns:p14="http://schemas.microsoft.com/office/powerpoint/2010/main" val="144383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626584" y="311463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1716806" y="3114636"/>
            <a:ext cx="67330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2 жупту сатып</a:t>
            </a:r>
            <a:r>
              <a:rPr lang="en-US" sz="2800" dirty="0"/>
              <a:t> </a:t>
            </a:r>
            <a:r>
              <a:rPr lang="ky-KG" sz="2800" dirty="0"/>
              <a:t>алсаңыз,</a:t>
            </a:r>
          </a:p>
          <a:p>
            <a:pPr algn="ctr"/>
            <a:r>
              <a:rPr lang="ru-RU" sz="2800" dirty="0"/>
              <a:t>үчүнчүсүн-жарым баада сатып ала аласыз!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610429" y="4656853"/>
            <a:ext cx="468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6 жуп бут кийим канча турат?</a:t>
            </a:r>
            <a:endParaRPr lang="en-GB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9F42F1-D1F5-483C-8026-CC2D7367BA9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002" y="440531"/>
            <a:ext cx="4297575" cy="2491250"/>
          </a:xfrm>
          <a:prstGeom prst="rect">
            <a:avLst/>
          </a:prstGeom>
        </p:spPr>
      </p:pic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8700578" y="3176915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954587" y="1912322"/>
            <a:ext cx="3050769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1810.30</a:t>
            </a:r>
            <a:r>
              <a:rPr lang="ky-KG" sz="4400" dirty="0">
                <a:solidFill>
                  <a:schemeClr val="tx1"/>
                </a:solidFill>
              </a:rPr>
              <a:t> с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339443" y="5588838"/>
            <a:ext cx="32271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9,051.5</a:t>
            </a:r>
            <a:r>
              <a:rPr lang="ky-KG" sz="4400" dirty="0"/>
              <a:t>0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CF647-05F0-46BF-909A-43A5FE21F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986470" y="3529410"/>
            <a:ext cx="39330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9 сызгыч сатып алсаңыз,</a:t>
            </a:r>
          </a:p>
          <a:p>
            <a:pPr algn="ctr"/>
            <a:r>
              <a:rPr lang="ky-KG" sz="2800" dirty="0"/>
              <a:t> 4 – өө бекер !!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102132" y="4656853"/>
            <a:ext cx="37017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15 сызгыч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4969849" y="2079375"/>
            <a:ext cx="2496215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53.05</a:t>
            </a:r>
            <a:r>
              <a:rPr lang="ky-KG" sz="4400" dirty="0">
                <a:solidFill>
                  <a:schemeClr val="tx1"/>
                </a:solidFill>
              </a:rPr>
              <a:t> с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1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583.55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D2D1C0-E670-41FF-A06D-46A0D0EBF1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57" b="30002"/>
          <a:stretch/>
        </p:blipFill>
        <p:spPr>
          <a:xfrm rot="20737420">
            <a:off x="2854657" y="1240364"/>
            <a:ext cx="4228911" cy="833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4D6CA-41D5-4162-AE7A-B782E5018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3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441739" y="3529410"/>
            <a:ext cx="5022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5 алманын баасына, 7 алма ал! 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255220" y="4656853"/>
            <a:ext cx="339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30 алма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18" y="5683613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171.78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23E35-C43A-4DF4-8369-BB31028F6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612" y="404946"/>
            <a:ext cx="2398775" cy="2545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7E95CE-14A9-4A81-AE8F-0CA35A9D3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2358533" y="1921114"/>
            <a:ext cx="2264267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28.63</a:t>
            </a:r>
            <a:r>
              <a:rPr lang="ky-KG" sz="4400" dirty="0">
                <a:solidFill>
                  <a:schemeClr val="tx1"/>
                </a:solidFill>
              </a:rPr>
              <a:t> с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73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452126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824286" y="3529410"/>
            <a:ext cx="42574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 көйнөк алсаңыз</a:t>
            </a:r>
            <a:r>
              <a:rPr lang="en-GB" sz="2800" dirty="0"/>
              <a:t>,</a:t>
            </a:r>
            <a:r>
              <a:rPr lang="ky-KG" sz="2800" dirty="0"/>
              <a:t> </a:t>
            </a:r>
          </a:p>
          <a:p>
            <a:pPr algn="ctr"/>
            <a:r>
              <a:rPr lang="ky-KG" sz="2800" dirty="0"/>
              <a:t>экинчиси жарым баасына</a:t>
            </a:r>
            <a:r>
              <a:rPr lang="en-GB" sz="2800" dirty="0"/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183082" y="4656853"/>
            <a:ext cx="3539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5 көйнөк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677080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267310" y="5588838"/>
            <a:ext cx="3371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10642.26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91814-3C9A-4326-BDE1-84F2217638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/>
          <a:stretch/>
        </p:blipFill>
        <p:spPr>
          <a:xfrm>
            <a:off x="3969025" y="375818"/>
            <a:ext cx="1960067" cy="2824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CB7F31-C556-4115-AF0D-43ED4560F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1940560" y="1543045"/>
            <a:ext cx="2651759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2660.72</a:t>
            </a:r>
            <a:r>
              <a:rPr lang="ky-KG" sz="4400" dirty="0">
                <a:solidFill>
                  <a:schemeClr val="tx1"/>
                </a:solidFill>
              </a:rPr>
              <a:t>с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04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1956276" y="4656853"/>
            <a:ext cx="5993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20 бөтөлкө газдалган суу канча турат?</a:t>
            </a:r>
            <a:endParaRPr lang="en-GB" sz="2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8F50E8-9773-4BE8-902D-678B9E183766}"/>
              </a:ext>
            </a:extLst>
          </p:cNvPr>
          <p:cNvGrpSpPr/>
          <p:nvPr/>
        </p:nvGrpSpPr>
        <p:grpSpPr>
          <a:xfrm>
            <a:off x="826341" y="3364383"/>
            <a:ext cx="8253323" cy="841411"/>
            <a:chOff x="1195618" y="3364383"/>
            <a:chExt cx="8253323" cy="841411"/>
          </a:xfrm>
        </p:grpSpPr>
        <p:sp>
          <p:nvSpPr>
            <p:cNvPr id="3" name="Star: 5 Points 2">
              <a:extLst>
                <a:ext uri="{FF2B5EF4-FFF2-40B4-BE49-F238E27FC236}">
                  <a16:creationId xmlns:a16="http://schemas.microsoft.com/office/drawing/2014/main" id="{6FC10BED-B455-4F86-BEEE-D32DFAB493F4}"/>
                </a:ext>
              </a:extLst>
            </p:cNvPr>
            <p:cNvSpPr/>
            <p:nvPr/>
          </p:nvSpPr>
          <p:spPr>
            <a:xfrm>
              <a:off x="1195618" y="3376246"/>
              <a:ext cx="829548" cy="829548"/>
            </a:xfrm>
            <a:prstGeom prst="star5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574D9F-003A-499B-AB33-5B32B85491C6}"/>
                </a:ext>
              </a:extLst>
            </p:cNvPr>
            <p:cNvSpPr txBox="1"/>
            <p:nvPr/>
          </p:nvSpPr>
          <p:spPr>
            <a:xfrm>
              <a:off x="2223931" y="3529410"/>
              <a:ext cx="61966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800" dirty="0"/>
                <a:t>Бирди алсаңыз</a:t>
              </a:r>
              <a:r>
                <a:rPr lang="en-GB" sz="2800" dirty="0"/>
                <a:t>,</a:t>
              </a:r>
              <a:r>
                <a:rPr lang="ky-KG" sz="2800" dirty="0"/>
                <a:t>экинчиси жарым баага</a:t>
              </a:r>
              <a:r>
                <a:rPr lang="en-GB" sz="2800" dirty="0"/>
                <a:t>!</a:t>
              </a:r>
            </a:p>
          </p:txBody>
        </p:sp>
        <p:sp>
          <p:nvSpPr>
            <p:cNvPr id="11" name="Star: 5 Points 10">
              <a:extLst>
                <a:ext uri="{FF2B5EF4-FFF2-40B4-BE49-F238E27FC236}">
                  <a16:creationId xmlns:a16="http://schemas.microsoft.com/office/drawing/2014/main" id="{9F17DDD9-05C9-4CAE-9C93-254E57C15065}"/>
                </a:ext>
              </a:extLst>
            </p:cNvPr>
            <p:cNvSpPr/>
            <p:nvPr/>
          </p:nvSpPr>
          <p:spPr>
            <a:xfrm>
              <a:off x="8619393" y="3364383"/>
              <a:ext cx="829548" cy="829548"/>
            </a:xfrm>
            <a:prstGeom prst="star5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594103" y="2105753"/>
            <a:ext cx="2457248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64.39 с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460469" y="5588838"/>
            <a:ext cx="29851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965.85</a:t>
            </a:r>
            <a:r>
              <a:rPr lang="ky-KG" sz="4400" dirty="0"/>
              <a:t> сом!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F18BB-0FEF-417B-AC5C-7DA29B55DE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49"/>
          <a:stretch/>
        </p:blipFill>
        <p:spPr>
          <a:xfrm>
            <a:off x="4583332" y="353924"/>
            <a:ext cx="739336" cy="24074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15AF77-622E-4692-BF5D-17293479F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9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914260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922517" y="3529410"/>
            <a:ext cx="40609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10 даананын баасына ,</a:t>
            </a:r>
          </a:p>
          <a:p>
            <a:pPr algn="ctr"/>
            <a:r>
              <a:rPr lang="ru-RU" sz="2800" dirty="0"/>
              <a:t>15 циркул сатып алыңыз!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100694" y="4656853"/>
            <a:ext cx="3704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35 циркул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8297288" y="3373940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2323364" y="1305653"/>
            <a:ext cx="2028829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400" b="1" i="0" dirty="0">
                <a:solidFill>
                  <a:srgbClr val="1D2029"/>
                </a:solidFill>
                <a:effectLst/>
                <a:latin typeface="Open Sans" panose="020B0606030504020204" pitchFamily="34" charset="0"/>
              </a:rPr>
              <a:t>69</a:t>
            </a:r>
            <a:r>
              <a:rPr lang="ky-KG" sz="4400" b="1" dirty="0">
                <a:solidFill>
                  <a:srgbClr val="1D2029"/>
                </a:solidFill>
                <a:latin typeface="Open Sans" panose="020B0606030504020204" pitchFamily="34" charset="0"/>
              </a:rPr>
              <a:t>.</a:t>
            </a:r>
            <a:r>
              <a:rPr lang="en-US" sz="4400" b="1" i="0" dirty="0">
                <a:solidFill>
                  <a:srgbClr val="1D2029"/>
                </a:solidFill>
                <a:effectLst/>
                <a:latin typeface="Open Sans" panose="020B0606030504020204" pitchFamily="34" charset="0"/>
              </a:rPr>
              <a:t>5</a:t>
            </a:r>
            <a:r>
              <a:rPr lang="ky-KG" sz="4400" b="1" i="0" dirty="0">
                <a:solidFill>
                  <a:srgbClr val="1D2029"/>
                </a:solidFill>
                <a:effectLst/>
                <a:latin typeface="Open Sans" panose="020B0606030504020204" pitchFamily="34" charset="0"/>
              </a:rPr>
              <a:t>с</a:t>
            </a:r>
            <a:r>
              <a:rPr lang="en-US" sz="4400" b="1" i="0" dirty="0">
                <a:solidFill>
                  <a:srgbClr val="1D2029"/>
                </a:solidFill>
                <a:effectLst/>
                <a:latin typeface="Open Sans" panose="020B0606030504020204" pitchFamily="34" charset="0"/>
              </a:rPr>
              <a:t> 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3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1737.5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DA1D0-7981-4C3E-9E13-37E5C00372F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955" y="-110695"/>
            <a:ext cx="1656920" cy="3439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B3FD1A-979F-41F1-A378-552286B61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910372" y="3278958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1661963" y="3353600"/>
            <a:ext cx="65299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10 сатып алсаңыз, </a:t>
            </a:r>
          </a:p>
          <a:p>
            <a:pPr algn="ctr"/>
            <a:r>
              <a:rPr lang="ru-RU" sz="2800" dirty="0"/>
              <a:t>кийинки 10нуна 50% арзандатуу алыңыз!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672528" y="4656853"/>
            <a:ext cx="4560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40 транспортир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932364" y="331556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2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1364.1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82CF3-71B0-4B49-B218-4B7A1C70E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322" y="460804"/>
            <a:ext cx="4757432" cy="26241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F96587-CF81-4A8A-86DD-F8CDADEB8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6200771" y="1252899"/>
            <a:ext cx="2282829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45.47</a:t>
            </a:r>
            <a:r>
              <a:rPr lang="ky-KG" sz="4400" dirty="0">
                <a:solidFill>
                  <a:schemeClr val="tx1"/>
                </a:solidFill>
              </a:rPr>
              <a:t> с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88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865668" y="3529410"/>
            <a:ext cx="41746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4 банканы сатып алып, </a:t>
            </a:r>
          </a:p>
          <a:p>
            <a:pPr algn="ctr"/>
            <a:r>
              <a:rPr lang="ru-RU" sz="2800" dirty="0"/>
              <a:t>2 банканы бекер алыңыз!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1973204" y="4656853"/>
            <a:ext cx="59596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9 банка кулпунай кыямы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4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913.57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4D266-0B75-4BC5-9314-709E40FF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960" y="458983"/>
            <a:ext cx="2028079" cy="26259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BE0ADD-AC78-416F-AF91-A1EA30211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453425" y="2167299"/>
            <a:ext cx="2522175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130.51</a:t>
            </a:r>
            <a:r>
              <a:rPr lang="ky-KG" sz="4400" dirty="0">
                <a:solidFill>
                  <a:schemeClr val="tx1"/>
                </a:solidFill>
              </a:rPr>
              <a:t> с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24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610430" y="4656853"/>
            <a:ext cx="468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7 жуп бут кийим канча турат?</a:t>
            </a:r>
            <a:endParaRPr lang="en-GB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203187" y="5588838"/>
            <a:ext cx="34996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10</a:t>
            </a:r>
            <a:r>
              <a:rPr lang="ky-KG" sz="4400" dirty="0"/>
              <a:t> </a:t>
            </a:r>
            <a:r>
              <a:rPr lang="en-GB" sz="4400" dirty="0"/>
              <a:t>836.54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5C573-AA5D-45A8-8915-3D78C782B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447" y="618151"/>
            <a:ext cx="3797105" cy="229012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C262B71-BBDB-4103-B893-B8501E714D42}"/>
              </a:ext>
            </a:extLst>
          </p:cNvPr>
          <p:cNvGrpSpPr/>
          <p:nvPr/>
        </p:nvGrpSpPr>
        <p:grpSpPr>
          <a:xfrm>
            <a:off x="1241110" y="3376246"/>
            <a:ext cx="7423779" cy="1107271"/>
            <a:chOff x="1610387" y="3376246"/>
            <a:chExt cx="7423779" cy="1107271"/>
          </a:xfrm>
        </p:grpSpPr>
        <p:sp>
          <p:nvSpPr>
            <p:cNvPr id="15" name="Star: 5 Points 14">
              <a:extLst>
                <a:ext uri="{FF2B5EF4-FFF2-40B4-BE49-F238E27FC236}">
                  <a16:creationId xmlns:a16="http://schemas.microsoft.com/office/drawing/2014/main" id="{7000E753-8133-4048-9FCF-C5AD5229447A}"/>
                </a:ext>
              </a:extLst>
            </p:cNvPr>
            <p:cNvSpPr/>
            <p:nvPr/>
          </p:nvSpPr>
          <p:spPr>
            <a:xfrm>
              <a:off x="1610387" y="3376246"/>
              <a:ext cx="829548" cy="829548"/>
            </a:xfrm>
            <a:prstGeom prst="star5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4002F59-5107-46FB-A5E2-679DA9A417A8}"/>
                </a:ext>
              </a:extLst>
            </p:cNvPr>
            <p:cNvSpPr txBox="1"/>
            <p:nvPr/>
          </p:nvSpPr>
          <p:spPr>
            <a:xfrm>
              <a:off x="3068520" y="3529410"/>
              <a:ext cx="4507516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800" dirty="0"/>
                <a:t>1 жуп сатып алып, </a:t>
              </a:r>
            </a:p>
            <a:p>
              <a:pPr algn="ctr"/>
              <a:r>
                <a:rPr lang="ky-KG" sz="2800" dirty="0"/>
                <a:t>1ди жарым баасын алыңыз!</a:t>
              </a:r>
              <a:endParaRPr lang="en-GB" sz="2800" dirty="0"/>
            </a:p>
          </p:txBody>
        </p:sp>
        <p:sp>
          <p:nvSpPr>
            <p:cNvPr id="17" name="Star: 5 Points 16">
              <a:extLst>
                <a:ext uri="{FF2B5EF4-FFF2-40B4-BE49-F238E27FC236}">
                  <a16:creationId xmlns:a16="http://schemas.microsoft.com/office/drawing/2014/main" id="{C07E7A85-D9DB-45D7-A24E-8CEBBA9AD48C}"/>
                </a:ext>
              </a:extLst>
            </p:cNvPr>
            <p:cNvSpPr/>
            <p:nvPr/>
          </p:nvSpPr>
          <p:spPr>
            <a:xfrm>
              <a:off x="8204618" y="3376246"/>
              <a:ext cx="829548" cy="829548"/>
            </a:xfrm>
            <a:prstGeom prst="star5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E637EFE-B780-4112-ADAF-DFAAA7A91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2200272" y="2202468"/>
            <a:ext cx="2752728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1970.28</a:t>
            </a:r>
            <a:r>
              <a:rPr lang="ky-KG" sz="4400" dirty="0">
                <a:solidFill>
                  <a:schemeClr val="tx1"/>
                </a:solidFill>
              </a:rPr>
              <a:t> с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4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956525" y="3529410"/>
            <a:ext cx="3992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10 карандаш, 6 баасына!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788168" y="4656853"/>
            <a:ext cx="4329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200 карандаш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2091338" y="779332"/>
            <a:ext cx="2535460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17.68</a:t>
            </a:r>
            <a:r>
              <a:rPr lang="ky-KG" sz="4400" dirty="0">
                <a:solidFill>
                  <a:schemeClr val="tx1"/>
                </a:solidFill>
              </a:rPr>
              <a:t> с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2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2121.6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921DC-A2E9-4DC2-AF61-5DFC3DF446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7" r="43524"/>
          <a:stretch/>
        </p:blipFill>
        <p:spPr>
          <a:xfrm rot="4259713">
            <a:off x="4468048" y="-1082546"/>
            <a:ext cx="727916" cy="5412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C08608-A8A8-44D7-8422-86F839A03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9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416956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710467" y="3529410"/>
            <a:ext cx="44850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4 көйнөк сатып алсаңыз, </a:t>
            </a:r>
          </a:p>
          <a:p>
            <a:pPr algn="ctr"/>
            <a:r>
              <a:rPr lang="ky-KG" sz="2800" dirty="0"/>
              <a:t>кийинкиси жарым баасына!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091713" y="4656853"/>
            <a:ext cx="3722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20 көйнөк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650703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409975" y="5588838"/>
            <a:ext cx="308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41676.8 </a:t>
            </a:r>
            <a:r>
              <a:rPr lang="ky-KG" sz="4400" dirty="0"/>
              <a:t>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34C13-603E-493F-B07B-30763BE145E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124" y="389071"/>
            <a:ext cx="3035751" cy="2732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01F576-FC10-42BB-A620-397AC2D18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638063" y="2070583"/>
            <a:ext cx="2632177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2315.50</a:t>
            </a:r>
            <a:r>
              <a:rPr lang="ky-KG" sz="4400" dirty="0">
                <a:solidFill>
                  <a:schemeClr val="tx1"/>
                </a:solidFill>
              </a:rPr>
              <a:t>с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66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355410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844031" y="3529410"/>
            <a:ext cx="42179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3 жуп сатып ал, </a:t>
            </a:r>
          </a:p>
          <a:p>
            <a:pPr algn="ctr"/>
            <a:r>
              <a:rPr lang="ru-RU" sz="2800" dirty="0"/>
              <a:t>4сүнө жарым арзандатуу!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924425" y="4656853"/>
            <a:ext cx="4057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8 жуп кайчы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765003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1770184" y="1003832"/>
            <a:ext cx="2568136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12</a:t>
            </a:r>
            <a:r>
              <a:rPr lang="en-GB" sz="4400" dirty="0">
                <a:solidFill>
                  <a:schemeClr val="tx1"/>
                </a:solidFill>
              </a:rPr>
              <a:t>6.18</a:t>
            </a:r>
            <a:r>
              <a:rPr lang="ky-KG" sz="4400" dirty="0">
                <a:solidFill>
                  <a:schemeClr val="tx1"/>
                </a:solidFill>
              </a:rPr>
              <a:t>с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2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883.26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A181EE-1DB7-4AF9-8187-2DD019660A9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711" y="522653"/>
            <a:ext cx="3187974" cy="26566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A2DD4A-BA12-4A6C-B47D-6C845617A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9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3011377" y="3529410"/>
            <a:ext cx="3883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 shirts for the price of 4!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183083" y="4656853"/>
            <a:ext cx="3539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8 көйнөк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203186" y="5588838"/>
            <a:ext cx="34996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10</a:t>
            </a:r>
            <a:r>
              <a:rPr lang="ky-KG" sz="4400" dirty="0"/>
              <a:t> </a:t>
            </a:r>
            <a:r>
              <a:rPr lang="en-GB" sz="4400" dirty="0"/>
              <a:t>727.08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52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4DEAC-545D-447E-A409-54E1BA7683A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813" y="414272"/>
            <a:ext cx="3078373" cy="27705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4BE871-399E-4D86-B676-A3269ACE8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36" y="128621"/>
            <a:ext cx="624216" cy="7330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708402" y="2079375"/>
            <a:ext cx="2724398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1532.44</a:t>
            </a:r>
            <a:r>
              <a:rPr lang="ky-KG" sz="4400" dirty="0">
                <a:solidFill>
                  <a:schemeClr val="tx1"/>
                </a:solidFill>
              </a:rPr>
              <a:t>с 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08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8916</TotalTime>
  <Words>496</Words>
  <Application>Microsoft Office PowerPoint</Application>
  <PresentationFormat>A4 Paper (210x297 mm)</PresentationFormat>
  <Paragraphs>141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 Light</vt:lpstr>
      <vt:lpstr>Calibri</vt:lpstr>
      <vt:lpstr>Open Sans</vt:lpstr>
      <vt:lpstr>Stencil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400</cp:revision>
  <cp:lastPrinted>2017-12-31T22:38:51Z</cp:lastPrinted>
  <dcterms:created xsi:type="dcterms:W3CDTF">2017-01-17T16:57:04Z</dcterms:created>
  <dcterms:modified xsi:type="dcterms:W3CDTF">2024-09-14T15:36:38Z</dcterms:modified>
</cp:coreProperties>
</file>