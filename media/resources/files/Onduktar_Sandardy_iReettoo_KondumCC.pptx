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7"/>
  </p:notesMasterIdLst>
  <p:sldIdLst>
    <p:sldId id="962" r:id="rId2"/>
    <p:sldId id="970" r:id="rId3"/>
    <p:sldId id="971" r:id="rId4"/>
    <p:sldId id="972" r:id="rId5"/>
    <p:sldId id="973" r:id="rId6"/>
    <p:sldId id="974" r:id="rId7"/>
    <p:sldId id="950" r:id="rId8"/>
    <p:sldId id="951" r:id="rId9"/>
    <p:sldId id="952" r:id="rId10"/>
    <p:sldId id="953" r:id="rId11"/>
    <p:sldId id="969" r:id="rId12"/>
    <p:sldId id="986" r:id="rId13"/>
    <p:sldId id="975" r:id="rId14"/>
    <p:sldId id="976" r:id="rId15"/>
    <p:sldId id="977" r:id="rId16"/>
    <p:sldId id="978" r:id="rId17"/>
    <p:sldId id="979" r:id="rId18"/>
    <p:sldId id="980" r:id="rId19"/>
    <p:sldId id="981" r:id="rId20"/>
    <p:sldId id="982" r:id="rId21"/>
    <p:sldId id="983" r:id="rId22"/>
    <p:sldId id="984" r:id="rId23"/>
    <p:sldId id="985" r:id="rId24"/>
    <p:sldId id="988" r:id="rId25"/>
    <p:sldId id="963" r:id="rId26"/>
  </p:sldIdLst>
  <p:sldSz cx="9906000" cy="6858000" type="A4"/>
  <p:notesSz cx="7104063" cy="10234613"/>
  <p:embeddedFontLst>
    <p:embeddedFont>
      <p:font typeface="Arial Rounded MT Bold" panose="020F0704030504030204" pitchFamily="34" charset="0"/>
      <p:regular r:id="rId28"/>
    </p:embeddedFont>
    <p:embeddedFont>
      <p:font typeface="Bahnschrift" panose="020B0502040204020203" pitchFamily="34" charset="0"/>
      <p:regular r:id="rId29"/>
      <p:bold r:id="rId30"/>
    </p:embeddedFont>
    <p:embeddedFont>
      <p:font typeface="Brush Script MT" panose="03060802040406070304" pitchFamily="66" charset="0"/>
      <p:italic r:id="rId31"/>
    </p:embeddedFont>
    <p:embeddedFont>
      <p:font typeface="Castellar" panose="020A0402060406010301" pitchFamily="18" charset="0"/>
      <p:regular r:id="rId32"/>
    </p:embeddedFont>
    <p:embeddedFont>
      <p:font typeface="Cooper Black" panose="0208090404030B020404" pitchFamily="18" charset="0"/>
      <p:regular r:id="rId33"/>
    </p:embeddedFont>
    <p:embeddedFont>
      <p:font typeface="Forte" panose="03060902040502070203" pitchFamily="66" charset="0"/>
      <p:regular r:id="rId34"/>
    </p:embeddedFont>
    <p:embeddedFont>
      <p:font typeface="Goudy Stout" panose="0202090407030B020401" pitchFamily="18" charset="0"/>
      <p:regular r:id="rId35"/>
    </p:embeddedFont>
    <p:embeddedFont>
      <p:font typeface="Mistral" panose="03090702030407020403" pitchFamily="66" charset="0"/>
      <p:regular r:id="rId36"/>
    </p:embeddedFont>
    <p:embeddedFont>
      <p:font typeface="Old English Text MT" panose="03040902040508030806" pitchFamily="66" charset="0"/>
      <p:regular r:id="rId37"/>
    </p:embeddedFont>
    <p:embeddedFont>
      <p:font typeface="Snap ITC" panose="04040A07060A02020202" pitchFamily="82" charset="0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DB5DF34-11F2-4C38-BBC7-78EF4EE8A68D}">
          <p14:sldIdLst>
            <p14:sldId id="962"/>
          </p14:sldIdLst>
        </p14:section>
        <p14:section name="Көрсөтүү үчүн" id="{059544AC-2C27-45B1-9F95-F87DF8854DD6}">
          <p14:sldIdLst>
            <p14:sldId id="970"/>
            <p14:sldId id="971"/>
            <p14:sldId id="972"/>
            <p14:sldId id="973"/>
            <p14:sldId id="974"/>
          </p14:sldIdLst>
        </p14:section>
        <p14:section name="Жооптор" id="{1FEDB314-42DC-4694-9B04-D4A4AAE625F7}">
          <p14:sldIdLst>
            <p14:sldId id="950"/>
            <p14:sldId id="951"/>
            <p14:sldId id="952"/>
            <p14:sldId id="953"/>
            <p14:sldId id="969"/>
            <p14:sldId id="986"/>
          </p14:sldIdLst>
        </p14:section>
        <p14:section name="Таркатма иш кагаздары" id="{A78D9305-6AAE-4715-A210-52F6908F30F7}">
          <p14:sldIdLst>
            <p14:sldId id="975"/>
            <p14:sldId id="976"/>
            <p14:sldId id="977"/>
            <p14:sldId id="978"/>
            <p14:sldId id="979"/>
            <p14:sldId id="980"/>
            <p14:sldId id="981"/>
            <p14:sldId id="982"/>
            <p14:sldId id="983"/>
            <p14:sldId id="984"/>
            <p14:sldId id="985"/>
            <p14:sldId id="988"/>
          </p14:sldIdLst>
        </p14:section>
        <p14:section name="Кайтарым байланыш" id="{72B377EB-FCC6-4223-A5B3-A8EDE34CDCC6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Көндүм Б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баракчалары татаалдашып, 2 өлчөмдө болот.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Ошондой эле аралаш иш барагы бар.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0" y="7620"/>
            <a:ext cx="9882554" cy="3364774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27792" y="28328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3" y="-2518"/>
            <a:ext cx="940458" cy="738664"/>
            <a:chOff x="-122221" y="57962"/>
            <a:chExt cx="940458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1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98232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102389">
            <a:off x="-60787" y="2573483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1.5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981452">
            <a:off x="1864087" y="92602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1.44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641354">
            <a:off x="2509218" y="1661505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0.5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175343">
            <a:off x="1380071" y="2447755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0.54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003322">
            <a:off x="184642" y="1179992"/>
            <a:ext cx="110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oper Black" panose="0208090404030B020404" pitchFamily="18" charset="0"/>
              </a:rPr>
              <a:t>1.64</a:t>
            </a:r>
            <a:endParaRPr lang="en-GB" sz="105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176759">
            <a:off x="3371068" y="822024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0.55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4870">
            <a:off x="3609546" y="2623478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0.45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911111">
            <a:off x="2538522" y="264196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1.55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366996">
            <a:off x="3773468" y="147694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1.65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20607294">
            <a:off x="587434" y="1783844"/>
            <a:ext cx="1463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Snap ITC" panose="04040A07060A02020202" pitchFamily="82" charset="0"/>
              </a:rPr>
              <a:t>1.54</a:t>
            </a:r>
            <a:endParaRPr lang="en-GB" sz="9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247014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247014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247014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247014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247014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247014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247014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247014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247014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247014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/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44" name="Oval 43">
            <a:extLst>
              <a:ext uri="{FF2B5EF4-FFF2-40B4-BE49-F238E27FC236}">
                <a16:creationId xmlns:a16="http://schemas.microsoft.com/office/drawing/2014/main" id="{E643E621-D9B5-4814-ACEC-DEE7AFF3F425}"/>
              </a:ext>
            </a:extLst>
          </p:cNvPr>
          <p:cNvSpPr/>
          <p:nvPr/>
        </p:nvSpPr>
        <p:spPr>
          <a:xfrm>
            <a:off x="5844636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D6F0838-4B2D-45BB-BB22-10BB4E1C8901}"/>
              </a:ext>
            </a:extLst>
          </p:cNvPr>
          <p:cNvSpPr/>
          <p:nvPr/>
        </p:nvSpPr>
        <p:spPr>
          <a:xfrm>
            <a:off x="5844636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C8005D-90F8-4508-9537-97314D05B8EE}"/>
              </a:ext>
            </a:extLst>
          </p:cNvPr>
          <p:cNvSpPr/>
          <p:nvPr/>
        </p:nvSpPr>
        <p:spPr>
          <a:xfrm>
            <a:off x="5844636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6BF256-AF0A-4E13-934A-B104A2517B62}"/>
              </a:ext>
            </a:extLst>
          </p:cNvPr>
          <p:cNvSpPr/>
          <p:nvPr/>
        </p:nvSpPr>
        <p:spPr>
          <a:xfrm>
            <a:off x="5844636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41D241-02E3-4FF0-B9DB-B1F213D7A96A}"/>
              </a:ext>
            </a:extLst>
          </p:cNvPr>
          <p:cNvSpPr/>
          <p:nvPr/>
        </p:nvSpPr>
        <p:spPr>
          <a:xfrm>
            <a:off x="5844636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63D37CA-E0B9-4072-B495-1821DAD414CF}"/>
              </a:ext>
            </a:extLst>
          </p:cNvPr>
          <p:cNvSpPr/>
          <p:nvPr/>
        </p:nvSpPr>
        <p:spPr>
          <a:xfrm>
            <a:off x="5844636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3DEB601-27CC-4F0A-B3B8-51F92DF15B4E}"/>
              </a:ext>
            </a:extLst>
          </p:cNvPr>
          <p:cNvSpPr/>
          <p:nvPr/>
        </p:nvSpPr>
        <p:spPr>
          <a:xfrm>
            <a:off x="5844636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8F4E9C-553C-4739-85F3-2783D52BA651}"/>
              </a:ext>
            </a:extLst>
          </p:cNvPr>
          <p:cNvSpPr/>
          <p:nvPr/>
        </p:nvSpPr>
        <p:spPr>
          <a:xfrm>
            <a:off x="5844636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34986E8-91A2-49B6-9D3B-0515F5E1CDC5}"/>
              </a:ext>
            </a:extLst>
          </p:cNvPr>
          <p:cNvSpPr/>
          <p:nvPr/>
        </p:nvSpPr>
        <p:spPr>
          <a:xfrm>
            <a:off x="5844636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9036D0-4319-4E7C-9268-6003C70685A4}"/>
              </a:ext>
            </a:extLst>
          </p:cNvPr>
          <p:cNvSpPr/>
          <p:nvPr/>
        </p:nvSpPr>
        <p:spPr>
          <a:xfrm>
            <a:off x="5844636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600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904619" y="37567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960614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9470963">
            <a:off x="2476599" y="873910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2.2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058452">
            <a:off x="3544308" y="2571745"/>
            <a:ext cx="112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hnschrift" panose="020B0502040204020203" pitchFamily="34" charset="0"/>
              </a:rPr>
              <a:t>2.03</a:t>
            </a:r>
            <a:endParaRPr lang="en-GB" sz="12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494606">
            <a:off x="223217" y="2347304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Castellar" panose="020A0402060406010301" pitchFamily="18" charset="0"/>
              </a:rPr>
              <a:t>2.3</a:t>
            </a:r>
            <a:endParaRPr lang="en-GB" sz="12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506906">
            <a:off x="1593792" y="1209109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2.32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431924">
            <a:off x="890684" y="1847795"/>
            <a:ext cx="1105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oper Black" panose="0208090404030B020404" pitchFamily="18" charset="0"/>
              </a:rPr>
              <a:t>2.42</a:t>
            </a:r>
            <a:endParaRPr lang="en-GB" sz="10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564414">
            <a:off x="3993584" y="1296419"/>
            <a:ext cx="97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2.33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533">
            <a:off x="3255985" y="1870052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2.24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9561677">
            <a:off x="1401197" y="2443768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Old English Text MT" panose="03040902040508030806" pitchFamily="66" charset="0"/>
              </a:rPr>
              <a:t>2.34</a:t>
            </a:r>
            <a:endParaRPr lang="en-GB" sz="11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064451">
            <a:off x="344467" y="1050523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2.43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8598948">
            <a:off x="2219498" y="2583875"/>
            <a:ext cx="146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nap ITC" panose="04040A07060A02020202" pitchFamily="82" charset="0"/>
              </a:rPr>
              <a:t>2.23</a:t>
            </a:r>
            <a:endParaRPr lang="en-GB" sz="800" dirty="0">
              <a:latin typeface="Snap ITC" panose="04040A07060A02020202" pitchFamily="82" charset="0"/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/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54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85241" y="-1561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41444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088559">
            <a:off x="1844212" y="1478107"/>
            <a:ext cx="131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rial Rounded MT Bold" panose="020F0704030504030204" pitchFamily="34" charset="0"/>
              </a:rPr>
              <a:t>5.52</a:t>
            </a:r>
            <a:endParaRPr lang="en-GB" sz="11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497660">
            <a:off x="1027149" y="2236472"/>
            <a:ext cx="112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Bahnschrift" panose="020B0502040204020203" pitchFamily="34" charset="0"/>
              </a:rPr>
              <a:t>5.432</a:t>
            </a:r>
            <a:endParaRPr lang="en-GB" sz="9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9331752">
            <a:off x="1583132" y="1027217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astellar" panose="020A0402060406010301" pitchFamily="18" charset="0"/>
              </a:rPr>
              <a:t>4.35</a:t>
            </a:r>
            <a:endParaRPr lang="en-GB" sz="10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28333">
            <a:off x="3666071" y="2581104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rush Script MT" panose="03060802040406070304" pitchFamily="66" charset="0"/>
              </a:rPr>
              <a:t>4.432</a:t>
            </a:r>
            <a:endParaRPr lang="en-GB" sz="10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887039">
            <a:off x="96118" y="1736494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5.241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18946">
            <a:off x="3641174" y="1611096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5.521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053985">
            <a:off x="234487" y="939336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4.243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325231">
            <a:off x="334397" y="2691419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Old English Text MT" panose="03040902040508030806" pitchFamily="66" charset="0"/>
              </a:rPr>
              <a:t>5.21</a:t>
            </a:r>
            <a:endParaRPr lang="en-GB" sz="10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8501278">
            <a:off x="3172562" y="927069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5.4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012752">
            <a:off x="1971846" y="2793425"/>
            <a:ext cx="146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Snap ITC" panose="04040A07060A02020202" pitchFamily="82" charset="0"/>
              </a:rPr>
              <a:t>5.204</a:t>
            </a:r>
            <a:endParaRPr lang="en-GB" sz="6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06365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B700E82D-8592-4600-9B0A-C8FA3BC915FC}"/>
              </a:ext>
            </a:extLst>
          </p:cNvPr>
          <p:cNvGraphicFramePr>
            <a:graphicFrameLocks noGrp="1"/>
          </p:cNvGraphicFramePr>
          <p:nvPr/>
        </p:nvGraphicFramePr>
        <p:xfrm>
          <a:off x="51389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E364867-2B1C-4949-BD08-3B8E354C99A1}"/>
              </a:ext>
            </a:extLst>
          </p:cNvPr>
          <p:cNvSpPr/>
          <p:nvPr/>
        </p:nvSpPr>
        <p:spPr>
          <a:xfrm>
            <a:off x="565700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095C9B8-4870-4F9D-A166-E056788427E9}"/>
              </a:ext>
            </a:extLst>
          </p:cNvPr>
          <p:cNvSpPr/>
          <p:nvPr/>
        </p:nvSpPr>
        <p:spPr>
          <a:xfrm>
            <a:off x="565700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959BBFE-77A4-4451-9317-45BD7D0AEB00}"/>
              </a:ext>
            </a:extLst>
          </p:cNvPr>
          <p:cNvSpPr/>
          <p:nvPr/>
        </p:nvSpPr>
        <p:spPr>
          <a:xfrm>
            <a:off x="565700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CE8741B-0DDD-4D72-992B-8A15E787ADF2}"/>
              </a:ext>
            </a:extLst>
          </p:cNvPr>
          <p:cNvSpPr/>
          <p:nvPr/>
        </p:nvSpPr>
        <p:spPr>
          <a:xfrm>
            <a:off x="565700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7671813-E68D-4A89-9D21-8F654C6C6CB5}"/>
              </a:ext>
            </a:extLst>
          </p:cNvPr>
          <p:cNvSpPr/>
          <p:nvPr/>
        </p:nvSpPr>
        <p:spPr>
          <a:xfrm>
            <a:off x="565700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69EA12A-706A-42A8-B76E-CE974726C6E7}"/>
              </a:ext>
            </a:extLst>
          </p:cNvPr>
          <p:cNvSpPr/>
          <p:nvPr/>
        </p:nvSpPr>
        <p:spPr>
          <a:xfrm>
            <a:off x="565700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E45029F-E5BD-4B9B-9E3C-07ED0196C996}"/>
              </a:ext>
            </a:extLst>
          </p:cNvPr>
          <p:cNvSpPr/>
          <p:nvPr/>
        </p:nvSpPr>
        <p:spPr>
          <a:xfrm>
            <a:off x="565700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A0500B-38AF-4D2C-8582-508ADF43929A}"/>
              </a:ext>
            </a:extLst>
          </p:cNvPr>
          <p:cNvSpPr/>
          <p:nvPr/>
        </p:nvSpPr>
        <p:spPr>
          <a:xfrm>
            <a:off x="565700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8FA23C7-7EAC-46AE-BD25-FA86F73A45D8}"/>
              </a:ext>
            </a:extLst>
          </p:cNvPr>
          <p:cNvSpPr/>
          <p:nvPr/>
        </p:nvSpPr>
        <p:spPr>
          <a:xfrm>
            <a:off x="565700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FE1D0D2-F7A0-4415-8A9A-F8CDC46A7D4A}"/>
              </a:ext>
            </a:extLst>
          </p:cNvPr>
          <p:cNvSpPr/>
          <p:nvPr/>
        </p:nvSpPr>
        <p:spPr>
          <a:xfrm>
            <a:off x="565700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54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949122" y="-695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63898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163288">
            <a:off x="282114" y="2716358"/>
            <a:ext cx="131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Rounded MT Bold" panose="020F0704030504030204" pitchFamily="34" charset="0"/>
              </a:rPr>
              <a:t>6.426</a:t>
            </a:r>
            <a:endParaRPr lang="en-GB" sz="9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20245039">
            <a:off x="3665574" y="1636396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6.601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20982101">
            <a:off x="2442542" y="1585305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62.07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16929">
            <a:off x="1846798" y="2628730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6.64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471646">
            <a:off x="3366305" y="1055115"/>
            <a:ext cx="110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oper Black" panose="0208090404030B020404" pitchFamily="18" charset="0"/>
              </a:rPr>
              <a:t>6.407</a:t>
            </a:r>
            <a:endParaRPr lang="en-GB" sz="8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20778687">
            <a:off x="129877" y="1582939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6.71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9981808">
            <a:off x="1404027" y="1094363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6.761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229757">
            <a:off x="1191649" y="1996094"/>
            <a:ext cx="97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Old English Text MT" panose="03040902040508030806" pitchFamily="66" charset="0"/>
              </a:rPr>
              <a:t>6.42</a:t>
            </a:r>
            <a:endParaRPr lang="en-GB" sz="8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583287">
            <a:off x="3228977" y="2568140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6.41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752558">
            <a:off x="38274" y="831275"/>
            <a:ext cx="146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Snap ITC" panose="04040A07060A02020202" pitchFamily="82" charset="0"/>
              </a:rPr>
              <a:t>6.6</a:t>
            </a:r>
            <a:endParaRPr lang="en-GB" sz="1000" dirty="0">
              <a:latin typeface="Snap ITC" panose="04040A07060A02020202" pitchFamily="82" charset="0"/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0C72881F-A50B-4579-A221-8AB203FCA7DE}"/>
              </a:ext>
            </a:extLst>
          </p:cNvPr>
          <p:cNvGraphicFramePr>
            <a:graphicFrameLocks noGrp="1"/>
          </p:cNvGraphicFramePr>
          <p:nvPr/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365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4322" y="52630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320620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0462596">
            <a:off x="1448481" y="953473"/>
            <a:ext cx="1313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rial Rounded MT Bold" panose="020F0704030504030204" pitchFamily="34" charset="0"/>
              </a:rPr>
              <a:t>4.3</a:t>
            </a:r>
            <a:endParaRPr lang="en-GB" sz="10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729283">
            <a:off x="215356" y="1741692"/>
            <a:ext cx="138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Bahnschrift" panose="020B0502040204020203" pitchFamily="34" charset="0"/>
              </a:rPr>
              <a:t>4.503</a:t>
            </a:r>
            <a:endParaRPr lang="en-GB" sz="105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4732276">
            <a:off x="3820057" y="1045630"/>
            <a:ext cx="1205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Castellar" panose="020A0402060406010301" pitchFamily="18" charset="0"/>
              </a:rPr>
              <a:t>4.32</a:t>
            </a:r>
            <a:endParaRPr lang="en-GB" sz="11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1335005">
            <a:off x="1793522" y="2726289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4.35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27497">
            <a:off x="2060129" y="1943538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4.353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51672">
            <a:off x="3756998" y="1834694"/>
            <a:ext cx="1205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4.035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4647135">
            <a:off x="3177835" y="2578640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4.305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064080">
            <a:off x="2821883" y="1107362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4.05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9833021">
            <a:off x="174198" y="937315"/>
            <a:ext cx="138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Mistral" panose="03090702030407020403" pitchFamily="66" charset="0"/>
              </a:rPr>
              <a:t>4.53</a:t>
            </a:r>
            <a:endParaRPr lang="en-GB" sz="12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9677383">
            <a:off x="203094" y="2711560"/>
            <a:ext cx="1463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Snap ITC" panose="04040A07060A02020202" pitchFamily="82" charset="0"/>
              </a:rPr>
              <a:t>4.03</a:t>
            </a:r>
            <a:endParaRPr lang="en-GB" sz="1050" dirty="0">
              <a:latin typeface="Snap ITC" panose="04040A07060A02020202" pitchFamily="82" charset="0"/>
            </a:endParaRPr>
          </a:p>
        </p:txBody>
      </p:sp>
      <p:graphicFrame>
        <p:nvGraphicFramePr>
          <p:cNvPr id="58" name="Table 5">
            <a:extLst>
              <a:ext uri="{FF2B5EF4-FFF2-40B4-BE49-F238E27FC236}">
                <a16:creationId xmlns:a16="http://schemas.microsoft.com/office/drawing/2014/main" id="{1D5D313F-8AF1-4799-9008-E41628880B7C}"/>
              </a:ext>
            </a:extLst>
          </p:cNvPr>
          <p:cNvGraphicFramePr>
            <a:graphicFrameLocks noGrp="1"/>
          </p:cNvGraphicFramePr>
          <p:nvPr/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21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720138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102389">
            <a:off x="-60787" y="2573483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1.5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981452">
            <a:off x="1738151" y="931829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1.44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641354">
            <a:off x="2509218" y="1661505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0.5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175343">
            <a:off x="1380071" y="2447755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0.54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003322">
            <a:off x="238992" y="934193"/>
            <a:ext cx="110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oper Black" panose="0208090404030B020404" pitchFamily="18" charset="0"/>
              </a:rPr>
              <a:t>1.64</a:t>
            </a:r>
            <a:endParaRPr lang="en-GB" sz="105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176759">
            <a:off x="3164599" y="92981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0.55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4870">
            <a:off x="3609546" y="2623478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0.45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911111">
            <a:off x="2538522" y="264196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1.55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366996">
            <a:off x="3773468" y="147694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1.65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20607294">
            <a:off x="798911" y="1670790"/>
            <a:ext cx="1463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Snap ITC" panose="04040A07060A02020202" pitchFamily="82" charset="0"/>
              </a:rPr>
              <a:t>1.54</a:t>
            </a:r>
            <a:endParaRPr lang="en-GB" sz="9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247014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247014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247014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247014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247014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247014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247014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247014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247014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247014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96672"/>
              </p:ext>
            </p:extLst>
          </p:nvPr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44" name="Oval 43">
            <a:extLst>
              <a:ext uri="{FF2B5EF4-FFF2-40B4-BE49-F238E27FC236}">
                <a16:creationId xmlns:a16="http://schemas.microsoft.com/office/drawing/2014/main" id="{E643E621-D9B5-4814-ACEC-DEE7AFF3F425}"/>
              </a:ext>
            </a:extLst>
          </p:cNvPr>
          <p:cNvSpPr/>
          <p:nvPr/>
        </p:nvSpPr>
        <p:spPr>
          <a:xfrm>
            <a:off x="5844636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D6F0838-4B2D-45BB-BB22-10BB4E1C8901}"/>
              </a:ext>
            </a:extLst>
          </p:cNvPr>
          <p:cNvSpPr/>
          <p:nvPr/>
        </p:nvSpPr>
        <p:spPr>
          <a:xfrm>
            <a:off x="5844636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C8005D-90F8-4508-9537-97314D05B8EE}"/>
              </a:ext>
            </a:extLst>
          </p:cNvPr>
          <p:cNvSpPr/>
          <p:nvPr/>
        </p:nvSpPr>
        <p:spPr>
          <a:xfrm>
            <a:off x="5844636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6BF256-AF0A-4E13-934A-B104A2517B62}"/>
              </a:ext>
            </a:extLst>
          </p:cNvPr>
          <p:cNvSpPr/>
          <p:nvPr/>
        </p:nvSpPr>
        <p:spPr>
          <a:xfrm>
            <a:off x="5844636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41D241-02E3-4FF0-B9DB-B1F213D7A96A}"/>
              </a:ext>
            </a:extLst>
          </p:cNvPr>
          <p:cNvSpPr/>
          <p:nvPr/>
        </p:nvSpPr>
        <p:spPr>
          <a:xfrm>
            <a:off x="5844636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63D37CA-E0B9-4072-B495-1821DAD414CF}"/>
              </a:ext>
            </a:extLst>
          </p:cNvPr>
          <p:cNvSpPr/>
          <p:nvPr/>
        </p:nvSpPr>
        <p:spPr>
          <a:xfrm>
            <a:off x="5844636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3DEB601-27CC-4F0A-B3B8-51F92DF15B4E}"/>
              </a:ext>
            </a:extLst>
          </p:cNvPr>
          <p:cNvSpPr/>
          <p:nvPr/>
        </p:nvSpPr>
        <p:spPr>
          <a:xfrm>
            <a:off x="5844636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8F4E9C-553C-4739-85F3-2783D52BA651}"/>
              </a:ext>
            </a:extLst>
          </p:cNvPr>
          <p:cNvSpPr/>
          <p:nvPr/>
        </p:nvSpPr>
        <p:spPr>
          <a:xfrm>
            <a:off x="5844636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34986E8-91A2-49B6-9D3B-0515F5E1CDC5}"/>
              </a:ext>
            </a:extLst>
          </p:cNvPr>
          <p:cNvSpPr/>
          <p:nvPr/>
        </p:nvSpPr>
        <p:spPr>
          <a:xfrm>
            <a:off x="5844636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9036D0-4319-4E7C-9268-6003C70685A4}"/>
              </a:ext>
            </a:extLst>
          </p:cNvPr>
          <p:cNvSpPr/>
          <p:nvPr/>
        </p:nvSpPr>
        <p:spPr>
          <a:xfrm>
            <a:off x="5844636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9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739469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9470963">
            <a:off x="3193249" y="950466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2.2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058452">
            <a:off x="3544308" y="2571745"/>
            <a:ext cx="112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hnschrift" panose="020B0502040204020203" pitchFamily="34" charset="0"/>
              </a:rPr>
              <a:t>2.03</a:t>
            </a:r>
            <a:endParaRPr lang="en-GB" sz="12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494606">
            <a:off x="223217" y="2347304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Castellar" panose="020A0402060406010301" pitchFamily="18" charset="0"/>
              </a:rPr>
              <a:t>2.3</a:t>
            </a:r>
            <a:endParaRPr lang="en-GB" sz="12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506906">
            <a:off x="1533722" y="893299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2.32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431924">
            <a:off x="1439140" y="1650770"/>
            <a:ext cx="1105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oper Black" panose="0208090404030B020404" pitchFamily="18" charset="0"/>
              </a:rPr>
              <a:t>2.42</a:t>
            </a:r>
            <a:endParaRPr lang="en-GB" sz="10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564414">
            <a:off x="3993584" y="1296419"/>
            <a:ext cx="97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2.33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533">
            <a:off x="2626915" y="1818483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2.24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9561677">
            <a:off x="1401197" y="2443768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Old English Text MT" panose="03040902040508030806" pitchFamily="66" charset="0"/>
              </a:rPr>
              <a:t>2.34</a:t>
            </a:r>
            <a:endParaRPr lang="en-GB" sz="11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064451">
            <a:off x="344467" y="1050523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2.43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8598948">
            <a:off x="2219498" y="2583875"/>
            <a:ext cx="146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nap ITC" panose="04040A07060A02020202" pitchFamily="82" charset="0"/>
              </a:rPr>
              <a:t>2.23</a:t>
            </a:r>
            <a:endParaRPr lang="en-GB" sz="8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247014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247014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247014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247014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247014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247014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247014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247014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247014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247014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/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36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38989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088559">
            <a:off x="1844212" y="1478107"/>
            <a:ext cx="131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rial Rounded MT Bold" panose="020F0704030504030204" pitchFamily="34" charset="0"/>
              </a:rPr>
              <a:t>5.52</a:t>
            </a:r>
            <a:endParaRPr lang="en-GB" sz="11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497660">
            <a:off x="1027149" y="2236472"/>
            <a:ext cx="112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Bahnschrift" panose="020B0502040204020203" pitchFamily="34" charset="0"/>
              </a:rPr>
              <a:t>5.432</a:t>
            </a:r>
            <a:endParaRPr lang="en-GB" sz="9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9331752">
            <a:off x="1587368" y="1011585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astellar" panose="020A0402060406010301" pitchFamily="18" charset="0"/>
              </a:rPr>
              <a:t>4.35</a:t>
            </a:r>
            <a:endParaRPr lang="en-GB" sz="10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28333">
            <a:off x="3666071" y="2581104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rush Script MT" panose="03060802040406070304" pitchFamily="66" charset="0"/>
              </a:rPr>
              <a:t>4.432</a:t>
            </a:r>
            <a:endParaRPr lang="en-GB" sz="10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887039">
            <a:off x="96118" y="1736494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5.241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18946">
            <a:off x="3641174" y="1611096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5.521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053985">
            <a:off x="234487" y="939336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4.243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325231">
            <a:off x="334397" y="2691419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Old English Text MT" panose="03040902040508030806" pitchFamily="66" charset="0"/>
              </a:rPr>
              <a:t>5.21</a:t>
            </a:r>
            <a:endParaRPr lang="en-GB" sz="10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8501278">
            <a:off x="3867912" y="982111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5.4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012752">
            <a:off x="1971846" y="2793425"/>
            <a:ext cx="146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Snap ITC" panose="04040A07060A02020202" pitchFamily="82" charset="0"/>
              </a:rPr>
              <a:t>5.204</a:t>
            </a:r>
            <a:endParaRPr lang="en-GB" sz="6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06365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B700E82D-8592-4600-9B0A-C8FA3BC9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50388"/>
              </p:ext>
            </p:extLst>
          </p:nvPr>
        </p:nvGraphicFramePr>
        <p:xfrm>
          <a:off x="51389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E364867-2B1C-4949-BD08-3B8E354C99A1}"/>
              </a:ext>
            </a:extLst>
          </p:cNvPr>
          <p:cNvSpPr/>
          <p:nvPr/>
        </p:nvSpPr>
        <p:spPr>
          <a:xfrm>
            <a:off x="565700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095C9B8-4870-4F9D-A166-E056788427E9}"/>
              </a:ext>
            </a:extLst>
          </p:cNvPr>
          <p:cNvSpPr/>
          <p:nvPr/>
        </p:nvSpPr>
        <p:spPr>
          <a:xfrm>
            <a:off x="565700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959BBFE-77A4-4451-9317-45BD7D0AEB00}"/>
              </a:ext>
            </a:extLst>
          </p:cNvPr>
          <p:cNvSpPr/>
          <p:nvPr/>
        </p:nvSpPr>
        <p:spPr>
          <a:xfrm>
            <a:off x="565700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CE8741B-0DDD-4D72-992B-8A15E787ADF2}"/>
              </a:ext>
            </a:extLst>
          </p:cNvPr>
          <p:cNvSpPr/>
          <p:nvPr/>
        </p:nvSpPr>
        <p:spPr>
          <a:xfrm>
            <a:off x="565700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7671813-E68D-4A89-9D21-8F654C6C6CB5}"/>
              </a:ext>
            </a:extLst>
          </p:cNvPr>
          <p:cNvSpPr/>
          <p:nvPr/>
        </p:nvSpPr>
        <p:spPr>
          <a:xfrm>
            <a:off x="565700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69EA12A-706A-42A8-B76E-CE974726C6E7}"/>
              </a:ext>
            </a:extLst>
          </p:cNvPr>
          <p:cNvSpPr/>
          <p:nvPr/>
        </p:nvSpPr>
        <p:spPr>
          <a:xfrm>
            <a:off x="565700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E45029F-E5BD-4B9B-9E3C-07ED0196C996}"/>
              </a:ext>
            </a:extLst>
          </p:cNvPr>
          <p:cNvSpPr/>
          <p:nvPr/>
        </p:nvSpPr>
        <p:spPr>
          <a:xfrm>
            <a:off x="565700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A0500B-38AF-4D2C-8582-508ADF43929A}"/>
              </a:ext>
            </a:extLst>
          </p:cNvPr>
          <p:cNvSpPr/>
          <p:nvPr/>
        </p:nvSpPr>
        <p:spPr>
          <a:xfrm>
            <a:off x="565700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8FA23C7-7EAC-46AE-BD25-FA86F73A45D8}"/>
              </a:ext>
            </a:extLst>
          </p:cNvPr>
          <p:cNvSpPr/>
          <p:nvPr/>
        </p:nvSpPr>
        <p:spPr>
          <a:xfrm>
            <a:off x="565700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FE1D0D2-F7A0-4415-8A9A-F8CDC46A7D4A}"/>
              </a:ext>
            </a:extLst>
          </p:cNvPr>
          <p:cNvSpPr/>
          <p:nvPr/>
        </p:nvSpPr>
        <p:spPr>
          <a:xfrm>
            <a:off x="565700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23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651274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163288">
            <a:off x="282114" y="2716358"/>
            <a:ext cx="131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Rounded MT Bold" panose="020F0704030504030204" pitchFamily="34" charset="0"/>
              </a:rPr>
              <a:t>6.426</a:t>
            </a:r>
            <a:endParaRPr lang="en-GB" sz="9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20245039">
            <a:off x="3665574" y="1636396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6.601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20982101">
            <a:off x="2442542" y="1585305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62.07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16929">
            <a:off x="1846798" y="2628730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6.64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471646">
            <a:off x="3343028" y="1132753"/>
            <a:ext cx="110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oper Black" panose="0208090404030B020404" pitchFamily="18" charset="0"/>
              </a:rPr>
              <a:t>6.407</a:t>
            </a:r>
            <a:endParaRPr lang="en-GB" sz="8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20778687">
            <a:off x="129877" y="1582939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6.71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9981808">
            <a:off x="1350788" y="1143454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6.761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229757">
            <a:off x="1191649" y="1996094"/>
            <a:ext cx="97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Old English Text MT" panose="03040902040508030806" pitchFamily="66" charset="0"/>
              </a:rPr>
              <a:t>6.42</a:t>
            </a:r>
            <a:endParaRPr lang="en-GB" sz="8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583287">
            <a:off x="3228977" y="2568140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6.41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752558">
            <a:off x="38274" y="831275"/>
            <a:ext cx="146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Snap ITC" panose="04040A07060A02020202" pitchFamily="82" charset="0"/>
              </a:rPr>
              <a:t>6.6</a:t>
            </a:r>
            <a:endParaRPr lang="en-GB" sz="10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618488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0C72881F-A50B-4579-A221-8AB203FCA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686159"/>
              </p:ext>
            </p:extLst>
          </p:nvPr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055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024211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0462596">
            <a:off x="1286486" y="1037027"/>
            <a:ext cx="1313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rial Rounded MT Bold" panose="020F0704030504030204" pitchFamily="34" charset="0"/>
              </a:rPr>
              <a:t>4.3</a:t>
            </a:r>
            <a:endParaRPr lang="en-GB" sz="10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729283">
            <a:off x="377198" y="1593048"/>
            <a:ext cx="138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Bahnschrift" panose="020B0502040204020203" pitchFamily="34" charset="0"/>
              </a:rPr>
              <a:t>4.503</a:t>
            </a:r>
            <a:endParaRPr lang="en-GB" sz="105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4732276">
            <a:off x="3892611" y="1142158"/>
            <a:ext cx="1205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Castellar" panose="020A0402060406010301" pitchFamily="18" charset="0"/>
              </a:rPr>
              <a:t>4.32</a:t>
            </a:r>
            <a:endParaRPr lang="en-GB" sz="11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1335005">
            <a:off x="1656300" y="2620810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4.35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27497">
            <a:off x="2060176" y="1759202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4.353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51672">
            <a:off x="3756998" y="1834694"/>
            <a:ext cx="1205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4.035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4647135">
            <a:off x="3034839" y="2469347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4.305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064080">
            <a:off x="2771586" y="113647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4.05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9833021">
            <a:off x="280038" y="647600"/>
            <a:ext cx="138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Mistral" panose="03090702030407020403" pitchFamily="66" charset="0"/>
              </a:rPr>
              <a:t>4.53</a:t>
            </a:r>
            <a:endParaRPr lang="en-GB" sz="12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9677383">
            <a:off x="91616" y="2537855"/>
            <a:ext cx="1463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Snap ITC" panose="04040A07060A02020202" pitchFamily="82" charset="0"/>
              </a:rPr>
              <a:t>4.03</a:t>
            </a:r>
            <a:endParaRPr lang="en-GB" sz="105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066038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58" name="Table 5">
            <a:extLst>
              <a:ext uri="{FF2B5EF4-FFF2-40B4-BE49-F238E27FC236}">
                <a16:creationId xmlns:a16="http://schemas.microsoft.com/office/drawing/2014/main" id="{1D5D313F-8AF1-4799-9008-E41628880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320878"/>
              </p:ext>
            </p:extLst>
          </p:nvPr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836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42191-4F82-1C32-F466-100EF7D03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793181" y="1864057"/>
            <a:ext cx="5631884" cy="19913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F9879E-1FAA-894C-A187-F885D5452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7760" y="1864056"/>
            <a:ext cx="5631882" cy="1991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2F064A-37A6-0068-BB5C-78C36FA71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186094" y="1864056"/>
            <a:ext cx="5631883" cy="19913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5409F6-05F2-2032-D407-EEB3D7B8C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174056" y="1864054"/>
            <a:ext cx="5631884" cy="19913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07F976-2394-2359-BF9F-43CE225EE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080779" y="1860944"/>
            <a:ext cx="5631884" cy="199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90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113628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102389">
            <a:off x="-60787" y="2573483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1.5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981452">
            <a:off x="1710265" y="948171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1.44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641354">
            <a:off x="2509218" y="1661505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0.5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175343">
            <a:off x="1380071" y="2447755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0.54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003322">
            <a:off x="238992" y="934193"/>
            <a:ext cx="110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oper Black" panose="0208090404030B020404" pitchFamily="18" charset="0"/>
              </a:rPr>
              <a:t>1.64</a:t>
            </a:r>
            <a:endParaRPr lang="en-GB" sz="105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176759">
            <a:off x="3245576" y="973514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0.55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4870">
            <a:off x="3609546" y="2623478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0.45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911111">
            <a:off x="2538522" y="264196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1.55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366996">
            <a:off x="3773468" y="147694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1.65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20607294">
            <a:off x="798911" y="1670790"/>
            <a:ext cx="1463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Snap ITC" panose="04040A07060A02020202" pitchFamily="82" charset="0"/>
              </a:rPr>
              <a:t>1.54</a:t>
            </a:r>
            <a:endParaRPr lang="en-GB" sz="9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247014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247014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247014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247014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247014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247014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247014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247014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247014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247014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861624"/>
              </p:ext>
            </p:extLst>
          </p:nvPr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44" name="Oval 43">
            <a:extLst>
              <a:ext uri="{FF2B5EF4-FFF2-40B4-BE49-F238E27FC236}">
                <a16:creationId xmlns:a16="http://schemas.microsoft.com/office/drawing/2014/main" id="{E643E621-D9B5-4814-ACEC-DEE7AFF3F425}"/>
              </a:ext>
            </a:extLst>
          </p:cNvPr>
          <p:cNvSpPr/>
          <p:nvPr/>
        </p:nvSpPr>
        <p:spPr>
          <a:xfrm>
            <a:off x="5844636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D6F0838-4B2D-45BB-BB22-10BB4E1C8901}"/>
              </a:ext>
            </a:extLst>
          </p:cNvPr>
          <p:cNvSpPr/>
          <p:nvPr/>
        </p:nvSpPr>
        <p:spPr>
          <a:xfrm>
            <a:off x="5844636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C8005D-90F8-4508-9537-97314D05B8EE}"/>
              </a:ext>
            </a:extLst>
          </p:cNvPr>
          <p:cNvSpPr/>
          <p:nvPr/>
        </p:nvSpPr>
        <p:spPr>
          <a:xfrm>
            <a:off x="5844636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6BF256-AF0A-4E13-934A-B104A2517B62}"/>
              </a:ext>
            </a:extLst>
          </p:cNvPr>
          <p:cNvSpPr/>
          <p:nvPr/>
        </p:nvSpPr>
        <p:spPr>
          <a:xfrm>
            <a:off x="5844636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41D241-02E3-4FF0-B9DB-B1F213D7A96A}"/>
              </a:ext>
            </a:extLst>
          </p:cNvPr>
          <p:cNvSpPr/>
          <p:nvPr/>
        </p:nvSpPr>
        <p:spPr>
          <a:xfrm>
            <a:off x="5844636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63D37CA-E0B9-4072-B495-1821DAD414CF}"/>
              </a:ext>
            </a:extLst>
          </p:cNvPr>
          <p:cNvSpPr/>
          <p:nvPr/>
        </p:nvSpPr>
        <p:spPr>
          <a:xfrm>
            <a:off x="5844636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3DEB601-27CC-4F0A-B3B8-51F92DF15B4E}"/>
              </a:ext>
            </a:extLst>
          </p:cNvPr>
          <p:cNvSpPr/>
          <p:nvPr/>
        </p:nvSpPr>
        <p:spPr>
          <a:xfrm>
            <a:off x="5844636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8F4E9C-553C-4739-85F3-2783D52BA651}"/>
              </a:ext>
            </a:extLst>
          </p:cNvPr>
          <p:cNvSpPr/>
          <p:nvPr/>
        </p:nvSpPr>
        <p:spPr>
          <a:xfrm>
            <a:off x="5844636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34986E8-91A2-49B6-9D3B-0515F5E1CDC5}"/>
              </a:ext>
            </a:extLst>
          </p:cNvPr>
          <p:cNvSpPr/>
          <p:nvPr/>
        </p:nvSpPr>
        <p:spPr>
          <a:xfrm>
            <a:off x="5844636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9036D0-4319-4E7C-9268-6003C70685A4}"/>
              </a:ext>
            </a:extLst>
          </p:cNvPr>
          <p:cNvSpPr/>
          <p:nvPr/>
        </p:nvSpPr>
        <p:spPr>
          <a:xfrm>
            <a:off x="5844636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15B8988-CC9E-44CE-98F2-AC37C7EF572F}"/>
              </a:ext>
            </a:extLst>
          </p:cNvPr>
          <p:cNvSpPr/>
          <p:nvPr/>
        </p:nvSpPr>
        <p:spPr>
          <a:xfrm>
            <a:off x="7620" y="349377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F10515-7929-4D9F-8D08-AE21AE02AB89}"/>
              </a:ext>
            </a:extLst>
          </p:cNvPr>
          <p:cNvSpPr txBox="1"/>
          <p:nvPr/>
        </p:nvSpPr>
        <p:spPr>
          <a:xfrm>
            <a:off x="860155" y="358984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95D182A-60CC-4614-AE10-F472D1713105}"/>
              </a:ext>
            </a:extLst>
          </p:cNvPr>
          <p:cNvGrpSpPr/>
          <p:nvPr/>
        </p:nvGrpSpPr>
        <p:grpSpPr>
          <a:xfrm>
            <a:off x="-5842" y="3483632"/>
            <a:ext cx="940457" cy="738664"/>
            <a:chOff x="-122220" y="57962"/>
            <a:chExt cx="940457" cy="73866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CB1EEF-84E0-478D-8F3F-5C41F3F61B57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5F0C829-73D7-4317-B7F7-88FD6A99C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59" name="Table 5">
            <a:extLst>
              <a:ext uri="{FF2B5EF4-FFF2-40B4-BE49-F238E27FC236}">
                <a16:creationId xmlns:a16="http://schemas.microsoft.com/office/drawing/2014/main" id="{259128A0-6CE4-43E2-BDBA-1822FD269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26993"/>
              </p:ext>
            </p:extLst>
          </p:nvPr>
        </p:nvGraphicFramePr>
        <p:xfrm>
          <a:off x="7545561" y="355843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BAA6D5C3-E04C-48E2-9833-69D4509F3309}"/>
              </a:ext>
            </a:extLst>
          </p:cNvPr>
          <p:cNvSpPr txBox="1"/>
          <p:nvPr/>
        </p:nvSpPr>
        <p:spPr>
          <a:xfrm rot="21102389">
            <a:off x="-60787" y="6059633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1.5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18FD7F-F3C9-4146-A2F2-BBCC7E9E2C82}"/>
              </a:ext>
            </a:extLst>
          </p:cNvPr>
          <p:cNvSpPr txBox="1"/>
          <p:nvPr/>
        </p:nvSpPr>
        <p:spPr>
          <a:xfrm rot="1981452">
            <a:off x="1584655" y="4466157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1.44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7161B6-6864-4E06-B78B-59A1E63D6C4E}"/>
              </a:ext>
            </a:extLst>
          </p:cNvPr>
          <p:cNvSpPr txBox="1"/>
          <p:nvPr/>
        </p:nvSpPr>
        <p:spPr>
          <a:xfrm rot="641354">
            <a:off x="2509218" y="5147655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0.5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CE662B-B9FD-4CEB-A071-4724A4B242C9}"/>
              </a:ext>
            </a:extLst>
          </p:cNvPr>
          <p:cNvSpPr txBox="1"/>
          <p:nvPr/>
        </p:nvSpPr>
        <p:spPr>
          <a:xfrm rot="1175343">
            <a:off x="1380071" y="5933905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0.54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B7C0E1-D180-4F77-82A0-E5D6EBBF529C}"/>
              </a:ext>
            </a:extLst>
          </p:cNvPr>
          <p:cNvSpPr txBox="1"/>
          <p:nvPr/>
        </p:nvSpPr>
        <p:spPr>
          <a:xfrm rot="20003322">
            <a:off x="238992" y="4420343"/>
            <a:ext cx="110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oper Black" panose="0208090404030B020404" pitchFamily="18" charset="0"/>
              </a:rPr>
              <a:t>1.64</a:t>
            </a:r>
            <a:endParaRPr lang="en-GB" sz="1050" dirty="0">
              <a:latin typeface="Cooper Black" panose="0208090404030B0204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994464-421E-43F0-BCB6-748F0571C120}"/>
              </a:ext>
            </a:extLst>
          </p:cNvPr>
          <p:cNvSpPr txBox="1"/>
          <p:nvPr/>
        </p:nvSpPr>
        <p:spPr>
          <a:xfrm rot="1176759">
            <a:off x="3230287" y="4492997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0.55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5AA6A90-652E-4F22-BA89-A0FBA6C7468E}"/>
              </a:ext>
            </a:extLst>
          </p:cNvPr>
          <p:cNvSpPr txBox="1"/>
          <p:nvPr/>
        </p:nvSpPr>
        <p:spPr>
          <a:xfrm rot="20544870">
            <a:off x="3609546" y="6109628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0.45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826A9F-ED9C-49A7-B6AC-BA6B01B89AC6}"/>
              </a:ext>
            </a:extLst>
          </p:cNvPr>
          <p:cNvSpPr txBox="1"/>
          <p:nvPr/>
        </p:nvSpPr>
        <p:spPr>
          <a:xfrm rot="20911111">
            <a:off x="2538522" y="612811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1.55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FCCC39-A21B-47B3-876F-1B8586135DA1}"/>
              </a:ext>
            </a:extLst>
          </p:cNvPr>
          <p:cNvSpPr txBox="1"/>
          <p:nvPr/>
        </p:nvSpPr>
        <p:spPr>
          <a:xfrm rot="20366996">
            <a:off x="3773468" y="496309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1.65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F2A623-881F-4513-A794-C4B85F209F4A}"/>
              </a:ext>
            </a:extLst>
          </p:cNvPr>
          <p:cNvSpPr txBox="1"/>
          <p:nvPr/>
        </p:nvSpPr>
        <p:spPr>
          <a:xfrm rot="20607294">
            <a:off x="798911" y="5156940"/>
            <a:ext cx="1463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Snap ITC" panose="04040A07060A02020202" pitchFamily="82" charset="0"/>
              </a:rPr>
              <a:t>1.54</a:t>
            </a:r>
            <a:endParaRPr lang="en-GB" sz="900" dirty="0">
              <a:latin typeface="Snap ITC" panose="04040A07060A02020202" pitchFamily="82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974E9E9-7ED9-494F-961A-2CEED876AC50}"/>
              </a:ext>
            </a:extLst>
          </p:cNvPr>
          <p:cNvSpPr/>
          <p:nvPr/>
        </p:nvSpPr>
        <p:spPr>
          <a:xfrm>
            <a:off x="8247014" y="496909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A47AC9E-728B-48B9-A0A5-7D5EDD226F2F}"/>
              </a:ext>
            </a:extLst>
          </p:cNvPr>
          <p:cNvSpPr/>
          <p:nvPr/>
        </p:nvSpPr>
        <p:spPr>
          <a:xfrm>
            <a:off x="8247014" y="464572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D0606F2-F02B-4EF0-96DE-E64C3182C8BF}"/>
              </a:ext>
            </a:extLst>
          </p:cNvPr>
          <p:cNvSpPr/>
          <p:nvPr/>
        </p:nvSpPr>
        <p:spPr>
          <a:xfrm>
            <a:off x="8247014" y="432236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C2B7DBE-B8AA-40E3-97B2-4BD4CE3FDFF0}"/>
              </a:ext>
            </a:extLst>
          </p:cNvPr>
          <p:cNvSpPr/>
          <p:nvPr/>
        </p:nvSpPr>
        <p:spPr>
          <a:xfrm>
            <a:off x="8247014" y="399899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DC2E2D1-B09A-44A3-821E-717A128BD091}"/>
              </a:ext>
            </a:extLst>
          </p:cNvPr>
          <p:cNvSpPr/>
          <p:nvPr/>
        </p:nvSpPr>
        <p:spPr>
          <a:xfrm>
            <a:off x="8247014" y="367562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166D9AD-1E36-4823-89FA-AFA16FB1BD4A}"/>
              </a:ext>
            </a:extLst>
          </p:cNvPr>
          <p:cNvSpPr/>
          <p:nvPr/>
        </p:nvSpPr>
        <p:spPr>
          <a:xfrm>
            <a:off x="8247014" y="529246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873C925-F0AA-45BE-B1CC-0DCA807B284D}"/>
              </a:ext>
            </a:extLst>
          </p:cNvPr>
          <p:cNvSpPr/>
          <p:nvPr/>
        </p:nvSpPr>
        <p:spPr>
          <a:xfrm>
            <a:off x="8247014" y="561583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AE8EB66-6426-4796-BDB2-A86E5C2B5873}"/>
              </a:ext>
            </a:extLst>
          </p:cNvPr>
          <p:cNvSpPr/>
          <p:nvPr/>
        </p:nvSpPr>
        <p:spPr>
          <a:xfrm>
            <a:off x="8247014" y="593919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6E04F7C-476E-4B5D-9796-2A55ECDC65F3}"/>
              </a:ext>
            </a:extLst>
          </p:cNvPr>
          <p:cNvSpPr/>
          <p:nvPr/>
        </p:nvSpPr>
        <p:spPr>
          <a:xfrm>
            <a:off x="8247014" y="626256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EF67FB1-CD76-4F9D-855A-1FF29324FA49}"/>
              </a:ext>
            </a:extLst>
          </p:cNvPr>
          <p:cNvSpPr/>
          <p:nvPr/>
        </p:nvSpPr>
        <p:spPr>
          <a:xfrm>
            <a:off x="8247014" y="658592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80" name="Table 5">
            <a:extLst>
              <a:ext uri="{FF2B5EF4-FFF2-40B4-BE49-F238E27FC236}">
                <a16:creationId xmlns:a16="http://schemas.microsoft.com/office/drawing/2014/main" id="{63B1022D-5C74-42AC-8E78-4AD8935A7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276354"/>
              </p:ext>
            </p:extLst>
          </p:nvPr>
        </p:nvGraphicFramePr>
        <p:xfrm>
          <a:off x="5143183" y="355843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81" name="Oval 80">
            <a:extLst>
              <a:ext uri="{FF2B5EF4-FFF2-40B4-BE49-F238E27FC236}">
                <a16:creationId xmlns:a16="http://schemas.microsoft.com/office/drawing/2014/main" id="{7DAE13B2-5248-4794-83A0-3B2620CD3AE9}"/>
              </a:ext>
            </a:extLst>
          </p:cNvPr>
          <p:cNvSpPr/>
          <p:nvPr/>
        </p:nvSpPr>
        <p:spPr>
          <a:xfrm>
            <a:off x="5844636" y="496909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1E4F8E7-7C27-44FB-9424-C0A70454274D}"/>
              </a:ext>
            </a:extLst>
          </p:cNvPr>
          <p:cNvSpPr/>
          <p:nvPr/>
        </p:nvSpPr>
        <p:spPr>
          <a:xfrm>
            <a:off x="5844636" y="464572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5B531C4-901E-45B9-89E8-81F911C9737C}"/>
              </a:ext>
            </a:extLst>
          </p:cNvPr>
          <p:cNvSpPr/>
          <p:nvPr/>
        </p:nvSpPr>
        <p:spPr>
          <a:xfrm>
            <a:off x="5844636" y="432236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B37C1CE-5F1B-4268-BD86-0B051E822E84}"/>
              </a:ext>
            </a:extLst>
          </p:cNvPr>
          <p:cNvSpPr/>
          <p:nvPr/>
        </p:nvSpPr>
        <p:spPr>
          <a:xfrm>
            <a:off x="5844636" y="399899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CAF76BB-79D6-4AD1-B33D-EB815C956852}"/>
              </a:ext>
            </a:extLst>
          </p:cNvPr>
          <p:cNvSpPr/>
          <p:nvPr/>
        </p:nvSpPr>
        <p:spPr>
          <a:xfrm>
            <a:off x="5844636" y="367562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DE7B2D2-0555-4E4B-80C9-E9DAC99B9158}"/>
              </a:ext>
            </a:extLst>
          </p:cNvPr>
          <p:cNvSpPr/>
          <p:nvPr/>
        </p:nvSpPr>
        <p:spPr>
          <a:xfrm>
            <a:off x="5844636" y="529246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E0F3A07-BE06-40B9-9B58-6A2D074D1061}"/>
              </a:ext>
            </a:extLst>
          </p:cNvPr>
          <p:cNvSpPr/>
          <p:nvPr/>
        </p:nvSpPr>
        <p:spPr>
          <a:xfrm>
            <a:off x="5844636" y="561583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EBD026F-F90A-4BE8-BAEA-5AE02FA1A4BC}"/>
              </a:ext>
            </a:extLst>
          </p:cNvPr>
          <p:cNvSpPr/>
          <p:nvPr/>
        </p:nvSpPr>
        <p:spPr>
          <a:xfrm>
            <a:off x="5844636" y="593919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B928F2F-13C6-408C-99EF-90AC63D20FA0}"/>
              </a:ext>
            </a:extLst>
          </p:cNvPr>
          <p:cNvSpPr/>
          <p:nvPr/>
        </p:nvSpPr>
        <p:spPr>
          <a:xfrm>
            <a:off x="5844636" y="626256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9D633F1-1174-4E88-9B14-3330643E6432}"/>
              </a:ext>
            </a:extLst>
          </p:cNvPr>
          <p:cNvSpPr/>
          <p:nvPr/>
        </p:nvSpPr>
        <p:spPr>
          <a:xfrm>
            <a:off x="5844636" y="658592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636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4" y="-2518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102050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9470963">
            <a:off x="2337205" y="890791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2.2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058452">
            <a:off x="3544308" y="2571745"/>
            <a:ext cx="112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hnschrift" panose="020B0502040204020203" pitchFamily="34" charset="0"/>
              </a:rPr>
              <a:t>2.03</a:t>
            </a:r>
            <a:endParaRPr lang="en-GB" sz="12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494606">
            <a:off x="223217" y="2347304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Castellar" panose="020A0402060406010301" pitchFamily="18" charset="0"/>
              </a:rPr>
              <a:t>2.3</a:t>
            </a:r>
            <a:endParaRPr lang="en-GB" sz="12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506906">
            <a:off x="1422747" y="821046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2.32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431924">
            <a:off x="1439140" y="1650770"/>
            <a:ext cx="1105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oper Black" panose="0208090404030B020404" pitchFamily="18" charset="0"/>
              </a:rPr>
              <a:t>2.42</a:t>
            </a:r>
            <a:endParaRPr lang="en-GB" sz="10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564414">
            <a:off x="3993584" y="1296419"/>
            <a:ext cx="97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2.33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533">
            <a:off x="2806178" y="1710143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2.24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9561677">
            <a:off x="1401197" y="2443768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Old English Text MT" panose="03040902040508030806" pitchFamily="66" charset="0"/>
              </a:rPr>
              <a:t>2.34</a:t>
            </a:r>
            <a:endParaRPr lang="en-GB" sz="11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064451">
            <a:off x="344467" y="1050523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2.43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8598948">
            <a:off x="2219498" y="2583875"/>
            <a:ext cx="146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nap ITC" panose="04040A07060A02020202" pitchFamily="82" charset="0"/>
              </a:rPr>
              <a:t>2.23</a:t>
            </a:r>
            <a:endParaRPr lang="en-GB" sz="800" dirty="0">
              <a:latin typeface="Snap ITC" panose="04040A07060A02020202" pitchFamily="82" charset="0"/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394090"/>
              </p:ext>
            </p:extLst>
          </p:nvPr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C8F24C-EE0F-4D1C-A2DB-D501E9D878FF}"/>
              </a:ext>
            </a:extLst>
          </p:cNvPr>
          <p:cNvSpPr/>
          <p:nvPr/>
        </p:nvSpPr>
        <p:spPr>
          <a:xfrm>
            <a:off x="7620" y="3484245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C43EF1-A1E5-41EC-95CC-C52C9E2FC27B}"/>
              </a:ext>
            </a:extLst>
          </p:cNvPr>
          <p:cNvSpPr txBox="1"/>
          <p:nvPr/>
        </p:nvSpPr>
        <p:spPr>
          <a:xfrm>
            <a:off x="860153" y="3541161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1EBEF4-43AD-42D1-AD05-EE5CA8ECF917}"/>
              </a:ext>
            </a:extLst>
          </p:cNvPr>
          <p:cNvGrpSpPr/>
          <p:nvPr/>
        </p:nvGrpSpPr>
        <p:grpSpPr>
          <a:xfrm>
            <a:off x="-5842" y="3474107"/>
            <a:ext cx="940457" cy="738664"/>
            <a:chOff x="-122220" y="57962"/>
            <a:chExt cx="940457" cy="73866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4AB0C70-021A-4B03-B6B1-050CDB5707C0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F3AF2C8-7F16-4838-BEA3-E75B44234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31" name="Table 5">
            <a:extLst>
              <a:ext uri="{FF2B5EF4-FFF2-40B4-BE49-F238E27FC236}">
                <a16:creationId xmlns:a16="http://schemas.microsoft.com/office/drawing/2014/main" id="{6648137D-A0A8-4129-82BF-1C65486B0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046698"/>
              </p:ext>
            </p:extLst>
          </p:nvPr>
        </p:nvGraphicFramePr>
        <p:xfrm>
          <a:off x="7545561" y="3548905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28218F1-CC3C-419F-B853-7BD7FE6C25EC}"/>
              </a:ext>
            </a:extLst>
          </p:cNvPr>
          <p:cNvSpPr txBox="1"/>
          <p:nvPr/>
        </p:nvSpPr>
        <p:spPr>
          <a:xfrm rot="19470963">
            <a:off x="3151013" y="4386699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2.2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5B5D95-7B33-4A9D-9219-1CE45A68FCF9}"/>
              </a:ext>
            </a:extLst>
          </p:cNvPr>
          <p:cNvSpPr txBox="1"/>
          <p:nvPr/>
        </p:nvSpPr>
        <p:spPr>
          <a:xfrm rot="1058452">
            <a:off x="3544308" y="6048370"/>
            <a:ext cx="112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hnschrift" panose="020B0502040204020203" pitchFamily="34" charset="0"/>
              </a:rPr>
              <a:t>2.03</a:t>
            </a:r>
            <a:endParaRPr lang="en-GB" sz="1200" dirty="0">
              <a:latin typeface="Bahnschrift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4BC2EA-D9DF-49AF-8949-A90F1100AE98}"/>
              </a:ext>
            </a:extLst>
          </p:cNvPr>
          <p:cNvSpPr txBox="1"/>
          <p:nvPr/>
        </p:nvSpPr>
        <p:spPr>
          <a:xfrm rot="1494606">
            <a:off x="223217" y="5823929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Castellar" panose="020A0402060406010301" pitchFamily="18" charset="0"/>
              </a:rPr>
              <a:t>2.3</a:t>
            </a:r>
            <a:endParaRPr lang="en-GB" sz="1200" dirty="0">
              <a:latin typeface="Castellar" panose="020A0402060406010301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E8EFCF-F157-4698-8523-E5B8EF7BA2F0}"/>
              </a:ext>
            </a:extLst>
          </p:cNvPr>
          <p:cNvSpPr txBox="1"/>
          <p:nvPr/>
        </p:nvSpPr>
        <p:spPr>
          <a:xfrm rot="1506906">
            <a:off x="1385309" y="4390532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2.32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2F1595-64AD-48C9-A40A-917A7185C201}"/>
              </a:ext>
            </a:extLst>
          </p:cNvPr>
          <p:cNvSpPr txBox="1"/>
          <p:nvPr/>
        </p:nvSpPr>
        <p:spPr>
          <a:xfrm rot="20431924">
            <a:off x="1439140" y="5127395"/>
            <a:ext cx="1105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oper Black" panose="0208090404030B020404" pitchFamily="18" charset="0"/>
              </a:rPr>
              <a:t>2.42</a:t>
            </a:r>
            <a:endParaRPr lang="en-GB" sz="1000" dirty="0">
              <a:latin typeface="Cooper Black" panose="0208090404030B0204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A5FA1C-8341-4CDB-96E6-DDD4E7418FA1}"/>
              </a:ext>
            </a:extLst>
          </p:cNvPr>
          <p:cNvSpPr txBox="1"/>
          <p:nvPr/>
        </p:nvSpPr>
        <p:spPr>
          <a:xfrm rot="564414">
            <a:off x="3993584" y="4773044"/>
            <a:ext cx="97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2.33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B3A80E-B11C-49C9-BDB3-08E98798A420}"/>
              </a:ext>
            </a:extLst>
          </p:cNvPr>
          <p:cNvSpPr txBox="1"/>
          <p:nvPr/>
        </p:nvSpPr>
        <p:spPr>
          <a:xfrm rot="2054533">
            <a:off x="2806178" y="5186768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2.24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2A09DB-4B3C-489E-B128-1F7F14052953}"/>
              </a:ext>
            </a:extLst>
          </p:cNvPr>
          <p:cNvSpPr txBox="1"/>
          <p:nvPr/>
        </p:nvSpPr>
        <p:spPr>
          <a:xfrm rot="19561677">
            <a:off x="1401197" y="5920393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Old English Text MT" panose="03040902040508030806" pitchFamily="66" charset="0"/>
              </a:rPr>
              <a:t>2.34</a:t>
            </a:r>
            <a:endParaRPr lang="en-GB" sz="1100" dirty="0">
              <a:latin typeface="Old English Text MT" panose="03040902040508030806" pitchFamily="66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C7532D-2BA7-4423-AF2C-46DB62529CE6}"/>
              </a:ext>
            </a:extLst>
          </p:cNvPr>
          <p:cNvSpPr txBox="1"/>
          <p:nvPr/>
        </p:nvSpPr>
        <p:spPr>
          <a:xfrm rot="20064451">
            <a:off x="344467" y="4527148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2.43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415109-410E-4058-8C0B-9BC637730D17}"/>
              </a:ext>
            </a:extLst>
          </p:cNvPr>
          <p:cNvSpPr txBox="1"/>
          <p:nvPr/>
        </p:nvSpPr>
        <p:spPr>
          <a:xfrm rot="18598948">
            <a:off x="2219498" y="6060500"/>
            <a:ext cx="146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nap ITC" panose="04040A07060A02020202" pitchFamily="82" charset="0"/>
              </a:rPr>
              <a:t>2.23</a:t>
            </a:r>
            <a:endParaRPr lang="en-GB" sz="800" dirty="0">
              <a:latin typeface="Snap ITC" panose="04040A07060A02020202" pitchFamily="82" charset="0"/>
            </a:endParaRPr>
          </a:p>
        </p:txBody>
      </p:sp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B01700C2-0913-4C40-8AA8-271C950A5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176228"/>
              </p:ext>
            </p:extLst>
          </p:nvPr>
        </p:nvGraphicFramePr>
        <p:xfrm>
          <a:off x="5143183" y="3548905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66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733751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088559">
            <a:off x="1723339" y="1740716"/>
            <a:ext cx="131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rial Rounded MT Bold" panose="020F0704030504030204" pitchFamily="34" charset="0"/>
              </a:rPr>
              <a:t>5.52</a:t>
            </a:r>
            <a:endParaRPr lang="en-GB" sz="11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497660">
            <a:off x="1027149" y="2236472"/>
            <a:ext cx="112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Bahnschrift" panose="020B0502040204020203" pitchFamily="34" charset="0"/>
              </a:rPr>
              <a:t>5.432</a:t>
            </a:r>
            <a:endParaRPr lang="en-GB" sz="9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9331752">
            <a:off x="1926528" y="986301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astellar" panose="020A0402060406010301" pitchFamily="18" charset="0"/>
              </a:rPr>
              <a:t>4.35</a:t>
            </a:r>
            <a:endParaRPr lang="en-GB" sz="10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28333">
            <a:off x="3666071" y="2581104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rush Script MT" panose="03060802040406070304" pitchFamily="66" charset="0"/>
              </a:rPr>
              <a:t>4.432</a:t>
            </a:r>
            <a:endParaRPr lang="en-GB" sz="10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887039">
            <a:off x="96118" y="1736494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5.241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18946">
            <a:off x="3318951" y="1898416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5.521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053985">
            <a:off x="72262" y="1132356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4.243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325231">
            <a:off x="334397" y="2691419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Old English Text MT" panose="03040902040508030806" pitchFamily="66" charset="0"/>
              </a:rPr>
              <a:t>5.21</a:t>
            </a:r>
            <a:endParaRPr lang="en-GB" sz="10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8501278">
            <a:off x="3106825" y="990780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5.4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012752">
            <a:off x="1971846" y="2793425"/>
            <a:ext cx="146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Snap ITC" panose="04040A07060A02020202" pitchFamily="82" charset="0"/>
              </a:rPr>
              <a:t>5.204</a:t>
            </a:r>
            <a:endParaRPr lang="en-GB" sz="6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06365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B700E82D-8592-4600-9B0A-C8FA3BC9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005426"/>
              </p:ext>
            </p:extLst>
          </p:nvPr>
        </p:nvGraphicFramePr>
        <p:xfrm>
          <a:off x="51389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E364867-2B1C-4949-BD08-3B8E354C99A1}"/>
              </a:ext>
            </a:extLst>
          </p:cNvPr>
          <p:cNvSpPr/>
          <p:nvPr/>
        </p:nvSpPr>
        <p:spPr>
          <a:xfrm>
            <a:off x="565700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095C9B8-4870-4F9D-A166-E056788427E9}"/>
              </a:ext>
            </a:extLst>
          </p:cNvPr>
          <p:cNvSpPr/>
          <p:nvPr/>
        </p:nvSpPr>
        <p:spPr>
          <a:xfrm>
            <a:off x="565700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959BBFE-77A4-4451-9317-45BD7D0AEB00}"/>
              </a:ext>
            </a:extLst>
          </p:cNvPr>
          <p:cNvSpPr/>
          <p:nvPr/>
        </p:nvSpPr>
        <p:spPr>
          <a:xfrm>
            <a:off x="565700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CE8741B-0DDD-4D72-992B-8A15E787ADF2}"/>
              </a:ext>
            </a:extLst>
          </p:cNvPr>
          <p:cNvSpPr/>
          <p:nvPr/>
        </p:nvSpPr>
        <p:spPr>
          <a:xfrm>
            <a:off x="565700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7671813-E68D-4A89-9D21-8F654C6C6CB5}"/>
              </a:ext>
            </a:extLst>
          </p:cNvPr>
          <p:cNvSpPr/>
          <p:nvPr/>
        </p:nvSpPr>
        <p:spPr>
          <a:xfrm>
            <a:off x="565700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69EA12A-706A-42A8-B76E-CE974726C6E7}"/>
              </a:ext>
            </a:extLst>
          </p:cNvPr>
          <p:cNvSpPr/>
          <p:nvPr/>
        </p:nvSpPr>
        <p:spPr>
          <a:xfrm>
            <a:off x="565700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E45029F-E5BD-4B9B-9E3C-07ED0196C996}"/>
              </a:ext>
            </a:extLst>
          </p:cNvPr>
          <p:cNvSpPr/>
          <p:nvPr/>
        </p:nvSpPr>
        <p:spPr>
          <a:xfrm>
            <a:off x="565700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A0500B-38AF-4D2C-8582-508ADF43929A}"/>
              </a:ext>
            </a:extLst>
          </p:cNvPr>
          <p:cNvSpPr/>
          <p:nvPr/>
        </p:nvSpPr>
        <p:spPr>
          <a:xfrm>
            <a:off x="565700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8FA23C7-7EAC-46AE-BD25-FA86F73A45D8}"/>
              </a:ext>
            </a:extLst>
          </p:cNvPr>
          <p:cNvSpPr/>
          <p:nvPr/>
        </p:nvSpPr>
        <p:spPr>
          <a:xfrm>
            <a:off x="565700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FE1D0D2-F7A0-4415-8A9A-F8CDC46A7D4A}"/>
              </a:ext>
            </a:extLst>
          </p:cNvPr>
          <p:cNvSpPr/>
          <p:nvPr/>
        </p:nvSpPr>
        <p:spPr>
          <a:xfrm>
            <a:off x="565700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44A8695-F3E8-4A3D-AB19-8D319DAB9D3A}"/>
              </a:ext>
            </a:extLst>
          </p:cNvPr>
          <p:cNvSpPr/>
          <p:nvPr/>
        </p:nvSpPr>
        <p:spPr>
          <a:xfrm>
            <a:off x="7620" y="3484245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E0DA3A-2F72-4A6D-8047-6DFC50AAA3F2}"/>
              </a:ext>
            </a:extLst>
          </p:cNvPr>
          <p:cNvSpPr txBox="1"/>
          <p:nvPr/>
        </p:nvSpPr>
        <p:spPr>
          <a:xfrm>
            <a:off x="860155" y="3580318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53BA7B0-0CF2-45FE-B2DD-9EFE7307A916}"/>
              </a:ext>
            </a:extLst>
          </p:cNvPr>
          <p:cNvGrpSpPr/>
          <p:nvPr/>
        </p:nvGrpSpPr>
        <p:grpSpPr>
          <a:xfrm>
            <a:off x="-5842" y="3474107"/>
            <a:ext cx="940457" cy="738664"/>
            <a:chOff x="-122220" y="57962"/>
            <a:chExt cx="940457" cy="73866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285B6C1-EC5C-4FBC-8DA0-304B299EF991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3ECFF5B-A79C-4047-8E12-C5480E2ED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EE5492D9-11D0-474A-9C0D-323EFEEE8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083596"/>
              </p:ext>
            </p:extLst>
          </p:nvPr>
        </p:nvGraphicFramePr>
        <p:xfrm>
          <a:off x="7545561" y="3548905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17E3F4AC-669B-42F5-BC08-00754EE02607}"/>
              </a:ext>
            </a:extLst>
          </p:cNvPr>
          <p:cNvSpPr txBox="1"/>
          <p:nvPr/>
        </p:nvSpPr>
        <p:spPr>
          <a:xfrm rot="21088559">
            <a:off x="2082307" y="5288560"/>
            <a:ext cx="131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rial Rounded MT Bold" panose="020F0704030504030204" pitchFamily="34" charset="0"/>
              </a:rPr>
              <a:t>5.52</a:t>
            </a:r>
            <a:endParaRPr lang="en-GB" sz="1100" dirty="0">
              <a:latin typeface="Arial Rounded MT Bold" panose="020F07040305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16E5A5-D1D6-4956-91BF-12C8303F5159}"/>
              </a:ext>
            </a:extLst>
          </p:cNvPr>
          <p:cNvSpPr txBox="1"/>
          <p:nvPr/>
        </p:nvSpPr>
        <p:spPr>
          <a:xfrm rot="1497660">
            <a:off x="1027149" y="5713097"/>
            <a:ext cx="112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Bahnschrift" panose="020B0502040204020203" pitchFamily="34" charset="0"/>
              </a:rPr>
              <a:t>5.432</a:t>
            </a:r>
            <a:endParaRPr lang="en-GB" sz="900" dirty="0">
              <a:latin typeface="Bahnschrift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84952D-9591-4755-9829-090C0A9BC10B}"/>
              </a:ext>
            </a:extLst>
          </p:cNvPr>
          <p:cNvSpPr txBox="1"/>
          <p:nvPr/>
        </p:nvSpPr>
        <p:spPr>
          <a:xfrm rot="19331752">
            <a:off x="2062364" y="4445345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astellar" panose="020A0402060406010301" pitchFamily="18" charset="0"/>
              </a:rPr>
              <a:t>4.35</a:t>
            </a:r>
            <a:endParaRPr lang="en-GB" sz="1000" dirty="0">
              <a:latin typeface="Castellar" panose="020A0402060406010301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B2339D-299F-4AB0-BA47-40A34A70B7D1}"/>
              </a:ext>
            </a:extLst>
          </p:cNvPr>
          <p:cNvSpPr txBox="1"/>
          <p:nvPr/>
        </p:nvSpPr>
        <p:spPr>
          <a:xfrm rot="20428333">
            <a:off x="3666071" y="6057729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rush Script MT" panose="03060802040406070304" pitchFamily="66" charset="0"/>
              </a:rPr>
              <a:t>4.432</a:t>
            </a:r>
            <a:endParaRPr lang="en-GB" sz="1000" dirty="0">
              <a:latin typeface="Brush Script MT" panose="03060802040406070304" pitchFamily="66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AAC257-379D-4F52-984F-7ACDFA4E8B8A}"/>
              </a:ext>
            </a:extLst>
          </p:cNvPr>
          <p:cNvSpPr txBox="1"/>
          <p:nvPr/>
        </p:nvSpPr>
        <p:spPr>
          <a:xfrm rot="19887039">
            <a:off x="96118" y="5213119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5.241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139226-0396-460A-8C28-4C717FD71CB6}"/>
              </a:ext>
            </a:extLst>
          </p:cNvPr>
          <p:cNvSpPr txBox="1"/>
          <p:nvPr/>
        </p:nvSpPr>
        <p:spPr>
          <a:xfrm rot="1318946">
            <a:off x="3641174" y="508772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5.521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51ADA9-FB0E-4560-911F-740CEAFE62A4}"/>
              </a:ext>
            </a:extLst>
          </p:cNvPr>
          <p:cNvSpPr txBox="1"/>
          <p:nvPr/>
        </p:nvSpPr>
        <p:spPr>
          <a:xfrm rot="1053985">
            <a:off x="234487" y="4415961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4.243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91FCE2-DFAD-46AE-85D4-9DC93DA3F7C2}"/>
              </a:ext>
            </a:extLst>
          </p:cNvPr>
          <p:cNvSpPr txBox="1"/>
          <p:nvPr/>
        </p:nvSpPr>
        <p:spPr>
          <a:xfrm rot="20325231">
            <a:off x="334397" y="6168044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Old English Text MT" panose="03040902040508030806" pitchFamily="66" charset="0"/>
              </a:rPr>
              <a:t>5.21</a:t>
            </a:r>
            <a:endParaRPr lang="en-GB" sz="1000" dirty="0">
              <a:latin typeface="Old English Text MT" panose="03040902040508030806" pitchFamily="66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64A5BC-CA2E-4D83-9F6C-2B98A6ECE7AB}"/>
              </a:ext>
            </a:extLst>
          </p:cNvPr>
          <p:cNvSpPr txBox="1"/>
          <p:nvPr/>
        </p:nvSpPr>
        <p:spPr>
          <a:xfrm rot="18501278">
            <a:off x="3783566" y="4436898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5.4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7A5FF2-21CB-4FC9-95A0-54501CADC152}"/>
              </a:ext>
            </a:extLst>
          </p:cNvPr>
          <p:cNvSpPr txBox="1"/>
          <p:nvPr/>
        </p:nvSpPr>
        <p:spPr>
          <a:xfrm rot="1012752">
            <a:off x="1971846" y="6270050"/>
            <a:ext cx="146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Snap ITC" panose="04040A07060A02020202" pitchFamily="82" charset="0"/>
              </a:rPr>
              <a:t>5.204</a:t>
            </a:r>
            <a:endParaRPr lang="en-GB" sz="600" dirty="0">
              <a:latin typeface="Snap ITC" panose="04040A07060A02020202" pitchFamily="82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EA2FBB2-545C-41A8-A5B2-42F7E21435FE}"/>
              </a:ext>
            </a:extLst>
          </p:cNvPr>
          <p:cNvSpPr/>
          <p:nvPr/>
        </p:nvSpPr>
        <p:spPr>
          <a:xfrm>
            <a:off x="8063657" y="4959571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C06DF2F-7DFB-4E52-9E7E-25F10E1E28E4}"/>
              </a:ext>
            </a:extLst>
          </p:cNvPr>
          <p:cNvSpPr/>
          <p:nvPr/>
        </p:nvSpPr>
        <p:spPr>
          <a:xfrm>
            <a:off x="8063657" y="463620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6994F54-F0EE-4DBD-B4A6-288A653BCA17}"/>
              </a:ext>
            </a:extLst>
          </p:cNvPr>
          <p:cNvSpPr/>
          <p:nvPr/>
        </p:nvSpPr>
        <p:spPr>
          <a:xfrm>
            <a:off x="8063657" y="431283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04761D4-A1E1-4228-895A-BD61F8AA1362}"/>
              </a:ext>
            </a:extLst>
          </p:cNvPr>
          <p:cNvSpPr/>
          <p:nvPr/>
        </p:nvSpPr>
        <p:spPr>
          <a:xfrm>
            <a:off x="8063657" y="398947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582730E-2691-4243-A2F7-D4BB3347642C}"/>
              </a:ext>
            </a:extLst>
          </p:cNvPr>
          <p:cNvSpPr/>
          <p:nvPr/>
        </p:nvSpPr>
        <p:spPr>
          <a:xfrm>
            <a:off x="8063657" y="366610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3123740-73D6-46B8-915F-15A680EA6210}"/>
              </a:ext>
            </a:extLst>
          </p:cNvPr>
          <p:cNvSpPr/>
          <p:nvPr/>
        </p:nvSpPr>
        <p:spPr>
          <a:xfrm>
            <a:off x="8063657" y="528293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F32E65B-EF68-4CCA-993C-E1642A3EB55B}"/>
              </a:ext>
            </a:extLst>
          </p:cNvPr>
          <p:cNvSpPr/>
          <p:nvPr/>
        </p:nvSpPr>
        <p:spPr>
          <a:xfrm>
            <a:off x="8063657" y="560630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9F11EFA8-3B71-4A57-ADB3-1E52D9FE5EF6}"/>
              </a:ext>
            </a:extLst>
          </p:cNvPr>
          <p:cNvSpPr/>
          <p:nvPr/>
        </p:nvSpPr>
        <p:spPr>
          <a:xfrm>
            <a:off x="8063657" y="592967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51AD699-F72B-4AE1-BAC1-22173B21B6C7}"/>
              </a:ext>
            </a:extLst>
          </p:cNvPr>
          <p:cNvSpPr/>
          <p:nvPr/>
        </p:nvSpPr>
        <p:spPr>
          <a:xfrm>
            <a:off x="8063657" y="625303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6186A5D-EF55-460F-9F4B-D4147A16C432}"/>
              </a:ext>
            </a:extLst>
          </p:cNvPr>
          <p:cNvSpPr/>
          <p:nvPr/>
        </p:nvSpPr>
        <p:spPr>
          <a:xfrm>
            <a:off x="8063657" y="657640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80" name="Table 5">
            <a:extLst>
              <a:ext uri="{FF2B5EF4-FFF2-40B4-BE49-F238E27FC236}">
                <a16:creationId xmlns:a16="http://schemas.microsoft.com/office/drawing/2014/main" id="{3EB7B3D2-D803-4D6B-989B-8667DCFEE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414014"/>
              </p:ext>
            </p:extLst>
          </p:nvPr>
        </p:nvGraphicFramePr>
        <p:xfrm>
          <a:off x="5138911" y="3548905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81" name="Oval 80">
            <a:extLst>
              <a:ext uri="{FF2B5EF4-FFF2-40B4-BE49-F238E27FC236}">
                <a16:creationId xmlns:a16="http://schemas.microsoft.com/office/drawing/2014/main" id="{EF6CA555-E5E4-4BBE-B2AB-6C94A9F3C494}"/>
              </a:ext>
            </a:extLst>
          </p:cNvPr>
          <p:cNvSpPr/>
          <p:nvPr/>
        </p:nvSpPr>
        <p:spPr>
          <a:xfrm>
            <a:off x="5657007" y="4959571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CE58CC7-7065-4F51-8101-B3010D674334}"/>
              </a:ext>
            </a:extLst>
          </p:cNvPr>
          <p:cNvSpPr/>
          <p:nvPr/>
        </p:nvSpPr>
        <p:spPr>
          <a:xfrm>
            <a:off x="5657007" y="463620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DA9FBE7-461E-4159-93E6-81766D028990}"/>
              </a:ext>
            </a:extLst>
          </p:cNvPr>
          <p:cNvSpPr/>
          <p:nvPr/>
        </p:nvSpPr>
        <p:spPr>
          <a:xfrm>
            <a:off x="5657007" y="431283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5D6156F-2082-49E8-B926-578DC1BEFC5B}"/>
              </a:ext>
            </a:extLst>
          </p:cNvPr>
          <p:cNvSpPr/>
          <p:nvPr/>
        </p:nvSpPr>
        <p:spPr>
          <a:xfrm>
            <a:off x="5657007" y="398947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150D35B-CDF3-40BE-807A-923D8DF168F2}"/>
              </a:ext>
            </a:extLst>
          </p:cNvPr>
          <p:cNvSpPr/>
          <p:nvPr/>
        </p:nvSpPr>
        <p:spPr>
          <a:xfrm>
            <a:off x="5657007" y="366610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5E39F1E-0D9D-400A-B41B-660B805019BE}"/>
              </a:ext>
            </a:extLst>
          </p:cNvPr>
          <p:cNvSpPr/>
          <p:nvPr/>
        </p:nvSpPr>
        <p:spPr>
          <a:xfrm>
            <a:off x="5657007" y="528293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D9D0FFD-ABF3-4511-96F2-4DCEC94F548F}"/>
              </a:ext>
            </a:extLst>
          </p:cNvPr>
          <p:cNvSpPr/>
          <p:nvPr/>
        </p:nvSpPr>
        <p:spPr>
          <a:xfrm>
            <a:off x="5657007" y="560630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CAF1EF6-7910-4271-92D5-5FA0817E77A0}"/>
              </a:ext>
            </a:extLst>
          </p:cNvPr>
          <p:cNvSpPr/>
          <p:nvPr/>
        </p:nvSpPr>
        <p:spPr>
          <a:xfrm>
            <a:off x="5657007" y="592967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CF212C1-952F-450B-8A7C-BA6826C3EA17}"/>
              </a:ext>
            </a:extLst>
          </p:cNvPr>
          <p:cNvSpPr/>
          <p:nvPr/>
        </p:nvSpPr>
        <p:spPr>
          <a:xfrm>
            <a:off x="5657007" y="625303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DF92929-DD88-4ECA-8B36-8ABC38BF3C88}"/>
              </a:ext>
            </a:extLst>
          </p:cNvPr>
          <p:cNvSpPr/>
          <p:nvPr/>
        </p:nvSpPr>
        <p:spPr>
          <a:xfrm>
            <a:off x="5657007" y="657640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396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76958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163288">
            <a:off x="282114" y="2716358"/>
            <a:ext cx="131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Rounded MT Bold" panose="020F0704030504030204" pitchFamily="34" charset="0"/>
              </a:rPr>
              <a:t>6.426</a:t>
            </a:r>
            <a:endParaRPr lang="en-GB" sz="9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20245039">
            <a:off x="3665574" y="1636396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6.601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20982101">
            <a:off x="2442542" y="1585305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62.07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16929">
            <a:off x="1846798" y="2628730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6.64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471646">
            <a:off x="3366306" y="1063353"/>
            <a:ext cx="110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oper Black" panose="0208090404030B020404" pitchFamily="18" charset="0"/>
              </a:rPr>
              <a:t>6.407</a:t>
            </a:r>
            <a:endParaRPr lang="en-GB" sz="8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20778687">
            <a:off x="129877" y="1582939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6.71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9981808">
            <a:off x="1457324" y="1137982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6.761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229757">
            <a:off x="1191649" y="1996094"/>
            <a:ext cx="97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Old English Text MT" panose="03040902040508030806" pitchFamily="66" charset="0"/>
              </a:rPr>
              <a:t>6.42</a:t>
            </a:r>
            <a:endParaRPr lang="en-GB" sz="8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583287">
            <a:off x="3228977" y="2568140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6.41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752558">
            <a:off x="38274" y="831275"/>
            <a:ext cx="146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Snap ITC" panose="04040A07060A02020202" pitchFamily="82" charset="0"/>
              </a:rPr>
              <a:t>6.6</a:t>
            </a:r>
            <a:endParaRPr lang="en-GB" sz="1000" dirty="0">
              <a:latin typeface="Snap ITC" panose="04040A07060A02020202" pitchFamily="82" charset="0"/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0C72881F-A50B-4579-A221-8AB203FCA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180606"/>
              </p:ext>
            </p:extLst>
          </p:nvPr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013BC19-2B21-41BA-819E-EEC6BD791376}"/>
              </a:ext>
            </a:extLst>
          </p:cNvPr>
          <p:cNvSpPr/>
          <p:nvPr/>
        </p:nvSpPr>
        <p:spPr>
          <a:xfrm>
            <a:off x="7620" y="349377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88800-9466-40D5-8753-6365DC5D7DE4}"/>
              </a:ext>
            </a:extLst>
          </p:cNvPr>
          <p:cNvSpPr txBox="1"/>
          <p:nvPr/>
        </p:nvSpPr>
        <p:spPr>
          <a:xfrm>
            <a:off x="860155" y="358984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4455DE-9C3C-4077-862A-2BB799ACD9FC}"/>
              </a:ext>
            </a:extLst>
          </p:cNvPr>
          <p:cNvGrpSpPr/>
          <p:nvPr/>
        </p:nvGrpSpPr>
        <p:grpSpPr>
          <a:xfrm>
            <a:off x="-5842" y="3483632"/>
            <a:ext cx="940457" cy="738664"/>
            <a:chOff x="-122220" y="57962"/>
            <a:chExt cx="940457" cy="73866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0BE34E8-2ED2-47D3-86F7-3CF9286D89E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7A7B6DC-ABBF-47C0-977A-90DA8B151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31" name="Table 5">
            <a:extLst>
              <a:ext uri="{FF2B5EF4-FFF2-40B4-BE49-F238E27FC236}">
                <a16:creationId xmlns:a16="http://schemas.microsoft.com/office/drawing/2014/main" id="{8406B371-3D3E-444C-884D-126CA7DEF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58440"/>
              </p:ext>
            </p:extLst>
          </p:nvPr>
        </p:nvGraphicFramePr>
        <p:xfrm>
          <a:off x="7545561" y="355843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3446BEE-2490-4F0A-80F5-96EDB7232C5D}"/>
              </a:ext>
            </a:extLst>
          </p:cNvPr>
          <p:cNvSpPr txBox="1"/>
          <p:nvPr/>
        </p:nvSpPr>
        <p:spPr>
          <a:xfrm rot="1163288">
            <a:off x="282114" y="6202508"/>
            <a:ext cx="131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Rounded MT Bold" panose="020F0704030504030204" pitchFamily="34" charset="0"/>
              </a:rPr>
              <a:t>6.426</a:t>
            </a:r>
            <a:endParaRPr lang="en-GB" sz="900" dirty="0"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C658D3-C722-47FB-9EC7-107F15949F02}"/>
              </a:ext>
            </a:extLst>
          </p:cNvPr>
          <p:cNvSpPr txBox="1"/>
          <p:nvPr/>
        </p:nvSpPr>
        <p:spPr>
          <a:xfrm rot="20245039">
            <a:off x="3665574" y="5122546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6.601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88C060-EE4E-446A-9317-4515BDA1D21D}"/>
              </a:ext>
            </a:extLst>
          </p:cNvPr>
          <p:cNvSpPr txBox="1"/>
          <p:nvPr/>
        </p:nvSpPr>
        <p:spPr>
          <a:xfrm rot="20982101">
            <a:off x="2442542" y="5071455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62.07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96CFC3-E32F-479D-8099-C9266BD579BC}"/>
              </a:ext>
            </a:extLst>
          </p:cNvPr>
          <p:cNvSpPr txBox="1"/>
          <p:nvPr/>
        </p:nvSpPr>
        <p:spPr>
          <a:xfrm rot="20416929">
            <a:off x="1846798" y="6114880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6.64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8A7648-E749-4672-A07B-DD289EBCB917}"/>
              </a:ext>
            </a:extLst>
          </p:cNvPr>
          <p:cNvSpPr txBox="1"/>
          <p:nvPr/>
        </p:nvSpPr>
        <p:spPr>
          <a:xfrm rot="1471646">
            <a:off x="3439394" y="4270145"/>
            <a:ext cx="110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oper Black" panose="0208090404030B020404" pitchFamily="18" charset="0"/>
              </a:rPr>
              <a:t>6.407</a:t>
            </a:r>
            <a:endParaRPr lang="en-GB" sz="800" dirty="0">
              <a:latin typeface="Cooper Black" panose="0208090404030B0204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81F1EB-C1F0-4E06-BB9E-E27A624AA02C}"/>
              </a:ext>
            </a:extLst>
          </p:cNvPr>
          <p:cNvSpPr txBox="1"/>
          <p:nvPr/>
        </p:nvSpPr>
        <p:spPr>
          <a:xfrm rot="20778687">
            <a:off x="129877" y="5069089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6.71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A926CD-27D1-44FC-B1E3-531E57E5A01A}"/>
              </a:ext>
            </a:extLst>
          </p:cNvPr>
          <p:cNvSpPr txBox="1"/>
          <p:nvPr/>
        </p:nvSpPr>
        <p:spPr>
          <a:xfrm rot="19981808">
            <a:off x="1625139" y="4301662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6.761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C4473D-C683-4A71-86BD-143DF9161738}"/>
              </a:ext>
            </a:extLst>
          </p:cNvPr>
          <p:cNvSpPr txBox="1"/>
          <p:nvPr/>
        </p:nvSpPr>
        <p:spPr>
          <a:xfrm rot="1229757">
            <a:off x="1191649" y="5482244"/>
            <a:ext cx="97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Old English Text MT" panose="03040902040508030806" pitchFamily="66" charset="0"/>
              </a:rPr>
              <a:t>6.42</a:t>
            </a:r>
            <a:endParaRPr lang="en-GB" sz="800" dirty="0">
              <a:latin typeface="Old English Text MT" panose="03040902040508030806" pitchFamily="66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105CF4-796D-424D-AF0F-22361A587871}"/>
              </a:ext>
            </a:extLst>
          </p:cNvPr>
          <p:cNvSpPr txBox="1"/>
          <p:nvPr/>
        </p:nvSpPr>
        <p:spPr>
          <a:xfrm rot="1583287">
            <a:off x="3228977" y="6054290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6.41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77865F-DAA2-4874-94E1-B9E3C3857A18}"/>
              </a:ext>
            </a:extLst>
          </p:cNvPr>
          <p:cNvSpPr txBox="1"/>
          <p:nvPr/>
        </p:nvSpPr>
        <p:spPr>
          <a:xfrm rot="752558">
            <a:off x="38274" y="4317425"/>
            <a:ext cx="146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Snap ITC" panose="04040A07060A02020202" pitchFamily="82" charset="0"/>
              </a:rPr>
              <a:t>6.6</a:t>
            </a:r>
            <a:endParaRPr lang="en-GB" sz="1000" dirty="0">
              <a:latin typeface="Snap ITC" panose="04040A07060A02020202" pitchFamily="82" charset="0"/>
            </a:endParaRPr>
          </a:p>
        </p:txBody>
      </p:sp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58147ACF-22B6-4881-BC94-273C1D212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824388"/>
              </p:ext>
            </p:extLst>
          </p:nvPr>
        </p:nvGraphicFramePr>
        <p:xfrm>
          <a:off x="5151611" y="355843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310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752920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0462596">
            <a:off x="1488841" y="1071874"/>
            <a:ext cx="1313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rial Rounded MT Bold" panose="020F0704030504030204" pitchFamily="34" charset="0"/>
              </a:rPr>
              <a:t>4.3</a:t>
            </a:r>
            <a:endParaRPr lang="en-GB" sz="10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729283">
            <a:off x="377198" y="1593048"/>
            <a:ext cx="138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Bahnschrift" panose="020B0502040204020203" pitchFamily="34" charset="0"/>
              </a:rPr>
              <a:t>4.503</a:t>
            </a:r>
            <a:endParaRPr lang="en-GB" sz="105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4732276">
            <a:off x="3826163" y="1086704"/>
            <a:ext cx="1205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Castellar" panose="020A0402060406010301" pitchFamily="18" charset="0"/>
              </a:rPr>
              <a:t>4.32</a:t>
            </a:r>
            <a:endParaRPr lang="en-GB" sz="11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1335005">
            <a:off x="1656300" y="2620810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4.35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27497">
            <a:off x="2060176" y="1759202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4.353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51672">
            <a:off x="3756998" y="1834694"/>
            <a:ext cx="1205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4.035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4647135">
            <a:off x="3034839" y="2469347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4.305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064080">
            <a:off x="2762826" y="1156519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4.05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9833021">
            <a:off x="280038" y="647600"/>
            <a:ext cx="138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Mistral" panose="03090702030407020403" pitchFamily="66" charset="0"/>
              </a:rPr>
              <a:t>4.53</a:t>
            </a:r>
            <a:endParaRPr lang="en-GB" sz="12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9677383">
            <a:off x="91616" y="2537855"/>
            <a:ext cx="1463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Snap ITC" panose="04040A07060A02020202" pitchFamily="82" charset="0"/>
              </a:rPr>
              <a:t>4.03</a:t>
            </a:r>
            <a:endParaRPr lang="en-GB" sz="1050" dirty="0">
              <a:latin typeface="Snap ITC" panose="04040A07060A02020202" pitchFamily="82" charset="0"/>
            </a:endParaRPr>
          </a:p>
        </p:txBody>
      </p:sp>
      <p:graphicFrame>
        <p:nvGraphicFramePr>
          <p:cNvPr id="58" name="Table 5">
            <a:extLst>
              <a:ext uri="{FF2B5EF4-FFF2-40B4-BE49-F238E27FC236}">
                <a16:creationId xmlns:a16="http://schemas.microsoft.com/office/drawing/2014/main" id="{1D5D313F-8AF1-4799-9008-E41628880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103470"/>
              </p:ext>
            </p:extLst>
          </p:nvPr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9D7315-2FEB-4222-BF12-8E46BFE9A2CF}"/>
              </a:ext>
            </a:extLst>
          </p:cNvPr>
          <p:cNvSpPr/>
          <p:nvPr/>
        </p:nvSpPr>
        <p:spPr>
          <a:xfrm>
            <a:off x="7620" y="349377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3E9FE-23F1-445E-B66A-DED800B4599B}"/>
              </a:ext>
            </a:extLst>
          </p:cNvPr>
          <p:cNvSpPr txBox="1"/>
          <p:nvPr/>
        </p:nvSpPr>
        <p:spPr>
          <a:xfrm>
            <a:off x="860155" y="358984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DAF993-38F4-4438-9475-CF6E3C8F7447}"/>
              </a:ext>
            </a:extLst>
          </p:cNvPr>
          <p:cNvGrpSpPr/>
          <p:nvPr/>
        </p:nvGrpSpPr>
        <p:grpSpPr>
          <a:xfrm>
            <a:off x="-5842" y="3483632"/>
            <a:ext cx="940457" cy="738664"/>
            <a:chOff x="-122220" y="57962"/>
            <a:chExt cx="940457" cy="73866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B64DC8-C60C-4359-A36E-549A8637B0A5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AA6EEDD-E194-434C-9996-0204F89D9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31" name="Table 5">
            <a:extLst>
              <a:ext uri="{FF2B5EF4-FFF2-40B4-BE49-F238E27FC236}">
                <a16:creationId xmlns:a16="http://schemas.microsoft.com/office/drawing/2014/main" id="{28D254C9-73B5-4D24-BD08-DFEC49F8F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849000"/>
              </p:ext>
            </p:extLst>
          </p:nvPr>
        </p:nvGraphicFramePr>
        <p:xfrm>
          <a:off x="7545561" y="355843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18FB18F-45BF-4E21-ABA4-DBBCDC030EF7}"/>
              </a:ext>
            </a:extLst>
          </p:cNvPr>
          <p:cNvSpPr txBox="1"/>
          <p:nvPr/>
        </p:nvSpPr>
        <p:spPr>
          <a:xfrm rot="20462596">
            <a:off x="1463541" y="4514751"/>
            <a:ext cx="1313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rial Rounded MT Bold" panose="020F0704030504030204" pitchFamily="34" charset="0"/>
              </a:rPr>
              <a:t>4.3</a:t>
            </a:r>
            <a:endParaRPr lang="en-GB" sz="1000" dirty="0"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676453-CBC4-4D96-A629-B42B56D2E26B}"/>
              </a:ext>
            </a:extLst>
          </p:cNvPr>
          <p:cNvSpPr txBox="1"/>
          <p:nvPr/>
        </p:nvSpPr>
        <p:spPr>
          <a:xfrm rot="729283">
            <a:off x="377198" y="5079198"/>
            <a:ext cx="138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Bahnschrift" panose="020B0502040204020203" pitchFamily="34" charset="0"/>
              </a:rPr>
              <a:t>4.503</a:t>
            </a:r>
            <a:endParaRPr lang="en-GB" sz="1050" dirty="0">
              <a:latin typeface="Bahnschrift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E7EA58-C71E-46A2-90DF-397BFFFD5C18}"/>
              </a:ext>
            </a:extLst>
          </p:cNvPr>
          <p:cNvSpPr txBox="1"/>
          <p:nvPr/>
        </p:nvSpPr>
        <p:spPr>
          <a:xfrm rot="4732276">
            <a:off x="3715741" y="4489479"/>
            <a:ext cx="1205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Castellar" panose="020A0402060406010301" pitchFamily="18" charset="0"/>
              </a:rPr>
              <a:t>4.32</a:t>
            </a:r>
            <a:endParaRPr lang="en-GB" sz="1100" dirty="0">
              <a:latin typeface="Castellar" panose="020A0402060406010301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687362-32C3-4C76-9243-BA856F0B1FE1}"/>
              </a:ext>
            </a:extLst>
          </p:cNvPr>
          <p:cNvSpPr txBox="1"/>
          <p:nvPr/>
        </p:nvSpPr>
        <p:spPr>
          <a:xfrm rot="21335005">
            <a:off x="1656300" y="6106960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4.35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99497B-B5E4-446C-ABB6-A469B0635956}"/>
              </a:ext>
            </a:extLst>
          </p:cNvPr>
          <p:cNvSpPr txBox="1"/>
          <p:nvPr/>
        </p:nvSpPr>
        <p:spPr>
          <a:xfrm rot="1927497">
            <a:off x="2060176" y="5245352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4.353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2899D8-7ECB-4204-A65F-1251D1E3A5DF}"/>
              </a:ext>
            </a:extLst>
          </p:cNvPr>
          <p:cNvSpPr txBox="1"/>
          <p:nvPr/>
        </p:nvSpPr>
        <p:spPr>
          <a:xfrm rot="1351672">
            <a:off x="3756998" y="5320844"/>
            <a:ext cx="1205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4.035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9DF5F0-0AAC-44F2-8985-B7233770A827}"/>
              </a:ext>
            </a:extLst>
          </p:cNvPr>
          <p:cNvSpPr txBox="1"/>
          <p:nvPr/>
        </p:nvSpPr>
        <p:spPr>
          <a:xfrm rot="14647135">
            <a:off x="3034839" y="5955497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4.305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4793DD-6E1E-4DB3-AA3A-C98ED7876388}"/>
              </a:ext>
            </a:extLst>
          </p:cNvPr>
          <p:cNvSpPr txBox="1"/>
          <p:nvPr/>
        </p:nvSpPr>
        <p:spPr>
          <a:xfrm rot="1064080">
            <a:off x="2679476" y="4642219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4.05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FFD2FB-2C8B-4634-8905-6BEFC5283849}"/>
              </a:ext>
            </a:extLst>
          </p:cNvPr>
          <p:cNvSpPr txBox="1"/>
          <p:nvPr/>
        </p:nvSpPr>
        <p:spPr>
          <a:xfrm rot="19833021">
            <a:off x="280038" y="4133750"/>
            <a:ext cx="138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Mistral" panose="03090702030407020403" pitchFamily="66" charset="0"/>
              </a:rPr>
              <a:t>4.53</a:t>
            </a:r>
            <a:endParaRPr lang="en-GB" sz="1200" dirty="0">
              <a:latin typeface="Mistral" panose="03090702030407020403" pitchFamily="66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BEE80D-CFAB-40D4-969E-A251460F86C0}"/>
              </a:ext>
            </a:extLst>
          </p:cNvPr>
          <p:cNvSpPr txBox="1"/>
          <p:nvPr/>
        </p:nvSpPr>
        <p:spPr>
          <a:xfrm rot="19677383">
            <a:off x="91616" y="6024005"/>
            <a:ext cx="1463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Snap ITC" panose="04040A07060A02020202" pitchFamily="82" charset="0"/>
              </a:rPr>
              <a:t>4.03</a:t>
            </a:r>
            <a:endParaRPr lang="en-GB" sz="1050" dirty="0">
              <a:latin typeface="Snap ITC" panose="04040A07060A02020202" pitchFamily="82" charset="0"/>
            </a:endParaRPr>
          </a:p>
        </p:txBody>
      </p:sp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B2739ED6-DF69-45CD-A921-C50909EE4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64239"/>
              </p:ext>
            </p:extLst>
          </p:nvPr>
        </p:nvGraphicFramePr>
        <p:xfrm>
          <a:off x="5151611" y="355843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452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F30436-5DD3-6C38-1377-153023578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53458" y="2215482"/>
            <a:ext cx="6724422" cy="23331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EF7DFC-FCC2-09B7-4581-99CF6EE1A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1241" y="2215482"/>
            <a:ext cx="6724422" cy="2333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ABDB78-68F8-A809-7D76-2DC405E43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35939" y="2215481"/>
            <a:ext cx="6724423" cy="2333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B6B2F4-9AF9-3620-557B-05C6C5A38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35038" y="2215481"/>
            <a:ext cx="6724424" cy="233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09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C79AF8-0699-3305-F499-55B9AADD5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235648" y="2267965"/>
            <a:ext cx="6838951" cy="23411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7AAEF4-D68B-9A04-5D49-E41E0CCA2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1558" y="2258440"/>
            <a:ext cx="6838951" cy="2341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5C74C5-83DC-090F-D967-8A8DB9E8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98762" y="2258441"/>
            <a:ext cx="6838951" cy="2341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E45444-E453-EF40-761C-C3A4150B5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15968" y="2258440"/>
            <a:ext cx="6838951" cy="234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3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71CB75-679C-687A-780D-488DB2B4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049419" y="2234474"/>
            <a:ext cx="6688302" cy="2364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C96540-7CA6-6669-018E-3075C532E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344" y="2234474"/>
            <a:ext cx="6688302" cy="2364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F48D3A-2705-BB8F-83BE-9DBDFB7CB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86488" y="2246607"/>
            <a:ext cx="6688302" cy="23647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BAB8F2-C0FF-3FBC-6B78-2FEBBBBC4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12170" y="2246608"/>
            <a:ext cx="6688302" cy="236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08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158E57-9B4C-84D4-F021-37B78C311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18693" y="2213537"/>
            <a:ext cx="6747719" cy="2380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48AF5C-31CB-6312-89D0-8078E3ABF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9769" y="2233394"/>
            <a:ext cx="6747719" cy="2380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31AAE1-9220-5BAD-C332-8429A989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69711" y="2233393"/>
            <a:ext cx="6747719" cy="2380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B059A6-9988-F547-647F-4C3459C0B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276975" y="2233393"/>
            <a:ext cx="6747719" cy="238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81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C80E1D-3731-4884-87B2-B80ED2EB6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62247" y="2200347"/>
            <a:ext cx="6810519" cy="24479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BC227B-7C1F-4C28-AD55-20CCD32BE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2829" y="2200348"/>
            <a:ext cx="6810519" cy="24479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97E13F-4CE4-4E88-9B93-4FD868C6F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47905" y="2200349"/>
            <a:ext cx="6810519" cy="24479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7ED1768-DDCB-485A-971A-63B00732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52980" y="2200349"/>
            <a:ext cx="6810519" cy="244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36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3165B9-A048-BB93-540B-8B41EAB4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05780" y="2254142"/>
            <a:ext cx="6766737" cy="2364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CF3C9A-94CD-723A-72E9-06F47F25A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67572" y="2254140"/>
            <a:ext cx="6766739" cy="23647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B2C3EC-46DB-5536-EA06-87407365B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869711" y="2233393"/>
            <a:ext cx="6747719" cy="2380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1A55EF-471A-B35C-E297-827143B04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352980" y="2200349"/>
            <a:ext cx="6810519" cy="244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45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42191-4F82-1C32-F466-100EF7D03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793181" y="1864057"/>
            <a:ext cx="5631884" cy="19913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F9879E-1FAA-894C-A187-F885D5452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7760" y="1864056"/>
            <a:ext cx="5631882" cy="1991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2F064A-37A6-0068-BB5C-78C36FA71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186094" y="1864056"/>
            <a:ext cx="5631883" cy="19913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5409F6-05F2-2032-D407-EEB3D7B8C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174056" y="1864054"/>
            <a:ext cx="5631884" cy="19913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07F976-2394-2359-BF9F-43CE225EE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080779" y="1860944"/>
            <a:ext cx="5631884" cy="199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86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10772</TotalTime>
  <Words>824</Words>
  <Application>Microsoft Office PowerPoint</Application>
  <PresentationFormat>A4 Paper (210x297 mm)</PresentationFormat>
  <Paragraphs>518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Castellar</vt:lpstr>
      <vt:lpstr>Arial</vt:lpstr>
      <vt:lpstr>Forte</vt:lpstr>
      <vt:lpstr>Cooper Black</vt:lpstr>
      <vt:lpstr>Brush Script MT</vt:lpstr>
      <vt:lpstr>Bahnschrift</vt:lpstr>
      <vt:lpstr>Arial Rounded MT Bold</vt:lpstr>
      <vt:lpstr>Calibri Light</vt:lpstr>
      <vt:lpstr>Snap ITC</vt:lpstr>
      <vt:lpstr>Mistral</vt:lpstr>
      <vt:lpstr>Old English Text MT</vt:lpstr>
      <vt:lpstr>Goudy Stout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537</cp:revision>
  <cp:lastPrinted>2024-09-20T16:33:15Z</cp:lastPrinted>
  <dcterms:created xsi:type="dcterms:W3CDTF">2017-01-17T16:57:04Z</dcterms:created>
  <dcterms:modified xsi:type="dcterms:W3CDTF">2024-09-20T17:14:29Z</dcterms:modified>
</cp:coreProperties>
</file>