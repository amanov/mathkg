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73" r:id="rId2"/>
    <p:sldId id="960" r:id="rId3"/>
    <p:sldId id="961" r:id="rId4"/>
    <p:sldId id="958" r:id="rId5"/>
    <p:sldId id="959" r:id="rId6"/>
    <p:sldId id="976" r:id="rId7"/>
    <p:sldId id="963" r:id="rId8"/>
    <p:sldId id="964" r:id="rId9"/>
    <p:sldId id="975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Cooper Black" panose="0208090404030B0204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C604FE8-3DB7-4056-A23F-9024D0B4EDD3}">
          <p14:sldIdLst>
            <p14:sldId id="973"/>
          </p14:sldIdLst>
        </p14:section>
        <p14:section name="Көрсөтүү үчүн" id="{059544AC-2C27-45B1-9F95-F87DF8854DD6}">
          <p14:sldIdLst>
            <p14:sldId id="960"/>
            <p14:sldId id="961"/>
          </p14:sldIdLst>
        </p14:section>
        <p14:section name="Жооптор" id="{1FEDB314-42DC-4694-9B04-D4A4AAE625F7}">
          <p14:sldIdLst>
            <p14:sldId id="958"/>
            <p14:sldId id="959"/>
          </p14:sldIdLst>
        </p14:section>
        <p14:section name="таркатма материалдар" id="{A78D9305-6AAE-4715-A210-52F6908F30F7}">
          <p14:sldIdLst>
            <p14:sldId id="976"/>
            <p14:sldId id="963"/>
            <p14:sldId id="964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28.png"/><Relationship Id="rId2" Type="http://schemas.openxmlformats.org/officeDocument/2006/relationships/image" Target="../media/image36.png"/><Relationship Id="rId16" Type="http://schemas.openxmlformats.org/officeDocument/2006/relationships/image" Target="../media/image4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4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2" Type="http://schemas.openxmlformats.org/officeDocument/2006/relationships/image" Target="../media/image36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</a:t>
            </a:r>
          </a:p>
          <a:p>
            <a:pPr marL="0" marR="0" lvl="0" indent="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жана бөлүү – </a:t>
            </a:r>
            <a:r>
              <a:rPr lang="ky-KG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КӨНДҮМ ИШ КАГАЗДАРЫ </a:t>
            </a:r>
            <a:r>
              <a:rPr lang="en-US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4</a:t>
            </a:r>
            <a:endParaRPr lang="ky-KG" b="1" i="0" cap="all" dirty="0">
              <a:solidFill>
                <a:srgbClr val="212529"/>
              </a:solidFill>
              <a:effectLst/>
              <a:highlight>
                <a:srgbClr val="FFE4C4"/>
              </a:highlight>
              <a:latin typeface="system-ui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6B5A9E-AE0B-DB21-C72E-C79E180E8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39" y="642098"/>
            <a:ext cx="8822111" cy="557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79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2244-CD24-824B-7BA5-4FEE04EE6C77}"/>
              </a:ext>
            </a:extLst>
          </p:cNvPr>
          <p:cNvSpPr txBox="1"/>
          <p:nvPr/>
        </p:nvSpPr>
        <p:spPr>
          <a:xfrm>
            <a:off x="1653447" y="82533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Бөлчөктөр бөлүнүүчү катары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3E1-50F8-AE70-8679-DDE5CDFD9D89}"/>
              </a:ext>
            </a:extLst>
          </p:cNvPr>
          <p:cNvSpPr txBox="1"/>
          <p:nvPr/>
        </p:nvSpPr>
        <p:spPr>
          <a:xfrm>
            <a:off x="4338537" y="5589"/>
            <a:ext cx="4234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бөлчөктү жөнөкөйлөтүлгөн бөлчөк </a:t>
            </a:r>
          </a:p>
          <a:p>
            <a:pPr algn="ctr"/>
            <a:r>
              <a:rPr lang="ky-KG" sz="1200" dirty="0"/>
              <a:t>(туура же туура эмес) жана ондук сан катары жазып чыккыла.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/>
              <p:nvPr/>
            </p:nvSpPr>
            <p:spPr>
              <a:xfrm>
                <a:off x="2410140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0" y="607457"/>
                <a:ext cx="548034" cy="4392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702EA49-A36A-0EC8-5D91-4121ACE7C85C}"/>
              </a:ext>
            </a:extLst>
          </p:cNvPr>
          <p:cNvSpPr txBox="1"/>
          <p:nvPr/>
        </p:nvSpPr>
        <p:spPr>
          <a:xfrm>
            <a:off x="2123029" y="68856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/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2F6414B-7DD3-49DE-C5C5-42732BD49DAE}"/>
              </a:ext>
            </a:extLst>
          </p:cNvPr>
          <p:cNvSpPr txBox="1"/>
          <p:nvPr/>
        </p:nvSpPr>
        <p:spPr>
          <a:xfrm>
            <a:off x="272837" y="68856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37F0B-B548-CBBE-DB4C-A7EE2B4FD3BC}"/>
              </a:ext>
            </a:extLst>
          </p:cNvPr>
          <p:cNvSpPr txBox="1"/>
          <p:nvPr/>
        </p:nvSpPr>
        <p:spPr>
          <a:xfrm>
            <a:off x="1009568" y="16888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6 ÷ 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0EE6CC-A6BE-6105-9DA2-FA1F7C478F8F}"/>
              </a:ext>
            </a:extLst>
          </p:cNvPr>
          <p:cNvSpPr/>
          <p:nvPr/>
        </p:nvSpPr>
        <p:spPr>
          <a:xfrm flipH="1" flipV="1">
            <a:off x="719931" y="314402"/>
            <a:ext cx="292100" cy="275145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2446" h="743919">
                <a:moveTo>
                  <a:pt x="0" y="743029"/>
                </a:moveTo>
                <a:cubicBezTo>
                  <a:pt x="289647" y="761894"/>
                  <a:pt x="366044" y="479531"/>
                  <a:pt x="442446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CB151-A163-FC16-0590-AED90020CDB5}"/>
              </a:ext>
            </a:extLst>
          </p:cNvPr>
          <p:cNvSpPr/>
          <p:nvPr/>
        </p:nvSpPr>
        <p:spPr>
          <a:xfrm flipV="1">
            <a:off x="1509712" y="371553"/>
            <a:ext cx="73030" cy="316703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  <a:gd name="connsiteX0" fmla="*/ 0 w 118778"/>
              <a:gd name="connsiteY0" fmla="*/ 781368 h 782157"/>
              <a:gd name="connsiteX1" fmla="*/ 25043 w 118778"/>
              <a:gd name="connsiteY1" fmla="*/ 0 h 782157"/>
              <a:gd name="connsiteX0" fmla="*/ 0 w 217764"/>
              <a:gd name="connsiteY0" fmla="*/ 781368 h 782014"/>
              <a:gd name="connsiteX1" fmla="*/ 25043 w 217764"/>
              <a:gd name="connsiteY1" fmla="*/ 0 h 782014"/>
              <a:gd name="connsiteX0" fmla="*/ 0 w 222088"/>
              <a:gd name="connsiteY0" fmla="*/ 759460 h 760141"/>
              <a:gd name="connsiteX1" fmla="*/ 33390 w 222088"/>
              <a:gd name="connsiteY1" fmla="*/ 0 h 760141"/>
              <a:gd name="connsiteX0" fmla="*/ 0 w 225129"/>
              <a:gd name="connsiteY0" fmla="*/ 759460 h 759460"/>
              <a:gd name="connsiteX1" fmla="*/ 33390 w 225129"/>
              <a:gd name="connsiteY1" fmla="*/ 0 h 759460"/>
              <a:gd name="connsiteX0" fmla="*/ 0 w 220854"/>
              <a:gd name="connsiteY0" fmla="*/ 715645 h 715645"/>
              <a:gd name="connsiteX1" fmla="*/ 25043 w 220854"/>
              <a:gd name="connsiteY1" fmla="*/ 0 h 715645"/>
              <a:gd name="connsiteX0" fmla="*/ 0 w 222409"/>
              <a:gd name="connsiteY0" fmla="*/ 715645 h 715645"/>
              <a:gd name="connsiteX1" fmla="*/ 25043 w 222409"/>
              <a:gd name="connsiteY1" fmla="*/ 0 h 715645"/>
              <a:gd name="connsiteX0" fmla="*/ 0 w 315597"/>
              <a:gd name="connsiteY0" fmla="*/ 748505 h 748505"/>
              <a:gd name="connsiteX1" fmla="*/ 179481 w 315597"/>
              <a:gd name="connsiteY1" fmla="*/ 0 h 748505"/>
              <a:gd name="connsiteX0" fmla="*/ 0 w 277023"/>
              <a:gd name="connsiteY0" fmla="*/ 748505 h 748505"/>
              <a:gd name="connsiteX1" fmla="*/ 179481 w 277023"/>
              <a:gd name="connsiteY1" fmla="*/ 0 h 748505"/>
              <a:gd name="connsiteX0" fmla="*/ 21354 w 193460"/>
              <a:gd name="connsiteY0" fmla="*/ 718764 h 718764"/>
              <a:gd name="connsiteX1" fmla="*/ 0 w 193460"/>
              <a:gd name="connsiteY1" fmla="*/ 0 h 718764"/>
              <a:gd name="connsiteX0" fmla="*/ 189619 w 314032"/>
              <a:gd name="connsiteY0" fmla="*/ 584925 h 584925"/>
              <a:gd name="connsiteX1" fmla="*/ 0 w 314032"/>
              <a:gd name="connsiteY1" fmla="*/ 0 h 584925"/>
              <a:gd name="connsiteX0" fmla="*/ 189619 w 268789"/>
              <a:gd name="connsiteY0" fmla="*/ 584925 h 584925"/>
              <a:gd name="connsiteX1" fmla="*/ 0 w 268789"/>
              <a:gd name="connsiteY1" fmla="*/ 0 h 584925"/>
              <a:gd name="connsiteX0" fmla="*/ 189619 w 285969"/>
              <a:gd name="connsiteY0" fmla="*/ 584925 h 584925"/>
              <a:gd name="connsiteX1" fmla="*/ 0 w 285969"/>
              <a:gd name="connsiteY1" fmla="*/ 0 h 584925"/>
              <a:gd name="connsiteX0" fmla="*/ 58198 w 200715"/>
              <a:gd name="connsiteY0" fmla="*/ 580426 h 580426"/>
              <a:gd name="connsiteX1" fmla="*/ 0 w 200715"/>
              <a:gd name="connsiteY1" fmla="*/ 0 h 580426"/>
              <a:gd name="connsiteX0" fmla="*/ 58198 w 174471"/>
              <a:gd name="connsiteY0" fmla="*/ 580426 h 580426"/>
              <a:gd name="connsiteX1" fmla="*/ 0 w 174471"/>
              <a:gd name="connsiteY1" fmla="*/ 0 h 580426"/>
              <a:gd name="connsiteX0" fmla="*/ 28994 w 160935"/>
              <a:gd name="connsiteY0" fmla="*/ 598424 h 598424"/>
              <a:gd name="connsiteX1" fmla="*/ 0 w 160935"/>
              <a:gd name="connsiteY1" fmla="*/ 0 h 598424"/>
              <a:gd name="connsiteX0" fmla="*/ 28994 w 149282"/>
              <a:gd name="connsiteY0" fmla="*/ 598424 h 598424"/>
              <a:gd name="connsiteX1" fmla="*/ 0 w 149282"/>
              <a:gd name="connsiteY1" fmla="*/ 0 h 5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282" h="598424">
                <a:moveTo>
                  <a:pt x="28994" y="598424"/>
                </a:moveTo>
                <a:cubicBezTo>
                  <a:pt x="159884" y="473899"/>
                  <a:pt x="227506" y="307799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/>
              <p:nvPr/>
            </p:nvSpPr>
            <p:spPr>
              <a:xfrm>
                <a:off x="4762815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15" y="607457"/>
                <a:ext cx="548034" cy="4392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639C2E-C8BC-AC08-250C-4951CAED02D9}"/>
              </a:ext>
            </a:extLst>
          </p:cNvPr>
          <p:cNvSpPr txBox="1"/>
          <p:nvPr/>
        </p:nvSpPr>
        <p:spPr>
          <a:xfrm>
            <a:off x="4478910" y="688569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/>
              <p:nvPr/>
            </p:nvSpPr>
            <p:spPr>
              <a:xfrm>
                <a:off x="6709205" y="607457"/>
                <a:ext cx="548034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05" y="607457"/>
                <a:ext cx="548034" cy="4385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6B00E9F-1503-4F7D-B285-BD9B27D17C76}"/>
              </a:ext>
            </a:extLst>
          </p:cNvPr>
          <p:cNvSpPr txBox="1"/>
          <p:nvPr/>
        </p:nvSpPr>
        <p:spPr>
          <a:xfrm>
            <a:off x="6435720" y="688569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/>
              <p:nvPr/>
            </p:nvSpPr>
            <p:spPr>
              <a:xfrm>
                <a:off x="8471503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3" y="607457"/>
                <a:ext cx="548034" cy="4392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51CC06F-E3E7-F818-69AF-8DF30FAE2BF3}"/>
              </a:ext>
            </a:extLst>
          </p:cNvPr>
          <p:cNvSpPr txBox="1"/>
          <p:nvPr/>
        </p:nvSpPr>
        <p:spPr>
          <a:xfrm>
            <a:off x="8180384" y="68856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/>
              <p:nvPr/>
            </p:nvSpPr>
            <p:spPr>
              <a:xfrm>
                <a:off x="4369457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57" y="1541272"/>
                <a:ext cx="548035" cy="4392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41824812-937F-97E3-713E-FA233D7D6944}"/>
              </a:ext>
            </a:extLst>
          </p:cNvPr>
          <p:cNvSpPr txBox="1"/>
          <p:nvPr/>
        </p:nvSpPr>
        <p:spPr>
          <a:xfrm>
            <a:off x="4090361" y="162238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/>
              <p:nvPr/>
            </p:nvSpPr>
            <p:spPr>
              <a:xfrm>
                <a:off x="341973" y="1532468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3" y="1532468"/>
                <a:ext cx="548034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666F74FB-52D2-456F-3970-189EE47352F8}"/>
              </a:ext>
            </a:extLst>
          </p:cNvPr>
          <p:cNvSpPr txBox="1"/>
          <p:nvPr/>
        </p:nvSpPr>
        <p:spPr>
          <a:xfrm>
            <a:off x="57267" y="1613580"/>
            <a:ext cx="26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/>
              <p:nvPr/>
            </p:nvSpPr>
            <p:spPr>
              <a:xfrm>
                <a:off x="2355715" y="1532468"/>
                <a:ext cx="548034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5" y="1532468"/>
                <a:ext cx="548034" cy="443006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395934B7-2550-D63B-6765-FB954E8F3710}"/>
              </a:ext>
            </a:extLst>
          </p:cNvPr>
          <p:cNvSpPr txBox="1"/>
          <p:nvPr/>
        </p:nvSpPr>
        <p:spPr>
          <a:xfrm>
            <a:off x="2052574" y="1613580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/>
              <p:nvPr/>
            </p:nvSpPr>
            <p:spPr>
              <a:xfrm>
                <a:off x="6468158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58" y="1541272"/>
                <a:ext cx="548035" cy="439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D8837E5B-01B9-E5CD-4A05-CF2B38965B00}"/>
              </a:ext>
            </a:extLst>
          </p:cNvPr>
          <p:cNvSpPr txBox="1"/>
          <p:nvPr/>
        </p:nvSpPr>
        <p:spPr>
          <a:xfrm>
            <a:off x="6179444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/>
              <p:nvPr/>
            </p:nvSpPr>
            <p:spPr>
              <a:xfrm>
                <a:off x="8566861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861" y="1541272"/>
                <a:ext cx="548035" cy="4392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DC6A6A7-E0ED-ADE7-08D2-095775339AA5}"/>
              </a:ext>
            </a:extLst>
          </p:cNvPr>
          <p:cNvSpPr txBox="1"/>
          <p:nvPr/>
        </p:nvSpPr>
        <p:spPr>
          <a:xfrm>
            <a:off x="8284496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/>
              <p:nvPr/>
            </p:nvSpPr>
            <p:spPr>
              <a:xfrm>
                <a:off x="322087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7" y="2481523"/>
                <a:ext cx="632994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1059941-0BF2-5BDF-9D6D-ADB581B5E1C5}"/>
              </a:ext>
            </a:extLst>
          </p:cNvPr>
          <p:cNvSpPr txBox="1"/>
          <p:nvPr/>
        </p:nvSpPr>
        <p:spPr>
          <a:xfrm>
            <a:off x="38182" y="2562635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/>
              <p:nvPr/>
            </p:nvSpPr>
            <p:spPr>
              <a:xfrm>
                <a:off x="2326385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85" y="2481523"/>
                <a:ext cx="632994" cy="439223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494CD6-17F0-0D5D-DEA1-8E646BCB427C}"/>
              </a:ext>
            </a:extLst>
          </p:cNvPr>
          <p:cNvSpPr txBox="1"/>
          <p:nvPr/>
        </p:nvSpPr>
        <p:spPr>
          <a:xfrm>
            <a:off x="2040076" y="256263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/>
              <p:nvPr/>
            </p:nvSpPr>
            <p:spPr>
              <a:xfrm>
                <a:off x="6334981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981" y="2481523"/>
                <a:ext cx="632994" cy="439223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C27ADD52-B0E5-6004-CD53-ADA168E87191}"/>
              </a:ext>
            </a:extLst>
          </p:cNvPr>
          <p:cNvSpPr txBox="1"/>
          <p:nvPr/>
        </p:nvSpPr>
        <p:spPr>
          <a:xfrm>
            <a:off x="6047068" y="2562635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/>
              <p:nvPr/>
            </p:nvSpPr>
            <p:spPr>
              <a:xfrm>
                <a:off x="4330683" y="2466283"/>
                <a:ext cx="632994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683" y="2466283"/>
                <a:ext cx="632994" cy="4385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F92C378-9887-4331-DC0D-4DEAEBEB0B02}"/>
              </a:ext>
            </a:extLst>
          </p:cNvPr>
          <p:cNvSpPr txBox="1"/>
          <p:nvPr/>
        </p:nvSpPr>
        <p:spPr>
          <a:xfrm>
            <a:off x="4029947" y="2547395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/>
              <p:nvPr/>
            </p:nvSpPr>
            <p:spPr>
              <a:xfrm>
                <a:off x="8339280" y="2481523"/>
                <a:ext cx="632994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280" y="2481523"/>
                <a:ext cx="632994" cy="443006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5EAF5ECA-997F-C346-3508-B4B7DE087829}"/>
              </a:ext>
            </a:extLst>
          </p:cNvPr>
          <p:cNvSpPr txBox="1"/>
          <p:nvPr/>
        </p:nvSpPr>
        <p:spPr>
          <a:xfrm>
            <a:off x="8048963" y="256263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ң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/>
              <p:nvPr/>
            </p:nvSpPr>
            <p:spPr>
              <a:xfrm>
                <a:off x="827865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65" y="3410317"/>
                <a:ext cx="632994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54950692-6B42-9FE8-109B-66CA0BC4B7AE}"/>
              </a:ext>
            </a:extLst>
          </p:cNvPr>
          <p:cNvSpPr txBox="1"/>
          <p:nvPr/>
        </p:nvSpPr>
        <p:spPr>
          <a:xfrm>
            <a:off x="539953" y="3491429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/>
              <p:nvPr/>
            </p:nvSpPr>
            <p:spPr>
              <a:xfrm>
                <a:off x="3185038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8" y="3410317"/>
                <a:ext cx="632994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083B991-6F19-60D4-0711-A72D91B97CC4}"/>
              </a:ext>
            </a:extLst>
          </p:cNvPr>
          <p:cNvSpPr txBox="1"/>
          <p:nvPr/>
        </p:nvSpPr>
        <p:spPr>
          <a:xfrm>
            <a:off x="2897125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ө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/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262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8C9A2846-4742-8A25-58EC-4B7B86361E00}"/>
              </a:ext>
            </a:extLst>
          </p:cNvPr>
          <p:cNvSpPr txBox="1"/>
          <p:nvPr/>
        </p:nvSpPr>
        <p:spPr>
          <a:xfrm>
            <a:off x="5255101" y="349142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/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blipFill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EF4C80FF-37A6-3E61-494C-1313BFBF4059}"/>
              </a:ext>
            </a:extLst>
          </p:cNvPr>
          <p:cNvSpPr txBox="1"/>
          <p:nvPr/>
        </p:nvSpPr>
        <p:spPr>
          <a:xfrm>
            <a:off x="7696430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р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/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36534FF6-08E5-2C51-0D2A-84239462128D}"/>
              </a:ext>
            </a:extLst>
          </p:cNvPr>
          <p:cNvSpPr txBox="1"/>
          <p:nvPr/>
        </p:nvSpPr>
        <p:spPr>
          <a:xfrm>
            <a:off x="170214" y="4420223"/>
            <a:ext cx="24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с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/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5209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blipFill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47B1068C-FC39-E930-C58E-8968C196F738}"/>
              </a:ext>
            </a:extLst>
          </p:cNvPr>
          <p:cNvSpPr txBox="1"/>
          <p:nvPr/>
        </p:nvSpPr>
        <p:spPr>
          <a:xfrm>
            <a:off x="2310725" y="4420223"/>
            <a:ext cx="243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т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/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C23BBC15-6794-B55E-DAEA-724AB16A4686}"/>
              </a:ext>
            </a:extLst>
          </p:cNvPr>
          <p:cNvSpPr txBox="1"/>
          <p:nvPr/>
        </p:nvSpPr>
        <p:spPr>
          <a:xfrm>
            <a:off x="4835156" y="4420223"/>
            <a:ext cx="256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у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/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FB81FCD9-C59E-DC94-9915-908164577AD8}"/>
              </a:ext>
            </a:extLst>
          </p:cNvPr>
          <p:cNvSpPr txBox="1"/>
          <p:nvPr/>
        </p:nvSpPr>
        <p:spPr>
          <a:xfrm>
            <a:off x="7280235" y="4420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ү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/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blipFill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6C858788-4DA5-A421-A5AC-3940A171CE64}"/>
              </a:ext>
            </a:extLst>
          </p:cNvPr>
          <p:cNvSpPr txBox="1"/>
          <p:nvPr/>
        </p:nvSpPr>
        <p:spPr>
          <a:xfrm>
            <a:off x="196417" y="53742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ф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/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blipFill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79128D21-C588-A2C7-5965-BBFF6A215A59}"/>
              </a:ext>
            </a:extLst>
          </p:cNvPr>
          <p:cNvSpPr txBox="1"/>
          <p:nvPr/>
        </p:nvSpPr>
        <p:spPr>
          <a:xfrm>
            <a:off x="2688161" y="5374251"/>
            <a:ext cx="255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/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1D72426E-E776-A41C-6688-FC000901975B}"/>
              </a:ext>
            </a:extLst>
          </p:cNvPr>
          <p:cNvSpPr txBox="1"/>
          <p:nvPr/>
        </p:nvSpPr>
        <p:spPr>
          <a:xfrm>
            <a:off x="5155058" y="537425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ц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/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20.3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blipFill>
                <a:blip r:embed="rId2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F5696650-71B5-E486-94B7-2A5D0B142AFE}"/>
              </a:ext>
            </a:extLst>
          </p:cNvPr>
          <p:cNvSpPr txBox="1"/>
          <p:nvPr/>
        </p:nvSpPr>
        <p:spPr>
          <a:xfrm>
            <a:off x="7635581" y="5374251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ч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/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blipFill>
                <a:blip r:embed="rId2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1B15AB6F-EE1A-A53D-6C48-8394D4E1DD30}"/>
              </a:ext>
            </a:extLst>
          </p:cNvPr>
          <p:cNvSpPr txBox="1"/>
          <p:nvPr/>
        </p:nvSpPr>
        <p:spPr>
          <a:xfrm>
            <a:off x="44726" y="6293520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щ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/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7070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blipFill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99A6D40B-8E26-AB24-DBC9-E2A11ED5D6B2}"/>
              </a:ext>
            </a:extLst>
          </p:cNvPr>
          <p:cNvSpPr txBox="1"/>
          <p:nvPr/>
        </p:nvSpPr>
        <p:spPr>
          <a:xfrm>
            <a:off x="2540253" y="6293520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ы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/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4068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F5BD4308-8E37-A613-CDCB-92613244A2BD}"/>
              </a:ext>
            </a:extLst>
          </p:cNvPr>
          <p:cNvSpPr txBox="1"/>
          <p:nvPr/>
        </p:nvSpPr>
        <p:spPr>
          <a:xfrm>
            <a:off x="4899525" y="629352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э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/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62.6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blipFill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D4920A6F-CF49-4C7B-FBF4-199ECF8B5398}"/>
              </a:ext>
            </a:extLst>
          </p:cNvPr>
          <p:cNvSpPr txBox="1"/>
          <p:nvPr/>
        </p:nvSpPr>
        <p:spPr>
          <a:xfrm>
            <a:off x="7377419" y="6293520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ю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10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2244-CD24-824B-7BA5-4FEE04EE6C77}"/>
              </a:ext>
            </a:extLst>
          </p:cNvPr>
          <p:cNvSpPr txBox="1"/>
          <p:nvPr/>
        </p:nvSpPr>
        <p:spPr>
          <a:xfrm>
            <a:off x="1653447" y="82533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Бөлчөктөр бөлүнүүчү катары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3E1-50F8-AE70-8679-DDE5CDFD9D89}"/>
              </a:ext>
            </a:extLst>
          </p:cNvPr>
          <p:cNvSpPr txBox="1"/>
          <p:nvPr/>
        </p:nvSpPr>
        <p:spPr>
          <a:xfrm>
            <a:off x="4338537" y="5589"/>
            <a:ext cx="4234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бөлчөктү </a:t>
            </a:r>
            <a:r>
              <a:rPr lang="ky-KG" sz="1200" b="1" dirty="0"/>
              <a:t>жөнөкөйлөтүлгөн бөлчөк </a:t>
            </a:r>
          </a:p>
          <a:p>
            <a:pPr algn="ctr"/>
            <a:r>
              <a:rPr lang="ky-KG" sz="1200" dirty="0"/>
              <a:t>(туура же туура эмес) жана ондук сан катары жазып чыккыла.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/>
              <p:nvPr/>
            </p:nvSpPr>
            <p:spPr>
              <a:xfrm>
                <a:off x="2410140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0" y="607457"/>
                <a:ext cx="1078693" cy="439223"/>
              </a:xfrm>
              <a:prstGeom prst="rect">
                <a:avLst/>
              </a:prstGeom>
              <a:blipFill>
                <a:blip r:embed="rId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/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AE37F0B-B548-CBBE-DB4C-A7EE2B4FD3BC}"/>
              </a:ext>
            </a:extLst>
          </p:cNvPr>
          <p:cNvSpPr txBox="1"/>
          <p:nvPr/>
        </p:nvSpPr>
        <p:spPr>
          <a:xfrm>
            <a:off x="1009568" y="16888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6 ÷ 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0EE6CC-A6BE-6105-9DA2-FA1F7C478F8F}"/>
              </a:ext>
            </a:extLst>
          </p:cNvPr>
          <p:cNvSpPr/>
          <p:nvPr/>
        </p:nvSpPr>
        <p:spPr>
          <a:xfrm flipH="1" flipV="1">
            <a:off x="719931" y="314402"/>
            <a:ext cx="292100" cy="275145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2446" h="743919">
                <a:moveTo>
                  <a:pt x="0" y="743029"/>
                </a:moveTo>
                <a:cubicBezTo>
                  <a:pt x="289647" y="761894"/>
                  <a:pt x="366044" y="479531"/>
                  <a:pt x="442446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CB151-A163-FC16-0590-AED90020CDB5}"/>
              </a:ext>
            </a:extLst>
          </p:cNvPr>
          <p:cNvSpPr/>
          <p:nvPr/>
        </p:nvSpPr>
        <p:spPr>
          <a:xfrm flipV="1">
            <a:off x="1509712" y="371553"/>
            <a:ext cx="73030" cy="316703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  <a:gd name="connsiteX0" fmla="*/ 0 w 118778"/>
              <a:gd name="connsiteY0" fmla="*/ 781368 h 782157"/>
              <a:gd name="connsiteX1" fmla="*/ 25043 w 118778"/>
              <a:gd name="connsiteY1" fmla="*/ 0 h 782157"/>
              <a:gd name="connsiteX0" fmla="*/ 0 w 217764"/>
              <a:gd name="connsiteY0" fmla="*/ 781368 h 782014"/>
              <a:gd name="connsiteX1" fmla="*/ 25043 w 217764"/>
              <a:gd name="connsiteY1" fmla="*/ 0 h 782014"/>
              <a:gd name="connsiteX0" fmla="*/ 0 w 222088"/>
              <a:gd name="connsiteY0" fmla="*/ 759460 h 760141"/>
              <a:gd name="connsiteX1" fmla="*/ 33390 w 222088"/>
              <a:gd name="connsiteY1" fmla="*/ 0 h 760141"/>
              <a:gd name="connsiteX0" fmla="*/ 0 w 225129"/>
              <a:gd name="connsiteY0" fmla="*/ 759460 h 759460"/>
              <a:gd name="connsiteX1" fmla="*/ 33390 w 225129"/>
              <a:gd name="connsiteY1" fmla="*/ 0 h 759460"/>
              <a:gd name="connsiteX0" fmla="*/ 0 w 220854"/>
              <a:gd name="connsiteY0" fmla="*/ 715645 h 715645"/>
              <a:gd name="connsiteX1" fmla="*/ 25043 w 220854"/>
              <a:gd name="connsiteY1" fmla="*/ 0 h 715645"/>
              <a:gd name="connsiteX0" fmla="*/ 0 w 222409"/>
              <a:gd name="connsiteY0" fmla="*/ 715645 h 715645"/>
              <a:gd name="connsiteX1" fmla="*/ 25043 w 222409"/>
              <a:gd name="connsiteY1" fmla="*/ 0 h 715645"/>
              <a:gd name="connsiteX0" fmla="*/ 0 w 315597"/>
              <a:gd name="connsiteY0" fmla="*/ 748505 h 748505"/>
              <a:gd name="connsiteX1" fmla="*/ 179481 w 315597"/>
              <a:gd name="connsiteY1" fmla="*/ 0 h 748505"/>
              <a:gd name="connsiteX0" fmla="*/ 0 w 277023"/>
              <a:gd name="connsiteY0" fmla="*/ 748505 h 748505"/>
              <a:gd name="connsiteX1" fmla="*/ 179481 w 277023"/>
              <a:gd name="connsiteY1" fmla="*/ 0 h 748505"/>
              <a:gd name="connsiteX0" fmla="*/ 21354 w 193460"/>
              <a:gd name="connsiteY0" fmla="*/ 718764 h 718764"/>
              <a:gd name="connsiteX1" fmla="*/ 0 w 193460"/>
              <a:gd name="connsiteY1" fmla="*/ 0 h 718764"/>
              <a:gd name="connsiteX0" fmla="*/ 189619 w 314032"/>
              <a:gd name="connsiteY0" fmla="*/ 584925 h 584925"/>
              <a:gd name="connsiteX1" fmla="*/ 0 w 314032"/>
              <a:gd name="connsiteY1" fmla="*/ 0 h 584925"/>
              <a:gd name="connsiteX0" fmla="*/ 189619 w 268789"/>
              <a:gd name="connsiteY0" fmla="*/ 584925 h 584925"/>
              <a:gd name="connsiteX1" fmla="*/ 0 w 268789"/>
              <a:gd name="connsiteY1" fmla="*/ 0 h 584925"/>
              <a:gd name="connsiteX0" fmla="*/ 189619 w 285969"/>
              <a:gd name="connsiteY0" fmla="*/ 584925 h 584925"/>
              <a:gd name="connsiteX1" fmla="*/ 0 w 285969"/>
              <a:gd name="connsiteY1" fmla="*/ 0 h 584925"/>
              <a:gd name="connsiteX0" fmla="*/ 58198 w 200715"/>
              <a:gd name="connsiteY0" fmla="*/ 580426 h 580426"/>
              <a:gd name="connsiteX1" fmla="*/ 0 w 200715"/>
              <a:gd name="connsiteY1" fmla="*/ 0 h 580426"/>
              <a:gd name="connsiteX0" fmla="*/ 58198 w 174471"/>
              <a:gd name="connsiteY0" fmla="*/ 580426 h 580426"/>
              <a:gd name="connsiteX1" fmla="*/ 0 w 174471"/>
              <a:gd name="connsiteY1" fmla="*/ 0 h 580426"/>
              <a:gd name="connsiteX0" fmla="*/ 28994 w 160935"/>
              <a:gd name="connsiteY0" fmla="*/ 598424 h 598424"/>
              <a:gd name="connsiteX1" fmla="*/ 0 w 160935"/>
              <a:gd name="connsiteY1" fmla="*/ 0 h 598424"/>
              <a:gd name="connsiteX0" fmla="*/ 28994 w 149282"/>
              <a:gd name="connsiteY0" fmla="*/ 598424 h 598424"/>
              <a:gd name="connsiteX1" fmla="*/ 0 w 149282"/>
              <a:gd name="connsiteY1" fmla="*/ 0 h 5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282" h="598424">
                <a:moveTo>
                  <a:pt x="28994" y="598424"/>
                </a:moveTo>
                <a:cubicBezTo>
                  <a:pt x="159884" y="473899"/>
                  <a:pt x="227506" y="307799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/>
              <p:nvPr/>
            </p:nvSpPr>
            <p:spPr>
              <a:xfrm>
                <a:off x="4762815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15" y="607457"/>
                <a:ext cx="1078693" cy="439223"/>
              </a:xfrm>
              <a:prstGeom prst="rect">
                <a:avLst/>
              </a:prstGeom>
              <a:blipFill>
                <a:blip r:embed="rId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/>
              <p:nvPr/>
            </p:nvSpPr>
            <p:spPr>
              <a:xfrm>
                <a:off x="6709205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05" y="607457"/>
                <a:ext cx="1078693" cy="439223"/>
              </a:xfrm>
              <a:prstGeom prst="rect">
                <a:avLst/>
              </a:prstGeom>
              <a:blipFill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/>
              <p:nvPr/>
            </p:nvSpPr>
            <p:spPr>
              <a:xfrm>
                <a:off x="8471503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3" y="607457"/>
                <a:ext cx="1078693" cy="439223"/>
              </a:xfrm>
              <a:prstGeom prst="rect">
                <a:avLst/>
              </a:prstGeom>
              <a:blipFill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/>
              <p:nvPr/>
            </p:nvSpPr>
            <p:spPr>
              <a:xfrm>
                <a:off x="4369457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57" y="1541272"/>
                <a:ext cx="1163652" cy="439223"/>
              </a:xfrm>
              <a:prstGeom prst="rect">
                <a:avLst/>
              </a:prstGeom>
              <a:blipFill>
                <a:blip r:embed="rId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/>
              <p:nvPr/>
            </p:nvSpPr>
            <p:spPr>
              <a:xfrm>
                <a:off x="341973" y="1532468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3" y="1532468"/>
                <a:ext cx="1078693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/>
              <p:nvPr/>
            </p:nvSpPr>
            <p:spPr>
              <a:xfrm>
                <a:off x="2355715" y="1532468"/>
                <a:ext cx="107869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=2.5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5" y="1532468"/>
                <a:ext cx="1078693" cy="443006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/>
              <p:nvPr/>
            </p:nvSpPr>
            <p:spPr>
              <a:xfrm>
                <a:off x="6468158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58" y="1541272"/>
                <a:ext cx="1163652" cy="439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/>
              <p:nvPr/>
            </p:nvSpPr>
            <p:spPr>
              <a:xfrm>
                <a:off x="8566861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861" y="1541272"/>
                <a:ext cx="1163652" cy="4392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/>
              <p:nvPr/>
            </p:nvSpPr>
            <p:spPr>
              <a:xfrm>
                <a:off x="322087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7" y="2481523"/>
                <a:ext cx="1333570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/>
              <p:nvPr/>
            </p:nvSpPr>
            <p:spPr>
              <a:xfrm>
                <a:off x="2326385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85" y="2481523"/>
                <a:ext cx="1333570" cy="439223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/>
              <p:nvPr/>
            </p:nvSpPr>
            <p:spPr>
              <a:xfrm>
                <a:off x="6334981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981" y="2481523"/>
                <a:ext cx="1333570" cy="439223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/>
              <p:nvPr/>
            </p:nvSpPr>
            <p:spPr>
              <a:xfrm>
                <a:off x="4330683" y="246628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683" y="2466283"/>
                <a:ext cx="1333570" cy="439223"/>
              </a:xfrm>
              <a:prstGeom prst="rect">
                <a:avLst/>
              </a:prstGeom>
              <a:blipFill>
                <a:blip r:embed="rId1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/>
              <p:nvPr/>
            </p:nvSpPr>
            <p:spPr>
              <a:xfrm>
                <a:off x="8339280" y="2481523"/>
                <a:ext cx="1333570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280" y="2481523"/>
                <a:ext cx="1333570" cy="443006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/>
              <p:nvPr/>
            </p:nvSpPr>
            <p:spPr>
              <a:xfrm>
                <a:off x="827865" y="3410317"/>
                <a:ext cx="1333570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65" y="3410317"/>
                <a:ext cx="1333570" cy="443006"/>
              </a:xfrm>
              <a:prstGeom prst="rect">
                <a:avLst/>
              </a:prstGeom>
              <a:blipFill>
                <a:blip r:embed="rId1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/>
              <p:nvPr/>
            </p:nvSpPr>
            <p:spPr>
              <a:xfrm>
                <a:off x="3185038" y="3410317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8" y="3410317"/>
                <a:ext cx="1333570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/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262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/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blipFill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/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/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5209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blipFill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/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/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/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blipFill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/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blipFill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/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/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20.3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blipFill>
                <a:blip r:embed="rId2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/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blipFill>
                <a:blip r:embed="rId2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/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7070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blipFill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/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4068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/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62.6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blipFill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4CC8AE2-A372-BD2B-82F9-3A8FD55C6078}"/>
              </a:ext>
            </a:extLst>
          </p:cNvPr>
          <p:cNvSpPr txBox="1"/>
          <p:nvPr/>
        </p:nvSpPr>
        <p:spPr>
          <a:xfrm>
            <a:off x="2123029" y="68856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E5EFF-E542-500F-5387-433B79FE34C1}"/>
              </a:ext>
            </a:extLst>
          </p:cNvPr>
          <p:cNvSpPr txBox="1"/>
          <p:nvPr/>
        </p:nvSpPr>
        <p:spPr>
          <a:xfrm>
            <a:off x="272837" y="68856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FB2A-6C22-C565-2214-EA5F7C5F91E8}"/>
              </a:ext>
            </a:extLst>
          </p:cNvPr>
          <p:cNvSpPr txBox="1"/>
          <p:nvPr/>
        </p:nvSpPr>
        <p:spPr>
          <a:xfrm>
            <a:off x="4478910" y="688569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5E101-9258-2210-CAD4-B4DE343C09BE}"/>
              </a:ext>
            </a:extLst>
          </p:cNvPr>
          <p:cNvSpPr txBox="1"/>
          <p:nvPr/>
        </p:nvSpPr>
        <p:spPr>
          <a:xfrm>
            <a:off x="6435720" y="688569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D62FC-89BB-9E22-6D56-D5744611B0B5}"/>
              </a:ext>
            </a:extLst>
          </p:cNvPr>
          <p:cNvSpPr txBox="1"/>
          <p:nvPr/>
        </p:nvSpPr>
        <p:spPr>
          <a:xfrm>
            <a:off x="8180384" y="68856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01B8B1-BCE2-CC9B-0E00-409E91705960}"/>
              </a:ext>
            </a:extLst>
          </p:cNvPr>
          <p:cNvSpPr txBox="1"/>
          <p:nvPr/>
        </p:nvSpPr>
        <p:spPr>
          <a:xfrm>
            <a:off x="4090361" y="162238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F38BA-56B1-00E0-3EFE-AFACAF8D222F}"/>
              </a:ext>
            </a:extLst>
          </p:cNvPr>
          <p:cNvSpPr txBox="1"/>
          <p:nvPr/>
        </p:nvSpPr>
        <p:spPr>
          <a:xfrm>
            <a:off x="57267" y="1613580"/>
            <a:ext cx="26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24C52-31CB-4F3F-59FB-EC620BE59E66}"/>
              </a:ext>
            </a:extLst>
          </p:cNvPr>
          <p:cNvSpPr txBox="1"/>
          <p:nvPr/>
        </p:nvSpPr>
        <p:spPr>
          <a:xfrm>
            <a:off x="2052574" y="1613580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DF163C-EB10-A7F0-B769-B5FC75AEC41E}"/>
              </a:ext>
            </a:extLst>
          </p:cNvPr>
          <p:cNvSpPr txBox="1"/>
          <p:nvPr/>
        </p:nvSpPr>
        <p:spPr>
          <a:xfrm>
            <a:off x="6179444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D54B7-2569-0AEA-F59B-73DEE0EB3679}"/>
              </a:ext>
            </a:extLst>
          </p:cNvPr>
          <p:cNvSpPr txBox="1"/>
          <p:nvPr/>
        </p:nvSpPr>
        <p:spPr>
          <a:xfrm>
            <a:off x="8284496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0160B9-BE27-2C6E-35B5-EDC8E01EF461}"/>
              </a:ext>
            </a:extLst>
          </p:cNvPr>
          <p:cNvSpPr txBox="1"/>
          <p:nvPr/>
        </p:nvSpPr>
        <p:spPr>
          <a:xfrm>
            <a:off x="38182" y="2562635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16A7E1-97A0-DB0B-C1E0-530CDFFD2A54}"/>
              </a:ext>
            </a:extLst>
          </p:cNvPr>
          <p:cNvSpPr txBox="1"/>
          <p:nvPr/>
        </p:nvSpPr>
        <p:spPr>
          <a:xfrm>
            <a:off x="2040076" y="256263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777BC-809D-E984-13E9-B464FEC7E47A}"/>
              </a:ext>
            </a:extLst>
          </p:cNvPr>
          <p:cNvSpPr txBox="1"/>
          <p:nvPr/>
        </p:nvSpPr>
        <p:spPr>
          <a:xfrm>
            <a:off x="6047068" y="2562635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D921D2-E40D-CC79-1B51-454FF440F5A4}"/>
              </a:ext>
            </a:extLst>
          </p:cNvPr>
          <p:cNvSpPr txBox="1"/>
          <p:nvPr/>
        </p:nvSpPr>
        <p:spPr>
          <a:xfrm>
            <a:off x="4029947" y="2547395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EA3F02-C3C8-7D3C-F71C-1C91395B1921}"/>
              </a:ext>
            </a:extLst>
          </p:cNvPr>
          <p:cNvSpPr txBox="1"/>
          <p:nvPr/>
        </p:nvSpPr>
        <p:spPr>
          <a:xfrm>
            <a:off x="8048963" y="256263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ң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A7DBB9-AD1B-9B19-0F9B-E0825803C2F1}"/>
              </a:ext>
            </a:extLst>
          </p:cNvPr>
          <p:cNvSpPr txBox="1"/>
          <p:nvPr/>
        </p:nvSpPr>
        <p:spPr>
          <a:xfrm>
            <a:off x="539953" y="3491429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18E6F9-5806-21C9-D44B-A29FBE144B20}"/>
              </a:ext>
            </a:extLst>
          </p:cNvPr>
          <p:cNvSpPr txBox="1"/>
          <p:nvPr/>
        </p:nvSpPr>
        <p:spPr>
          <a:xfrm>
            <a:off x="2897125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ө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AAEE8B-AC5B-089B-1B5E-B9B40E69D44C}"/>
              </a:ext>
            </a:extLst>
          </p:cNvPr>
          <p:cNvSpPr txBox="1"/>
          <p:nvPr/>
        </p:nvSpPr>
        <p:spPr>
          <a:xfrm>
            <a:off x="5255101" y="349142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76280D-3DFA-9E92-D287-8DF56BBE57BE}"/>
              </a:ext>
            </a:extLst>
          </p:cNvPr>
          <p:cNvSpPr txBox="1"/>
          <p:nvPr/>
        </p:nvSpPr>
        <p:spPr>
          <a:xfrm>
            <a:off x="7696430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р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539AFA-9681-C969-0355-204045B46412}"/>
              </a:ext>
            </a:extLst>
          </p:cNvPr>
          <p:cNvSpPr txBox="1"/>
          <p:nvPr/>
        </p:nvSpPr>
        <p:spPr>
          <a:xfrm>
            <a:off x="170214" y="4420223"/>
            <a:ext cx="24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с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F7F5FA-6C45-587F-DE3C-F9C456155438}"/>
              </a:ext>
            </a:extLst>
          </p:cNvPr>
          <p:cNvSpPr txBox="1"/>
          <p:nvPr/>
        </p:nvSpPr>
        <p:spPr>
          <a:xfrm>
            <a:off x="2310725" y="4420223"/>
            <a:ext cx="243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т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2AB8C5-1670-4AFD-5B9A-95FEF3D3AF9D}"/>
              </a:ext>
            </a:extLst>
          </p:cNvPr>
          <p:cNvSpPr txBox="1"/>
          <p:nvPr/>
        </p:nvSpPr>
        <p:spPr>
          <a:xfrm>
            <a:off x="4835156" y="4420223"/>
            <a:ext cx="256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у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0155DF-FFA8-41B1-BE3F-541341EC627D}"/>
              </a:ext>
            </a:extLst>
          </p:cNvPr>
          <p:cNvSpPr txBox="1"/>
          <p:nvPr/>
        </p:nvSpPr>
        <p:spPr>
          <a:xfrm>
            <a:off x="7280235" y="4420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ү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029E03-CBFC-5A87-38AA-BFE0EC3C0845}"/>
              </a:ext>
            </a:extLst>
          </p:cNvPr>
          <p:cNvSpPr txBox="1"/>
          <p:nvPr/>
        </p:nvSpPr>
        <p:spPr>
          <a:xfrm>
            <a:off x="196417" y="53742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ф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3AB9D7-6FBC-F6F7-484B-C93478B6FF5C}"/>
              </a:ext>
            </a:extLst>
          </p:cNvPr>
          <p:cNvSpPr txBox="1"/>
          <p:nvPr/>
        </p:nvSpPr>
        <p:spPr>
          <a:xfrm>
            <a:off x="2688161" y="5374251"/>
            <a:ext cx="255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C4F580-46C4-5EE2-EC77-1EF055FF4031}"/>
              </a:ext>
            </a:extLst>
          </p:cNvPr>
          <p:cNvSpPr txBox="1"/>
          <p:nvPr/>
        </p:nvSpPr>
        <p:spPr>
          <a:xfrm>
            <a:off x="5155058" y="537425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ц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146448-3BA2-FB06-A93D-4763D30645EF}"/>
              </a:ext>
            </a:extLst>
          </p:cNvPr>
          <p:cNvSpPr txBox="1"/>
          <p:nvPr/>
        </p:nvSpPr>
        <p:spPr>
          <a:xfrm>
            <a:off x="7635581" y="5374251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ч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B8924F-CA35-091C-4455-33436BD538AD}"/>
              </a:ext>
            </a:extLst>
          </p:cNvPr>
          <p:cNvSpPr txBox="1"/>
          <p:nvPr/>
        </p:nvSpPr>
        <p:spPr>
          <a:xfrm>
            <a:off x="44726" y="6293520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щ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6AC695-71C2-319D-EBA3-7399304380FE}"/>
              </a:ext>
            </a:extLst>
          </p:cNvPr>
          <p:cNvSpPr txBox="1"/>
          <p:nvPr/>
        </p:nvSpPr>
        <p:spPr>
          <a:xfrm>
            <a:off x="2540253" y="6293520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ы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CF273A-5601-ED04-068F-65F776BE404D}"/>
              </a:ext>
            </a:extLst>
          </p:cNvPr>
          <p:cNvSpPr txBox="1"/>
          <p:nvPr/>
        </p:nvSpPr>
        <p:spPr>
          <a:xfrm>
            <a:off x="4899525" y="629352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э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057429-8B95-B00B-B305-A7F5B3A80E2C}"/>
              </a:ext>
            </a:extLst>
          </p:cNvPr>
          <p:cNvSpPr txBox="1"/>
          <p:nvPr/>
        </p:nvSpPr>
        <p:spPr>
          <a:xfrm>
            <a:off x="7377419" y="6293520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ю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2244-CD24-824B-7BA5-4FEE04EE6C77}"/>
              </a:ext>
            </a:extLst>
          </p:cNvPr>
          <p:cNvSpPr txBox="1"/>
          <p:nvPr/>
        </p:nvSpPr>
        <p:spPr>
          <a:xfrm>
            <a:off x="1653447" y="82533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Бөлчөктөр бөлүнүүчү катары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3E1-50F8-AE70-8679-DDE5CDFD9D89}"/>
              </a:ext>
            </a:extLst>
          </p:cNvPr>
          <p:cNvSpPr txBox="1"/>
          <p:nvPr/>
        </p:nvSpPr>
        <p:spPr>
          <a:xfrm>
            <a:off x="4469455" y="73763"/>
            <a:ext cx="4234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бөлчөктү </a:t>
            </a:r>
            <a:r>
              <a:rPr lang="ky-KG" sz="1200" b="1" dirty="0"/>
              <a:t>жөнөкөйлөтүлгөн бөлчөк </a:t>
            </a:r>
          </a:p>
          <a:p>
            <a:pPr algn="ctr"/>
            <a:r>
              <a:rPr lang="ky-KG" sz="1200" dirty="0"/>
              <a:t>(туура же туура эмес) жана ондук сан катары жазып чыккыла.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/>
              <p:nvPr/>
            </p:nvSpPr>
            <p:spPr>
              <a:xfrm>
                <a:off x="2410140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0" y="607457"/>
                <a:ext cx="1078693" cy="439223"/>
              </a:xfrm>
              <a:prstGeom prst="rect">
                <a:avLst/>
              </a:prstGeom>
              <a:blipFill>
                <a:blip r:embed="rId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/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AE37F0B-B548-CBBE-DB4C-A7EE2B4FD3BC}"/>
              </a:ext>
            </a:extLst>
          </p:cNvPr>
          <p:cNvSpPr txBox="1"/>
          <p:nvPr/>
        </p:nvSpPr>
        <p:spPr>
          <a:xfrm>
            <a:off x="1009568" y="16888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6 ÷ 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0EE6CC-A6BE-6105-9DA2-FA1F7C478F8F}"/>
              </a:ext>
            </a:extLst>
          </p:cNvPr>
          <p:cNvSpPr/>
          <p:nvPr/>
        </p:nvSpPr>
        <p:spPr>
          <a:xfrm flipH="1" flipV="1">
            <a:off x="719931" y="314402"/>
            <a:ext cx="292100" cy="275145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2446" h="743919">
                <a:moveTo>
                  <a:pt x="0" y="743029"/>
                </a:moveTo>
                <a:cubicBezTo>
                  <a:pt x="289647" y="761894"/>
                  <a:pt x="366044" y="479531"/>
                  <a:pt x="442446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CB151-A163-FC16-0590-AED90020CDB5}"/>
              </a:ext>
            </a:extLst>
          </p:cNvPr>
          <p:cNvSpPr/>
          <p:nvPr/>
        </p:nvSpPr>
        <p:spPr>
          <a:xfrm flipV="1">
            <a:off x="1509712" y="371553"/>
            <a:ext cx="73030" cy="316703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  <a:gd name="connsiteX0" fmla="*/ 0 w 118778"/>
              <a:gd name="connsiteY0" fmla="*/ 781368 h 782157"/>
              <a:gd name="connsiteX1" fmla="*/ 25043 w 118778"/>
              <a:gd name="connsiteY1" fmla="*/ 0 h 782157"/>
              <a:gd name="connsiteX0" fmla="*/ 0 w 217764"/>
              <a:gd name="connsiteY0" fmla="*/ 781368 h 782014"/>
              <a:gd name="connsiteX1" fmla="*/ 25043 w 217764"/>
              <a:gd name="connsiteY1" fmla="*/ 0 h 782014"/>
              <a:gd name="connsiteX0" fmla="*/ 0 w 222088"/>
              <a:gd name="connsiteY0" fmla="*/ 759460 h 760141"/>
              <a:gd name="connsiteX1" fmla="*/ 33390 w 222088"/>
              <a:gd name="connsiteY1" fmla="*/ 0 h 760141"/>
              <a:gd name="connsiteX0" fmla="*/ 0 w 225129"/>
              <a:gd name="connsiteY0" fmla="*/ 759460 h 759460"/>
              <a:gd name="connsiteX1" fmla="*/ 33390 w 225129"/>
              <a:gd name="connsiteY1" fmla="*/ 0 h 759460"/>
              <a:gd name="connsiteX0" fmla="*/ 0 w 220854"/>
              <a:gd name="connsiteY0" fmla="*/ 715645 h 715645"/>
              <a:gd name="connsiteX1" fmla="*/ 25043 w 220854"/>
              <a:gd name="connsiteY1" fmla="*/ 0 h 715645"/>
              <a:gd name="connsiteX0" fmla="*/ 0 w 222409"/>
              <a:gd name="connsiteY0" fmla="*/ 715645 h 715645"/>
              <a:gd name="connsiteX1" fmla="*/ 25043 w 222409"/>
              <a:gd name="connsiteY1" fmla="*/ 0 h 715645"/>
              <a:gd name="connsiteX0" fmla="*/ 0 w 315597"/>
              <a:gd name="connsiteY0" fmla="*/ 748505 h 748505"/>
              <a:gd name="connsiteX1" fmla="*/ 179481 w 315597"/>
              <a:gd name="connsiteY1" fmla="*/ 0 h 748505"/>
              <a:gd name="connsiteX0" fmla="*/ 0 w 277023"/>
              <a:gd name="connsiteY0" fmla="*/ 748505 h 748505"/>
              <a:gd name="connsiteX1" fmla="*/ 179481 w 277023"/>
              <a:gd name="connsiteY1" fmla="*/ 0 h 748505"/>
              <a:gd name="connsiteX0" fmla="*/ 21354 w 193460"/>
              <a:gd name="connsiteY0" fmla="*/ 718764 h 718764"/>
              <a:gd name="connsiteX1" fmla="*/ 0 w 193460"/>
              <a:gd name="connsiteY1" fmla="*/ 0 h 718764"/>
              <a:gd name="connsiteX0" fmla="*/ 189619 w 314032"/>
              <a:gd name="connsiteY0" fmla="*/ 584925 h 584925"/>
              <a:gd name="connsiteX1" fmla="*/ 0 w 314032"/>
              <a:gd name="connsiteY1" fmla="*/ 0 h 584925"/>
              <a:gd name="connsiteX0" fmla="*/ 189619 w 268789"/>
              <a:gd name="connsiteY0" fmla="*/ 584925 h 584925"/>
              <a:gd name="connsiteX1" fmla="*/ 0 w 268789"/>
              <a:gd name="connsiteY1" fmla="*/ 0 h 584925"/>
              <a:gd name="connsiteX0" fmla="*/ 189619 w 285969"/>
              <a:gd name="connsiteY0" fmla="*/ 584925 h 584925"/>
              <a:gd name="connsiteX1" fmla="*/ 0 w 285969"/>
              <a:gd name="connsiteY1" fmla="*/ 0 h 584925"/>
              <a:gd name="connsiteX0" fmla="*/ 58198 w 200715"/>
              <a:gd name="connsiteY0" fmla="*/ 580426 h 580426"/>
              <a:gd name="connsiteX1" fmla="*/ 0 w 200715"/>
              <a:gd name="connsiteY1" fmla="*/ 0 h 580426"/>
              <a:gd name="connsiteX0" fmla="*/ 58198 w 174471"/>
              <a:gd name="connsiteY0" fmla="*/ 580426 h 580426"/>
              <a:gd name="connsiteX1" fmla="*/ 0 w 174471"/>
              <a:gd name="connsiteY1" fmla="*/ 0 h 580426"/>
              <a:gd name="connsiteX0" fmla="*/ 28994 w 160935"/>
              <a:gd name="connsiteY0" fmla="*/ 598424 h 598424"/>
              <a:gd name="connsiteX1" fmla="*/ 0 w 160935"/>
              <a:gd name="connsiteY1" fmla="*/ 0 h 598424"/>
              <a:gd name="connsiteX0" fmla="*/ 28994 w 149282"/>
              <a:gd name="connsiteY0" fmla="*/ 598424 h 598424"/>
              <a:gd name="connsiteX1" fmla="*/ 0 w 149282"/>
              <a:gd name="connsiteY1" fmla="*/ 0 h 5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282" h="598424">
                <a:moveTo>
                  <a:pt x="28994" y="598424"/>
                </a:moveTo>
                <a:cubicBezTo>
                  <a:pt x="159884" y="473899"/>
                  <a:pt x="227506" y="307799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/>
              <p:nvPr/>
            </p:nvSpPr>
            <p:spPr>
              <a:xfrm>
                <a:off x="4762815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15" y="607457"/>
                <a:ext cx="1078693" cy="439223"/>
              </a:xfrm>
              <a:prstGeom prst="rect">
                <a:avLst/>
              </a:prstGeom>
              <a:blipFill>
                <a:blip r:embed="rId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/>
              <p:nvPr/>
            </p:nvSpPr>
            <p:spPr>
              <a:xfrm>
                <a:off x="6709205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05" y="607457"/>
                <a:ext cx="1078693" cy="439223"/>
              </a:xfrm>
              <a:prstGeom prst="rect">
                <a:avLst/>
              </a:prstGeom>
              <a:blipFill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/>
              <p:nvPr/>
            </p:nvSpPr>
            <p:spPr>
              <a:xfrm>
                <a:off x="8471503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3" y="607457"/>
                <a:ext cx="1078693" cy="439223"/>
              </a:xfrm>
              <a:prstGeom prst="rect">
                <a:avLst/>
              </a:prstGeom>
              <a:blipFill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/>
              <p:nvPr/>
            </p:nvSpPr>
            <p:spPr>
              <a:xfrm>
                <a:off x="4369457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57" y="1541272"/>
                <a:ext cx="1163652" cy="439223"/>
              </a:xfrm>
              <a:prstGeom prst="rect">
                <a:avLst/>
              </a:prstGeom>
              <a:blipFill>
                <a:blip r:embed="rId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/>
              <p:nvPr/>
            </p:nvSpPr>
            <p:spPr>
              <a:xfrm>
                <a:off x="341973" y="1532468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3" y="1532468"/>
                <a:ext cx="1078693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/>
              <p:nvPr/>
            </p:nvSpPr>
            <p:spPr>
              <a:xfrm>
                <a:off x="2355715" y="1532468"/>
                <a:ext cx="107869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=2.5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5" y="1532468"/>
                <a:ext cx="1078693" cy="443006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/>
              <p:nvPr/>
            </p:nvSpPr>
            <p:spPr>
              <a:xfrm>
                <a:off x="6468158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58" y="1541272"/>
                <a:ext cx="1163652" cy="439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/>
              <p:nvPr/>
            </p:nvSpPr>
            <p:spPr>
              <a:xfrm>
                <a:off x="8566861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861" y="1541272"/>
                <a:ext cx="1163652" cy="4392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/>
              <p:nvPr/>
            </p:nvSpPr>
            <p:spPr>
              <a:xfrm>
                <a:off x="322087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7" y="2481523"/>
                <a:ext cx="1333570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/>
              <p:nvPr/>
            </p:nvSpPr>
            <p:spPr>
              <a:xfrm>
                <a:off x="2326385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85" y="2481523"/>
                <a:ext cx="1333570" cy="439223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/>
              <p:nvPr/>
            </p:nvSpPr>
            <p:spPr>
              <a:xfrm>
                <a:off x="6334981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981" y="2481523"/>
                <a:ext cx="1333570" cy="439223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/>
              <p:nvPr/>
            </p:nvSpPr>
            <p:spPr>
              <a:xfrm>
                <a:off x="4330683" y="246628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683" y="2466283"/>
                <a:ext cx="1333570" cy="439223"/>
              </a:xfrm>
              <a:prstGeom prst="rect">
                <a:avLst/>
              </a:prstGeom>
              <a:blipFill>
                <a:blip r:embed="rId1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/>
              <p:nvPr/>
            </p:nvSpPr>
            <p:spPr>
              <a:xfrm>
                <a:off x="8339280" y="2481523"/>
                <a:ext cx="1333570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280" y="2481523"/>
                <a:ext cx="1333570" cy="443006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/>
              <p:nvPr/>
            </p:nvSpPr>
            <p:spPr>
              <a:xfrm>
                <a:off x="827865" y="3410317"/>
                <a:ext cx="1333570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65" y="3410317"/>
                <a:ext cx="1333570" cy="443006"/>
              </a:xfrm>
              <a:prstGeom prst="rect">
                <a:avLst/>
              </a:prstGeom>
              <a:blipFill>
                <a:blip r:embed="rId1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/>
              <p:nvPr/>
            </p:nvSpPr>
            <p:spPr>
              <a:xfrm>
                <a:off x="3185038" y="3410317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8" y="3410317"/>
                <a:ext cx="1333570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/>
              <p:nvPr/>
            </p:nvSpPr>
            <p:spPr>
              <a:xfrm>
                <a:off x="5542211" y="3410317"/>
                <a:ext cx="141852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262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131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=2.62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11" y="3410317"/>
                <a:ext cx="1418529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/>
              <p:nvPr/>
            </p:nvSpPr>
            <p:spPr>
              <a:xfrm>
                <a:off x="7984342" y="3410317"/>
                <a:ext cx="136563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=0.21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42" y="3410317"/>
                <a:ext cx="1365630" cy="439223"/>
              </a:xfrm>
              <a:prstGeom prst="rect">
                <a:avLst/>
              </a:prstGeom>
              <a:blipFill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/>
              <p:nvPr/>
            </p:nvSpPr>
            <p:spPr>
              <a:xfrm>
                <a:off x="448509" y="4339111"/>
                <a:ext cx="128067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09" y="4339111"/>
                <a:ext cx="1280671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/>
              <p:nvPr/>
            </p:nvSpPr>
            <p:spPr>
              <a:xfrm>
                <a:off x="2586615" y="4339111"/>
                <a:ext cx="113261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5209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=52.09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15" y="4339111"/>
                <a:ext cx="1132618" cy="443006"/>
              </a:xfrm>
              <a:prstGeom prst="rect">
                <a:avLst/>
              </a:prstGeom>
              <a:blipFill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/>
              <p:nvPr/>
            </p:nvSpPr>
            <p:spPr>
              <a:xfrm>
                <a:off x="5117457" y="4339111"/>
                <a:ext cx="158844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=0.007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57" y="4339111"/>
                <a:ext cx="1588447" cy="43922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/>
              <p:nvPr/>
            </p:nvSpPr>
            <p:spPr>
              <a:xfrm>
                <a:off x="7563338" y="4339111"/>
                <a:ext cx="184332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=0.0009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38" y="4339111"/>
                <a:ext cx="1843325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/>
              <p:nvPr/>
            </p:nvSpPr>
            <p:spPr>
              <a:xfrm>
                <a:off x="494749" y="5293139"/>
                <a:ext cx="158844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=0.018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9" y="5293139"/>
                <a:ext cx="1588447" cy="439223"/>
              </a:xfrm>
              <a:prstGeom prst="rect">
                <a:avLst/>
              </a:prstGeom>
              <a:blipFill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/>
              <p:nvPr/>
            </p:nvSpPr>
            <p:spPr>
              <a:xfrm>
                <a:off x="2969661" y="5293139"/>
                <a:ext cx="158844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=0.202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1" y="5293139"/>
                <a:ext cx="1588447" cy="439223"/>
              </a:xfrm>
              <a:prstGeom prst="rect">
                <a:avLst/>
              </a:prstGeom>
              <a:blipFill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/>
              <p:nvPr/>
            </p:nvSpPr>
            <p:spPr>
              <a:xfrm>
                <a:off x="5444573" y="5293139"/>
                <a:ext cx="158844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607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=1.214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73" y="5293139"/>
                <a:ext cx="1588447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/>
              <p:nvPr/>
            </p:nvSpPr>
            <p:spPr>
              <a:xfrm>
                <a:off x="7919486" y="5293139"/>
                <a:ext cx="1843325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20.3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=0.0203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86" y="5293139"/>
                <a:ext cx="1843325" cy="44300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/>
              <p:nvPr/>
            </p:nvSpPr>
            <p:spPr>
              <a:xfrm>
                <a:off x="351874" y="6212408"/>
                <a:ext cx="167340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4" y="6212408"/>
                <a:ext cx="1673407" cy="439223"/>
              </a:xfrm>
              <a:prstGeom prst="rect">
                <a:avLst/>
              </a:prstGeom>
              <a:blipFill>
                <a:blip r:embed="rId2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/>
              <p:nvPr/>
            </p:nvSpPr>
            <p:spPr>
              <a:xfrm>
                <a:off x="2840989" y="6212408"/>
                <a:ext cx="15034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7070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89" y="6212408"/>
                <a:ext cx="1503489" cy="439223"/>
              </a:xfrm>
              <a:prstGeom prst="rect">
                <a:avLst/>
              </a:prstGeom>
              <a:blipFill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/>
              <p:nvPr/>
            </p:nvSpPr>
            <p:spPr>
              <a:xfrm>
                <a:off x="5179422" y="6212408"/>
                <a:ext cx="167340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4068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22" y="6212408"/>
                <a:ext cx="1673407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/>
              <p:nvPr/>
            </p:nvSpPr>
            <p:spPr>
              <a:xfrm>
                <a:off x="7681361" y="6212408"/>
                <a:ext cx="209820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62.6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313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=0.00313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361" y="6212408"/>
                <a:ext cx="2098202" cy="439223"/>
              </a:xfrm>
              <a:prstGeom prst="rect">
                <a:avLst/>
              </a:prstGeom>
              <a:blipFill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58A064D-FA55-7D01-91B5-E9E0DC1F1CF8}"/>
              </a:ext>
            </a:extLst>
          </p:cNvPr>
          <p:cNvSpPr txBox="1"/>
          <p:nvPr/>
        </p:nvSpPr>
        <p:spPr>
          <a:xfrm>
            <a:off x="2123029" y="68856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CA320-AA3D-0C00-D12D-8241DB4BF229}"/>
              </a:ext>
            </a:extLst>
          </p:cNvPr>
          <p:cNvSpPr txBox="1"/>
          <p:nvPr/>
        </p:nvSpPr>
        <p:spPr>
          <a:xfrm>
            <a:off x="272837" y="68856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EAD78-9809-F2CE-19AD-68DE2245E7F4}"/>
              </a:ext>
            </a:extLst>
          </p:cNvPr>
          <p:cNvSpPr txBox="1"/>
          <p:nvPr/>
        </p:nvSpPr>
        <p:spPr>
          <a:xfrm>
            <a:off x="4478910" y="688569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4B7EA-C05C-6B06-C2A0-17C08CC2BCA6}"/>
              </a:ext>
            </a:extLst>
          </p:cNvPr>
          <p:cNvSpPr txBox="1"/>
          <p:nvPr/>
        </p:nvSpPr>
        <p:spPr>
          <a:xfrm>
            <a:off x="6435720" y="688569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6FD8B-2DFE-8B0D-BBF8-D76EAE0EF408}"/>
              </a:ext>
            </a:extLst>
          </p:cNvPr>
          <p:cNvSpPr txBox="1"/>
          <p:nvPr/>
        </p:nvSpPr>
        <p:spPr>
          <a:xfrm>
            <a:off x="8180384" y="68856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80A38-614B-1582-50E0-BFA7248D1763}"/>
              </a:ext>
            </a:extLst>
          </p:cNvPr>
          <p:cNvSpPr txBox="1"/>
          <p:nvPr/>
        </p:nvSpPr>
        <p:spPr>
          <a:xfrm>
            <a:off x="4090361" y="162238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745D5-92E3-4C25-0232-016FECAEEA0A}"/>
              </a:ext>
            </a:extLst>
          </p:cNvPr>
          <p:cNvSpPr txBox="1"/>
          <p:nvPr/>
        </p:nvSpPr>
        <p:spPr>
          <a:xfrm>
            <a:off x="57267" y="1613580"/>
            <a:ext cx="26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5D88A-CCEB-8399-AF36-EC82524E4563}"/>
              </a:ext>
            </a:extLst>
          </p:cNvPr>
          <p:cNvSpPr txBox="1"/>
          <p:nvPr/>
        </p:nvSpPr>
        <p:spPr>
          <a:xfrm>
            <a:off x="2052574" y="1613580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C918C-38B3-4A4D-A575-A8ADA0A67132}"/>
              </a:ext>
            </a:extLst>
          </p:cNvPr>
          <p:cNvSpPr txBox="1"/>
          <p:nvPr/>
        </p:nvSpPr>
        <p:spPr>
          <a:xfrm>
            <a:off x="6179444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A645E-BCBA-2A0C-1EC9-7DD89758BC1D}"/>
              </a:ext>
            </a:extLst>
          </p:cNvPr>
          <p:cNvSpPr txBox="1"/>
          <p:nvPr/>
        </p:nvSpPr>
        <p:spPr>
          <a:xfrm>
            <a:off x="8284496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54E0EC-E996-00A8-7B81-531CE34EE3DE}"/>
              </a:ext>
            </a:extLst>
          </p:cNvPr>
          <p:cNvSpPr txBox="1"/>
          <p:nvPr/>
        </p:nvSpPr>
        <p:spPr>
          <a:xfrm>
            <a:off x="38182" y="2562635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E79E2E-1B99-A20A-8384-511A48B64C26}"/>
              </a:ext>
            </a:extLst>
          </p:cNvPr>
          <p:cNvSpPr txBox="1"/>
          <p:nvPr/>
        </p:nvSpPr>
        <p:spPr>
          <a:xfrm>
            <a:off x="2040076" y="256263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8F051-C8A3-2235-58A6-CD0D2D65E1A2}"/>
              </a:ext>
            </a:extLst>
          </p:cNvPr>
          <p:cNvSpPr txBox="1"/>
          <p:nvPr/>
        </p:nvSpPr>
        <p:spPr>
          <a:xfrm>
            <a:off x="6047068" y="2562635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DD79D-6801-2B34-14EE-6BA97211489F}"/>
              </a:ext>
            </a:extLst>
          </p:cNvPr>
          <p:cNvSpPr txBox="1"/>
          <p:nvPr/>
        </p:nvSpPr>
        <p:spPr>
          <a:xfrm>
            <a:off x="4029947" y="2547395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0DF432-023C-7DE6-93AF-9E0DA7839F01}"/>
              </a:ext>
            </a:extLst>
          </p:cNvPr>
          <p:cNvSpPr txBox="1"/>
          <p:nvPr/>
        </p:nvSpPr>
        <p:spPr>
          <a:xfrm>
            <a:off x="8048963" y="256263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ң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BCA043-DA37-62E9-5353-58EBF841B481}"/>
              </a:ext>
            </a:extLst>
          </p:cNvPr>
          <p:cNvSpPr txBox="1"/>
          <p:nvPr/>
        </p:nvSpPr>
        <p:spPr>
          <a:xfrm>
            <a:off x="539953" y="3491429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44F11F-7A90-EE60-4DF3-1DCB3B0B6C82}"/>
              </a:ext>
            </a:extLst>
          </p:cNvPr>
          <p:cNvSpPr txBox="1"/>
          <p:nvPr/>
        </p:nvSpPr>
        <p:spPr>
          <a:xfrm>
            <a:off x="2897125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ө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B599EE-226C-5E27-115A-C60174F65C93}"/>
              </a:ext>
            </a:extLst>
          </p:cNvPr>
          <p:cNvSpPr txBox="1"/>
          <p:nvPr/>
        </p:nvSpPr>
        <p:spPr>
          <a:xfrm>
            <a:off x="5255101" y="349142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118F07-303E-BFF6-7060-E5B0D4E6EE97}"/>
              </a:ext>
            </a:extLst>
          </p:cNvPr>
          <p:cNvSpPr txBox="1"/>
          <p:nvPr/>
        </p:nvSpPr>
        <p:spPr>
          <a:xfrm>
            <a:off x="7696430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р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ADFAC8-AD4F-5536-1519-E56304212145}"/>
              </a:ext>
            </a:extLst>
          </p:cNvPr>
          <p:cNvSpPr txBox="1"/>
          <p:nvPr/>
        </p:nvSpPr>
        <p:spPr>
          <a:xfrm>
            <a:off x="170214" y="4420223"/>
            <a:ext cx="24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с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5DBD64-683D-E2D4-34E2-CB0C8D697D09}"/>
              </a:ext>
            </a:extLst>
          </p:cNvPr>
          <p:cNvSpPr txBox="1"/>
          <p:nvPr/>
        </p:nvSpPr>
        <p:spPr>
          <a:xfrm>
            <a:off x="2310725" y="4420223"/>
            <a:ext cx="243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т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FD3733-C395-9AE9-87C4-82F0A4800BF4}"/>
              </a:ext>
            </a:extLst>
          </p:cNvPr>
          <p:cNvSpPr txBox="1"/>
          <p:nvPr/>
        </p:nvSpPr>
        <p:spPr>
          <a:xfrm>
            <a:off x="4835156" y="4420223"/>
            <a:ext cx="256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у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7DCFDA-C055-121C-D977-7F21C2EFF013}"/>
              </a:ext>
            </a:extLst>
          </p:cNvPr>
          <p:cNvSpPr txBox="1"/>
          <p:nvPr/>
        </p:nvSpPr>
        <p:spPr>
          <a:xfrm>
            <a:off x="7280235" y="4420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ү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7BD61C-B1E5-9EC9-31D3-78A1E80BB0F9}"/>
              </a:ext>
            </a:extLst>
          </p:cNvPr>
          <p:cNvSpPr txBox="1"/>
          <p:nvPr/>
        </p:nvSpPr>
        <p:spPr>
          <a:xfrm>
            <a:off x="196417" y="53742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ф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CD2242-EAC4-FD55-E041-94C694850787}"/>
              </a:ext>
            </a:extLst>
          </p:cNvPr>
          <p:cNvSpPr txBox="1"/>
          <p:nvPr/>
        </p:nvSpPr>
        <p:spPr>
          <a:xfrm>
            <a:off x="2688161" y="5374251"/>
            <a:ext cx="255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0F574E-8219-9592-0BF0-8AD742200D42}"/>
              </a:ext>
            </a:extLst>
          </p:cNvPr>
          <p:cNvSpPr txBox="1"/>
          <p:nvPr/>
        </p:nvSpPr>
        <p:spPr>
          <a:xfrm>
            <a:off x="5155058" y="537425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ц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E7FDAD-949E-8226-E55E-8CF89E5A5CB7}"/>
              </a:ext>
            </a:extLst>
          </p:cNvPr>
          <p:cNvSpPr txBox="1"/>
          <p:nvPr/>
        </p:nvSpPr>
        <p:spPr>
          <a:xfrm>
            <a:off x="7635581" y="5374251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ч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8EC108-D4E2-5FF3-73DF-E1236538875A}"/>
              </a:ext>
            </a:extLst>
          </p:cNvPr>
          <p:cNvSpPr txBox="1"/>
          <p:nvPr/>
        </p:nvSpPr>
        <p:spPr>
          <a:xfrm>
            <a:off x="44726" y="6293520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щ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B08735-E94D-896C-1CD6-FDB9820B33C2}"/>
              </a:ext>
            </a:extLst>
          </p:cNvPr>
          <p:cNvSpPr txBox="1"/>
          <p:nvPr/>
        </p:nvSpPr>
        <p:spPr>
          <a:xfrm>
            <a:off x="2540253" y="6293520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ы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1D6EFE-9376-FB52-C7BD-1DFA766DBB8D}"/>
              </a:ext>
            </a:extLst>
          </p:cNvPr>
          <p:cNvSpPr txBox="1"/>
          <p:nvPr/>
        </p:nvSpPr>
        <p:spPr>
          <a:xfrm>
            <a:off x="4899525" y="629352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э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48BCA6-AE10-2B04-4ACF-157FE067BE0A}"/>
              </a:ext>
            </a:extLst>
          </p:cNvPr>
          <p:cNvSpPr txBox="1"/>
          <p:nvPr/>
        </p:nvSpPr>
        <p:spPr>
          <a:xfrm>
            <a:off x="7377419" y="6293520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ю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62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2244-CD24-824B-7BA5-4FEE04EE6C77}"/>
              </a:ext>
            </a:extLst>
          </p:cNvPr>
          <p:cNvSpPr txBox="1"/>
          <p:nvPr/>
        </p:nvSpPr>
        <p:spPr>
          <a:xfrm>
            <a:off x="1653447" y="82533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Бөлчөктөр бөлүнүүчү катары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3E1-50F8-AE70-8679-DDE5CDFD9D89}"/>
              </a:ext>
            </a:extLst>
          </p:cNvPr>
          <p:cNvSpPr txBox="1"/>
          <p:nvPr/>
        </p:nvSpPr>
        <p:spPr>
          <a:xfrm>
            <a:off x="4338537" y="5589"/>
            <a:ext cx="4234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бөлчөктү жөнөкөйлөтүлгөн бөлчөк </a:t>
            </a:r>
          </a:p>
          <a:p>
            <a:pPr algn="ctr"/>
            <a:r>
              <a:rPr lang="ky-KG" sz="1200" dirty="0"/>
              <a:t>(туура же туура эмес) жана ондук сан катары жазып чыккыла.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/>
              <p:nvPr/>
            </p:nvSpPr>
            <p:spPr>
              <a:xfrm>
                <a:off x="2410140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0" y="607457"/>
                <a:ext cx="548034" cy="4392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702EA49-A36A-0EC8-5D91-4121ACE7C85C}"/>
              </a:ext>
            </a:extLst>
          </p:cNvPr>
          <p:cNvSpPr txBox="1"/>
          <p:nvPr/>
        </p:nvSpPr>
        <p:spPr>
          <a:xfrm>
            <a:off x="2123029" y="68856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/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2F6414B-7DD3-49DE-C5C5-42732BD49DAE}"/>
              </a:ext>
            </a:extLst>
          </p:cNvPr>
          <p:cNvSpPr txBox="1"/>
          <p:nvPr/>
        </p:nvSpPr>
        <p:spPr>
          <a:xfrm>
            <a:off x="272837" y="68856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37F0B-B548-CBBE-DB4C-A7EE2B4FD3BC}"/>
              </a:ext>
            </a:extLst>
          </p:cNvPr>
          <p:cNvSpPr txBox="1"/>
          <p:nvPr/>
        </p:nvSpPr>
        <p:spPr>
          <a:xfrm>
            <a:off x="1009568" y="16888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6 ÷ 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0EE6CC-A6BE-6105-9DA2-FA1F7C478F8F}"/>
              </a:ext>
            </a:extLst>
          </p:cNvPr>
          <p:cNvSpPr/>
          <p:nvPr/>
        </p:nvSpPr>
        <p:spPr>
          <a:xfrm flipH="1" flipV="1">
            <a:off x="719931" y="314402"/>
            <a:ext cx="292100" cy="275145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2446" h="743919">
                <a:moveTo>
                  <a:pt x="0" y="743029"/>
                </a:moveTo>
                <a:cubicBezTo>
                  <a:pt x="289647" y="761894"/>
                  <a:pt x="366044" y="479531"/>
                  <a:pt x="442446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CB151-A163-FC16-0590-AED90020CDB5}"/>
              </a:ext>
            </a:extLst>
          </p:cNvPr>
          <p:cNvSpPr/>
          <p:nvPr/>
        </p:nvSpPr>
        <p:spPr>
          <a:xfrm flipV="1">
            <a:off x="1509712" y="371553"/>
            <a:ext cx="73030" cy="316703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  <a:gd name="connsiteX0" fmla="*/ 0 w 118778"/>
              <a:gd name="connsiteY0" fmla="*/ 781368 h 782157"/>
              <a:gd name="connsiteX1" fmla="*/ 25043 w 118778"/>
              <a:gd name="connsiteY1" fmla="*/ 0 h 782157"/>
              <a:gd name="connsiteX0" fmla="*/ 0 w 217764"/>
              <a:gd name="connsiteY0" fmla="*/ 781368 h 782014"/>
              <a:gd name="connsiteX1" fmla="*/ 25043 w 217764"/>
              <a:gd name="connsiteY1" fmla="*/ 0 h 782014"/>
              <a:gd name="connsiteX0" fmla="*/ 0 w 222088"/>
              <a:gd name="connsiteY0" fmla="*/ 759460 h 760141"/>
              <a:gd name="connsiteX1" fmla="*/ 33390 w 222088"/>
              <a:gd name="connsiteY1" fmla="*/ 0 h 760141"/>
              <a:gd name="connsiteX0" fmla="*/ 0 w 225129"/>
              <a:gd name="connsiteY0" fmla="*/ 759460 h 759460"/>
              <a:gd name="connsiteX1" fmla="*/ 33390 w 225129"/>
              <a:gd name="connsiteY1" fmla="*/ 0 h 759460"/>
              <a:gd name="connsiteX0" fmla="*/ 0 w 220854"/>
              <a:gd name="connsiteY0" fmla="*/ 715645 h 715645"/>
              <a:gd name="connsiteX1" fmla="*/ 25043 w 220854"/>
              <a:gd name="connsiteY1" fmla="*/ 0 h 715645"/>
              <a:gd name="connsiteX0" fmla="*/ 0 w 222409"/>
              <a:gd name="connsiteY0" fmla="*/ 715645 h 715645"/>
              <a:gd name="connsiteX1" fmla="*/ 25043 w 222409"/>
              <a:gd name="connsiteY1" fmla="*/ 0 h 715645"/>
              <a:gd name="connsiteX0" fmla="*/ 0 w 315597"/>
              <a:gd name="connsiteY0" fmla="*/ 748505 h 748505"/>
              <a:gd name="connsiteX1" fmla="*/ 179481 w 315597"/>
              <a:gd name="connsiteY1" fmla="*/ 0 h 748505"/>
              <a:gd name="connsiteX0" fmla="*/ 0 w 277023"/>
              <a:gd name="connsiteY0" fmla="*/ 748505 h 748505"/>
              <a:gd name="connsiteX1" fmla="*/ 179481 w 277023"/>
              <a:gd name="connsiteY1" fmla="*/ 0 h 748505"/>
              <a:gd name="connsiteX0" fmla="*/ 21354 w 193460"/>
              <a:gd name="connsiteY0" fmla="*/ 718764 h 718764"/>
              <a:gd name="connsiteX1" fmla="*/ 0 w 193460"/>
              <a:gd name="connsiteY1" fmla="*/ 0 h 718764"/>
              <a:gd name="connsiteX0" fmla="*/ 189619 w 314032"/>
              <a:gd name="connsiteY0" fmla="*/ 584925 h 584925"/>
              <a:gd name="connsiteX1" fmla="*/ 0 w 314032"/>
              <a:gd name="connsiteY1" fmla="*/ 0 h 584925"/>
              <a:gd name="connsiteX0" fmla="*/ 189619 w 268789"/>
              <a:gd name="connsiteY0" fmla="*/ 584925 h 584925"/>
              <a:gd name="connsiteX1" fmla="*/ 0 w 268789"/>
              <a:gd name="connsiteY1" fmla="*/ 0 h 584925"/>
              <a:gd name="connsiteX0" fmla="*/ 189619 w 285969"/>
              <a:gd name="connsiteY0" fmla="*/ 584925 h 584925"/>
              <a:gd name="connsiteX1" fmla="*/ 0 w 285969"/>
              <a:gd name="connsiteY1" fmla="*/ 0 h 584925"/>
              <a:gd name="connsiteX0" fmla="*/ 58198 w 200715"/>
              <a:gd name="connsiteY0" fmla="*/ 580426 h 580426"/>
              <a:gd name="connsiteX1" fmla="*/ 0 w 200715"/>
              <a:gd name="connsiteY1" fmla="*/ 0 h 580426"/>
              <a:gd name="connsiteX0" fmla="*/ 58198 w 174471"/>
              <a:gd name="connsiteY0" fmla="*/ 580426 h 580426"/>
              <a:gd name="connsiteX1" fmla="*/ 0 w 174471"/>
              <a:gd name="connsiteY1" fmla="*/ 0 h 580426"/>
              <a:gd name="connsiteX0" fmla="*/ 28994 w 160935"/>
              <a:gd name="connsiteY0" fmla="*/ 598424 h 598424"/>
              <a:gd name="connsiteX1" fmla="*/ 0 w 160935"/>
              <a:gd name="connsiteY1" fmla="*/ 0 h 598424"/>
              <a:gd name="connsiteX0" fmla="*/ 28994 w 149282"/>
              <a:gd name="connsiteY0" fmla="*/ 598424 h 598424"/>
              <a:gd name="connsiteX1" fmla="*/ 0 w 149282"/>
              <a:gd name="connsiteY1" fmla="*/ 0 h 5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282" h="598424">
                <a:moveTo>
                  <a:pt x="28994" y="598424"/>
                </a:moveTo>
                <a:cubicBezTo>
                  <a:pt x="159884" y="473899"/>
                  <a:pt x="227506" y="307799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/>
              <p:nvPr/>
            </p:nvSpPr>
            <p:spPr>
              <a:xfrm>
                <a:off x="4762815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15" y="607457"/>
                <a:ext cx="548034" cy="4392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639C2E-C8BC-AC08-250C-4951CAED02D9}"/>
              </a:ext>
            </a:extLst>
          </p:cNvPr>
          <p:cNvSpPr txBox="1"/>
          <p:nvPr/>
        </p:nvSpPr>
        <p:spPr>
          <a:xfrm>
            <a:off x="4478910" y="688569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/>
              <p:nvPr/>
            </p:nvSpPr>
            <p:spPr>
              <a:xfrm>
                <a:off x="6709205" y="607457"/>
                <a:ext cx="548034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05" y="607457"/>
                <a:ext cx="548034" cy="4385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6B00E9F-1503-4F7D-B285-BD9B27D17C76}"/>
              </a:ext>
            </a:extLst>
          </p:cNvPr>
          <p:cNvSpPr txBox="1"/>
          <p:nvPr/>
        </p:nvSpPr>
        <p:spPr>
          <a:xfrm>
            <a:off x="6435720" y="688569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/>
              <p:nvPr/>
            </p:nvSpPr>
            <p:spPr>
              <a:xfrm>
                <a:off x="8471503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3" y="607457"/>
                <a:ext cx="548034" cy="4392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51CC06F-E3E7-F818-69AF-8DF30FAE2BF3}"/>
              </a:ext>
            </a:extLst>
          </p:cNvPr>
          <p:cNvSpPr txBox="1"/>
          <p:nvPr/>
        </p:nvSpPr>
        <p:spPr>
          <a:xfrm>
            <a:off x="8180384" y="68856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/>
              <p:nvPr/>
            </p:nvSpPr>
            <p:spPr>
              <a:xfrm>
                <a:off x="4369457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57" y="1541272"/>
                <a:ext cx="548035" cy="4392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41824812-937F-97E3-713E-FA233D7D6944}"/>
              </a:ext>
            </a:extLst>
          </p:cNvPr>
          <p:cNvSpPr txBox="1"/>
          <p:nvPr/>
        </p:nvSpPr>
        <p:spPr>
          <a:xfrm>
            <a:off x="4090361" y="162238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/>
              <p:nvPr/>
            </p:nvSpPr>
            <p:spPr>
              <a:xfrm>
                <a:off x="341973" y="1532468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3" y="1532468"/>
                <a:ext cx="548034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666F74FB-52D2-456F-3970-189EE47352F8}"/>
              </a:ext>
            </a:extLst>
          </p:cNvPr>
          <p:cNvSpPr txBox="1"/>
          <p:nvPr/>
        </p:nvSpPr>
        <p:spPr>
          <a:xfrm>
            <a:off x="57267" y="1613580"/>
            <a:ext cx="26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/>
              <p:nvPr/>
            </p:nvSpPr>
            <p:spPr>
              <a:xfrm>
                <a:off x="2355715" y="1532468"/>
                <a:ext cx="548034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5" y="1532468"/>
                <a:ext cx="548034" cy="443006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395934B7-2550-D63B-6765-FB954E8F3710}"/>
              </a:ext>
            </a:extLst>
          </p:cNvPr>
          <p:cNvSpPr txBox="1"/>
          <p:nvPr/>
        </p:nvSpPr>
        <p:spPr>
          <a:xfrm>
            <a:off x="2052574" y="1613580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/>
              <p:nvPr/>
            </p:nvSpPr>
            <p:spPr>
              <a:xfrm>
                <a:off x="6468158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58" y="1541272"/>
                <a:ext cx="548035" cy="439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D8837E5B-01B9-E5CD-4A05-CF2B38965B00}"/>
              </a:ext>
            </a:extLst>
          </p:cNvPr>
          <p:cNvSpPr txBox="1"/>
          <p:nvPr/>
        </p:nvSpPr>
        <p:spPr>
          <a:xfrm>
            <a:off x="6179444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/>
              <p:nvPr/>
            </p:nvSpPr>
            <p:spPr>
              <a:xfrm>
                <a:off x="8566861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861" y="1541272"/>
                <a:ext cx="548035" cy="4392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DC6A6A7-E0ED-ADE7-08D2-095775339AA5}"/>
              </a:ext>
            </a:extLst>
          </p:cNvPr>
          <p:cNvSpPr txBox="1"/>
          <p:nvPr/>
        </p:nvSpPr>
        <p:spPr>
          <a:xfrm>
            <a:off x="8284496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/>
              <p:nvPr/>
            </p:nvSpPr>
            <p:spPr>
              <a:xfrm>
                <a:off x="322087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7" y="2481523"/>
                <a:ext cx="632994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1059941-0BF2-5BDF-9D6D-ADB581B5E1C5}"/>
              </a:ext>
            </a:extLst>
          </p:cNvPr>
          <p:cNvSpPr txBox="1"/>
          <p:nvPr/>
        </p:nvSpPr>
        <p:spPr>
          <a:xfrm>
            <a:off x="38182" y="2562635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/>
              <p:nvPr/>
            </p:nvSpPr>
            <p:spPr>
              <a:xfrm>
                <a:off x="2326385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85" y="2481523"/>
                <a:ext cx="632994" cy="439223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494CD6-17F0-0D5D-DEA1-8E646BCB427C}"/>
              </a:ext>
            </a:extLst>
          </p:cNvPr>
          <p:cNvSpPr txBox="1"/>
          <p:nvPr/>
        </p:nvSpPr>
        <p:spPr>
          <a:xfrm>
            <a:off x="2040076" y="256263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/>
              <p:nvPr/>
            </p:nvSpPr>
            <p:spPr>
              <a:xfrm>
                <a:off x="6334981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981" y="2481523"/>
                <a:ext cx="632994" cy="439223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C27ADD52-B0E5-6004-CD53-ADA168E87191}"/>
              </a:ext>
            </a:extLst>
          </p:cNvPr>
          <p:cNvSpPr txBox="1"/>
          <p:nvPr/>
        </p:nvSpPr>
        <p:spPr>
          <a:xfrm>
            <a:off x="6047068" y="2562635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/>
              <p:nvPr/>
            </p:nvSpPr>
            <p:spPr>
              <a:xfrm>
                <a:off x="4330683" y="2466283"/>
                <a:ext cx="632994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683" y="2466283"/>
                <a:ext cx="632994" cy="4385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F92C378-9887-4331-DC0D-4DEAEBEB0B02}"/>
              </a:ext>
            </a:extLst>
          </p:cNvPr>
          <p:cNvSpPr txBox="1"/>
          <p:nvPr/>
        </p:nvSpPr>
        <p:spPr>
          <a:xfrm>
            <a:off x="4029947" y="2547395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/>
              <p:nvPr/>
            </p:nvSpPr>
            <p:spPr>
              <a:xfrm>
                <a:off x="8339280" y="2481523"/>
                <a:ext cx="632994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280" y="2481523"/>
                <a:ext cx="632994" cy="443006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5EAF5ECA-997F-C346-3508-B4B7DE087829}"/>
              </a:ext>
            </a:extLst>
          </p:cNvPr>
          <p:cNvSpPr txBox="1"/>
          <p:nvPr/>
        </p:nvSpPr>
        <p:spPr>
          <a:xfrm>
            <a:off x="8048963" y="256263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ң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/>
              <p:nvPr/>
            </p:nvSpPr>
            <p:spPr>
              <a:xfrm>
                <a:off x="827865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65" y="3410317"/>
                <a:ext cx="632994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54950692-6B42-9FE8-109B-66CA0BC4B7AE}"/>
              </a:ext>
            </a:extLst>
          </p:cNvPr>
          <p:cNvSpPr txBox="1"/>
          <p:nvPr/>
        </p:nvSpPr>
        <p:spPr>
          <a:xfrm>
            <a:off x="539953" y="3491429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/>
              <p:nvPr/>
            </p:nvSpPr>
            <p:spPr>
              <a:xfrm>
                <a:off x="3185038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8" y="3410317"/>
                <a:ext cx="632994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083B991-6F19-60D4-0711-A72D91B97CC4}"/>
              </a:ext>
            </a:extLst>
          </p:cNvPr>
          <p:cNvSpPr txBox="1"/>
          <p:nvPr/>
        </p:nvSpPr>
        <p:spPr>
          <a:xfrm>
            <a:off x="2897125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ө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/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262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8C9A2846-4742-8A25-58EC-4B7B86361E00}"/>
              </a:ext>
            </a:extLst>
          </p:cNvPr>
          <p:cNvSpPr txBox="1"/>
          <p:nvPr/>
        </p:nvSpPr>
        <p:spPr>
          <a:xfrm>
            <a:off x="5255101" y="349142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/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blipFill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EF4C80FF-37A6-3E61-494C-1313BFBF4059}"/>
              </a:ext>
            </a:extLst>
          </p:cNvPr>
          <p:cNvSpPr txBox="1"/>
          <p:nvPr/>
        </p:nvSpPr>
        <p:spPr>
          <a:xfrm>
            <a:off x="7696430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р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/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36534FF6-08E5-2C51-0D2A-84239462128D}"/>
              </a:ext>
            </a:extLst>
          </p:cNvPr>
          <p:cNvSpPr txBox="1"/>
          <p:nvPr/>
        </p:nvSpPr>
        <p:spPr>
          <a:xfrm>
            <a:off x="170214" y="4420223"/>
            <a:ext cx="24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с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/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5209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blipFill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47B1068C-FC39-E930-C58E-8968C196F738}"/>
              </a:ext>
            </a:extLst>
          </p:cNvPr>
          <p:cNvSpPr txBox="1"/>
          <p:nvPr/>
        </p:nvSpPr>
        <p:spPr>
          <a:xfrm>
            <a:off x="2310725" y="4420223"/>
            <a:ext cx="243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т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/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C23BBC15-6794-B55E-DAEA-724AB16A4686}"/>
              </a:ext>
            </a:extLst>
          </p:cNvPr>
          <p:cNvSpPr txBox="1"/>
          <p:nvPr/>
        </p:nvSpPr>
        <p:spPr>
          <a:xfrm>
            <a:off x="4835156" y="4420223"/>
            <a:ext cx="256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у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/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FB81FCD9-C59E-DC94-9915-908164577AD8}"/>
              </a:ext>
            </a:extLst>
          </p:cNvPr>
          <p:cNvSpPr txBox="1"/>
          <p:nvPr/>
        </p:nvSpPr>
        <p:spPr>
          <a:xfrm>
            <a:off x="7280235" y="4420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ү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/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blipFill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6C858788-4DA5-A421-A5AC-3940A171CE64}"/>
              </a:ext>
            </a:extLst>
          </p:cNvPr>
          <p:cNvSpPr txBox="1"/>
          <p:nvPr/>
        </p:nvSpPr>
        <p:spPr>
          <a:xfrm>
            <a:off x="196417" y="53742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ф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/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blipFill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79128D21-C588-A2C7-5965-BBFF6A215A59}"/>
              </a:ext>
            </a:extLst>
          </p:cNvPr>
          <p:cNvSpPr txBox="1"/>
          <p:nvPr/>
        </p:nvSpPr>
        <p:spPr>
          <a:xfrm>
            <a:off x="2688161" y="5374251"/>
            <a:ext cx="255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/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1D72426E-E776-A41C-6688-FC000901975B}"/>
              </a:ext>
            </a:extLst>
          </p:cNvPr>
          <p:cNvSpPr txBox="1"/>
          <p:nvPr/>
        </p:nvSpPr>
        <p:spPr>
          <a:xfrm>
            <a:off x="5155058" y="537425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ц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/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20.3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blipFill>
                <a:blip r:embed="rId2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F5696650-71B5-E486-94B7-2A5D0B142AFE}"/>
              </a:ext>
            </a:extLst>
          </p:cNvPr>
          <p:cNvSpPr txBox="1"/>
          <p:nvPr/>
        </p:nvSpPr>
        <p:spPr>
          <a:xfrm>
            <a:off x="7635581" y="5374251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ч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/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blipFill>
                <a:blip r:embed="rId2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1B15AB6F-EE1A-A53D-6C48-8394D4E1DD30}"/>
              </a:ext>
            </a:extLst>
          </p:cNvPr>
          <p:cNvSpPr txBox="1"/>
          <p:nvPr/>
        </p:nvSpPr>
        <p:spPr>
          <a:xfrm>
            <a:off x="44726" y="6293520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щ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/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7070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blipFill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99A6D40B-8E26-AB24-DBC9-E2A11ED5D6B2}"/>
              </a:ext>
            </a:extLst>
          </p:cNvPr>
          <p:cNvSpPr txBox="1"/>
          <p:nvPr/>
        </p:nvSpPr>
        <p:spPr>
          <a:xfrm>
            <a:off x="2540253" y="6293520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ы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/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4068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F5BD4308-8E37-A613-CDCB-92613244A2BD}"/>
              </a:ext>
            </a:extLst>
          </p:cNvPr>
          <p:cNvSpPr txBox="1"/>
          <p:nvPr/>
        </p:nvSpPr>
        <p:spPr>
          <a:xfrm>
            <a:off x="4899525" y="629352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э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/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62.6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blipFill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D4920A6F-CF49-4C7B-FBF4-199ECF8B5398}"/>
              </a:ext>
            </a:extLst>
          </p:cNvPr>
          <p:cNvSpPr txBox="1"/>
          <p:nvPr/>
        </p:nvSpPr>
        <p:spPr>
          <a:xfrm>
            <a:off x="7377419" y="6293520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ю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16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ECCA17-D1D3-2FCB-23F3-72E88AB58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6150" y="1117532"/>
            <a:ext cx="6378164" cy="4622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93258F-4848-CE78-D879-5519F4D56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03987" y="1117532"/>
            <a:ext cx="6378164" cy="462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15852" y="0"/>
            <a:ext cx="7429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A88665-E492-69BA-54DE-9F22DD43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146" y="-1"/>
            <a:ext cx="4651777" cy="32097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4977765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8235" y="3383280"/>
            <a:ext cx="4977765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F3A08-8120-DF31-120E-752481502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1" y="-1"/>
            <a:ext cx="4698272" cy="3241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627CB5-F35F-C6EC-E7D9-A2D4BA858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76" y="3500322"/>
            <a:ext cx="4564282" cy="3149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FF3BEF-AD87-A1F2-024B-D3E48217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848" y="3474720"/>
            <a:ext cx="4681361" cy="323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9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11115</TotalTime>
  <Words>671</Words>
  <Application>Microsoft Office PowerPoint</Application>
  <PresentationFormat>A4 Paper (210x297 mm)</PresentationFormat>
  <Paragraphs>281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Cooper Black</vt:lpstr>
      <vt:lpstr>system-ui</vt:lpstr>
      <vt:lpstr>Cambria Math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573</cp:revision>
  <cp:lastPrinted>2024-08-23T07:03:43Z</cp:lastPrinted>
  <dcterms:created xsi:type="dcterms:W3CDTF">2017-01-17T16:57:04Z</dcterms:created>
  <dcterms:modified xsi:type="dcterms:W3CDTF">2024-08-24T06:20:53Z</dcterms:modified>
</cp:coreProperties>
</file>