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704" r:id="rId1"/>
    <p:sldMasterId id="2147483718" r:id="rId2"/>
  </p:sldMasterIdLst>
  <p:notesMasterIdLst>
    <p:notesMasterId r:id="rId11"/>
  </p:notesMasterIdLst>
  <p:sldIdLst>
    <p:sldId id="941" r:id="rId3"/>
    <p:sldId id="940" r:id="rId4"/>
    <p:sldId id="281" r:id="rId5"/>
    <p:sldId id="835" r:id="rId6"/>
    <p:sldId id="939" r:id="rId7"/>
    <p:sldId id="833" r:id="rId8"/>
    <p:sldId id="834" r:id="rId9"/>
    <p:sldId id="938" r:id="rId10"/>
  </p:sldIdLst>
  <p:sldSz cx="9906000" cy="6858000" type="A4"/>
  <p:notesSz cx="6669088" cy="9926638"/>
  <p:embeddedFontLst>
    <p:embeddedFont>
      <p:font typeface="Verdana" panose="020B0604030504040204" pitchFamily="34" charset="0"/>
      <p:regular r:id="rId12"/>
      <p:bold r:id="rId13"/>
      <p:italic r:id="rId14"/>
      <p:boldItalic r:id="rId15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12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3300"/>
    <a:srgbClr val="FF0066"/>
    <a:srgbClr val="00FF00"/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691" autoAdjust="0"/>
    <p:restoredTop sz="90511" autoAdjust="0"/>
  </p:normalViewPr>
  <p:slideViewPr>
    <p:cSldViewPr snapToGrid="0" showGuides="1">
      <p:cViewPr varScale="1">
        <p:scale>
          <a:sx n="63" d="100"/>
          <a:sy n="63" d="100"/>
        </p:scale>
        <p:origin x="1380" y="56"/>
      </p:cViewPr>
      <p:guideLst>
        <p:guide orient="horz" pos="2160"/>
        <p:guide pos="312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25" d="100"/>
        <a:sy n="25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font" Target="fonts/font2.fntdata"/><Relationship Id="rId18" Type="http://schemas.openxmlformats.org/officeDocument/2006/relationships/theme" Target="theme/theme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font" Target="fonts/font1.fntdata"/><Relationship Id="rId17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15" Type="http://schemas.openxmlformats.org/officeDocument/2006/relationships/font" Target="fonts/font4.fntdata"/><Relationship Id="rId10" Type="http://schemas.openxmlformats.org/officeDocument/2006/relationships/slide" Target="slides/slide8.xml"/><Relationship Id="rId19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font" Target="fonts/font3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2889938" cy="498056"/>
          </a:xfrm>
          <a:prstGeom prst="rect">
            <a:avLst/>
          </a:prstGeom>
        </p:spPr>
        <p:txBody>
          <a:bodyPr vert="horz" lIns="90589" tIns="45294" rIns="90589" bIns="45294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777607" y="0"/>
            <a:ext cx="2889938" cy="498056"/>
          </a:xfrm>
          <a:prstGeom prst="rect">
            <a:avLst/>
          </a:prstGeom>
        </p:spPr>
        <p:txBody>
          <a:bodyPr vert="horz" lIns="90589" tIns="45294" rIns="90589" bIns="45294" rtlCol="0"/>
          <a:lstStyle>
            <a:lvl1pPr algn="r">
              <a:defRPr sz="1200"/>
            </a:lvl1pPr>
          </a:lstStyle>
          <a:p>
            <a:fld id="{9C6A85EB-AF26-437E-8488-94E19A13AA79}" type="datetimeFigureOut">
              <a:rPr lang="en-GB" smtClean="0"/>
              <a:t>24/08/2024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915988" y="1241425"/>
            <a:ext cx="4837112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0589" tIns="45294" rIns="90589" bIns="45294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66909" y="4777196"/>
            <a:ext cx="5335270" cy="3908613"/>
          </a:xfrm>
          <a:prstGeom prst="rect">
            <a:avLst/>
          </a:prstGeom>
        </p:spPr>
        <p:txBody>
          <a:bodyPr vert="horz" lIns="90589" tIns="45294" rIns="90589" bIns="45294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1" y="9428586"/>
            <a:ext cx="2889938" cy="498055"/>
          </a:xfrm>
          <a:prstGeom prst="rect">
            <a:avLst/>
          </a:prstGeom>
        </p:spPr>
        <p:txBody>
          <a:bodyPr vert="horz" lIns="90589" tIns="45294" rIns="90589" bIns="45294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777607" y="9428586"/>
            <a:ext cx="2889938" cy="498055"/>
          </a:xfrm>
          <a:prstGeom prst="rect">
            <a:avLst/>
          </a:prstGeom>
        </p:spPr>
        <p:txBody>
          <a:bodyPr vert="horz" lIns="90589" tIns="45294" rIns="90589" bIns="45294" rtlCol="0" anchor="b"/>
          <a:lstStyle>
            <a:lvl1pPr algn="r">
              <a:defRPr sz="1200"/>
            </a:lvl1pPr>
          </a:lstStyle>
          <a:p>
            <a:fld id="{DD4EDCD2-601A-461C-9AB5-639C33E3F98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94927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Puzzle pieces </a:t>
            </a:r>
            <a:r>
              <a:rPr lang="en-GB"/>
              <a:t>to print.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4EDCD2-601A-461C-9AB5-639C33E3F986}" type="slidenum">
              <a:rPr lang="en-GB" smtClean="0"/>
              <a:t>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931709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8/24/2024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91471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8/24/2024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29953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8/24/2024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48310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8/24/2024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98940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8/24/2024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10504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8/24/2024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67655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8/24/2024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67749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8/24/2024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56809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8/24/2024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62159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8/24/2024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80174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8/24/2024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514273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7398827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55F08A-1E71-4B2B-BB49-E743F2903911}" type="datetime1">
              <a:rPr lang="en-US" smtClean="0"/>
              <a:t>8/24/2024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855761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293F4D-D01F-93A3-9EB0-D06BC57F790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38250" y="1122363"/>
            <a:ext cx="7429500" cy="2387600"/>
          </a:xfrm>
        </p:spPr>
        <p:txBody>
          <a:bodyPr anchor="b"/>
          <a:lstStyle>
            <a:lvl1pPr algn="ctr">
              <a:defRPr sz="4875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D812B11-7E4E-839A-04E0-02C24D95503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1950"/>
            </a:lvl1pPr>
            <a:lvl2pPr marL="371475" indent="0" algn="ctr">
              <a:buNone/>
              <a:defRPr sz="1625"/>
            </a:lvl2pPr>
            <a:lvl3pPr marL="742950" indent="0" algn="ctr">
              <a:buNone/>
              <a:defRPr sz="1463"/>
            </a:lvl3pPr>
            <a:lvl4pPr marL="1114425" indent="0" algn="ctr">
              <a:buNone/>
              <a:defRPr sz="1300"/>
            </a:lvl4pPr>
            <a:lvl5pPr marL="1485900" indent="0" algn="ctr">
              <a:buNone/>
              <a:defRPr sz="1300"/>
            </a:lvl5pPr>
            <a:lvl6pPr marL="1857375" indent="0" algn="ctr">
              <a:buNone/>
              <a:defRPr sz="1300"/>
            </a:lvl6pPr>
            <a:lvl7pPr marL="2228850" indent="0" algn="ctr">
              <a:buNone/>
              <a:defRPr sz="1300"/>
            </a:lvl7pPr>
            <a:lvl8pPr marL="2600325" indent="0" algn="ctr">
              <a:buNone/>
              <a:defRPr sz="1300"/>
            </a:lvl8pPr>
            <a:lvl9pPr marL="2971800" indent="0" algn="ctr">
              <a:buNone/>
              <a:defRPr sz="13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ABD867-CBFE-B60E-94FE-5E77AFA187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A6662E-FAF4-44BC-88B5-85A7CBFB6D30}" type="datetime1">
              <a:rPr lang="en-US" smtClean="0"/>
              <a:pPr/>
              <a:t>8/24/2024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F92923-5691-201D-9863-7C30507532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chemeClr val="tx1">
                  <a:alpha val="60000"/>
                </a:schemeClr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37E006-83CA-71CA-8D81-D81C549A4A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574957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0B602F-6E81-0690-42B3-F319961306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3CCCDD-EFAD-983F-26E9-4DF01E94A6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6BEF54-E3A6-3438-FB70-CA9F728400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E0CF6C-748E-4B7A-BC8B-3011EF78ED13}" type="datetime1">
              <a:rPr lang="en-US" smtClean="0"/>
              <a:pPr/>
              <a:t>8/24/2024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DC804C-59EB-58AD-19D6-DD91BE1A2D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schemeClr val="tx1">
                  <a:alpha val="60000"/>
                </a:schemeClr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2E3ABE-C108-D63B-0C80-FF56F17F34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21586622"/>
      </p:ext>
    </p:ext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3461F2-375D-397C-903D-1C9A6DC949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879" y="1709741"/>
            <a:ext cx="8543925" cy="2852737"/>
          </a:xfrm>
        </p:spPr>
        <p:txBody>
          <a:bodyPr anchor="b"/>
          <a:lstStyle>
            <a:lvl1pPr>
              <a:defRPr sz="4875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755F7C1-DA44-F885-7F76-6AEF872F4E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75879" y="4589466"/>
            <a:ext cx="8543925" cy="1500187"/>
          </a:xfrm>
        </p:spPr>
        <p:txBody>
          <a:bodyPr/>
          <a:lstStyle>
            <a:lvl1pPr marL="0" indent="0">
              <a:buNone/>
              <a:defRPr sz="1950">
                <a:solidFill>
                  <a:schemeClr val="tx1">
                    <a:tint val="75000"/>
                  </a:schemeClr>
                </a:solidFill>
              </a:defRPr>
            </a:lvl1pPr>
            <a:lvl2pPr marL="371475" indent="0">
              <a:buNone/>
              <a:defRPr sz="1625">
                <a:solidFill>
                  <a:schemeClr val="tx1">
                    <a:tint val="75000"/>
                  </a:schemeClr>
                </a:solidFill>
              </a:defRPr>
            </a:lvl2pPr>
            <a:lvl3pPr marL="742950" indent="0">
              <a:buNone/>
              <a:defRPr sz="1463">
                <a:solidFill>
                  <a:schemeClr val="tx1">
                    <a:tint val="75000"/>
                  </a:schemeClr>
                </a:solidFill>
              </a:defRPr>
            </a:lvl3pPr>
            <a:lvl4pPr marL="1114425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4pPr>
            <a:lvl5pPr marL="1485900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5pPr>
            <a:lvl6pPr marL="1857375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6pPr>
            <a:lvl7pPr marL="2228850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7pPr>
            <a:lvl8pPr marL="2600325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8pPr>
            <a:lvl9pPr marL="2971800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8A5E7A-3C4E-B0FF-6048-2428F13D7E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E0CF6C-748E-4B7A-BC8B-3011EF78ED13}" type="datetime1">
              <a:rPr lang="en-US" smtClean="0"/>
              <a:pPr/>
              <a:t>8/24/2024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4EF43D-AA59-6F72-6E99-24BACA4DB0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schemeClr val="tx1">
                  <a:alpha val="60000"/>
                </a:schemeClr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20488E-9575-AA10-6650-5EFF64A311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55743583"/>
      </p:ext>
    </p:extLst>
  </p:cSld>
  <p:clrMapOvr>
    <a:masterClrMapping/>
  </p:clrMapOvr>
  <p:hf sldNum="0"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24C236-4D6A-F50F-F96A-0B33FAF755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9B67EB-5934-4033-C48B-523183C75E6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970EE30-BC22-BA32-5555-2D92711BBE0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B7A8EA1-F6CD-6BFF-8918-10BD9D7CB1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1DA2F-80B8-49CF-99FB-5ABCA53A607A}" type="datetime1">
              <a:rPr lang="en-US" smtClean="0"/>
              <a:t>8/24/2024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3A52A51-170D-0A97-76E8-C96E6E36F4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44E1132-9890-0200-7169-348F438F01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905640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B23700-5056-34AA-A2B1-5A0B192AE8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2328" y="365128"/>
            <a:ext cx="8543925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7BE887B-58EA-8D7A-9294-12B7F549D8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1950" b="1"/>
            </a:lvl1pPr>
            <a:lvl2pPr marL="371475" indent="0">
              <a:buNone/>
              <a:defRPr sz="1625" b="1"/>
            </a:lvl2pPr>
            <a:lvl3pPr marL="742950" indent="0">
              <a:buNone/>
              <a:defRPr sz="1463" b="1"/>
            </a:lvl3pPr>
            <a:lvl4pPr marL="1114425" indent="0">
              <a:buNone/>
              <a:defRPr sz="1300" b="1"/>
            </a:lvl4pPr>
            <a:lvl5pPr marL="1485900" indent="0">
              <a:buNone/>
              <a:defRPr sz="1300" b="1"/>
            </a:lvl5pPr>
            <a:lvl6pPr marL="1857375" indent="0">
              <a:buNone/>
              <a:defRPr sz="1300" b="1"/>
            </a:lvl6pPr>
            <a:lvl7pPr marL="2228850" indent="0">
              <a:buNone/>
              <a:defRPr sz="1300" b="1"/>
            </a:lvl7pPr>
            <a:lvl8pPr marL="2600325" indent="0">
              <a:buNone/>
              <a:defRPr sz="1300" b="1"/>
            </a:lvl8pPr>
            <a:lvl9pPr marL="2971800" indent="0">
              <a:buNone/>
              <a:defRPr sz="13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92AF15E-9662-63E9-7EFD-AAF9E53714C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4A126DF-2F27-AAE9-509B-33B91D26E72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1950" b="1"/>
            </a:lvl1pPr>
            <a:lvl2pPr marL="371475" indent="0">
              <a:buNone/>
              <a:defRPr sz="1625" b="1"/>
            </a:lvl2pPr>
            <a:lvl3pPr marL="742950" indent="0">
              <a:buNone/>
              <a:defRPr sz="1463" b="1"/>
            </a:lvl3pPr>
            <a:lvl4pPr marL="1114425" indent="0">
              <a:buNone/>
              <a:defRPr sz="1300" b="1"/>
            </a:lvl4pPr>
            <a:lvl5pPr marL="1485900" indent="0">
              <a:buNone/>
              <a:defRPr sz="1300" b="1"/>
            </a:lvl5pPr>
            <a:lvl6pPr marL="1857375" indent="0">
              <a:buNone/>
              <a:defRPr sz="1300" b="1"/>
            </a:lvl6pPr>
            <a:lvl7pPr marL="2228850" indent="0">
              <a:buNone/>
              <a:defRPr sz="1300" b="1"/>
            </a:lvl7pPr>
            <a:lvl8pPr marL="2600325" indent="0">
              <a:buNone/>
              <a:defRPr sz="1300" b="1"/>
            </a:lvl8pPr>
            <a:lvl9pPr marL="2971800" indent="0">
              <a:buNone/>
              <a:defRPr sz="13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0A3A8AA-F2AC-1915-04A9-63EC756842D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0AD720E-DDCF-A042-525A-A95B33AF83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852172-E6C9-4B6C-929A-A9DE3837BBF1}" type="datetime1">
              <a:rPr lang="en-US" smtClean="0"/>
              <a:t>8/24/2024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1CC3DD1-3866-8861-C983-17EB374372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9F36F28-5B8B-A0E8-06F7-3F5B93025A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05592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66B005-13E9-BCAA-22F3-54833121B4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B7409B5-5904-AB68-A3D2-EEE55612CD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B41CFF-90C9-47B3-9DA1-F2BF8D839F7E}" type="datetime1">
              <a:rPr lang="en-US" smtClean="0"/>
              <a:t>8/24/2024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E65F024-0351-150D-CE65-CA2A74137C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06FD2D2-622D-EAB7-F9F1-A6687F2A6D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300803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85E6D05-C3FE-5D83-ABAE-5EA740EFAC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6048FA-06AB-4884-A69B-986B96E68A24}" type="datetime1">
              <a:rPr lang="en-US" smtClean="0"/>
              <a:t>8/24/2024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248A5EF-28C1-DD13-2869-594EA5A3D2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D7AFC8-9655-DD74-E767-245E9A7B17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475197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63982C-0085-BA19-333E-A713270422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2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201765-BF41-54B2-CCAB-9A893B528A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11340" y="987428"/>
            <a:ext cx="5014913" cy="4873625"/>
          </a:xfrm>
        </p:spPr>
        <p:txBody>
          <a:bodyPr/>
          <a:lstStyle>
            <a:lvl1pPr>
              <a:defRPr sz="2600"/>
            </a:lvl1pPr>
            <a:lvl2pPr>
              <a:defRPr sz="2275"/>
            </a:lvl2pPr>
            <a:lvl3pPr>
              <a:defRPr sz="1950"/>
            </a:lvl3pPr>
            <a:lvl4pPr>
              <a:defRPr sz="1625"/>
            </a:lvl4pPr>
            <a:lvl5pPr>
              <a:defRPr sz="1625"/>
            </a:lvl5pPr>
            <a:lvl6pPr>
              <a:defRPr sz="1625"/>
            </a:lvl6pPr>
            <a:lvl7pPr>
              <a:defRPr sz="1625"/>
            </a:lvl7pPr>
            <a:lvl8pPr>
              <a:defRPr sz="1625"/>
            </a:lvl8pPr>
            <a:lvl9pPr>
              <a:defRPr sz="162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94472CA-71AC-D0BD-DA67-C0026E7E70C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300"/>
            </a:lvl1pPr>
            <a:lvl2pPr marL="371475" indent="0">
              <a:buNone/>
              <a:defRPr sz="1138"/>
            </a:lvl2pPr>
            <a:lvl3pPr marL="742950" indent="0">
              <a:buNone/>
              <a:defRPr sz="975"/>
            </a:lvl3pPr>
            <a:lvl4pPr marL="1114425" indent="0">
              <a:buNone/>
              <a:defRPr sz="813"/>
            </a:lvl4pPr>
            <a:lvl5pPr marL="1485900" indent="0">
              <a:buNone/>
              <a:defRPr sz="813"/>
            </a:lvl5pPr>
            <a:lvl6pPr marL="1857375" indent="0">
              <a:buNone/>
              <a:defRPr sz="813"/>
            </a:lvl6pPr>
            <a:lvl7pPr marL="2228850" indent="0">
              <a:buNone/>
              <a:defRPr sz="813"/>
            </a:lvl7pPr>
            <a:lvl8pPr marL="2600325" indent="0">
              <a:buNone/>
              <a:defRPr sz="813"/>
            </a:lvl8pPr>
            <a:lvl9pPr marL="2971800" indent="0">
              <a:buNone/>
              <a:defRPr sz="81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E2DE5CC-1DCA-74E9-1894-D78E49D297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DB7ABA-0172-4F9C-889D-567164F66BCD}" type="datetime1">
              <a:rPr lang="en-US" smtClean="0"/>
              <a:t>8/24/2024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FBBF998-C4E1-7D1D-7798-8E64EF3552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DD4DEEC-F443-F9CC-3C71-43B43309D0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479032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8275CA-C16C-F543-5FBE-94BA8E7485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2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505EFBD-08DC-FEC5-DB7F-889F30898BB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211340" y="987428"/>
            <a:ext cx="5014913" cy="4873625"/>
          </a:xfrm>
        </p:spPr>
        <p:txBody>
          <a:bodyPr/>
          <a:lstStyle>
            <a:lvl1pPr marL="0" indent="0">
              <a:buNone/>
              <a:defRPr sz="2600"/>
            </a:lvl1pPr>
            <a:lvl2pPr marL="371475" indent="0">
              <a:buNone/>
              <a:defRPr sz="2275"/>
            </a:lvl2pPr>
            <a:lvl3pPr marL="742950" indent="0">
              <a:buNone/>
              <a:defRPr sz="1950"/>
            </a:lvl3pPr>
            <a:lvl4pPr marL="1114425" indent="0">
              <a:buNone/>
              <a:defRPr sz="1625"/>
            </a:lvl4pPr>
            <a:lvl5pPr marL="1485900" indent="0">
              <a:buNone/>
              <a:defRPr sz="1625"/>
            </a:lvl5pPr>
            <a:lvl6pPr marL="1857375" indent="0">
              <a:buNone/>
              <a:defRPr sz="1625"/>
            </a:lvl6pPr>
            <a:lvl7pPr marL="2228850" indent="0">
              <a:buNone/>
              <a:defRPr sz="1625"/>
            </a:lvl7pPr>
            <a:lvl8pPr marL="2600325" indent="0">
              <a:buNone/>
              <a:defRPr sz="1625"/>
            </a:lvl8pPr>
            <a:lvl9pPr marL="2971800" indent="0">
              <a:buNone/>
              <a:defRPr sz="1625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255E3FE-8205-A0D3-E364-AE2329A9A7A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300"/>
            </a:lvl1pPr>
            <a:lvl2pPr marL="371475" indent="0">
              <a:buNone/>
              <a:defRPr sz="1138"/>
            </a:lvl2pPr>
            <a:lvl3pPr marL="742950" indent="0">
              <a:buNone/>
              <a:defRPr sz="975"/>
            </a:lvl3pPr>
            <a:lvl4pPr marL="1114425" indent="0">
              <a:buNone/>
              <a:defRPr sz="813"/>
            </a:lvl4pPr>
            <a:lvl5pPr marL="1485900" indent="0">
              <a:buNone/>
              <a:defRPr sz="813"/>
            </a:lvl5pPr>
            <a:lvl6pPr marL="1857375" indent="0">
              <a:buNone/>
              <a:defRPr sz="813"/>
            </a:lvl6pPr>
            <a:lvl7pPr marL="2228850" indent="0">
              <a:buNone/>
              <a:defRPr sz="813"/>
            </a:lvl7pPr>
            <a:lvl8pPr marL="2600325" indent="0">
              <a:buNone/>
              <a:defRPr sz="813"/>
            </a:lvl8pPr>
            <a:lvl9pPr marL="2971800" indent="0">
              <a:buNone/>
              <a:defRPr sz="81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3973538-62E9-2462-AC52-41FA61FD5E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AC6A5B-8AE7-4A41-B5A7-9ADC6686DC18}" type="datetime1">
              <a:rPr lang="en-US" smtClean="0"/>
              <a:t>8/24/2024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ED01BD5-559A-AC1D-5F9F-FFE05E5E7A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C7CE6E5-78E7-6241-E001-F0C758D0CC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2171331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613D88-2BF6-614B-3079-2C6D332154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1328EC6-2893-E93C-61E9-FBB8B8BEFF1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F8F509-5F7D-165D-0064-2BDE7D928B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559632-1575-4E14-B53B-3DC3D5ED3947}" type="datetime1">
              <a:rPr lang="en-US" smtClean="0"/>
              <a:t>8/24/2024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AE5BE3-6897-E183-83EE-24E2A66D85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A6FFAB-F65C-AA1B-F804-E5137C3FFB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6668609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DB1A297-8AFF-A561-0BCF-DFDC8411431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98CB72B-897C-F259-A022-BD779EA2AC5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9C401B-ED7F-8920-B7DE-5D74C0C21D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4A6868-2568-4CC9-B302-F37117B01A6E}" type="datetime1">
              <a:rPr lang="en-US" smtClean="0"/>
              <a:t>8/24/2024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596E29-87BB-96E5-3FFA-F963A867B6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2EF2CD-2735-30BE-2465-466EEE1C46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3560817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55F08A-1E71-4B2B-BB49-E743F2903911}" type="datetime1">
              <a:rPr lang="en-US" smtClean="0"/>
              <a:t>8/24/2024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1042187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0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55F08A-1E71-4B2B-BB49-E743F2903911}" type="datetime1">
              <a:rPr lang="en-US" smtClean="0"/>
              <a:t>8/24/2024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071488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38401" y="4777381"/>
            <a:ext cx="7170848" cy="860400"/>
          </a:xfrm>
        </p:spPr>
        <p:txBody>
          <a:bodyPr anchor="t"/>
          <a:lstStyle>
            <a:lvl1pPr marL="0" indent="0" algn="l">
              <a:buNone/>
              <a:defRPr sz="1625" cap="all">
                <a:solidFill>
                  <a:schemeClr val="accent1"/>
                </a:solidFill>
              </a:defRPr>
            </a:lvl1pPr>
            <a:lvl2pPr marL="371475" indent="0">
              <a:buNone/>
              <a:defRPr sz="1463">
                <a:solidFill>
                  <a:schemeClr val="tx1">
                    <a:tint val="75000"/>
                  </a:schemeClr>
                </a:solidFill>
              </a:defRPr>
            </a:lvl2pPr>
            <a:lvl3pPr marL="742950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3pPr>
            <a:lvl4pPr marL="1114425" indent="0">
              <a:buNone/>
              <a:defRPr sz="1138">
                <a:solidFill>
                  <a:schemeClr val="tx1">
                    <a:tint val="75000"/>
                  </a:schemeClr>
                </a:solidFill>
              </a:defRPr>
            </a:lvl4pPr>
            <a:lvl5pPr marL="1485900" indent="0">
              <a:buNone/>
              <a:defRPr sz="1138">
                <a:solidFill>
                  <a:schemeClr val="tx1">
                    <a:tint val="75000"/>
                  </a:schemeClr>
                </a:solidFill>
              </a:defRPr>
            </a:lvl5pPr>
            <a:lvl6pPr marL="1857375" indent="0">
              <a:buNone/>
              <a:defRPr sz="1138">
                <a:solidFill>
                  <a:schemeClr val="tx1">
                    <a:tint val="75000"/>
                  </a:schemeClr>
                </a:solidFill>
              </a:defRPr>
            </a:lvl6pPr>
            <a:lvl7pPr marL="2228850" indent="0">
              <a:buNone/>
              <a:defRPr sz="1138">
                <a:solidFill>
                  <a:schemeClr val="tx1">
                    <a:tint val="75000"/>
                  </a:schemeClr>
                </a:solidFill>
              </a:defRPr>
            </a:lvl7pPr>
            <a:lvl8pPr marL="2600325" indent="0">
              <a:buNone/>
              <a:defRPr sz="1138">
                <a:solidFill>
                  <a:schemeClr val="tx1">
                    <a:tint val="75000"/>
                  </a:schemeClr>
                </a:solidFill>
              </a:defRPr>
            </a:lvl8pPr>
            <a:lvl9pPr marL="2971800" indent="0">
              <a:buNone/>
              <a:defRPr sz="1138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42105014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73986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26.xml"/><Relationship Id="rId3" Type="http://schemas.openxmlformats.org/officeDocument/2006/relationships/slideLayout" Target="../slideLayouts/slideLayout16.xml"/><Relationship Id="rId7" Type="http://schemas.openxmlformats.org/officeDocument/2006/relationships/slideLayout" Target="../slideLayouts/slideLayout20.xml"/><Relationship Id="rId12" Type="http://schemas.openxmlformats.org/officeDocument/2006/relationships/slideLayout" Target="../slideLayouts/slideLayout25.xml"/><Relationship Id="rId2" Type="http://schemas.openxmlformats.org/officeDocument/2006/relationships/slideLayout" Target="../slideLayouts/slideLayout15.xml"/><Relationship Id="rId16" Type="http://schemas.openxmlformats.org/officeDocument/2006/relationships/theme" Target="../theme/theme2.xml"/><Relationship Id="rId1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9.xml"/><Relationship Id="rId11" Type="http://schemas.openxmlformats.org/officeDocument/2006/relationships/slideLayout" Target="../slideLayouts/slideLayout24.xml"/><Relationship Id="rId5" Type="http://schemas.openxmlformats.org/officeDocument/2006/relationships/slideLayout" Target="../slideLayouts/slideLayout18.xml"/><Relationship Id="rId15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23.xml"/><Relationship Id="rId4" Type="http://schemas.openxmlformats.org/officeDocument/2006/relationships/slideLayout" Target="../slideLayouts/slideLayout17.xml"/><Relationship Id="rId9" Type="http://schemas.openxmlformats.org/officeDocument/2006/relationships/slideLayout" Target="../slideLayouts/slideLayout22.xml"/><Relationship Id="rId14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smtClean="0"/>
              <a:t>8/24/2024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00797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5" r:id="rId1"/>
    <p:sldLayoutId id="2147483706" r:id="rId2"/>
    <p:sldLayoutId id="2147483707" r:id="rId3"/>
    <p:sldLayoutId id="2147483708" r:id="rId4"/>
    <p:sldLayoutId id="2147483709" r:id="rId5"/>
    <p:sldLayoutId id="2147483710" r:id="rId6"/>
    <p:sldLayoutId id="2147483711" r:id="rId7"/>
    <p:sldLayoutId id="2147483712" r:id="rId8"/>
    <p:sldLayoutId id="2147483713" r:id="rId9"/>
    <p:sldLayoutId id="2147483714" r:id="rId10"/>
    <p:sldLayoutId id="2147483715" r:id="rId11"/>
    <p:sldLayoutId id="2147483716" r:id="rId12"/>
    <p:sldLayoutId id="2147483717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D783609-0CE5-670D-75C4-4EB473A033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1038" y="365128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B96DF15-2EE1-DB9D-BDD5-2BEDF4A946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09A8A0-7FAC-CC94-B820-32410EC442E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81038" y="6356353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7E0CF6C-748E-4B7A-BC8B-3011EF78ED13}" type="datetime1">
              <a:rPr lang="en-US" smtClean="0"/>
              <a:pPr/>
              <a:t>8/24/2024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ED8C11-3CED-972F-4CCA-6920830ACC1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81363" y="6356353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>
              <a:solidFill>
                <a:schemeClr val="tx1">
                  <a:alpha val="60000"/>
                </a:schemeClr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93F2AE-352A-A10E-B208-93514C0EF2E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996113" y="6356353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3B850FF-6169-4056-8077-06FFA93A536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81539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9" r:id="rId1"/>
    <p:sldLayoutId id="2147483720" r:id="rId2"/>
    <p:sldLayoutId id="2147483721" r:id="rId3"/>
    <p:sldLayoutId id="2147483722" r:id="rId4"/>
    <p:sldLayoutId id="2147483723" r:id="rId5"/>
    <p:sldLayoutId id="2147483724" r:id="rId6"/>
    <p:sldLayoutId id="2147483725" r:id="rId7"/>
    <p:sldLayoutId id="2147483726" r:id="rId8"/>
    <p:sldLayoutId id="2147483727" r:id="rId9"/>
    <p:sldLayoutId id="2147483728" r:id="rId10"/>
    <p:sldLayoutId id="2147483729" r:id="rId11"/>
    <p:sldLayoutId id="2147483730" r:id="rId12"/>
    <p:sldLayoutId id="2147483731" r:id="rId13"/>
    <p:sldLayoutId id="2147483732" r:id="rId14"/>
    <p:sldLayoutId id="2147483733" r:id="rId15"/>
  </p:sldLayoutIdLst>
  <p:hf sldNum="0" hdr="0" ftr="0" dt="0"/>
  <p:txStyles>
    <p:titleStyle>
      <a:lvl1pPr algn="l" defTabSz="742950" rtl="0" eaLnBrk="1" latinLnBrk="0" hangingPunct="1">
        <a:lnSpc>
          <a:spcPct val="90000"/>
        </a:lnSpc>
        <a:spcBef>
          <a:spcPct val="0"/>
        </a:spcBef>
        <a:buNone/>
        <a:defRPr sz="357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5738" indent="-185738" algn="l" defTabSz="742950" rtl="0" eaLnBrk="1" latinLnBrk="0" hangingPunct="1">
        <a:lnSpc>
          <a:spcPct val="90000"/>
        </a:lnSpc>
        <a:spcBef>
          <a:spcPts val="813"/>
        </a:spcBef>
        <a:buFont typeface="Arial" panose="020B0604020202020204" pitchFamily="34" charset="0"/>
        <a:buChar char="•"/>
        <a:defRPr sz="2275" kern="1200">
          <a:solidFill>
            <a:schemeClr val="tx1"/>
          </a:solidFill>
          <a:latin typeface="+mn-lt"/>
          <a:ea typeface="+mn-ea"/>
          <a:cs typeface="+mn-cs"/>
        </a:defRPr>
      </a:lvl1pPr>
      <a:lvl2pPr marL="557213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950" kern="1200">
          <a:solidFill>
            <a:schemeClr val="tx1"/>
          </a:solidFill>
          <a:latin typeface="+mn-lt"/>
          <a:ea typeface="+mn-ea"/>
          <a:cs typeface="+mn-cs"/>
        </a:defRPr>
      </a:lvl2pPr>
      <a:lvl3pPr marL="928688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625" kern="1200">
          <a:solidFill>
            <a:schemeClr val="tx1"/>
          </a:solidFill>
          <a:latin typeface="+mn-lt"/>
          <a:ea typeface="+mn-ea"/>
          <a:cs typeface="+mn-cs"/>
        </a:defRPr>
      </a:lvl3pPr>
      <a:lvl4pPr marL="1300163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4pPr>
      <a:lvl5pPr marL="1671638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5pPr>
      <a:lvl6pPr marL="2043113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6pPr>
      <a:lvl7pPr marL="2414588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7pPr>
      <a:lvl8pPr marL="2786063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8pPr>
      <a:lvl9pPr marL="3157538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1pPr>
      <a:lvl2pPr marL="371475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2pPr>
      <a:lvl3pPr marL="742950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3pPr>
      <a:lvl4pPr marL="1114425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4pPr>
      <a:lvl5pPr marL="1485900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5pPr>
      <a:lvl6pPr marL="1857375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7pPr>
      <a:lvl8pPr marL="2600325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8pPr>
      <a:lvl9pPr marL="2971800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49DD828-9816-48D5-8793-DAFED5357886}"/>
              </a:ext>
            </a:extLst>
          </p:cNvPr>
          <p:cNvSpPr/>
          <p:nvPr/>
        </p:nvSpPr>
        <p:spPr>
          <a:xfrm>
            <a:off x="429328" y="1578327"/>
            <a:ext cx="8048625" cy="489364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388559">
              <a:defRPr/>
            </a:pPr>
            <a:r>
              <a:rPr lang="ru-RU" sz="1625" u="sng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Амалдардын аткаруу таптиби – Аралаш– Тарсиа Курак</a:t>
            </a:r>
          </a:p>
          <a:p>
            <a:pPr algn="ctr" defTabSz="388559">
              <a:defRPr/>
            </a:pPr>
            <a:endParaRPr lang="ru-RU" sz="1625" u="sng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 defTabSz="388559">
              <a:defRPr/>
            </a:pPr>
            <a:endParaRPr lang="ru-RU" sz="1625" u="sng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 defTabSz="388559">
              <a:defRPr/>
            </a:pPr>
            <a:r>
              <a:rPr lang="ru-RU" sz="1625" u="sng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Окуучулар үч бурчтуктарды кесип алып, суроолорду жооптордун жанына коюу менен куракты бүтүрүшү керек.</a:t>
            </a:r>
          </a:p>
          <a:p>
            <a:pPr algn="ctr" defTabSz="388559">
              <a:defRPr/>
            </a:pPr>
            <a:endParaRPr lang="ru-RU" sz="1625" u="sng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 defTabSz="388559">
              <a:defRPr/>
            </a:pPr>
            <a:r>
              <a:rPr lang="ru-RU" sz="1625" u="sng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Окуучуларга  тарсиа курактын туура болгондон кийин гана, клей менен жабыштырууну сунуштоо керек</a:t>
            </a:r>
          </a:p>
          <a:p>
            <a:pPr algn="ctr" defTabSz="388559">
              <a:defRPr/>
            </a:pPr>
            <a:endParaRPr lang="ru-RU" sz="1625" u="sng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 defTabSz="388559">
              <a:defRPr/>
            </a:pPr>
            <a:r>
              <a:rPr lang="ru-RU" sz="1625" u="sng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үч бурчтуктарды кесип алуунун ордуна , окуучулар жөн гана тамгаларды  колдонуу менен суроолор менен жоопторду дал келтирип чыгышса болот, (кайсы жана клей жок болгон учурда)</a:t>
            </a:r>
          </a:p>
          <a:p>
            <a:pPr algn="ctr" defTabSz="388559">
              <a:defRPr/>
            </a:pPr>
            <a:endParaRPr lang="ru-RU" sz="1625" u="sng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 defTabSz="388559">
              <a:defRPr/>
            </a:pPr>
            <a:r>
              <a:rPr lang="ru-RU" sz="1625" u="sng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Тарсиа Курак  2 өлчөмдө даярдалган</a:t>
            </a:r>
            <a:r>
              <a:rPr lang="en-GB" sz="1625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ru-RU" sz="1625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 defTabSz="388559">
              <a:defRPr/>
            </a:pPr>
            <a:endParaRPr lang="ru-RU" sz="1625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 defTabSz="388559">
              <a:defRPr/>
            </a:pPr>
            <a:r>
              <a:rPr lang="ru-RU" sz="2600" dirty="0">
                <a:solidFill>
                  <a:prstClr val="black"/>
                </a:solidFill>
                <a:latin typeface="Calibri" panose="020F0502020204030204"/>
              </a:rPr>
              <a:t>Анимацияларды текшерип, </a:t>
            </a:r>
            <a:r>
              <a:rPr lang="ky-KG" sz="2600" dirty="0">
                <a:solidFill>
                  <a:prstClr val="black"/>
                </a:solidFill>
                <a:latin typeface="Calibri" panose="020F0502020204030204"/>
              </a:rPr>
              <a:t>сабагы</a:t>
            </a:r>
            <a:r>
              <a:rPr lang="ru-RU" sz="2600" dirty="0">
                <a:solidFill>
                  <a:prstClr val="black"/>
                </a:solidFill>
                <a:latin typeface="Calibri" panose="020F0502020204030204"/>
              </a:rPr>
              <a:t>ң</a:t>
            </a:r>
            <a:r>
              <a:rPr lang="ky-KG" sz="2600" dirty="0">
                <a:solidFill>
                  <a:prstClr val="black"/>
                </a:solidFill>
                <a:latin typeface="Calibri" panose="020F0502020204030204"/>
              </a:rPr>
              <a:t>ызга </a:t>
            </a:r>
            <a:r>
              <a:rPr lang="ru-RU" sz="2600" b="1" dirty="0">
                <a:solidFill>
                  <a:srgbClr val="FF0000"/>
                </a:solidFill>
                <a:latin typeface="Calibri" panose="020F0502020204030204"/>
              </a:rPr>
              <a:t>КЕРЕГИ ЖОК </a:t>
            </a:r>
            <a:r>
              <a:rPr lang="ru-RU" sz="2600" dirty="0">
                <a:solidFill>
                  <a:prstClr val="black"/>
                </a:solidFill>
                <a:latin typeface="Calibri" panose="020F0502020204030204"/>
              </a:rPr>
              <a:t>слайддарды </a:t>
            </a:r>
            <a:r>
              <a:rPr lang="ru-RU" sz="1950" b="1" dirty="0">
                <a:solidFill>
                  <a:srgbClr val="FF0000"/>
                </a:solidFill>
                <a:latin typeface="Calibri" panose="020F0502020204030204"/>
              </a:rPr>
              <a:t>ӨЧҮРҮ</a:t>
            </a:r>
            <a:r>
              <a:rPr lang="ky-KG" sz="1950" b="1" dirty="0">
                <a:solidFill>
                  <a:srgbClr val="FF0000"/>
                </a:solidFill>
                <a:latin typeface="Calibri" panose="020F0502020204030204"/>
              </a:rPr>
              <a:t>П САЛЫ</a:t>
            </a:r>
            <a:r>
              <a:rPr lang="ru-RU" sz="1950" b="1" dirty="0">
                <a:solidFill>
                  <a:srgbClr val="FF0000"/>
                </a:solidFill>
                <a:latin typeface="Calibri" panose="020F0502020204030204"/>
              </a:rPr>
              <a:t>ҢЫЗ.</a:t>
            </a:r>
            <a:endParaRPr lang="en-US" sz="2600" b="1" dirty="0">
              <a:solidFill>
                <a:srgbClr val="FF0000"/>
              </a:solidFill>
              <a:latin typeface="Calibri" panose="020F0502020204030204"/>
            </a:endParaRPr>
          </a:p>
          <a:p>
            <a:pPr algn="ctr" defTabSz="388559">
              <a:defRPr/>
            </a:pPr>
            <a:endParaRPr lang="en-GB" sz="1625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itle 3">
            <a:extLst>
              <a:ext uri="{FF2B5EF4-FFF2-40B4-BE49-F238E27FC236}">
                <a16:creationId xmlns:a16="http://schemas.microsoft.com/office/drawing/2014/main" id="{01848D04-7DA4-0229-CF7B-6BE161875F6B}"/>
              </a:ext>
            </a:extLst>
          </p:cNvPr>
          <p:cNvSpPr txBox="1">
            <a:spLocks/>
          </p:cNvSpPr>
          <p:nvPr/>
        </p:nvSpPr>
        <p:spPr>
          <a:xfrm>
            <a:off x="187362" y="642938"/>
            <a:ext cx="7641034" cy="1137642"/>
          </a:xfrm>
          <a:prstGeom prst="rect">
            <a:avLst/>
          </a:prstGeom>
        </p:spPr>
        <p:txBody>
          <a:bodyPr vert="horz" lIns="74295" tIns="37148" rIns="74295" bIns="37148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742950"/>
            <a:r>
              <a:rPr lang="en-US" sz="5363" dirty="0" err="1">
                <a:solidFill>
                  <a:srgbClr val="00B0F0"/>
                </a:solidFill>
                <a:latin typeface="Calibri Light" panose="020F0302020204030204"/>
              </a:rPr>
              <a:t>MathKGZ</a:t>
            </a:r>
            <a:r>
              <a:rPr lang="en-US" sz="4225" dirty="0">
                <a:solidFill>
                  <a:srgbClr val="00B0F0"/>
                </a:solidFill>
                <a:latin typeface="Calibri Light" panose="020F0302020204030204"/>
              </a:rPr>
              <a:t>  -- </a:t>
            </a:r>
          </a:p>
        </p:txBody>
      </p:sp>
    </p:spTree>
    <p:extLst>
      <p:ext uri="{BB962C8B-B14F-4D97-AF65-F5344CB8AC3E}">
        <p14:creationId xmlns:p14="http://schemas.microsoft.com/office/powerpoint/2010/main" val="276426885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4">
            <a:extLst>
              <a:ext uri="{FF2B5EF4-FFF2-40B4-BE49-F238E27FC236}">
                <a16:creationId xmlns:a16="http://schemas.microsoft.com/office/drawing/2014/main" id="{906D596C-741E-1A2A-CD50-0879A3B33A98}"/>
              </a:ext>
            </a:extLst>
          </p:cNvPr>
          <p:cNvSpPr txBox="1">
            <a:spLocks/>
          </p:cNvSpPr>
          <p:nvPr/>
        </p:nvSpPr>
        <p:spPr>
          <a:xfrm>
            <a:off x="187960" y="2054224"/>
            <a:ext cx="10515600" cy="4351338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b="1" dirty="0">
                <a:solidFill>
                  <a:srgbClr val="FF0000"/>
                </a:solidFill>
              </a:rPr>
              <a:t>басып чыгарууда кагаз багытын өзгөртүүнү унутпаңыз</a:t>
            </a:r>
          </a:p>
          <a:p>
            <a:endParaRPr lang="ru-RU" b="1" dirty="0">
              <a:solidFill>
                <a:srgbClr val="FF0000"/>
              </a:solidFill>
            </a:endParaRPr>
          </a:p>
          <a:p>
            <a:r>
              <a:rPr lang="ru-RU" b="1" dirty="0">
                <a:solidFill>
                  <a:srgbClr val="FF0000"/>
                </a:solidFill>
              </a:rPr>
              <a:t>портрет</a:t>
            </a:r>
          </a:p>
          <a:p>
            <a:endParaRPr lang="ru-RU" b="1" dirty="0">
              <a:solidFill>
                <a:srgbClr val="FF0000"/>
              </a:solidFill>
            </a:endParaRPr>
          </a:p>
          <a:p>
            <a:r>
              <a:rPr lang="ru-RU" b="1" dirty="0">
                <a:solidFill>
                  <a:srgbClr val="FF0000"/>
                </a:solidFill>
              </a:rPr>
              <a:t>пейзаж 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3" name="Title 3">
            <a:extLst>
              <a:ext uri="{FF2B5EF4-FFF2-40B4-BE49-F238E27FC236}">
                <a16:creationId xmlns:a16="http://schemas.microsoft.com/office/drawing/2014/main" id="{A1951A7A-2633-DA24-EAAC-03098566D1A8}"/>
              </a:ext>
            </a:extLst>
          </p:cNvPr>
          <p:cNvSpPr txBox="1">
            <a:spLocks/>
          </p:cNvSpPr>
          <p:nvPr/>
        </p:nvSpPr>
        <p:spPr>
          <a:xfrm>
            <a:off x="0" y="452438"/>
            <a:ext cx="9404350" cy="14001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6600">
                <a:solidFill>
                  <a:srgbClr val="00B0F0"/>
                </a:solidFill>
              </a:rPr>
              <a:t>MathKGZ</a:t>
            </a:r>
            <a:r>
              <a:rPr lang="en-US" sz="5200">
                <a:solidFill>
                  <a:srgbClr val="00B0F0"/>
                </a:solidFill>
              </a:rPr>
              <a:t>  -- </a:t>
            </a:r>
            <a:endParaRPr lang="en-US" sz="5200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168569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9C32CF0-A8B2-1442-8506-9CB94EBCF53A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110094" y="665334"/>
            <a:ext cx="7641034" cy="1137642"/>
          </a:xfrm>
        </p:spPr>
        <p:txBody>
          <a:bodyPr>
            <a:normAutofit/>
          </a:bodyPr>
          <a:lstStyle/>
          <a:p>
            <a:r>
              <a:rPr lang="en-US" sz="4225" dirty="0">
                <a:solidFill>
                  <a:srgbClr val="00B0F0"/>
                </a:solidFill>
              </a:rPr>
              <a:t> </a:t>
            </a:r>
          </a:p>
        </p:txBody>
      </p:sp>
      <p:grpSp>
        <p:nvGrpSpPr>
          <p:cNvPr id="11" name="Graphic 6" descr="A pair of scissors with two buttons">
            <a:extLst>
              <a:ext uri="{FF2B5EF4-FFF2-40B4-BE49-F238E27FC236}">
                <a16:creationId xmlns:a16="http://schemas.microsoft.com/office/drawing/2014/main" id="{BDA7FF5E-8B68-ECFF-204C-868E2C633832}"/>
              </a:ext>
            </a:extLst>
          </p:cNvPr>
          <p:cNvGrpSpPr/>
          <p:nvPr/>
        </p:nvGrpSpPr>
        <p:grpSpPr>
          <a:xfrm rot="4439340">
            <a:off x="5071202" y="1071953"/>
            <a:ext cx="1525117" cy="1688722"/>
            <a:chOff x="4601240" y="490458"/>
            <a:chExt cx="2156055" cy="2724302"/>
          </a:xfrm>
        </p:grpSpPr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0D42B536-F45C-76A6-2C73-0A8B6EC2E501}"/>
                </a:ext>
              </a:extLst>
            </p:cNvPr>
            <p:cNvSpPr/>
            <p:nvPr/>
          </p:nvSpPr>
          <p:spPr>
            <a:xfrm>
              <a:off x="5828069" y="766005"/>
              <a:ext cx="905095" cy="933426"/>
            </a:xfrm>
            <a:custGeom>
              <a:avLst/>
              <a:gdLst>
                <a:gd name="connsiteX0" fmla="*/ 902760 w 905095"/>
                <a:gd name="connsiteY0" fmla="*/ 6025 h 933426"/>
                <a:gd name="connsiteX1" fmla="*/ 902760 w 905095"/>
                <a:gd name="connsiteY1" fmla="*/ 6025 h 933426"/>
                <a:gd name="connsiteX2" fmla="*/ 847924 w 905095"/>
                <a:gd name="connsiteY2" fmla="*/ 13673 h 933426"/>
                <a:gd name="connsiteX3" fmla="*/ 348366 w 905095"/>
                <a:gd name="connsiteY3" fmla="*/ 528052 h 933426"/>
                <a:gd name="connsiteX4" fmla="*/ 2695 w 905095"/>
                <a:gd name="connsiteY4" fmla="*/ 883906 h 933426"/>
                <a:gd name="connsiteX5" fmla="*/ 4857 w 905095"/>
                <a:gd name="connsiteY5" fmla="*/ 898850 h 933426"/>
                <a:gd name="connsiteX6" fmla="*/ 66417 w 905095"/>
                <a:gd name="connsiteY6" fmla="*/ 933426 h 933426"/>
                <a:gd name="connsiteX7" fmla="*/ 903884 w 905095"/>
                <a:gd name="connsiteY7" fmla="*/ 28808 h 933426"/>
                <a:gd name="connsiteX8" fmla="*/ 904131 w 905095"/>
                <a:gd name="connsiteY8" fmla="*/ 6806 h 933426"/>
                <a:gd name="connsiteX9" fmla="*/ 902760 w 905095"/>
                <a:gd name="connsiteY9" fmla="*/ 6025 h 933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05095" h="933426">
                  <a:moveTo>
                    <a:pt x="902760" y="6025"/>
                  </a:moveTo>
                  <a:lnTo>
                    <a:pt x="902760" y="6025"/>
                  </a:lnTo>
                  <a:cubicBezTo>
                    <a:pt x="884891" y="-4281"/>
                    <a:pt x="862297" y="-1129"/>
                    <a:pt x="847924" y="13673"/>
                  </a:cubicBezTo>
                  <a:lnTo>
                    <a:pt x="348366" y="528052"/>
                  </a:lnTo>
                  <a:lnTo>
                    <a:pt x="2695" y="883906"/>
                  </a:lnTo>
                  <a:cubicBezTo>
                    <a:pt x="-1668" y="888392"/>
                    <a:pt x="-582" y="895783"/>
                    <a:pt x="4857" y="898850"/>
                  </a:cubicBezTo>
                  <a:lnTo>
                    <a:pt x="66417" y="933426"/>
                  </a:lnTo>
                  <a:lnTo>
                    <a:pt x="903884" y="28808"/>
                  </a:lnTo>
                  <a:cubicBezTo>
                    <a:pt x="903884" y="28808"/>
                    <a:pt x="906436" y="9111"/>
                    <a:pt x="904131" y="6806"/>
                  </a:cubicBezTo>
                  <a:cubicBezTo>
                    <a:pt x="903741" y="6425"/>
                    <a:pt x="902760" y="6025"/>
                    <a:pt x="902760" y="6025"/>
                  </a:cubicBezTo>
                  <a:close/>
                </a:path>
              </a:pathLst>
            </a:custGeom>
            <a:solidFill>
              <a:srgbClr val="50505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463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A0845BA1-5F5D-1DE6-1817-27FD820D53AB}"/>
                </a:ext>
              </a:extLst>
            </p:cNvPr>
            <p:cNvSpPr/>
            <p:nvPr/>
          </p:nvSpPr>
          <p:spPr>
            <a:xfrm>
              <a:off x="5265772" y="772839"/>
              <a:ext cx="1491523" cy="1413538"/>
            </a:xfrm>
            <a:custGeom>
              <a:avLst/>
              <a:gdLst>
                <a:gd name="connsiteX0" fmla="*/ 104991 w 1491523"/>
                <a:gd name="connsiteY0" fmla="*/ 1413538 h 1413538"/>
                <a:gd name="connsiteX1" fmla="*/ 127070 w 1491523"/>
                <a:gd name="connsiteY1" fmla="*/ 1401699 h 1413538"/>
                <a:gd name="connsiteX2" fmla="*/ 127947 w 1491523"/>
                <a:gd name="connsiteY2" fmla="*/ 1401251 h 1413538"/>
                <a:gd name="connsiteX3" fmla="*/ 151731 w 1491523"/>
                <a:gd name="connsiteY3" fmla="*/ 1390840 h 1413538"/>
                <a:gd name="connsiteX4" fmla="*/ 360471 w 1491523"/>
                <a:gd name="connsiteY4" fmla="*/ 1309869 h 1413538"/>
                <a:gd name="connsiteX5" fmla="*/ 676348 w 1491523"/>
                <a:gd name="connsiteY5" fmla="*/ 1078278 h 1413538"/>
                <a:gd name="connsiteX6" fmla="*/ 1480506 w 1491523"/>
                <a:gd name="connsiteY6" fmla="*/ 74800 h 1413538"/>
                <a:gd name="connsiteX7" fmla="*/ 1466419 w 1491523"/>
                <a:gd name="connsiteY7" fmla="*/ 0 h 1413538"/>
                <a:gd name="connsiteX8" fmla="*/ 1466419 w 1491523"/>
                <a:gd name="connsiteY8" fmla="*/ 0 h 1413538"/>
                <a:gd name="connsiteX9" fmla="*/ 620875 w 1491523"/>
                <a:gd name="connsiteY9" fmla="*/ 880701 h 1413538"/>
                <a:gd name="connsiteX10" fmla="*/ 582842 w 1491523"/>
                <a:gd name="connsiteY10" fmla="*/ 858774 h 1413538"/>
                <a:gd name="connsiteX11" fmla="*/ 9360 w 1491523"/>
                <a:gd name="connsiteY11" fmla="*/ 1249842 h 1413538"/>
                <a:gd name="connsiteX12" fmla="*/ 14037 w 1491523"/>
                <a:gd name="connsiteY12" fmla="*/ 1362208 h 1413538"/>
                <a:gd name="connsiteX13" fmla="*/ 104991 w 1491523"/>
                <a:gd name="connsiteY13" fmla="*/ 1413538 h 14135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491523" h="1413538">
                  <a:moveTo>
                    <a:pt x="104991" y="1413538"/>
                  </a:moveTo>
                  <a:cubicBezTo>
                    <a:pt x="112183" y="1409338"/>
                    <a:pt x="119517" y="1405366"/>
                    <a:pt x="127070" y="1401699"/>
                  </a:cubicBezTo>
                  <a:cubicBezTo>
                    <a:pt x="127366" y="1401556"/>
                    <a:pt x="127642" y="1401385"/>
                    <a:pt x="127947" y="1401251"/>
                  </a:cubicBezTo>
                  <a:cubicBezTo>
                    <a:pt x="135700" y="1397518"/>
                    <a:pt x="143596" y="1393993"/>
                    <a:pt x="151731" y="1390840"/>
                  </a:cubicBezTo>
                  <a:lnTo>
                    <a:pt x="360471" y="1309869"/>
                  </a:lnTo>
                  <a:cubicBezTo>
                    <a:pt x="484315" y="1261824"/>
                    <a:pt x="593291" y="1181929"/>
                    <a:pt x="676348" y="1078278"/>
                  </a:cubicBezTo>
                  <a:lnTo>
                    <a:pt x="1480506" y="74800"/>
                  </a:lnTo>
                  <a:cubicBezTo>
                    <a:pt x="1499718" y="50825"/>
                    <a:pt x="1493041" y="15354"/>
                    <a:pt x="1466419" y="0"/>
                  </a:cubicBezTo>
                  <a:lnTo>
                    <a:pt x="1466419" y="0"/>
                  </a:lnTo>
                  <a:lnTo>
                    <a:pt x="620875" y="880701"/>
                  </a:lnTo>
                  <a:lnTo>
                    <a:pt x="582842" y="858774"/>
                  </a:lnTo>
                  <a:lnTo>
                    <a:pt x="9360" y="1249842"/>
                  </a:lnTo>
                  <a:cubicBezTo>
                    <a:pt x="9360" y="1249842"/>
                    <a:pt x="-14538" y="1312669"/>
                    <a:pt x="14037" y="1362208"/>
                  </a:cubicBezTo>
                  <a:cubicBezTo>
                    <a:pt x="42612" y="1411738"/>
                    <a:pt x="104991" y="1413538"/>
                    <a:pt x="104991" y="1413538"/>
                  </a:cubicBezTo>
                  <a:close/>
                </a:path>
              </a:pathLst>
            </a:custGeom>
            <a:solidFill>
              <a:srgbClr val="73737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463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3D160C30-4A15-DEF8-ABD6-5C14F3E872D9}"/>
                </a:ext>
              </a:extLst>
            </p:cNvPr>
            <p:cNvSpPr/>
            <p:nvPr/>
          </p:nvSpPr>
          <p:spPr>
            <a:xfrm>
              <a:off x="4601240" y="2022691"/>
              <a:ext cx="769513" cy="690167"/>
            </a:xfrm>
            <a:custGeom>
              <a:avLst/>
              <a:gdLst>
                <a:gd name="connsiteX0" fmla="*/ 556459 w 769513"/>
                <a:gd name="connsiteY0" fmla="*/ 554908 h 690167"/>
                <a:gd name="connsiteX1" fmla="*/ 605513 w 769513"/>
                <a:gd name="connsiteY1" fmla="*/ 420319 h 690167"/>
                <a:gd name="connsiteX2" fmla="*/ 769514 w 769513"/>
                <a:gd name="connsiteY2" fmla="*/ 163687 h 690167"/>
                <a:gd name="connsiteX3" fmla="*/ 673883 w 769513"/>
                <a:gd name="connsiteY3" fmla="*/ 0 h 690167"/>
                <a:gd name="connsiteX4" fmla="*/ 493384 w 769513"/>
                <a:gd name="connsiteY4" fmla="*/ 123092 h 690167"/>
                <a:gd name="connsiteX5" fmla="*/ 455522 w 769513"/>
                <a:gd name="connsiteY5" fmla="*/ 123692 h 690167"/>
                <a:gd name="connsiteX6" fmla="*/ 455332 w 769513"/>
                <a:gd name="connsiteY6" fmla="*/ 123577 h 690167"/>
                <a:gd name="connsiteX7" fmla="*/ 40623 w 769513"/>
                <a:gd name="connsiteY7" fmla="*/ 235010 h 690167"/>
                <a:gd name="connsiteX8" fmla="*/ 171639 w 769513"/>
                <a:gd name="connsiteY8" fmla="*/ 660092 h 690167"/>
                <a:gd name="connsiteX9" fmla="*/ 556459 w 769513"/>
                <a:gd name="connsiteY9" fmla="*/ 554908 h 690167"/>
                <a:gd name="connsiteX10" fmla="*/ 212711 w 769513"/>
                <a:gd name="connsiteY10" fmla="*/ 544487 h 690167"/>
                <a:gd name="connsiteX11" fmla="*/ 145846 w 769513"/>
                <a:gd name="connsiteY11" fmla="*/ 295656 h 690167"/>
                <a:gd name="connsiteX12" fmla="*/ 394667 w 769513"/>
                <a:gd name="connsiteY12" fmla="*/ 228791 h 690167"/>
                <a:gd name="connsiteX13" fmla="*/ 461533 w 769513"/>
                <a:gd name="connsiteY13" fmla="*/ 477612 h 690167"/>
                <a:gd name="connsiteX14" fmla="*/ 212711 w 769513"/>
                <a:gd name="connsiteY14" fmla="*/ 544487 h 6901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769513" h="690167">
                  <a:moveTo>
                    <a:pt x="556459" y="554908"/>
                  </a:moveTo>
                  <a:cubicBezTo>
                    <a:pt x="584367" y="512836"/>
                    <a:pt x="600369" y="466735"/>
                    <a:pt x="605513" y="420319"/>
                  </a:cubicBezTo>
                  <a:cubicBezTo>
                    <a:pt x="617466" y="312458"/>
                    <a:pt x="677960" y="217227"/>
                    <a:pt x="769514" y="163687"/>
                  </a:cubicBezTo>
                  <a:lnTo>
                    <a:pt x="673883" y="0"/>
                  </a:lnTo>
                  <a:lnTo>
                    <a:pt x="493384" y="123092"/>
                  </a:lnTo>
                  <a:cubicBezTo>
                    <a:pt x="481935" y="130550"/>
                    <a:pt x="467362" y="130521"/>
                    <a:pt x="455522" y="123692"/>
                  </a:cubicBezTo>
                  <a:cubicBezTo>
                    <a:pt x="455446" y="123654"/>
                    <a:pt x="455389" y="123616"/>
                    <a:pt x="455332" y="123577"/>
                  </a:cubicBezTo>
                  <a:cubicBezTo>
                    <a:pt x="310047" y="39824"/>
                    <a:pt x="124367" y="89716"/>
                    <a:pt x="40623" y="235010"/>
                  </a:cubicBezTo>
                  <a:cubicBezTo>
                    <a:pt x="-46778" y="386639"/>
                    <a:pt x="11381" y="582254"/>
                    <a:pt x="171639" y="660092"/>
                  </a:cubicBezTo>
                  <a:cubicBezTo>
                    <a:pt x="307199" y="725919"/>
                    <a:pt x="473191" y="680514"/>
                    <a:pt x="556459" y="554908"/>
                  </a:cubicBezTo>
                  <a:close/>
                  <a:moveTo>
                    <a:pt x="212711" y="544487"/>
                  </a:moveTo>
                  <a:cubicBezTo>
                    <a:pt x="125548" y="494233"/>
                    <a:pt x="95611" y="382839"/>
                    <a:pt x="145846" y="295656"/>
                  </a:cubicBezTo>
                  <a:cubicBezTo>
                    <a:pt x="196090" y="208483"/>
                    <a:pt x="307504" y="178546"/>
                    <a:pt x="394667" y="228791"/>
                  </a:cubicBezTo>
                  <a:cubicBezTo>
                    <a:pt x="481840" y="279045"/>
                    <a:pt x="511777" y="390439"/>
                    <a:pt x="461533" y="477612"/>
                  </a:cubicBezTo>
                  <a:cubicBezTo>
                    <a:pt x="411288" y="564795"/>
                    <a:pt x="299884" y="594732"/>
                    <a:pt x="212711" y="544487"/>
                  </a:cubicBezTo>
                  <a:close/>
                </a:path>
              </a:pathLst>
            </a:custGeom>
            <a:solidFill>
              <a:schemeClr val="tx1">
                <a:lumMod val="95000"/>
                <a:lumOff val="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463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CC55BAB4-FFC8-8E90-EDFD-D8BDE16A0B52}"/>
                </a:ext>
              </a:extLst>
            </p:cNvPr>
            <p:cNvSpPr/>
            <p:nvPr/>
          </p:nvSpPr>
          <p:spPr>
            <a:xfrm>
              <a:off x="5878618" y="509583"/>
              <a:ext cx="420968" cy="1217794"/>
            </a:xfrm>
            <a:custGeom>
              <a:avLst/>
              <a:gdLst>
                <a:gd name="connsiteX0" fmla="*/ 398402 w 420968"/>
                <a:gd name="connsiteY0" fmla="*/ 871 h 1217794"/>
                <a:gd name="connsiteX1" fmla="*/ 398402 w 420968"/>
                <a:gd name="connsiteY1" fmla="*/ 871 h 1217794"/>
                <a:gd name="connsiteX2" fmla="*/ 419272 w 420968"/>
                <a:gd name="connsiteY2" fmla="*/ 52154 h 1217794"/>
                <a:gd name="connsiteX3" fmla="*/ 224552 w 420968"/>
                <a:gd name="connsiteY3" fmla="*/ 742249 h 1217794"/>
                <a:gd name="connsiteX4" fmla="*/ 96784 w 420968"/>
                <a:gd name="connsiteY4" fmla="*/ 1195077 h 1217794"/>
                <a:gd name="connsiteX5" fmla="*/ 96746 w 420968"/>
                <a:gd name="connsiteY5" fmla="*/ 1195115 h 1217794"/>
                <a:gd name="connsiteX6" fmla="*/ 0 w 420968"/>
                <a:gd name="connsiteY6" fmla="*/ 1217795 h 1217794"/>
                <a:gd name="connsiteX7" fmla="*/ 364636 w 420968"/>
                <a:gd name="connsiteY7" fmla="*/ 18445 h 1217794"/>
                <a:gd name="connsiteX8" fmla="*/ 397021 w 420968"/>
                <a:gd name="connsiteY8" fmla="*/ 80 h 1217794"/>
                <a:gd name="connsiteX9" fmla="*/ 398402 w 420968"/>
                <a:gd name="connsiteY9" fmla="*/ 871 h 12177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20968" h="1217794">
                  <a:moveTo>
                    <a:pt x="398402" y="871"/>
                  </a:moveTo>
                  <a:lnTo>
                    <a:pt x="398402" y="871"/>
                  </a:lnTo>
                  <a:cubicBezTo>
                    <a:pt x="416271" y="11167"/>
                    <a:pt x="424872" y="32294"/>
                    <a:pt x="419272" y="52154"/>
                  </a:cubicBezTo>
                  <a:lnTo>
                    <a:pt x="224552" y="742249"/>
                  </a:lnTo>
                  <a:lnTo>
                    <a:pt x="96784" y="1195077"/>
                  </a:lnTo>
                  <a:cubicBezTo>
                    <a:pt x="96774" y="1195096"/>
                    <a:pt x="96764" y="1195106"/>
                    <a:pt x="96746" y="1195115"/>
                  </a:cubicBezTo>
                  <a:lnTo>
                    <a:pt x="0" y="1217795"/>
                  </a:lnTo>
                  <a:lnTo>
                    <a:pt x="364636" y="18445"/>
                  </a:lnTo>
                  <a:cubicBezTo>
                    <a:pt x="364636" y="18445"/>
                    <a:pt x="394440" y="-1415"/>
                    <a:pt x="397021" y="80"/>
                  </a:cubicBezTo>
                  <a:cubicBezTo>
                    <a:pt x="397440" y="318"/>
                    <a:pt x="398402" y="871"/>
                    <a:pt x="398402" y="871"/>
                  </a:cubicBezTo>
                  <a:close/>
                </a:path>
              </a:pathLst>
            </a:custGeom>
            <a:solidFill>
              <a:srgbClr val="73737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463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FCA2853E-B13B-7F1D-4917-198F3FEF00B1}"/>
                </a:ext>
              </a:extLst>
            </p:cNvPr>
            <p:cNvSpPr/>
            <p:nvPr/>
          </p:nvSpPr>
          <p:spPr>
            <a:xfrm>
              <a:off x="5687472" y="490458"/>
              <a:ext cx="588176" cy="1964611"/>
            </a:xfrm>
            <a:custGeom>
              <a:avLst/>
              <a:gdLst>
                <a:gd name="connsiteX0" fmla="*/ 278956 w 588176"/>
                <a:gd name="connsiteY0" fmla="*/ 1335999 h 1964611"/>
                <a:gd name="connsiteX1" fmla="*/ 287919 w 588176"/>
                <a:gd name="connsiteY1" fmla="*/ 1214232 h 1964611"/>
                <a:gd name="connsiteX2" fmla="*/ 249886 w 588176"/>
                <a:gd name="connsiteY2" fmla="*/ 1192305 h 1964611"/>
                <a:gd name="connsiteX3" fmla="*/ 588176 w 588176"/>
                <a:gd name="connsiteY3" fmla="*/ 19197 h 1964611"/>
                <a:gd name="connsiteX4" fmla="*/ 560049 w 588176"/>
                <a:gd name="connsiteY4" fmla="*/ 2985 h 1964611"/>
                <a:gd name="connsiteX5" fmla="*/ 560049 w 588176"/>
                <a:gd name="connsiteY5" fmla="*/ 2985 h 1964611"/>
                <a:gd name="connsiteX6" fmla="*/ 528150 w 588176"/>
                <a:gd name="connsiteY6" fmla="*/ 14225 h 1964611"/>
                <a:gd name="connsiteX7" fmla="*/ 492812 w 588176"/>
                <a:gd name="connsiteY7" fmla="*/ 105274 h 1964611"/>
                <a:gd name="connsiteX8" fmla="*/ 51118 w 588176"/>
                <a:gd name="connsiteY8" fmla="*/ 1243312 h 1964611"/>
                <a:gd name="connsiteX9" fmla="*/ 9037 w 588176"/>
                <a:gd name="connsiteY9" fmla="*/ 1632732 h 1964611"/>
                <a:gd name="connsiteX10" fmla="*/ 43451 w 588176"/>
                <a:gd name="connsiteY10" fmla="*/ 1852969 h 1964611"/>
                <a:gd name="connsiteX11" fmla="*/ 45861 w 588176"/>
                <a:gd name="connsiteY11" fmla="*/ 1872676 h 1964611"/>
                <a:gd name="connsiteX12" fmla="*/ 46566 w 588176"/>
                <a:gd name="connsiteY12" fmla="*/ 1880858 h 1964611"/>
                <a:gd name="connsiteX13" fmla="*/ 46985 w 588176"/>
                <a:gd name="connsiteY13" fmla="*/ 1889821 h 1964611"/>
                <a:gd name="connsiteX14" fmla="*/ 47289 w 588176"/>
                <a:gd name="connsiteY14" fmla="*/ 1909385 h 1964611"/>
                <a:gd name="connsiteX15" fmla="*/ 140977 w 588176"/>
                <a:gd name="connsiteY15" fmla="*/ 1964611 h 1964611"/>
                <a:gd name="connsiteX16" fmla="*/ 236684 w 588176"/>
                <a:gd name="connsiteY16" fmla="*/ 1910090 h 1964611"/>
                <a:gd name="connsiteX17" fmla="*/ 278956 w 588176"/>
                <a:gd name="connsiteY17" fmla="*/ 1335999 h 1964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588176" h="1964611">
                  <a:moveTo>
                    <a:pt x="278956" y="1335999"/>
                  </a:moveTo>
                  <a:lnTo>
                    <a:pt x="287919" y="1214232"/>
                  </a:lnTo>
                  <a:lnTo>
                    <a:pt x="249886" y="1192305"/>
                  </a:lnTo>
                  <a:lnTo>
                    <a:pt x="588176" y="19197"/>
                  </a:lnTo>
                  <a:lnTo>
                    <a:pt x="560049" y="2985"/>
                  </a:lnTo>
                  <a:lnTo>
                    <a:pt x="560049" y="2985"/>
                  </a:lnTo>
                  <a:cubicBezTo>
                    <a:pt x="548219" y="-3835"/>
                    <a:pt x="533093" y="1499"/>
                    <a:pt x="528150" y="14225"/>
                  </a:cubicBezTo>
                  <a:lnTo>
                    <a:pt x="492812" y="105274"/>
                  </a:lnTo>
                  <a:lnTo>
                    <a:pt x="51118" y="1243312"/>
                  </a:lnTo>
                  <a:cubicBezTo>
                    <a:pt x="3055" y="1367146"/>
                    <a:pt x="-11461" y="1501477"/>
                    <a:pt x="9037" y="1632732"/>
                  </a:cubicBezTo>
                  <a:lnTo>
                    <a:pt x="43451" y="1852969"/>
                  </a:lnTo>
                  <a:cubicBezTo>
                    <a:pt x="44470" y="1859503"/>
                    <a:pt x="45242" y="1866094"/>
                    <a:pt x="45861" y="1872676"/>
                  </a:cubicBezTo>
                  <a:cubicBezTo>
                    <a:pt x="46118" y="1875410"/>
                    <a:pt x="46365" y="1878134"/>
                    <a:pt x="46566" y="1880858"/>
                  </a:cubicBezTo>
                  <a:cubicBezTo>
                    <a:pt x="46766" y="1883858"/>
                    <a:pt x="46870" y="1886840"/>
                    <a:pt x="46985" y="1889821"/>
                  </a:cubicBezTo>
                  <a:cubicBezTo>
                    <a:pt x="47280" y="1896365"/>
                    <a:pt x="47385" y="1902880"/>
                    <a:pt x="47289" y="1909385"/>
                  </a:cubicBezTo>
                  <a:cubicBezTo>
                    <a:pt x="47289" y="1909385"/>
                    <a:pt x="66682" y="1964611"/>
                    <a:pt x="140977" y="1964611"/>
                  </a:cubicBezTo>
                  <a:cubicBezTo>
                    <a:pt x="215272" y="1964611"/>
                    <a:pt x="236684" y="1910090"/>
                    <a:pt x="236684" y="1910090"/>
                  </a:cubicBezTo>
                  <a:lnTo>
                    <a:pt x="278956" y="1335999"/>
                  </a:lnTo>
                  <a:close/>
                </a:path>
              </a:pathLst>
            </a:custGeom>
            <a:solidFill>
              <a:srgbClr val="D1D1D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463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7CBC08AF-1410-1D5E-F418-C0DB92C046C5}"/>
                </a:ext>
              </a:extLst>
            </p:cNvPr>
            <p:cNvSpPr/>
            <p:nvPr/>
          </p:nvSpPr>
          <p:spPr>
            <a:xfrm>
              <a:off x="5471884" y="2399852"/>
              <a:ext cx="607206" cy="814907"/>
            </a:xfrm>
            <a:custGeom>
              <a:avLst/>
              <a:gdLst>
                <a:gd name="connsiteX0" fmla="*/ 566583 w 607206"/>
                <a:gd name="connsiteY0" fmla="*/ 662854 h 814907"/>
                <a:gd name="connsiteX1" fmla="*/ 455149 w 607206"/>
                <a:gd name="connsiteY1" fmla="*/ 248145 h 814907"/>
                <a:gd name="connsiteX2" fmla="*/ 454950 w 607206"/>
                <a:gd name="connsiteY2" fmla="*/ 248031 h 814907"/>
                <a:gd name="connsiteX3" fmla="*/ 436490 w 607206"/>
                <a:gd name="connsiteY3" fmla="*/ 214970 h 814907"/>
                <a:gd name="connsiteX4" fmla="*/ 452263 w 607206"/>
                <a:gd name="connsiteY4" fmla="*/ 714 h 814907"/>
                <a:gd name="connsiteX5" fmla="*/ 262878 w 607206"/>
                <a:gd name="connsiteY5" fmla="*/ 0 h 814907"/>
                <a:gd name="connsiteX6" fmla="*/ 123089 w 607206"/>
                <a:gd name="connsiteY6" fmla="*/ 266910 h 814907"/>
                <a:gd name="connsiteX7" fmla="*/ 31201 w 607206"/>
                <a:gd name="connsiteY7" fmla="*/ 376819 h 814907"/>
                <a:gd name="connsiteX8" fmla="*/ 133081 w 607206"/>
                <a:gd name="connsiteY8" fmla="*/ 762524 h 814907"/>
                <a:gd name="connsiteX9" fmla="*/ 566583 w 607206"/>
                <a:gd name="connsiteY9" fmla="*/ 662854 h 814907"/>
                <a:gd name="connsiteX10" fmla="*/ 212538 w 607206"/>
                <a:gd name="connsiteY10" fmla="*/ 669065 h 814907"/>
                <a:gd name="connsiteX11" fmla="*/ 145673 w 607206"/>
                <a:gd name="connsiteY11" fmla="*/ 420243 h 814907"/>
                <a:gd name="connsiteX12" fmla="*/ 394494 w 607206"/>
                <a:gd name="connsiteY12" fmla="*/ 353378 h 814907"/>
                <a:gd name="connsiteX13" fmla="*/ 461360 w 607206"/>
                <a:gd name="connsiteY13" fmla="*/ 602199 h 814907"/>
                <a:gd name="connsiteX14" fmla="*/ 212538 w 607206"/>
                <a:gd name="connsiteY14" fmla="*/ 669065 h 8149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607206" h="814907">
                  <a:moveTo>
                    <a:pt x="566583" y="662854"/>
                  </a:moveTo>
                  <a:cubicBezTo>
                    <a:pt x="650326" y="517560"/>
                    <a:pt x="600444" y="331889"/>
                    <a:pt x="455149" y="248145"/>
                  </a:cubicBezTo>
                  <a:cubicBezTo>
                    <a:pt x="455083" y="248107"/>
                    <a:pt x="455016" y="248069"/>
                    <a:pt x="454950" y="248031"/>
                  </a:cubicBezTo>
                  <a:cubicBezTo>
                    <a:pt x="443091" y="241211"/>
                    <a:pt x="435785" y="228610"/>
                    <a:pt x="436490" y="214970"/>
                  </a:cubicBezTo>
                  <a:lnTo>
                    <a:pt x="452263" y="714"/>
                  </a:lnTo>
                  <a:lnTo>
                    <a:pt x="262878" y="0"/>
                  </a:lnTo>
                  <a:cubicBezTo>
                    <a:pt x="261268" y="104708"/>
                    <a:pt x="209433" y="203254"/>
                    <a:pt x="123089" y="266910"/>
                  </a:cubicBezTo>
                  <a:cubicBezTo>
                    <a:pt x="85494" y="294627"/>
                    <a:pt x="53633" y="331584"/>
                    <a:pt x="31201" y="376819"/>
                  </a:cubicBezTo>
                  <a:cubicBezTo>
                    <a:pt x="-35750" y="511835"/>
                    <a:pt x="8160" y="678228"/>
                    <a:pt x="133081" y="762524"/>
                  </a:cubicBezTo>
                  <a:cubicBezTo>
                    <a:pt x="280756" y="862213"/>
                    <a:pt x="479181" y="814492"/>
                    <a:pt x="566583" y="662854"/>
                  </a:cubicBezTo>
                  <a:close/>
                  <a:moveTo>
                    <a:pt x="212538" y="669065"/>
                  </a:moveTo>
                  <a:cubicBezTo>
                    <a:pt x="125365" y="618811"/>
                    <a:pt x="95428" y="507416"/>
                    <a:pt x="145673" y="420243"/>
                  </a:cubicBezTo>
                  <a:cubicBezTo>
                    <a:pt x="195917" y="333070"/>
                    <a:pt x="307321" y="303133"/>
                    <a:pt x="394494" y="353378"/>
                  </a:cubicBezTo>
                  <a:cubicBezTo>
                    <a:pt x="481667" y="403622"/>
                    <a:pt x="511604" y="515026"/>
                    <a:pt x="461360" y="602199"/>
                  </a:cubicBezTo>
                  <a:cubicBezTo>
                    <a:pt x="411106" y="689372"/>
                    <a:pt x="299711" y="719309"/>
                    <a:pt x="212538" y="669065"/>
                  </a:cubicBezTo>
                  <a:close/>
                </a:path>
              </a:pathLst>
            </a:custGeom>
            <a:solidFill>
              <a:schemeClr val="tx1">
                <a:lumMod val="95000"/>
                <a:lumOff val="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463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D66B0D6D-D264-F59E-CADA-1DD65938CB2E}"/>
                </a:ext>
              </a:extLst>
            </p:cNvPr>
            <p:cNvSpPr/>
            <p:nvPr/>
          </p:nvSpPr>
          <p:spPr>
            <a:xfrm rot="-1252797">
              <a:off x="5783808" y="1729986"/>
              <a:ext cx="117058" cy="117058"/>
            </a:xfrm>
            <a:custGeom>
              <a:avLst/>
              <a:gdLst>
                <a:gd name="connsiteX0" fmla="*/ 117059 w 117058"/>
                <a:gd name="connsiteY0" fmla="*/ 58529 h 117058"/>
                <a:gd name="connsiteX1" fmla="*/ 58529 w 117058"/>
                <a:gd name="connsiteY1" fmla="*/ 117059 h 117058"/>
                <a:gd name="connsiteX2" fmla="*/ 0 w 117058"/>
                <a:gd name="connsiteY2" fmla="*/ 58529 h 117058"/>
                <a:gd name="connsiteX3" fmla="*/ 58529 w 117058"/>
                <a:gd name="connsiteY3" fmla="*/ 0 h 117058"/>
                <a:gd name="connsiteX4" fmla="*/ 117059 w 117058"/>
                <a:gd name="connsiteY4" fmla="*/ 58529 h 1170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7058" h="117058">
                  <a:moveTo>
                    <a:pt x="117059" y="58529"/>
                  </a:moveTo>
                  <a:cubicBezTo>
                    <a:pt x="117059" y="90854"/>
                    <a:pt x="90854" y="117059"/>
                    <a:pt x="58529" y="117059"/>
                  </a:cubicBezTo>
                  <a:cubicBezTo>
                    <a:pt x="26204" y="117059"/>
                    <a:pt x="0" y="90854"/>
                    <a:pt x="0" y="58529"/>
                  </a:cubicBezTo>
                  <a:cubicBezTo>
                    <a:pt x="0" y="26204"/>
                    <a:pt x="26204" y="0"/>
                    <a:pt x="58529" y="0"/>
                  </a:cubicBezTo>
                  <a:cubicBezTo>
                    <a:pt x="90854" y="0"/>
                    <a:pt x="117059" y="26204"/>
                    <a:pt x="117059" y="58529"/>
                  </a:cubicBezTo>
                  <a:close/>
                </a:path>
              </a:pathLst>
            </a:custGeom>
            <a:solidFill>
              <a:srgbClr val="50505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463"/>
            </a:p>
          </p:txBody>
        </p:sp>
      </p:grpSp>
      <p:sp>
        <p:nvSpPr>
          <p:cNvPr id="21" name="TextBox 20">
            <a:extLst>
              <a:ext uri="{FF2B5EF4-FFF2-40B4-BE49-F238E27FC236}">
                <a16:creationId xmlns:a16="http://schemas.microsoft.com/office/drawing/2014/main" id="{E05753BB-C8C3-ADEE-0D11-AAC92C12FEFE}"/>
              </a:ext>
            </a:extLst>
          </p:cNvPr>
          <p:cNvSpPr txBox="1"/>
          <p:nvPr/>
        </p:nvSpPr>
        <p:spPr>
          <a:xfrm>
            <a:off x="339941" y="1128114"/>
            <a:ext cx="3546861" cy="5425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63" b="1" dirty="0">
                <a:latin typeface="Verdana" panose="020B0604030504040204" pitchFamily="34" charset="0"/>
                <a:ea typeface="Verdana" panose="020B0604030504040204" pitchFamily="34" charset="0"/>
              </a:rPr>
              <a:t>1. </a:t>
            </a:r>
            <a:r>
              <a:rPr lang="ru-RU" sz="1463" b="1" dirty="0">
                <a:latin typeface="Verdana" panose="020B0604030504040204" pitchFamily="34" charset="0"/>
                <a:ea typeface="Verdana" panose="020B0604030504040204" pitchFamily="34" charset="0"/>
              </a:rPr>
              <a:t>Үч бурчтуктарды бөлүп кесип алгыла</a:t>
            </a:r>
            <a:endParaRPr lang="en-US" sz="1463" b="1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C485492-62CD-A336-50E2-5EA83CFD4E71}"/>
              </a:ext>
            </a:extLst>
          </p:cNvPr>
          <p:cNvSpPr txBox="1"/>
          <p:nvPr/>
        </p:nvSpPr>
        <p:spPr>
          <a:xfrm>
            <a:off x="339942" y="1959557"/>
            <a:ext cx="3208049" cy="5425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463" b="1" dirty="0">
                <a:latin typeface="Verdana" panose="020B0604030504040204" pitchFamily="34" charset="0"/>
                <a:ea typeface="Verdana" panose="020B0604030504040204" pitchFamily="34" charset="0"/>
              </a:rPr>
              <a:t>2</a:t>
            </a:r>
            <a:r>
              <a:rPr lang="en-US" sz="1463" b="1" dirty="0">
                <a:latin typeface="Verdana" panose="020B0604030504040204" pitchFamily="34" charset="0"/>
                <a:ea typeface="Verdana" panose="020B0604030504040204" pitchFamily="34" charset="0"/>
              </a:rPr>
              <a:t>.</a:t>
            </a:r>
            <a:r>
              <a:rPr lang="ru-RU" sz="1463" b="1" dirty="0">
                <a:latin typeface="Verdana" panose="020B0604030504040204" pitchFamily="34" charset="0"/>
                <a:ea typeface="Verdana" panose="020B0604030504040204" pitchFamily="34" charset="0"/>
              </a:rPr>
              <a:t> Көнүгүүлөр топтомун чыгаргыла</a:t>
            </a:r>
            <a:endParaRPr lang="en-US" sz="1463" b="1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B7BBB4FA-6638-9029-5D3A-53FAF92728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89403" y="2816004"/>
            <a:ext cx="4388591" cy="3388317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811DC26B-F68A-4926-5849-A53E199B731F}"/>
              </a:ext>
            </a:extLst>
          </p:cNvPr>
          <p:cNvSpPr txBox="1"/>
          <p:nvPr/>
        </p:nvSpPr>
        <p:spPr>
          <a:xfrm>
            <a:off x="3594615" y="3700793"/>
            <a:ext cx="1037964" cy="4424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2275" dirty="0"/>
              <a:t>Ката</a:t>
            </a:r>
            <a:endParaRPr lang="en-US" sz="2275" dirty="0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88FD110-FDB7-376D-54A1-5072F9A481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6634485" y="1346068"/>
            <a:ext cx="2748666" cy="1944098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4399FD9B-7881-F397-D303-FA7C17FDE404}"/>
              </a:ext>
            </a:extLst>
          </p:cNvPr>
          <p:cNvSpPr txBox="1"/>
          <p:nvPr/>
        </p:nvSpPr>
        <p:spPr>
          <a:xfrm>
            <a:off x="7147619" y="4798345"/>
            <a:ext cx="1533166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2600" dirty="0"/>
              <a:t>Туура</a:t>
            </a:r>
            <a:endParaRPr lang="en-US" sz="2600" dirty="0"/>
          </a:p>
        </p:txBody>
      </p:sp>
      <p:cxnSp>
        <p:nvCxnSpPr>
          <p:cNvPr id="34" name="Connector: Curved 33">
            <a:extLst>
              <a:ext uri="{FF2B5EF4-FFF2-40B4-BE49-F238E27FC236}">
                <a16:creationId xmlns:a16="http://schemas.microsoft.com/office/drawing/2014/main" id="{FA7ABC36-B8DD-0160-5830-A03AA2201317}"/>
              </a:ext>
            </a:extLst>
          </p:cNvPr>
          <p:cNvCxnSpPr/>
          <p:nvPr/>
        </p:nvCxnSpPr>
        <p:spPr>
          <a:xfrm rot="16200000" flipH="1">
            <a:off x="3520656" y="4718850"/>
            <a:ext cx="1553446" cy="367565"/>
          </a:xfrm>
          <a:prstGeom prst="curvedConnector3">
            <a:avLst>
              <a:gd name="adj1" fmla="val 52517"/>
            </a:avLst>
          </a:prstGeom>
          <a:ln w="57150">
            <a:solidFill>
              <a:schemeClr val="tx1">
                <a:lumMod val="95000"/>
                <a:lumOff val="5000"/>
              </a:schemeClr>
            </a:solidFill>
            <a:tailEnd type="triangle"/>
          </a:ln>
          <a:scene3d>
            <a:camera prst="orthographicFront"/>
            <a:lightRig rig="threePt" dir="t"/>
          </a:scene3d>
          <a:sp3d>
            <a:bevelT w="139700" prst="cross"/>
          </a:sp3d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7" name="Connector: Curved 36">
            <a:extLst>
              <a:ext uri="{FF2B5EF4-FFF2-40B4-BE49-F238E27FC236}">
                <a16:creationId xmlns:a16="http://schemas.microsoft.com/office/drawing/2014/main" id="{0B6E60E6-0F67-0FAD-F778-3B8971316EEF}"/>
              </a:ext>
            </a:extLst>
          </p:cNvPr>
          <p:cNvCxnSpPr>
            <a:cxnSpLocks/>
            <a:stCxn id="25" idx="0"/>
          </p:cNvCxnSpPr>
          <p:nvPr/>
        </p:nvCxnSpPr>
        <p:spPr>
          <a:xfrm rot="16200000" flipV="1">
            <a:off x="6573877" y="3458020"/>
            <a:ext cx="320673" cy="2359978"/>
          </a:xfrm>
          <a:prstGeom prst="curvedConnector2">
            <a:avLst/>
          </a:prstGeom>
          <a:ln w="38100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77DFBCB4-34D9-A4FE-A091-17E4DEA32AF3}"/>
              </a:ext>
            </a:extLst>
          </p:cNvPr>
          <p:cNvSpPr txBox="1"/>
          <p:nvPr/>
        </p:nvSpPr>
        <p:spPr>
          <a:xfrm>
            <a:off x="334393" y="2742651"/>
            <a:ext cx="3779204" cy="12179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463" b="1" dirty="0">
                <a:latin typeface="Verdana" panose="020B0604030504040204" pitchFamily="34" charset="0"/>
                <a:ea typeface="Verdana" panose="020B0604030504040204" pitchFamily="34" charset="0"/>
              </a:rPr>
              <a:t>3</a:t>
            </a:r>
            <a:r>
              <a:rPr lang="en-US" sz="1463" b="1" dirty="0">
                <a:latin typeface="Verdana" panose="020B0604030504040204" pitchFamily="34" charset="0"/>
                <a:ea typeface="Verdana" panose="020B0604030504040204" pitchFamily="34" charset="0"/>
              </a:rPr>
              <a:t>.</a:t>
            </a:r>
            <a:r>
              <a:rPr lang="ru-RU" sz="1463" b="1" dirty="0">
                <a:latin typeface="Verdana" panose="020B0604030504040204" pitchFamily="34" charset="0"/>
                <a:ea typeface="Verdana" panose="020B0604030504040204" pitchFamily="34" charset="0"/>
              </a:rPr>
              <a:t> Ар бир  үч бурчтуктун четиндеги суроо туура жоопко  дал келгидей , бири-бирине карама-каршы тургандай үч бурчтук түзүңүз</a:t>
            </a:r>
            <a:endParaRPr lang="en-US" sz="1463" b="1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86833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D8F903B-F968-442F-BC72-D2CA66F33A2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3471"/>
          <a:stretch/>
        </p:blipFill>
        <p:spPr>
          <a:xfrm>
            <a:off x="3558077" y="1114697"/>
            <a:ext cx="6347923" cy="5743303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5FB92090-0D6F-43A1-89C7-FCDBDDBA19A6}"/>
              </a:ext>
            </a:extLst>
          </p:cNvPr>
          <p:cNvSpPr txBox="1"/>
          <p:nvPr/>
        </p:nvSpPr>
        <p:spPr>
          <a:xfrm>
            <a:off x="588816" y="3113031"/>
            <a:ext cx="3790588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3200" dirty="0"/>
              <a:t>Сиз баш катырманы </a:t>
            </a:r>
          </a:p>
          <a:p>
            <a:pPr algn="ctr"/>
            <a:r>
              <a:rPr lang="ru-RU" sz="3200" dirty="0"/>
              <a:t>бүтүрө аласызбы?</a:t>
            </a:r>
            <a:endParaRPr lang="en-GB" sz="320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7297F46-2A31-2BDE-5226-CA1A740153BD}"/>
              </a:ext>
            </a:extLst>
          </p:cNvPr>
          <p:cNvSpPr/>
          <p:nvPr/>
        </p:nvSpPr>
        <p:spPr>
          <a:xfrm>
            <a:off x="273653" y="0"/>
            <a:ext cx="6024085" cy="1323439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ru-RU" sz="8000" b="1" cap="none" spc="0" dirty="0">
                <a:ln w="12700">
                  <a:solidFill>
                    <a:schemeClr val="accent1"/>
                  </a:solidFill>
                  <a:prstDash val="solid"/>
                </a:ln>
                <a:solidFill>
                  <a:schemeClr val="accent6"/>
                </a:solidFill>
                <a:effectLst>
                  <a:glow rad="393700">
                    <a:schemeClr val="accent6">
                      <a:satMod val="175000"/>
                      <a:alpha val="34000"/>
                    </a:schemeClr>
                  </a:glow>
                  <a:outerShdw dist="38100" algn="bl" rotWithShape="0">
                    <a:srgbClr val="00B050"/>
                  </a:outerShdw>
                  <a:reflection blurRad="6350" stA="60000" endA="900" endPos="60000" dist="60007" dir="5400000" sy="-100000" algn="bl" rotWithShape="0"/>
                </a:effectLst>
              </a:rPr>
              <a:t>Тарсиа Курак</a:t>
            </a:r>
            <a:endParaRPr lang="en-US" sz="8000" b="1" cap="none" spc="0" dirty="0">
              <a:ln w="12700">
                <a:solidFill>
                  <a:schemeClr val="accent1"/>
                </a:solidFill>
                <a:prstDash val="solid"/>
              </a:ln>
              <a:solidFill>
                <a:schemeClr val="accent6"/>
              </a:solidFill>
              <a:effectLst>
                <a:glow rad="393700">
                  <a:schemeClr val="accent6">
                    <a:satMod val="175000"/>
                    <a:alpha val="34000"/>
                  </a:schemeClr>
                </a:glow>
                <a:outerShdw dist="38100" algn="bl" rotWithShape="0">
                  <a:srgbClr val="00B050"/>
                </a:outerShdw>
                <a:reflection blurRad="6350" stA="60000" endA="900" endPos="60000" dist="60007" dir="5400000" sy="-100000" algn="bl" rotWithShape="0"/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0771987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4444228B-18CD-4228-9200-D63F982A75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4974633" cy="68580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906E5430-4232-4E25-9D40-1A23B1CE82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53000" y="0"/>
            <a:ext cx="4953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841190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CAC810DB-6C1B-4A87-A1B7-690AE2A0DE41}"/>
              </a:ext>
            </a:extLst>
          </p:cNvPr>
          <p:cNvCxnSpPr>
            <a:cxnSpLocks/>
          </p:cNvCxnSpPr>
          <p:nvPr/>
        </p:nvCxnSpPr>
        <p:spPr>
          <a:xfrm>
            <a:off x="4953000" y="33561"/>
            <a:ext cx="0" cy="6824439"/>
          </a:xfrm>
          <a:prstGeom prst="line">
            <a:avLst/>
          </a:prstGeom>
          <a:ln w="28575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" name="Group 1">
            <a:extLst>
              <a:ext uri="{FF2B5EF4-FFF2-40B4-BE49-F238E27FC236}">
                <a16:creationId xmlns:a16="http://schemas.microsoft.com/office/drawing/2014/main" id="{5AB802F7-A2A2-495B-B468-D71C81D09FDE}"/>
              </a:ext>
            </a:extLst>
          </p:cNvPr>
          <p:cNvGrpSpPr/>
          <p:nvPr/>
        </p:nvGrpSpPr>
        <p:grpSpPr>
          <a:xfrm rot="16200000">
            <a:off x="-1053123" y="1053123"/>
            <a:ext cx="6845300" cy="4739054"/>
            <a:chOff x="0" y="0"/>
            <a:chExt cx="9906000" cy="6858000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86D11441-E19F-4ECD-8158-CDAEA8F84EF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0" y="0"/>
              <a:ext cx="4974633" cy="6858000"/>
            </a:xfrm>
            <a:prstGeom prst="rect">
              <a:avLst/>
            </a:prstGeom>
          </p:spPr>
        </p:pic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F09ECC40-4AB3-4247-9DB9-1A21E5746AC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953000" y="0"/>
              <a:ext cx="4953000" cy="6858000"/>
            </a:xfrm>
            <a:prstGeom prst="rect">
              <a:avLst/>
            </a:prstGeom>
          </p:spPr>
        </p:pic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2639E065-2FD6-46E2-8F18-15492B110586}"/>
              </a:ext>
            </a:extLst>
          </p:cNvPr>
          <p:cNvGrpSpPr/>
          <p:nvPr/>
        </p:nvGrpSpPr>
        <p:grpSpPr>
          <a:xfrm rot="16200000">
            <a:off x="3987800" y="1053124"/>
            <a:ext cx="6845300" cy="4739054"/>
            <a:chOff x="0" y="0"/>
            <a:chExt cx="9906000" cy="6858000"/>
          </a:xfrm>
        </p:grpSpPr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F3CD31A9-3E19-48FC-819F-AF4E20AEE31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0" y="0"/>
              <a:ext cx="4974633" cy="6858000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CEC2BD6B-608C-4ECF-80EE-19E00AE9313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953000" y="0"/>
              <a:ext cx="4953000" cy="68580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6144062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45C713B-5E85-4626-98DC-5C5BBBE9D9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09775" y="4762"/>
            <a:ext cx="7896225" cy="684847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DFF135FA-A420-EB93-54D8-753F3B99FFBD}"/>
              </a:ext>
            </a:extLst>
          </p:cNvPr>
          <p:cNvSpPr txBox="1"/>
          <p:nvPr/>
        </p:nvSpPr>
        <p:spPr>
          <a:xfrm>
            <a:off x="-466725" y="196334"/>
            <a:ext cx="4953000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6600" b="1" dirty="0">
                <a:ln w="12700">
                  <a:solidFill>
                    <a:schemeClr val="accent1"/>
                  </a:solidFill>
                  <a:prstDash val="solid"/>
                </a:ln>
                <a:solidFill>
                  <a:schemeClr val="accent6"/>
                </a:solidFill>
                <a:effectLst>
                  <a:glow rad="393700">
                    <a:schemeClr val="accent6">
                      <a:satMod val="175000"/>
                      <a:alpha val="34000"/>
                    </a:schemeClr>
                  </a:glow>
                  <a:outerShdw dist="38100" algn="bl" rotWithShape="0">
                    <a:srgbClr val="00B050"/>
                  </a:outerShdw>
                  <a:reflection blurRad="6350" stA="60000" endA="900" endPos="60000" dist="60007" dir="5400000" sy="-100000" algn="bl" rotWithShape="0"/>
                </a:effectLst>
              </a:rPr>
              <a:t>Жообу</a:t>
            </a:r>
            <a:endParaRPr lang="en-US" sz="6600" b="1" cap="none" spc="0" dirty="0">
              <a:ln w="12700">
                <a:solidFill>
                  <a:schemeClr val="accent1"/>
                </a:solidFill>
                <a:prstDash val="solid"/>
              </a:ln>
              <a:solidFill>
                <a:schemeClr val="accent6"/>
              </a:solidFill>
              <a:effectLst>
                <a:glow rad="393700">
                  <a:schemeClr val="accent6">
                    <a:satMod val="175000"/>
                    <a:alpha val="34000"/>
                  </a:schemeClr>
                </a:glow>
                <a:outerShdw dist="38100" algn="bl" rotWithShape="0">
                  <a:srgbClr val="00B050"/>
                </a:outerShdw>
                <a:reflection blurRad="6350" stA="60000" endA="900" endPos="60000" dist="60007" dir="5400000" sy="-100000" algn="bl" rotWithShape="0"/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94873236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49DD828-9816-48D5-8793-DAFED5357886}"/>
              </a:ext>
            </a:extLst>
          </p:cNvPr>
          <p:cNvSpPr/>
          <p:nvPr/>
        </p:nvSpPr>
        <p:spPr>
          <a:xfrm>
            <a:off x="332558" y="1012954"/>
            <a:ext cx="9240883" cy="48320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ru-RU" sz="2800" dirty="0"/>
              <a:t>Суроолор барбы?</a:t>
            </a:r>
          </a:p>
          <a:p>
            <a:pPr marL="0" indent="0" algn="ctr">
              <a:buNone/>
            </a:pPr>
            <a:r>
              <a:rPr lang="ru-RU" sz="2800" dirty="0"/>
              <a:t>Комментарийлер?</a:t>
            </a:r>
          </a:p>
          <a:p>
            <a:pPr marL="0" indent="0" algn="ctr">
              <a:buNone/>
            </a:pPr>
            <a:r>
              <a:rPr lang="ru-RU" sz="2800" dirty="0"/>
              <a:t>Сунуштар?</a:t>
            </a:r>
          </a:p>
          <a:p>
            <a:pPr marL="0" indent="0" algn="ctr">
              <a:buNone/>
            </a:pPr>
            <a:endParaRPr lang="ru-RU" sz="2800" dirty="0"/>
          </a:p>
          <a:p>
            <a:pPr marL="0" indent="0" algn="ctr">
              <a:buNone/>
            </a:pPr>
            <a:r>
              <a:rPr lang="ru-RU" sz="2800" dirty="0"/>
              <a:t>…же ката таптыңызбы!?</a:t>
            </a:r>
          </a:p>
          <a:p>
            <a:pPr marL="0" indent="0" algn="ctr">
              <a:buNone/>
            </a:pPr>
            <a:endParaRPr lang="ru-RU" sz="2800" dirty="0"/>
          </a:p>
          <a:p>
            <a:pPr marL="0" indent="0" algn="ctr">
              <a:buNone/>
            </a:pPr>
            <a:r>
              <a:rPr lang="ru-RU" sz="2800" dirty="0"/>
              <a:t>Түрдүү пикирлер үчүн ыраазычылык билдиребиз.</a:t>
            </a:r>
          </a:p>
          <a:p>
            <a:pPr marL="0" indent="0" algn="ctr">
              <a:buNone/>
            </a:pPr>
            <a:endParaRPr lang="ru-RU" sz="2800" dirty="0"/>
          </a:p>
          <a:p>
            <a:pPr marL="0" indent="0" algn="ctr">
              <a:buNone/>
            </a:pPr>
            <a:r>
              <a:rPr lang="ru-RU" sz="2800" dirty="0"/>
              <a:t>Сураныч, электрондук кат жөнөтүңүз:</a:t>
            </a:r>
          </a:p>
          <a:p>
            <a:pPr marL="0" indent="0" algn="ctr">
              <a:buNone/>
            </a:pPr>
            <a:endParaRPr lang="ru-RU" sz="2800" dirty="0"/>
          </a:p>
          <a:p>
            <a:pPr marL="0" indent="0" algn="ctr">
              <a:buNone/>
            </a:pPr>
            <a:r>
              <a:rPr lang="en-US" sz="2800" dirty="0">
                <a:solidFill>
                  <a:srgbClr val="FF0000"/>
                </a:solidFill>
              </a:rPr>
              <a:t>mathematicskgz@gmail.com</a:t>
            </a:r>
          </a:p>
        </p:txBody>
      </p:sp>
    </p:spTree>
    <p:extLst>
      <p:ext uri="{BB962C8B-B14F-4D97-AF65-F5344CB8AC3E}">
        <p14:creationId xmlns:p14="http://schemas.microsoft.com/office/powerpoint/2010/main" val="39829713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28575">
          <a:solidFill>
            <a:schemeClr val="tx1"/>
          </a:solidFill>
        </a:ln>
      </a:spPr>
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95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TM04033937[[fn=Vapor Trail]]</Template>
  <TotalTime>8377</TotalTime>
  <Words>174</Words>
  <Application>Microsoft Office PowerPoint</Application>
  <PresentationFormat>A4 Paper (210x297 mm)</PresentationFormat>
  <Paragraphs>42</Paragraphs>
  <Slides>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8</vt:i4>
      </vt:variant>
    </vt:vector>
  </HeadingPairs>
  <TitlesOfParts>
    <vt:vector size="14" baseType="lpstr">
      <vt:lpstr>Arial</vt:lpstr>
      <vt:lpstr>Calibri</vt:lpstr>
      <vt:lpstr>Verdana</vt:lpstr>
      <vt:lpstr>Calibri Light</vt:lpstr>
      <vt:lpstr>Office Theme</vt:lpstr>
      <vt:lpstr>1_Office Theme</vt:lpstr>
      <vt:lpstr>PowerPoint Presentation</vt:lpstr>
      <vt:lpstr>PowerPoint Presentation</vt:lpstr>
      <vt:lpstr> 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Kite</dc:creator>
  <cp:lastModifiedBy>Isa Amanov</cp:lastModifiedBy>
  <cp:revision>360</cp:revision>
  <cp:lastPrinted>2019-08-02T05:25:33Z</cp:lastPrinted>
  <dcterms:created xsi:type="dcterms:W3CDTF">2017-01-17T16:57:04Z</dcterms:created>
  <dcterms:modified xsi:type="dcterms:W3CDTF">2024-08-24T06:55:19Z</dcterms:modified>
</cp:coreProperties>
</file>