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704" r:id="rId1"/>
    <p:sldMasterId id="2147483717" r:id="rId2"/>
  </p:sldMasterIdLst>
  <p:notesMasterIdLst>
    <p:notesMasterId r:id="rId12"/>
  </p:notesMasterIdLst>
  <p:sldIdLst>
    <p:sldId id="257" r:id="rId3"/>
    <p:sldId id="949" r:id="rId4"/>
    <p:sldId id="950" r:id="rId5"/>
    <p:sldId id="947" r:id="rId6"/>
    <p:sldId id="948" r:id="rId7"/>
    <p:sldId id="951" r:id="rId8"/>
    <p:sldId id="952" r:id="rId9"/>
    <p:sldId id="953" r:id="rId10"/>
    <p:sldId id="274" r:id="rId11"/>
  </p:sldIdLst>
  <p:sldSz cx="9906000" cy="6858000" type="A4"/>
  <p:notesSz cx="7315200" cy="9601200"/>
  <p:embeddedFontLst>
    <p:embeddedFont>
      <p:font typeface="Cooper Black" panose="0208090404030B020404" pitchFamily="18" charset="0"/>
      <p:regular r:id="rId13"/>
    </p:embeddedFont>
  </p:embeddedFont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Капкак слайд" id="{197FF5E7-57A8-40D7-8FA0-8A089C366947}">
          <p14:sldIdLst>
            <p14:sldId id="257"/>
          </p14:sldIdLst>
        </p14:section>
        <p14:section name="Көрсөтүү үчүн" id="{059544AC-2C27-45B1-9F95-F87DF8854DD6}">
          <p14:sldIdLst>
            <p14:sldId id="949"/>
            <p14:sldId id="950"/>
          </p14:sldIdLst>
        </p14:section>
        <p14:section name="Жооптор" id="{1FEDB314-42DC-4694-9B04-D4A4AAE625F7}">
          <p14:sldIdLst>
            <p14:sldId id="947"/>
            <p14:sldId id="948"/>
          </p14:sldIdLst>
        </p14:section>
        <p14:section name="Таркатуу үчүн" id="{A78D9305-6AAE-4715-A210-52F6908F30F7}">
          <p14:sldIdLst>
            <p14:sldId id="951"/>
            <p14:sldId id="952"/>
            <p14:sldId id="953"/>
          </p14:sldIdLst>
        </p14:section>
        <p14:section name="MATKGZ" id="{F3D720CF-F566-46A6-9361-125255B68FA6}">
          <p14:sldIdLst>
            <p14:sldId id="274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12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6A6A6"/>
    <a:srgbClr val="FFFFFF"/>
    <a:srgbClr val="00FF00"/>
    <a:srgbClr val="FF3300"/>
    <a:srgbClr val="FF0066"/>
    <a:srgbClr val="4472C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691" autoAdjust="0"/>
    <p:restoredTop sz="92935" autoAdjust="0"/>
  </p:normalViewPr>
  <p:slideViewPr>
    <p:cSldViewPr snapToGrid="0" showGuides="1">
      <p:cViewPr varScale="1">
        <p:scale>
          <a:sx n="63" d="100"/>
          <a:sy n="63" d="100"/>
        </p:scale>
        <p:origin x="1380" y="56"/>
      </p:cViewPr>
      <p:guideLst>
        <p:guide orient="horz" pos="2160"/>
        <p:guide pos="312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25" d="100"/>
        <a:sy n="25" d="100"/>
      </p:scale>
      <p:origin x="0" y="-424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font" Target="fonts/font1.fntdata"/><Relationship Id="rId3" Type="http://schemas.openxmlformats.org/officeDocument/2006/relationships/slide" Target="slides/slide1.xml"/><Relationship Id="rId7" Type="http://schemas.openxmlformats.org/officeDocument/2006/relationships/slide" Target="slides/slide5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viewProps" Target="viewProps.xml"/><Relationship Id="rId10" Type="http://schemas.openxmlformats.org/officeDocument/2006/relationships/slide" Target="slides/slide8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2" y="0"/>
            <a:ext cx="3169920" cy="481727"/>
          </a:xfrm>
          <a:prstGeom prst="rect">
            <a:avLst/>
          </a:prstGeom>
        </p:spPr>
        <p:txBody>
          <a:bodyPr vert="horz" lIns="94637" tIns="47319" rIns="94637" bIns="47319" rtlCol="0"/>
          <a:lstStyle>
            <a:lvl1pPr algn="l">
              <a:defRPr sz="13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143589" y="0"/>
            <a:ext cx="3169920" cy="481727"/>
          </a:xfrm>
          <a:prstGeom prst="rect">
            <a:avLst/>
          </a:prstGeom>
        </p:spPr>
        <p:txBody>
          <a:bodyPr vert="horz" lIns="94637" tIns="47319" rIns="94637" bIns="47319" rtlCol="0"/>
          <a:lstStyle>
            <a:lvl1pPr algn="r">
              <a:defRPr sz="1300"/>
            </a:lvl1pPr>
          </a:lstStyle>
          <a:p>
            <a:fld id="{9C6A85EB-AF26-437E-8488-94E19A13AA79}" type="datetimeFigureOut">
              <a:rPr lang="en-GB" smtClean="0"/>
              <a:t>21/05/2024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17625" y="1200150"/>
            <a:ext cx="4679950" cy="32400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4637" tIns="47319" rIns="94637" bIns="47319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31521" y="4620580"/>
            <a:ext cx="5852160" cy="3780472"/>
          </a:xfrm>
          <a:prstGeom prst="rect">
            <a:avLst/>
          </a:prstGeom>
        </p:spPr>
        <p:txBody>
          <a:bodyPr vert="horz" lIns="94637" tIns="47319" rIns="94637" bIns="47319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2" y="9119478"/>
            <a:ext cx="3169920" cy="481726"/>
          </a:xfrm>
          <a:prstGeom prst="rect">
            <a:avLst/>
          </a:prstGeom>
        </p:spPr>
        <p:txBody>
          <a:bodyPr vert="horz" lIns="94637" tIns="47319" rIns="94637" bIns="47319" rtlCol="0" anchor="b"/>
          <a:lstStyle>
            <a:lvl1pPr algn="l">
              <a:defRPr sz="13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143589" y="9119478"/>
            <a:ext cx="3169920" cy="481726"/>
          </a:xfrm>
          <a:prstGeom prst="rect">
            <a:avLst/>
          </a:prstGeom>
        </p:spPr>
        <p:txBody>
          <a:bodyPr vert="horz" lIns="94637" tIns="47319" rIns="94637" bIns="47319" rtlCol="0" anchor="b"/>
          <a:lstStyle>
            <a:lvl1pPr algn="r">
              <a:defRPr sz="1300"/>
            </a:lvl1pPr>
          </a:lstStyle>
          <a:p>
            <a:fld id="{DD4EDCD2-601A-461C-9AB5-639C33E3F9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949271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7398827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293F4D-D01F-93A3-9EB0-D06BC57F790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D812B11-7E4E-839A-04E0-02C24D95503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ABD867-CBFE-B60E-94FE-5E77AFA187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A6662E-FAF4-44BC-88B5-85A7CBFB6D30}" type="datetime1">
              <a:rPr lang="en-US" smtClean="0"/>
              <a:pPr/>
              <a:t>5/21/2024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F92923-5691-201D-9863-7C30507532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chemeClr val="tx1">
                  <a:alpha val="60000"/>
                </a:scheme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637E006-83CA-71CA-8D81-D81C549A4A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311140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0B602F-6E81-0690-42B3-F319961306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43CCCDD-EFAD-983F-26E9-4DF01E94A6D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36BEF54-E3A6-3438-FB70-CA9F728400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E0CF6C-748E-4B7A-BC8B-3011EF78ED13}" type="datetime1">
              <a:rPr lang="en-US" smtClean="0"/>
              <a:pPr/>
              <a:t>5/21/2024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BDC804C-59EB-58AD-19D6-DD91BE1A2D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schemeClr val="tx1">
                  <a:alpha val="60000"/>
                </a:scheme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2E3ABE-C108-D63B-0C80-FF56F17F34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4835683"/>
      </p:ext>
    </p:extLst>
  </p:cSld>
  <p:clrMapOvr>
    <a:masterClrMapping/>
  </p:clrMapOvr>
  <p:hf sldNum="0"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3461F2-375D-397C-903D-1C9A6DC949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9" y="1709741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755F7C1-DA44-F885-7F76-6AEF872F4EA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9" y="458946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68A5E7A-3C4E-B0FF-6048-2428F13D7E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E0CF6C-748E-4B7A-BC8B-3011EF78ED13}" type="datetime1">
              <a:rPr lang="en-US" smtClean="0"/>
              <a:pPr/>
              <a:t>5/21/2024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14EF43D-AA59-6F72-6E99-24BACA4DB0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schemeClr val="tx1">
                  <a:alpha val="60000"/>
                </a:scheme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520488E-9575-AA10-6650-5EFF64A311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8377284"/>
      </p:ext>
    </p:extLst>
  </p:cSld>
  <p:clrMapOvr>
    <a:masterClrMapping/>
  </p:clrMapOvr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24C236-4D6A-F50F-F96A-0B33FAF755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9B67EB-5934-4033-C48B-523183C75E6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970EE30-BC22-BA32-5555-2D92711BBE0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B7A8EA1-F6CD-6BFF-8918-10BD9D7CB1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31DA2F-80B8-49CF-99FB-5ABCA53A607A}" type="datetime1">
              <a:rPr lang="en-US" smtClean="0"/>
              <a:t>5/21/2024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3A52A51-170D-0A97-76E8-C96E6E36F4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44E1132-9890-0200-7169-348F438F01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948046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B23700-5056-34AA-A2B1-5A0B192AE8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365128"/>
            <a:ext cx="8543925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7BE887B-58EA-8D7A-9294-12B7F549D81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29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92AF15E-9662-63E9-7EFD-AAF9E53714C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29" y="2505075"/>
            <a:ext cx="4190702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4A126DF-2F27-AAE9-509B-33B91D26E72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90A3A8AA-F2AC-1915-04A9-63EC756842D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00AD720E-DDCF-A042-525A-A95B33AF83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2172-E6C9-4B6C-929A-A9DE3837BBF1}" type="datetime1">
              <a:rPr lang="en-US" smtClean="0"/>
              <a:t>5/21/2024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1CC3DD1-3866-8861-C983-17EB374372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9F36F28-5B8B-A0E8-06F7-3F5B93025A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650316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66B005-13E9-BCAA-22F3-54833121B4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B7409B5-5904-AB68-A3D2-EEE55612CD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B41CFF-90C9-47B3-9DA1-F2BF8D839F7E}" type="datetime1">
              <a:rPr lang="en-US" smtClean="0"/>
              <a:t>5/21/2024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E65F024-0351-150D-CE65-CA2A74137C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06FD2D2-622D-EAB7-F9F1-A6687F2A6D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270085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85E6D05-C3FE-5D83-ABAE-5EA740EFAC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6048FA-06AB-4884-A69B-986B96E68A24}" type="datetime1">
              <a:rPr lang="en-US" smtClean="0"/>
              <a:t>5/21/2024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48A5EF-28C1-DD13-2869-594EA5A3D2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CD7AFC8-9655-DD74-E767-245E9A7B1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127312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63982C-0085-BA19-333E-A713270422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C201765-BF41-54B2-CCAB-9A893B528A2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0" y="987428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94472CA-71AC-D0BD-DA67-C0026E7E70C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E2DE5CC-1DCA-74E9-1894-D78E49D297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DB7ABA-0172-4F9C-889D-567164F66BCD}" type="datetime1">
              <a:rPr lang="en-US" smtClean="0"/>
              <a:t>5/21/2024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FBBF998-C4E1-7D1D-7798-8E64EF3552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DD4DEEC-F443-F9CC-3C71-43B43309D0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622888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8275CA-C16C-F543-5FBE-94BA8E7485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505EFBD-08DC-FEC5-DB7F-889F30898BB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0" y="987428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255E3FE-8205-A0D3-E364-AE2329A9A7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973538-62E9-2462-AC52-41FA61FD5E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AC6A5B-8AE7-4A41-B5A7-9ADC6686DC18}" type="datetime1">
              <a:rPr lang="en-US" smtClean="0"/>
              <a:t>5/21/2024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ED01BD5-559A-AC1D-5F9F-FFE05E5E7A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C7CE6E5-78E7-6241-E001-F0C758D0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316757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613D88-2BF6-614B-3079-2C6D332154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1328EC6-2893-E93C-61E9-FBB8B8BEFF1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F8F509-5F7D-165D-0064-2BDE7D928B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559632-1575-4E14-B53B-3DC3D5ED3947}" type="datetime1">
              <a:rPr lang="en-US" smtClean="0"/>
              <a:t>5/21/2024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FAE5BE3-6897-E183-83EE-24E2A66D85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A6FFAB-F65C-AA1B-F804-E5137C3FFB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22122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DB1A297-8AFF-A561-0BCF-DFDC8411431C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2" y="365125"/>
            <a:ext cx="2135981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98CB72B-897C-F259-A022-BD779EA2AC5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8" y="365125"/>
            <a:ext cx="6284119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39C401B-ED7F-8920-B7DE-5D74C0C21D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C4A6868-2568-4CC9-B302-F37117B01A6E}" type="datetime1">
              <a:rPr lang="en-US" smtClean="0"/>
              <a:t>5/21/2024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9596E29-87BB-96E5-3FFA-F963A867B6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2EF2CD-2735-30BE-2465-466EEE1C46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474807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55F08A-1E71-4B2B-BB49-E743F2903911}" type="datetime1">
              <a:rPr lang="en-US" smtClean="0"/>
              <a:t>5/21/2024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374013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55F08A-1E71-4B2B-BB49-E743F2903911}" type="datetime1">
              <a:rPr lang="en-US" smtClean="0"/>
              <a:t>5/21/2024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804219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38401" y="4777381"/>
            <a:ext cx="7170848" cy="860400"/>
          </a:xfrm>
        </p:spPr>
        <p:txBody>
          <a:bodyPr anchor="t"/>
          <a:lstStyle>
            <a:lvl1pPr marL="0" indent="0" algn="l">
              <a:buNone/>
              <a:defRPr sz="1625" cap="all">
                <a:solidFill>
                  <a:schemeClr val="accent1"/>
                </a:solidFill>
              </a:defRPr>
            </a:lvl1pPr>
            <a:lvl2pPr marL="371475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191364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4.xml"/><Relationship Id="rId3" Type="http://schemas.openxmlformats.org/officeDocument/2006/relationships/slideLayout" Target="../slideLayouts/slideLayout4.xml"/><Relationship Id="rId7" Type="http://schemas.openxmlformats.org/officeDocument/2006/relationships/slideLayout" Target="../slideLayouts/slideLayout8.xml"/><Relationship Id="rId12" Type="http://schemas.openxmlformats.org/officeDocument/2006/relationships/slideLayout" Target="../slideLayouts/slideLayout13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2.xml"/><Relationship Id="rId5" Type="http://schemas.openxmlformats.org/officeDocument/2006/relationships/slideLayout" Target="../slideLayouts/slideLayout6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11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Relationship Id="rId1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00797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D783609-0CE5-670D-75C4-4EB473A033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8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B96DF15-2EE1-DB9D-BDD5-2BEDF4A9466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F09A8A0-7FAC-CC94-B820-32410EC442E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7E0CF6C-748E-4B7A-BC8B-3011EF78ED13}" type="datetime1">
              <a:rPr lang="en-US" smtClean="0"/>
              <a:pPr/>
              <a:t>5/21/2024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8ED8C11-3CED-972F-4CCA-6920830ACC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>
              <a:solidFill>
                <a:schemeClr val="tx1">
                  <a:alpha val="60000"/>
                </a:scheme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93F2AE-352A-A10E-B208-93514C0EF2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3B850FF-6169-4056-8077-06FFA93A5366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2703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8" r:id="rId1"/>
    <p:sldLayoutId id="2147483719" r:id="rId2"/>
    <p:sldLayoutId id="2147483720" r:id="rId3"/>
    <p:sldLayoutId id="2147483721" r:id="rId4"/>
    <p:sldLayoutId id="2147483722" r:id="rId5"/>
    <p:sldLayoutId id="2147483723" r:id="rId6"/>
    <p:sldLayoutId id="2147483724" r:id="rId7"/>
    <p:sldLayoutId id="2147483725" r:id="rId8"/>
    <p:sldLayoutId id="2147483726" r:id="rId9"/>
    <p:sldLayoutId id="2147483727" r:id="rId10"/>
    <p:sldLayoutId id="2147483728" r:id="rId11"/>
    <p:sldLayoutId id="2147483729" r:id="rId12"/>
    <p:sldLayoutId id="2147483730" r:id="rId13"/>
    <p:sldLayoutId id="2147483731" r:id="rId14"/>
  </p:sldLayoutIdLst>
  <p:hf sldNum="0"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DC884C22-E567-2E46-13CA-C26DA13A27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81037" y="1270000"/>
            <a:ext cx="8513763" cy="4402316"/>
          </a:xfrm>
        </p:spPr>
        <p:txBody>
          <a:bodyPr>
            <a:normAutofit/>
          </a:bodyPr>
          <a:lstStyle/>
          <a:p>
            <a:r>
              <a:rPr lang="ru-RU" dirty="0"/>
              <a:t>2 2 орундуу ондуктар – кошуу жана кемитүү –– Көнүгүү </a:t>
            </a:r>
            <a:r>
              <a:rPr lang="ky-KG" dirty="0"/>
              <a:t>В</a:t>
            </a:r>
            <a:endParaRPr lang="ru-RU" dirty="0"/>
          </a:p>
          <a:p>
            <a:endParaRPr lang="ru-RU" dirty="0"/>
          </a:p>
          <a:p>
            <a:r>
              <a:rPr lang="ru-RU" dirty="0"/>
              <a:t>Иш барагы 2 өлчөмдө.</a:t>
            </a:r>
            <a:endParaRPr lang="en-US" dirty="0"/>
          </a:p>
          <a:p>
            <a:endParaRPr lang="en-US" dirty="0"/>
          </a:p>
          <a:p>
            <a:r>
              <a:rPr lang="ru-RU" dirty="0"/>
              <a:t>Анимацияларды текшерип, </a:t>
            </a:r>
            <a:r>
              <a:rPr lang="ky-KG" dirty="0"/>
              <a:t>сабагы</a:t>
            </a:r>
            <a:r>
              <a:rPr lang="ru-RU" dirty="0"/>
              <a:t>ң</a:t>
            </a:r>
            <a:r>
              <a:rPr lang="ky-KG" dirty="0"/>
              <a:t>ызга </a:t>
            </a:r>
            <a:r>
              <a:rPr lang="ru-RU" b="1" dirty="0">
                <a:solidFill>
                  <a:srgbClr val="FF0000"/>
                </a:solidFill>
              </a:rPr>
              <a:t>КЕРЕГИ ЖОК </a:t>
            </a:r>
            <a:r>
              <a:rPr lang="ru-RU" dirty="0"/>
              <a:t>слайддарды </a:t>
            </a:r>
            <a:r>
              <a:rPr lang="ru-RU" sz="2600" b="1" dirty="0">
                <a:solidFill>
                  <a:srgbClr val="FF0000"/>
                </a:solidFill>
              </a:rPr>
              <a:t>ӨЧҮРҮ</a:t>
            </a:r>
            <a:r>
              <a:rPr lang="ky-KG" sz="2600" b="1" dirty="0">
                <a:solidFill>
                  <a:srgbClr val="FF0000"/>
                </a:solidFill>
              </a:rPr>
              <a:t>П САЛЫ</a:t>
            </a:r>
            <a:r>
              <a:rPr lang="ru-RU" sz="2600" b="1" dirty="0">
                <a:solidFill>
                  <a:srgbClr val="FF0000"/>
                </a:solidFill>
              </a:rPr>
              <a:t>ҢЫЗ.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9C32CF0-A8B2-1442-8506-9CB94EBCF53A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72720" y="183336"/>
            <a:ext cx="7641034" cy="1137642"/>
          </a:xfrm>
        </p:spPr>
        <p:txBody>
          <a:bodyPr>
            <a:normAutofit/>
          </a:bodyPr>
          <a:lstStyle/>
          <a:p>
            <a:r>
              <a:rPr lang="en-US" sz="5363" dirty="0" err="1">
                <a:solidFill>
                  <a:srgbClr val="00B0F0"/>
                </a:solidFill>
              </a:rPr>
              <a:t>MathKGZ</a:t>
            </a:r>
            <a:r>
              <a:rPr lang="en-US" sz="4225" dirty="0">
                <a:solidFill>
                  <a:srgbClr val="00B0F0"/>
                </a:solidFill>
              </a:rPr>
              <a:t>  -- </a:t>
            </a:r>
          </a:p>
        </p:txBody>
      </p:sp>
    </p:spTree>
    <p:extLst>
      <p:ext uri="{BB962C8B-B14F-4D97-AF65-F5344CB8AC3E}">
        <p14:creationId xmlns:p14="http://schemas.microsoft.com/office/powerpoint/2010/main" val="407568864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8C607CF9-E50E-9AA7-6318-72D20636A5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7204" y="189811"/>
            <a:ext cx="9577036" cy="65755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259559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F25A42F1-035D-4220-8486-BD9E60CA5899}"/>
              </a:ext>
            </a:extLst>
          </p:cNvPr>
          <p:cNvSpPr txBox="1"/>
          <p:nvPr/>
        </p:nvSpPr>
        <p:spPr>
          <a:xfrm>
            <a:off x="52447" y="288146"/>
            <a:ext cx="15632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 + 0.2 = _________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2C13699-AEC6-C513-B917-058123553283}"/>
              </a:ext>
            </a:extLst>
          </p:cNvPr>
          <p:cNvCxnSpPr>
            <a:cxnSpLocks/>
          </p:cNvCxnSpPr>
          <p:nvPr/>
        </p:nvCxnSpPr>
        <p:spPr>
          <a:xfrm flipH="1">
            <a:off x="82062" y="3429280"/>
            <a:ext cx="9741876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64D4E531-710E-A7E6-3E8D-C69C32FCF831}"/>
              </a:ext>
            </a:extLst>
          </p:cNvPr>
          <p:cNvSpPr txBox="1"/>
          <p:nvPr/>
        </p:nvSpPr>
        <p:spPr>
          <a:xfrm>
            <a:off x="285591" y="-27580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34" name="Table 6">
            <a:extLst>
              <a:ext uri="{FF2B5EF4-FFF2-40B4-BE49-F238E27FC236}">
                <a16:creationId xmlns:a16="http://schemas.microsoft.com/office/drawing/2014/main" id="{2B5658C5-ACD0-07FC-8497-2700CFE7974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2D1D8A65-A6D2-7494-876C-6E6787D84559}"/>
              </a:ext>
            </a:extLst>
          </p:cNvPr>
          <p:cNvSpPr txBox="1"/>
          <p:nvPr/>
        </p:nvSpPr>
        <p:spPr>
          <a:xfrm>
            <a:off x="1693110" y="-27580"/>
            <a:ext cx="20937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кошуу</a:t>
            </a:r>
            <a:endParaRPr lang="en-GB" sz="12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E32DAB-FC24-3C67-48C9-DC98ED9F648F}"/>
              </a:ext>
            </a:extLst>
          </p:cNvPr>
          <p:cNvSpPr txBox="1"/>
          <p:nvPr/>
        </p:nvSpPr>
        <p:spPr>
          <a:xfrm>
            <a:off x="2331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ECC103E-C661-3A18-7D47-2FCABB455C38}"/>
              </a:ext>
            </a:extLst>
          </p:cNvPr>
          <p:cNvSpPr txBox="1"/>
          <p:nvPr/>
        </p:nvSpPr>
        <p:spPr>
          <a:xfrm>
            <a:off x="4336358" y="-32940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485A85E-B95F-28F6-7B81-332F6E871710}"/>
              </a:ext>
            </a:extLst>
          </p:cNvPr>
          <p:cNvSpPr txBox="1"/>
          <p:nvPr/>
        </p:nvSpPr>
        <p:spPr>
          <a:xfrm>
            <a:off x="1317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0.2 + 0.23 = _________</a:t>
            </a:r>
          </a:p>
        </p:txBody>
      </p:sp>
      <p:graphicFrame>
        <p:nvGraphicFramePr>
          <p:cNvPr id="48" name="Table 6">
            <a:extLst>
              <a:ext uri="{FF2B5EF4-FFF2-40B4-BE49-F238E27FC236}">
                <a16:creationId xmlns:a16="http://schemas.microsoft.com/office/drawing/2014/main" id="{83176EB0-EADB-D410-12C9-7D6F526496C6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2159F35D-0D6E-9980-E1AB-BC41C59788E0}"/>
              </a:ext>
            </a:extLst>
          </p:cNvPr>
          <p:cNvSpPr txBox="1"/>
          <p:nvPr/>
        </p:nvSpPr>
        <p:spPr>
          <a:xfrm>
            <a:off x="1931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665E05F-E4FC-229E-FAEA-CCBF17C52762}"/>
              </a:ext>
            </a:extLst>
          </p:cNvPr>
          <p:cNvSpPr txBox="1"/>
          <p:nvPr/>
        </p:nvSpPr>
        <p:spPr>
          <a:xfrm>
            <a:off x="2131533" y="288146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 + 0.15 = _________</a:t>
            </a:r>
          </a:p>
        </p:txBody>
      </p:sp>
      <p:graphicFrame>
        <p:nvGraphicFramePr>
          <p:cNvPr id="67" name="Table 6">
            <a:extLst>
              <a:ext uri="{FF2B5EF4-FFF2-40B4-BE49-F238E27FC236}">
                <a16:creationId xmlns:a16="http://schemas.microsoft.com/office/drawing/2014/main" id="{DB8BEAFE-E876-39C3-2B19-73246F385BC8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69" name="TextBox 68">
            <a:extLst>
              <a:ext uri="{FF2B5EF4-FFF2-40B4-BE49-F238E27FC236}">
                <a16:creationId xmlns:a16="http://schemas.microsoft.com/office/drawing/2014/main" id="{9F654151-3701-2C6C-D30E-EA5DC171B842}"/>
              </a:ext>
            </a:extLst>
          </p:cNvPr>
          <p:cNvSpPr txBox="1"/>
          <p:nvPr/>
        </p:nvSpPr>
        <p:spPr>
          <a:xfrm>
            <a:off x="214167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ADD4D9A-F7A0-22A6-7354-1F0E7AB58100}"/>
              </a:ext>
            </a:extLst>
          </p:cNvPr>
          <p:cNvSpPr txBox="1"/>
          <p:nvPr/>
        </p:nvSpPr>
        <p:spPr>
          <a:xfrm>
            <a:off x="213153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 + 0.18 = _________</a:t>
            </a:r>
          </a:p>
        </p:txBody>
      </p:sp>
      <p:graphicFrame>
        <p:nvGraphicFramePr>
          <p:cNvPr id="71" name="Table 6">
            <a:extLst>
              <a:ext uri="{FF2B5EF4-FFF2-40B4-BE49-F238E27FC236}">
                <a16:creationId xmlns:a16="http://schemas.microsoft.com/office/drawing/2014/main" id="{8E08D62E-CF59-811A-4DCF-E51D80ABFD5F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3" name="TextBox 72">
            <a:extLst>
              <a:ext uri="{FF2B5EF4-FFF2-40B4-BE49-F238E27FC236}">
                <a16:creationId xmlns:a16="http://schemas.microsoft.com/office/drawing/2014/main" id="{254B46B5-1E44-9239-12D4-68A22E7382F5}"/>
              </a:ext>
            </a:extLst>
          </p:cNvPr>
          <p:cNvSpPr txBox="1"/>
          <p:nvPr/>
        </p:nvSpPr>
        <p:spPr>
          <a:xfrm>
            <a:off x="213767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DA4A78A-FB25-38E5-C74C-6ABB0D903675}"/>
              </a:ext>
            </a:extLst>
          </p:cNvPr>
          <p:cNvSpPr txBox="1"/>
          <p:nvPr/>
        </p:nvSpPr>
        <p:spPr>
          <a:xfrm>
            <a:off x="4058219" y="288146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0.16 + 0.13 = _________</a:t>
            </a:r>
          </a:p>
        </p:txBody>
      </p:sp>
      <p:graphicFrame>
        <p:nvGraphicFramePr>
          <p:cNvPr id="75" name="Table 6">
            <a:extLst>
              <a:ext uri="{FF2B5EF4-FFF2-40B4-BE49-F238E27FC236}">
                <a16:creationId xmlns:a16="http://schemas.microsoft.com/office/drawing/2014/main" id="{FD7BC8CB-ED2D-9EF0-30E1-3162B6B04D94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7" name="TextBox 76">
            <a:extLst>
              <a:ext uri="{FF2B5EF4-FFF2-40B4-BE49-F238E27FC236}">
                <a16:creationId xmlns:a16="http://schemas.microsoft.com/office/drawing/2014/main" id="{28F26C4A-8AAA-32FA-C1B2-30321B3269D4}"/>
              </a:ext>
            </a:extLst>
          </p:cNvPr>
          <p:cNvSpPr txBox="1"/>
          <p:nvPr/>
        </p:nvSpPr>
        <p:spPr>
          <a:xfrm>
            <a:off x="410763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35D58E6-0C46-C2CE-C29E-A9AC59CD4F2B}"/>
              </a:ext>
            </a:extLst>
          </p:cNvPr>
          <p:cNvSpPr txBox="1"/>
          <p:nvPr/>
        </p:nvSpPr>
        <p:spPr>
          <a:xfrm>
            <a:off x="4058220" y="1928755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0.11 + 0.22 = _________</a:t>
            </a:r>
          </a:p>
        </p:txBody>
      </p:sp>
      <p:graphicFrame>
        <p:nvGraphicFramePr>
          <p:cNvPr id="79" name="Table 6">
            <a:extLst>
              <a:ext uri="{FF2B5EF4-FFF2-40B4-BE49-F238E27FC236}">
                <a16:creationId xmlns:a16="http://schemas.microsoft.com/office/drawing/2014/main" id="{EF9B29BB-D213-639B-478A-E6814E5C486E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1" name="TextBox 80">
            <a:extLst>
              <a:ext uri="{FF2B5EF4-FFF2-40B4-BE49-F238E27FC236}">
                <a16:creationId xmlns:a16="http://schemas.microsoft.com/office/drawing/2014/main" id="{EF8E7E36-C478-36F2-42C1-860A21EC65D1}"/>
              </a:ext>
            </a:extLst>
          </p:cNvPr>
          <p:cNvSpPr txBox="1"/>
          <p:nvPr/>
        </p:nvSpPr>
        <p:spPr>
          <a:xfrm>
            <a:off x="4120141" y="2650851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39A7162-C07A-D0A1-6468-C5AA6961491E}"/>
              </a:ext>
            </a:extLst>
          </p:cNvPr>
          <p:cNvSpPr txBox="1"/>
          <p:nvPr/>
        </p:nvSpPr>
        <p:spPr>
          <a:xfrm>
            <a:off x="6063456" y="288146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0.61 + 0.2 = _________</a:t>
            </a:r>
          </a:p>
        </p:txBody>
      </p:sp>
      <p:graphicFrame>
        <p:nvGraphicFramePr>
          <p:cNvPr id="83" name="Table 6">
            <a:extLst>
              <a:ext uri="{FF2B5EF4-FFF2-40B4-BE49-F238E27FC236}">
                <a16:creationId xmlns:a16="http://schemas.microsoft.com/office/drawing/2014/main" id="{9DBF6172-6775-74FD-5FE9-E2C57C7C13E0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5" name="TextBox 84">
            <a:extLst>
              <a:ext uri="{FF2B5EF4-FFF2-40B4-BE49-F238E27FC236}">
                <a16:creationId xmlns:a16="http://schemas.microsoft.com/office/drawing/2014/main" id="{1932B5A8-FC0F-2121-DCC4-E01E454BF8F9}"/>
              </a:ext>
            </a:extLst>
          </p:cNvPr>
          <p:cNvSpPr txBox="1"/>
          <p:nvPr/>
        </p:nvSpPr>
        <p:spPr>
          <a:xfrm>
            <a:off x="607359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408104-06B3-8CB7-0B73-ED5F612606DB}"/>
              </a:ext>
            </a:extLst>
          </p:cNvPr>
          <p:cNvSpPr txBox="1"/>
          <p:nvPr/>
        </p:nvSpPr>
        <p:spPr>
          <a:xfrm>
            <a:off x="6063453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0.2 + 0.06 = _________</a:t>
            </a:r>
          </a:p>
        </p:txBody>
      </p:sp>
      <p:graphicFrame>
        <p:nvGraphicFramePr>
          <p:cNvPr id="87" name="Table 6">
            <a:extLst>
              <a:ext uri="{FF2B5EF4-FFF2-40B4-BE49-F238E27FC236}">
                <a16:creationId xmlns:a16="http://schemas.microsoft.com/office/drawing/2014/main" id="{D25B1E53-42F8-FBD4-A4F0-AE9E6D123D73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9" name="TextBox 88">
            <a:extLst>
              <a:ext uri="{FF2B5EF4-FFF2-40B4-BE49-F238E27FC236}">
                <a16:creationId xmlns:a16="http://schemas.microsoft.com/office/drawing/2014/main" id="{147CABDE-FEF2-30CE-2317-176673CFF475}"/>
              </a:ext>
            </a:extLst>
          </p:cNvPr>
          <p:cNvSpPr txBox="1"/>
          <p:nvPr/>
        </p:nvSpPr>
        <p:spPr>
          <a:xfrm>
            <a:off x="606959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37DEEF9-299E-399C-21F1-A57B9855D2EA}"/>
              </a:ext>
            </a:extLst>
          </p:cNvPr>
          <p:cNvSpPr txBox="1"/>
          <p:nvPr/>
        </p:nvSpPr>
        <p:spPr>
          <a:xfrm>
            <a:off x="7871959" y="288146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 + 0.21 + 0.17 = _________</a:t>
            </a:r>
          </a:p>
        </p:txBody>
      </p:sp>
      <p:graphicFrame>
        <p:nvGraphicFramePr>
          <p:cNvPr id="91" name="Table 6">
            <a:extLst>
              <a:ext uri="{FF2B5EF4-FFF2-40B4-BE49-F238E27FC236}">
                <a16:creationId xmlns:a16="http://schemas.microsoft.com/office/drawing/2014/main" id="{E4363E27-D7B6-8588-58A8-5B289F155460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0" name="TextBox 99">
            <a:extLst>
              <a:ext uri="{FF2B5EF4-FFF2-40B4-BE49-F238E27FC236}">
                <a16:creationId xmlns:a16="http://schemas.microsoft.com/office/drawing/2014/main" id="{8C1CCA5D-35A4-810B-2055-78535719AE5A}"/>
              </a:ext>
            </a:extLst>
          </p:cNvPr>
          <p:cNvSpPr txBox="1"/>
          <p:nvPr/>
        </p:nvSpPr>
        <p:spPr>
          <a:xfrm>
            <a:off x="8111332" y="1010242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5726D12-145E-76EA-7F88-D0F8E68A28E9}"/>
              </a:ext>
            </a:extLst>
          </p:cNvPr>
          <p:cNvSpPr txBox="1"/>
          <p:nvPr/>
        </p:nvSpPr>
        <p:spPr>
          <a:xfrm>
            <a:off x="7832686" y="1928755"/>
            <a:ext cx="21419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0.08 + 0.41 + 0.24 = _________</a:t>
            </a:r>
          </a:p>
        </p:txBody>
      </p:sp>
      <p:graphicFrame>
        <p:nvGraphicFramePr>
          <p:cNvPr id="102" name="Table 6">
            <a:extLst>
              <a:ext uri="{FF2B5EF4-FFF2-40B4-BE49-F238E27FC236}">
                <a16:creationId xmlns:a16="http://schemas.microsoft.com/office/drawing/2014/main" id="{BE3DC445-D7EB-B81D-5E23-C60CDDF6C558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4" name="TextBox 103">
            <a:extLst>
              <a:ext uri="{FF2B5EF4-FFF2-40B4-BE49-F238E27FC236}">
                <a16:creationId xmlns:a16="http://schemas.microsoft.com/office/drawing/2014/main" id="{3D94A023-9AFA-329C-83E9-FF0615541B59}"/>
              </a:ext>
            </a:extLst>
          </p:cNvPr>
          <p:cNvSpPr txBox="1"/>
          <p:nvPr/>
        </p:nvSpPr>
        <p:spPr>
          <a:xfrm>
            <a:off x="8110530" y="2650851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2EDE4A-FDA0-63DB-B282-7D89DFE40102}"/>
              </a:ext>
            </a:extLst>
          </p:cNvPr>
          <p:cNvSpPr txBox="1"/>
          <p:nvPr/>
        </p:nvSpPr>
        <p:spPr>
          <a:xfrm>
            <a:off x="-26101" y="3812743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0.34 − 0.02 = _________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377B12AA-61F9-86B5-E140-503E41D1EB16}"/>
              </a:ext>
            </a:extLst>
          </p:cNvPr>
          <p:cNvSpPr txBox="1"/>
          <p:nvPr/>
        </p:nvSpPr>
        <p:spPr>
          <a:xfrm>
            <a:off x="285591" y="3497017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108" name="Table 6">
            <a:extLst>
              <a:ext uri="{FF2B5EF4-FFF2-40B4-BE49-F238E27FC236}">
                <a16:creationId xmlns:a16="http://schemas.microsoft.com/office/drawing/2014/main" id="{98B61045-3F5E-CBE9-F476-CB92A7E51A3E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0" name="TextBox 109">
            <a:extLst>
              <a:ext uri="{FF2B5EF4-FFF2-40B4-BE49-F238E27FC236}">
                <a16:creationId xmlns:a16="http://schemas.microsoft.com/office/drawing/2014/main" id="{BD7AF410-637B-0D2E-A79C-EEA519BBF3D7}"/>
              </a:ext>
            </a:extLst>
          </p:cNvPr>
          <p:cNvSpPr txBox="1"/>
          <p:nvPr/>
        </p:nvSpPr>
        <p:spPr>
          <a:xfrm>
            <a:off x="1628447" y="3497017"/>
            <a:ext cx="22231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кемитүү</a:t>
            </a:r>
            <a:endParaRPr lang="en-GB" sz="1200" dirty="0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D06DE2A-B4D3-C20A-A14D-91C54287C8D4}"/>
              </a:ext>
            </a:extLst>
          </p:cNvPr>
          <p:cNvSpPr txBox="1"/>
          <p:nvPr/>
        </p:nvSpPr>
        <p:spPr>
          <a:xfrm>
            <a:off x="2331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AA2B691-5E63-198B-FC4A-28E901336459}"/>
              </a:ext>
            </a:extLst>
          </p:cNvPr>
          <p:cNvSpPr txBox="1"/>
          <p:nvPr/>
        </p:nvSpPr>
        <p:spPr>
          <a:xfrm>
            <a:off x="4480715" y="3497017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57DA940-CBBD-86BE-720C-8AC8172A3541}"/>
              </a:ext>
            </a:extLst>
          </p:cNvPr>
          <p:cNvSpPr txBox="1"/>
          <p:nvPr/>
        </p:nvSpPr>
        <p:spPr>
          <a:xfrm>
            <a:off x="13174" y="5453352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0.4 − 0.05 = _________</a:t>
            </a:r>
          </a:p>
        </p:txBody>
      </p:sp>
      <p:graphicFrame>
        <p:nvGraphicFramePr>
          <p:cNvPr id="114" name="Table 6">
            <a:extLst>
              <a:ext uri="{FF2B5EF4-FFF2-40B4-BE49-F238E27FC236}">
                <a16:creationId xmlns:a16="http://schemas.microsoft.com/office/drawing/2014/main" id="{7C0DD4EB-E14F-5F09-CB7A-5612A18897F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6" name="TextBox 115">
            <a:extLst>
              <a:ext uri="{FF2B5EF4-FFF2-40B4-BE49-F238E27FC236}">
                <a16:creationId xmlns:a16="http://schemas.microsoft.com/office/drawing/2014/main" id="{8C13BF93-A191-4A66-66CC-E800808BFFA5}"/>
              </a:ext>
            </a:extLst>
          </p:cNvPr>
          <p:cNvSpPr txBox="1"/>
          <p:nvPr/>
        </p:nvSpPr>
        <p:spPr>
          <a:xfrm>
            <a:off x="1931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F152955-9ECF-0179-6049-355559BB11BF}"/>
              </a:ext>
            </a:extLst>
          </p:cNvPr>
          <p:cNvSpPr txBox="1"/>
          <p:nvPr/>
        </p:nvSpPr>
        <p:spPr>
          <a:xfrm>
            <a:off x="2131533" y="3812743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0.6 − 0.07 = _________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6EA7B58-7D26-E732-4A8D-0A0149156F7E}"/>
              </a:ext>
            </a:extLst>
          </p:cNvPr>
          <p:cNvSpPr txBox="1"/>
          <p:nvPr/>
        </p:nvSpPr>
        <p:spPr>
          <a:xfrm>
            <a:off x="214167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060ABBA-8DCD-678B-5B69-17763B91AE84}"/>
              </a:ext>
            </a:extLst>
          </p:cNvPr>
          <p:cNvSpPr txBox="1"/>
          <p:nvPr/>
        </p:nvSpPr>
        <p:spPr>
          <a:xfrm>
            <a:off x="2092260" y="5453352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0.14 − 0.06 = _________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D97CF3-F149-88B4-3561-3CA12546398B}"/>
              </a:ext>
            </a:extLst>
          </p:cNvPr>
          <p:cNvSpPr txBox="1"/>
          <p:nvPr/>
        </p:nvSpPr>
        <p:spPr>
          <a:xfrm>
            <a:off x="213767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7BA7D-39EF-042A-7D77-B49BF0C7E426}"/>
              </a:ext>
            </a:extLst>
          </p:cNvPr>
          <p:cNvSpPr txBox="1"/>
          <p:nvPr/>
        </p:nvSpPr>
        <p:spPr>
          <a:xfrm>
            <a:off x="4156002" y="3812743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1 − 0.25 = _________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C472AC1-1881-0BB2-7636-0B9EEE64D750}"/>
              </a:ext>
            </a:extLst>
          </p:cNvPr>
          <p:cNvSpPr txBox="1"/>
          <p:nvPr/>
        </p:nvSpPr>
        <p:spPr>
          <a:xfrm>
            <a:off x="410763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E5E74B0-CA34-EB96-5F38-7BFD69A4AD90}"/>
              </a:ext>
            </a:extLst>
          </p:cNvPr>
          <p:cNvSpPr txBox="1"/>
          <p:nvPr/>
        </p:nvSpPr>
        <p:spPr>
          <a:xfrm>
            <a:off x="4058220" y="5453352"/>
            <a:ext cx="17203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0.72 − 0.31 = _________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D8F329F-EEA5-1A1B-4AEA-13EF5D455C34}"/>
              </a:ext>
            </a:extLst>
          </p:cNvPr>
          <p:cNvSpPr txBox="1"/>
          <p:nvPr/>
        </p:nvSpPr>
        <p:spPr>
          <a:xfrm>
            <a:off x="4120141" y="6175448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504FF31-FE42-FE2E-BDC0-8401A6651915}"/>
              </a:ext>
            </a:extLst>
          </p:cNvPr>
          <p:cNvSpPr txBox="1"/>
          <p:nvPr/>
        </p:nvSpPr>
        <p:spPr>
          <a:xfrm>
            <a:off x="6063456" y="3812743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0.6 − 0.28 = _________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7C09488-0698-4C5A-9CCF-60F814575719}"/>
              </a:ext>
            </a:extLst>
          </p:cNvPr>
          <p:cNvSpPr txBox="1"/>
          <p:nvPr/>
        </p:nvSpPr>
        <p:spPr>
          <a:xfrm>
            <a:off x="607359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2086CD7-3DB2-8E87-2C18-40D77615CDE0}"/>
              </a:ext>
            </a:extLst>
          </p:cNvPr>
          <p:cNvSpPr txBox="1"/>
          <p:nvPr/>
        </p:nvSpPr>
        <p:spPr>
          <a:xfrm>
            <a:off x="5852659" y="5453352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0.4 + 0.12 − 0.05 = _________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DE141B0-5E1C-CD75-6C39-C8CC8F7BBD64}"/>
              </a:ext>
            </a:extLst>
          </p:cNvPr>
          <p:cNvSpPr txBox="1"/>
          <p:nvPr/>
        </p:nvSpPr>
        <p:spPr>
          <a:xfrm>
            <a:off x="606959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E109A3F-B6E9-F126-9D7B-1A37B3A68ACE}"/>
              </a:ext>
            </a:extLst>
          </p:cNvPr>
          <p:cNvSpPr txBox="1"/>
          <p:nvPr/>
        </p:nvSpPr>
        <p:spPr>
          <a:xfrm>
            <a:off x="7871961" y="3812743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0.62 − 0.18 + 0.3 = _________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E55C8446-9B8A-8678-8DEE-EA4996EC9173}"/>
              </a:ext>
            </a:extLst>
          </p:cNvPr>
          <p:cNvSpPr txBox="1"/>
          <p:nvPr/>
        </p:nvSpPr>
        <p:spPr>
          <a:xfrm>
            <a:off x="8111332" y="4534839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22B5066-4F12-4AAB-1EF4-807B5A72D501}"/>
              </a:ext>
            </a:extLst>
          </p:cNvPr>
          <p:cNvSpPr txBox="1"/>
          <p:nvPr/>
        </p:nvSpPr>
        <p:spPr>
          <a:xfrm>
            <a:off x="7854327" y="5453352"/>
            <a:ext cx="20986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0.57 − 0.3 + 1.25  = _________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4C146D8-2180-1E3F-A67D-A53F4B76D89F}"/>
              </a:ext>
            </a:extLst>
          </p:cNvPr>
          <p:cNvSpPr txBox="1"/>
          <p:nvPr/>
        </p:nvSpPr>
        <p:spPr>
          <a:xfrm>
            <a:off x="8110530" y="6175448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49" name="Multiplication Sign 148">
            <a:extLst>
              <a:ext uri="{FF2B5EF4-FFF2-40B4-BE49-F238E27FC236}">
                <a16:creationId xmlns:a16="http://schemas.microsoft.com/office/drawing/2014/main" id="{E7ADDBAC-A6BD-C9E4-0665-8ADA480D3615}"/>
              </a:ext>
            </a:extLst>
          </p:cNvPr>
          <p:cNvSpPr/>
          <p:nvPr/>
        </p:nvSpPr>
        <p:spPr>
          <a:xfrm>
            <a:off x="658432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50" name="Multiplication Sign 149">
            <a:extLst>
              <a:ext uri="{FF2B5EF4-FFF2-40B4-BE49-F238E27FC236}">
                <a16:creationId xmlns:a16="http://schemas.microsoft.com/office/drawing/2014/main" id="{4C5752B0-D7F1-9A43-D2D8-264D62593158}"/>
              </a:ext>
            </a:extLst>
          </p:cNvPr>
          <p:cNvSpPr/>
          <p:nvPr/>
        </p:nvSpPr>
        <p:spPr>
          <a:xfrm>
            <a:off x="546514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graphicFrame>
        <p:nvGraphicFramePr>
          <p:cNvPr id="159" name="Table 6">
            <a:extLst>
              <a:ext uri="{FF2B5EF4-FFF2-40B4-BE49-F238E27FC236}">
                <a16:creationId xmlns:a16="http://schemas.microsoft.com/office/drawing/2014/main" id="{7F8B909F-7C75-BE2F-671A-14C9441E0F5E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0" name="Table 6">
            <a:extLst>
              <a:ext uri="{FF2B5EF4-FFF2-40B4-BE49-F238E27FC236}">
                <a16:creationId xmlns:a16="http://schemas.microsoft.com/office/drawing/2014/main" id="{E46A6075-AC01-B0A7-DC8A-021927170800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1" name="Table 6">
            <a:extLst>
              <a:ext uri="{FF2B5EF4-FFF2-40B4-BE49-F238E27FC236}">
                <a16:creationId xmlns:a16="http://schemas.microsoft.com/office/drawing/2014/main" id="{E059B7E5-2120-BF38-59F3-0026BFFC48E6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2" name="Table 6">
            <a:extLst>
              <a:ext uri="{FF2B5EF4-FFF2-40B4-BE49-F238E27FC236}">
                <a16:creationId xmlns:a16="http://schemas.microsoft.com/office/drawing/2014/main" id="{88C7831C-6321-D4CF-B3B1-C6CDEEA08CDE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3" name="Table 6">
            <a:extLst>
              <a:ext uri="{FF2B5EF4-FFF2-40B4-BE49-F238E27FC236}">
                <a16:creationId xmlns:a16="http://schemas.microsoft.com/office/drawing/2014/main" id="{6AFA1FD9-DEBA-FACB-00A7-379AC5BB0847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4" name="Table 6">
            <a:extLst>
              <a:ext uri="{FF2B5EF4-FFF2-40B4-BE49-F238E27FC236}">
                <a16:creationId xmlns:a16="http://schemas.microsoft.com/office/drawing/2014/main" id="{30D17706-E026-4A2A-4982-B8EE24C1577B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5" name="Table 6">
            <a:extLst>
              <a:ext uri="{FF2B5EF4-FFF2-40B4-BE49-F238E27FC236}">
                <a16:creationId xmlns:a16="http://schemas.microsoft.com/office/drawing/2014/main" id="{F9D2A542-7C87-AD81-D4C5-7533ACB24987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6" name="Table 6">
            <a:extLst>
              <a:ext uri="{FF2B5EF4-FFF2-40B4-BE49-F238E27FC236}">
                <a16:creationId xmlns:a16="http://schemas.microsoft.com/office/drawing/2014/main" id="{97578B91-99D0-BB45-0416-971FC8703A00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67" name="Multiplication Sign 166">
            <a:extLst>
              <a:ext uri="{FF2B5EF4-FFF2-40B4-BE49-F238E27FC236}">
                <a16:creationId xmlns:a16="http://schemas.microsoft.com/office/drawing/2014/main" id="{D1C4C37B-76D1-0B1A-2807-379329E5EA03}"/>
              </a:ext>
            </a:extLst>
          </p:cNvPr>
          <p:cNvSpPr/>
          <p:nvPr/>
        </p:nvSpPr>
        <p:spPr>
          <a:xfrm>
            <a:off x="125136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0" name="Multiplication Sign 169">
            <a:extLst>
              <a:ext uri="{FF2B5EF4-FFF2-40B4-BE49-F238E27FC236}">
                <a16:creationId xmlns:a16="http://schemas.microsoft.com/office/drawing/2014/main" id="{A01BC626-DBEF-0BDE-4B3C-B82A29F763EC}"/>
              </a:ext>
            </a:extLst>
          </p:cNvPr>
          <p:cNvSpPr/>
          <p:nvPr/>
        </p:nvSpPr>
        <p:spPr>
          <a:xfrm>
            <a:off x="1151351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1" name="Multiplication Sign 170">
            <a:extLst>
              <a:ext uri="{FF2B5EF4-FFF2-40B4-BE49-F238E27FC236}">
                <a16:creationId xmlns:a16="http://schemas.microsoft.com/office/drawing/2014/main" id="{B418AC9C-7A44-0621-B35D-A4D00715F3F1}"/>
              </a:ext>
            </a:extLst>
          </p:cNvPr>
          <p:cNvSpPr/>
          <p:nvPr/>
        </p:nvSpPr>
        <p:spPr>
          <a:xfrm>
            <a:off x="1051338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2" name="Multiplication Sign 171">
            <a:extLst>
              <a:ext uri="{FF2B5EF4-FFF2-40B4-BE49-F238E27FC236}">
                <a16:creationId xmlns:a16="http://schemas.microsoft.com/office/drawing/2014/main" id="{50D04908-3AA4-9BC3-06ED-C611990C5943}"/>
              </a:ext>
            </a:extLst>
          </p:cNvPr>
          <p:cNvSpPr/>
          <p:nvPr/>
        </p:nvSpPr>
        <p:spPr>
          <a:xfrm>
            <a:off x="958469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3" name="Multiplication Sign 172">
            <a:extLst>
              <a:ext uri="{FF2B5EF4-FFF2-40B4-BE49-F238E27FC236}">
                <a16:creationId xmlns:a16="http://schemas.microsoft.com/office/drawing/2014/main" id="{D4CA4BC8-7A9C-B59D-76F8-18A3526732ED}"/>
              </a:ext>
            </a:extLst>
          </p:cNvPr>
          <p:cNvSpPr/>
          <p:nvPr/>
        </p:nvSpPr>
        <p:spPr>
          <a:xfrm>
            <a:off x="85131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152282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F25A42F1-035D-4220-8486-BD9E60CA5899}"/>
              </a:ext>
            </a:extLst>
          </p:cNvPr>
          <p:cNvSpPr txBox="1"/>
          <p:nvPr/>
        </p:nvSpPr>
        <p:spPr>
          <a:xfrm>
            <a:off x="52447" y="288146"/>
            <a:ext cx="15632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 + 0.2 = _________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2C13699-AEC6-C513-B917-058123553283}"/>
              </a:ext>
            </a:extLst>
          </p:cNvPr>
          <p:cNvCxnSpPr>
            <a:cxnSpLocks/>
          </p:cNvCxnSpPr>
          <p:nvPr/>
        </p:nvCxnSpPr>
        <p:spPr>
          <a:xfrm flipH="1">
            <a:off x="82062" y="3429280"/>
            <a:ext cx="9741876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64D4E531-710E-A7E6-3E8D-C69C32FCF831}"/>
              </a:ext>
            </a:extLst>
          </p:cNvPr>
          <p:cNvSpPr txBox="1"/>
          <p:nvPr/>
        </p:nvSpPr>
        <p:spPr>
          <a:xfrm>
            <a:off x="285591" y="-27580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34" name="Table 6">
            <a:extLst>
              <a:ext uri="{FF2B5EF4-FFF2-40B4-BE49-F238E27FC236}">
                <a16:creationId xmlns:a16="http://schemas.microsoft.com/office/drawing/2014/main" id="{2B5658C5-ACD0-07FC-8497-2700CFE797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190072"/>
              </p:ext>
            </p:extLst>
          </p:nvPr>
        </p:nvGraphicFramePr>
        <p:xfrm>
          <a:off x="37575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110CC86E-741B-D390-D348-800CB9C6A6DC}"/>
              </a:ext>
            </a:extLst>
          </p:cNvPr>
          <p:cNvSpPr txBox="1"/>
          <p:nvPr/>
        </p:nvSpPr>
        <p:spPr>
          <a:xfrm>
            <a:off x="981981" y="211826"/>
            <a:ext cx="444352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D1D8A65-A6D2-7494-876C-6E6787D84559}"/>
              </a:ext>
            </a:extLst>
          </p:cNvPr>
          <p:cNvSpPr txBox="1"/>
          <p:nvPr/>
        </p:nvSpPr>
        <p:spPr>
          <a:xfrm>
            <a:off x="1693110" y="-27580"/>
            <a:ext cx="20937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кошуу</a:t>
            </a:r>
            <a:endParaRPr lang="en-GB" sz="12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E32DAB-FC24-3C67-48C9-DC98ED9F648F}"/>
              </a:ext>
            </a:extLst>
          </p:cNvPr>
          <p:cNvSpPr txBox="1"/>
          <p:nvPr/>
        </p:nvSpPr>
        <p:spPr>
          <a:xfrm>
            <a:off x="2331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ECC103E-C661-3A18-7D47-2FCABB455C38}"/>
              </a:ext>
            </a:extLst>
          </p:cNvPr>
          <p:cNvSpPr txBox="1"/>
          <p:nvPr/>
        </p:nvSpPr>
        <p:spPr>
          <a:xfrm>
            <a:off x="4080704" y="-38702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485A85E-B95F-28F6-7B81-332F6E871710}"/>
              </a:ext>
            </a:extLst>
          </p:cNvPr>
          <p:cNvSpPr txBox="1"/>
          <p:nvPr/>
        </p:nvSpPr>
        <p:spPr>
          <a:xfrm>
            <a:off x="1317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0.2 + 0.23 = _________</a:t>
            </a:r>
          </a:p>
        </p:txBody>
      </p:sp>
      <p:graphicFrame>
        <p:nvGraphicFramePr>
          <p:cNvPr id="48" name="Table 6">
            <a:extLst>
              <a:ext uri="{FF2B5EF4-FFF2-40B4-BE49-F238E27FC236}">
                <a16:creationId xmlns:a16="http://schemas.microsoft.com/office/drawing/2014/main" id="{83176EB0-EADB-D410-12C9-7D6F52649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593102"/>
              </p:ext>
            </p:extLst>
          </p:nvPr>
        </p:nvGraphicFramePr>
        <p:xfrm>
          <a:off x="37575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BBFFAE10-C8DC-4CD2-A203-ADF88AD6D220}"/>
              </a:ext>
            </a:extLst>
          </p:cNvPr>
          <p:cNvSpPr txBox="1"/>
          <p:nvPr/>
        </p:nvSpPr>
        <p:spPr>
          <a:xfrm>
            <a:off x="98068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0.43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159F35D-0D6E-9980-E1AB-BC41C59788E0}"/>
              </a:ext>
            </a:extLst>
          </p:cNvPr>
          <p:cNvSpPr txBox="1"/>
          <p:nvPr/>
        </p:nvSpPr>
        <p:spPr>
          <a:xfrm>
            <a:off x="1931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665E05F-E4FC-229E-FAEA-CCBF17C52762}"/>
              </a:ext>
            </a:extLst>
          </p:cNvPr>
          <p:cNvSpPr txBox="1"/>
          <p:nvPr/>
        </p:nvSpPr>
        <p:spPr>
          <a:xfrm>
            <a:off x="2131533" y="288146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 + 0.15 = _________</a:t>
            </a:r>
          </a:p>
        </p:txBody>
      </p:sp>
      <p:graphicFrame>
        <p:nvGraphicFramePr>
          <p:cNvPr id="67" name="Table 6">
            <a:extLst>
              <a:ext uri="{FF2B5EF4-FFF2-40B4-BE49-F238E27FC236}">
                <a16:creationId xmlns:a16="http://schemas.microsoft.com/office/drawing/2014/main" id="{DB8BEAFE-E876-39C3-2B19-73246F385B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66283"/>
              </p:ext>
            </p:extLst>
          </p:nvPr>
        </p:nvGraphicFramePr>
        <p:xfrm>
          <a:off x="249411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68" name="TextBox 67">
            <a:extLst>
              <a:ext uri="{FF2B5EF4-FFF2-40B4-BE49-F238E27FC236}">
                <a16:creationId xmlns:a16="http://schemas.microsoft.com/office/drawing/2014/main" id="{92F2A9FB-277B-8AC1-BB02-1F46DEB39756}"/>
              </a:ext>
            </a:extLst>
          </p:cNvPr>
          <p:cNvSpPr txBox="1"/>
          <p:nvPr/>
        </p:nvSpPr>
        <p:spPr>
          <a:xfrm>
            <a:off x="3048243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0.45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F654151-3701-2C6C-D30E-EA5DC171B842}"/>
              </a:ext>
            </a:extLst>
          </p:cNvPr>
          <p:cNvSpPr txBox="1"/>
          <p:nvPr/>
        </p:nvSpPr>
        <p:spPr>
          <a:xfrm>
            <a:off x="214167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ADD4D9A-F7A0-22A6-7354-1F0E7AB58100}"/>
              </a:ext>
            </a:extLst>
          </p:cNvPr>
          <p:cNvSpPr txBox="1"/>
          <p:nvPr/>
        </p:nvSpPr>
        <p:spPr>
          <a:xfrm>
            <a:off x="213153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 + 0.18 = _________</a:t>
            </a:r>
          </a:p>
        </p:txBody>
      </p:sp>
      <p:graphicFrame>
        <p:nvGraphicFramePr>
          <p:cNvPr id="71" name="Table 6">
            <a:extLst>
              <a:ext uri="{FF2B5EF4-FFF2-40B4-BE49-F238E27FC236}">
                <a16:creationId xmlns:a16="http://schemas.microsoft.com/office/drawing/2014/main" id="{8E08D62E-CF59-811A-4DCF-E51D80ABFD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9287399"/>
              </p:ext>
            </p:extLst>
          </p:nvPr>
        </p:nvGraphicFramePr>
        <p:xfrm>
          <a:off x="249411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2" name="TextBox 71">
            <a:extLst>
              <a:ext uri="{FF2B5EF4-FFF2-40B4-BE49-F238E27FC236}">
                <a16:creationId xmlns:a16="http://schemas.microsoft.com/office/drawing/2014/main" id="{EBD53ECA-B9D7-3E45-546D-3D277FE984FA}"/>
              </a:ext>
            </a:extLst>
          </p:cNvPr>
          <p:cNvSpPr txBox="1"/>
          <p:nvPr/>
        </p:nvSpPr>
        <p:spPr>
          <a:xfrm>
            <a:off x="309904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0.43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54B46B5-1E44-9239-12D4-68A22E7382F5}"/>
              </a:ext>
            </a:extLst>
          </p:cNvPr>
          <p:cNvSpPr txBox="1"/>
          <p:nvPr/>
        </p:nvSpPr>
        <p:spPr>
          <a:xfrm>
            <a:off x="213767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DA4A78A-FB25-38E5-C74C-6ABB0D903675}"/>
              </a:ext>
            </a:extLst>
          </p:cNvPr>
          <p:cNvSpPr txBox="1"/>
          <p:nvPr/>
        </p:nvSpPr>
        <p:spPr>
          <a:xfrm>
            <a:off x="4058219" y="288146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0.16 + 0.13 = _________</a:t>
            </a:r>
          </a:p>
        </p:txBody>
      </p:sp>
      <p:graphicFrame>
        <p:nvGraphicFramePr>
          <p:cNvPr id="75" name="Table 6">
            <a:extLst>
              <a:ext uri="{FF2B5EF4-FFF2-40B4-BE49-F238E27FC236}">
                <a16:creationId xmlns:a16="http://schemas.microsoft.com/office/drawing/2014/main" id="{FD7BC8CB-ED2D-9EF0-30E1-3162B6B04D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1965572"/>
              </p:ext>
            </p:extLst>
          </p:nvPr>
        </p:nvGraphicFramePr>
        <p:xfrm>
          <a:off x="446007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6" name="TextBox 75">
            <a:extLst>
              <a:ext uri="{FF2B5EF4-FFF2-40B4-BE49-F238E27FC236}">
                <a16:creationId xmlns:a16="http://schemas.microsoft.com/office/drawing/2014/main" id="{21AB70E9-5004-F1FB-E2B6-DFD7A6A5D18D}"/>
              </a:ext>
            </a:extLst>
          </p:cNvPr>
          <p:cNvSpPr txBox="1"/>
          <p:nvPr/>
        </p:nvSpPr>
        <p:spPr>
          <a:xfrm>
            <a:off x="5059923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0.29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8F26C4A-8AAA-32FA-C1B2-30321B3269D4}"/>
              </a:ext>
            </a:extLst>
          </p:cNvPr>
          <p:cNvSpPr txBox="1"/>
          <p:nvPr/>
        </p:nvSpPr>
        <p:spPr>
          <a:xfrm>
            <a:off x="410763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35D58E6-0C46-C2CE-C29E-A9AC59CD4F2B}"/>
              </a:ext>
            </a:extLst>
          </p:cNvPr>
          <p:cNvSpPr txBox="1"/>
          <p:nvPr/>
        </p:nvSpPr>
        <p:spPr>
          <a:xfrm>
            <a:off x="4058220" y="1928755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0.11 + 0.22 = _________</a:t>
            </a:r>
          </a:p>
        </p:txBody>
      </p:sp>
      <p:graphicFrame>
        <p:nvGraphicFramePr>
          <p:cNvPr id="79" name="Table 6">
            <a:extLst>
              <a:ext uri="{FF2B5EF4-FFF2-40B4-BE49-F238E27FC236}">
                <a16:creationId xmlns:a16="http://schemas.microsoft.com/office/drawing/2014/main" id="{EF9B29BB-D213-639B-478A-E6814E5C48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8435459"/>
              </p:ext>
            </p:extLst>
          </p:nvPr>
        </p:nvGraphicFramePr>
        <p:xfrm>
          <a:off x="446007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0" name="TextBox 79">
            <a:extLst>
              <a:ext uri="{FF2B5EF4-FFF2-40B4-BE49-F238E27FC236}">
                <a16:creationId xmlns:a16="http://schemas.microsoft.com/office/drawing/2014/main" id="{6E0B24F7-E88B-BFF3-BCB1-0590862243A8}"/>
              </a:ext>
            </a:extLst>
          </p:cNvPr>
          <p:cNvSpPr txBox="1"/>
          <p:nvPr/>
        </p:nvSpPr>
        <p:spPr>
          <a:xfrm>
            <a:off x="506500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0.33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F8E7E36-C478-36F2-42C1-860A21EC65D1}"/>
              </a:ext>
            </a:extLst>
          </p:cNvPr>
          <p:cNvSpPr txBox="1"/>
          <p:nvPr/>
        </p:nvSpPr>
        <p:spPr>
          <a:xfrm>
            <a:off x="4120141" y="2650851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39A7162-C07A-D0A1-6468-C5AA6961491E}"/>
              </a:ext>
            </a:extLst>
          </p:cNvPr>
          <p:cNvSpPr txBox="1"/>
          <p:nvPr/>
        </p:nvSpPr>
        <p:spPr>
          <a:xfrm>
            <a:off x="6063456" y="288146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0.61 + 0.2 = _________</a:t>
            </a:r>
          </a:p>
        </p:txBody>
      </p:sp>
      <p:graphicFrame>
        <p:nvGraphicFramePr>
          <p:cNvPr id="83" name="Table 6">
            <a:extLst>
              <a:ext uri="{FF2B5EF4-FFF2-40B4-BE49-F238E27FC236}">
                <a16:creationId xmlns:a16="http://schemas.microsoft.com/office/drawing/2014/main" id="{9DBF6172-6775-74FD-5FE9-E2C57C7C13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4128789"/>
              </p:ext>
            </p:extLst>
          </p:nvPr>
        </p:nvGraphicFramePr>
        <p:xfrm>
          <a:off x="64260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4" name="TextBox 83">
            <a:extLst>
              <a:ext uri="{FF2B5EF4-FFF2-40B4-BE49-F238E27FC236}">
                <a16:creationId xmlns:a16="http://schemas.microsoft.com/office/drawing/2014/main" id="{7373D1FD-3044-B2AE-071B-313641E11ECB}"/>
              </a:ext>
            </a:extLst>
          </p:cNvPr>
          <p:cNvSpPr txBox="1"/>
          <p:nvPr/>
        </p:nvSpPr>
        <p:spPr>
          <a:xfrm>
            <a:off x="6989688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0.81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1932B5A8-FC0F-2121-DCC4-E01E454BF8F9}"/>
              </a:ext>
            </a:extLst>
          </p:cNvPr>
          <p:cNvSpPr txBox="1"/>
          <p:nvPr/>
        </p:nvSpPr>
        <p:spPr>
          <a:xfrm>
            <a:off x="607359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408104-06B3-8CB7-0B73-ED5F612606DB}"/>
              </a:ext>
            </a:extLst>
          </p:cNvPr>
          <p:cNvSpPr txBox="1"/>
          <p:nvPr/>
        </p:nvSpPr>
        <p:spPr>
          <a:xfrm>
            <a:off x="6063453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0.2 + 0.06 = _________</a:t>
            </a:r>
          </a:p>
        </p:txBody>
      </p:sp>
      <p:graphicFrame>
        <p:nvGraphicFramePr>
          <p:cNvPr id="87" name="Table 6">
            <a:extLst>
              <a:ext uri="{FF2B5EF4-FFF2-40B4-BE49-F238E27FC236}">
                <a16:creationId xmlns:a16="http://schemas.microsoft.com/office/drawing/2014/main" id="{D25B1E53-42F8-FBD4-A4F0-AE9E6D123D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2063775"/>
              </p:ext>
            </p:extLst>
          </p:nvPr>
        </p:nvGraphicFramePr>
        <p:xfrm>
          <a:off x="64260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8" name="TextBox 87">
            <a:extLst>
              <a:ext uri="{FF2B5EF4-FFF2-40B4-BE49-F238E27FC236}">
                <a16:creationId xmlns:a16="http://schemas.microsoft.com/office/drawing/2014/main" id="{CA540BA7-2F9B-E557-6FB0-038379FABAD3}"/>
              </a:ext>
            </a:extLst>
          </p:cNvPr>
          <p:cNvSpPr txBox="1"/>
          <p:nvPr/>
        </p:nvSpPr>
        <p:spPr>
          <a:xfrm>
            <a:off x="703096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0.26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147CABDE-FEF2-30CE-2317-176673CFF475}"/>
              </a:ext>
            </a:extLst>
          </p:cNvPr>
          <p:cNvSpPr txBox="1"/>
          <p:nvPr/>
        </p:nvSpPr>
        <p:spPr>
          <a:xfrm>
            <a:off x="606959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37DEEF9-299E-399C-21F1-A57B9855D2EA}"/>
              </a:ext>
            </a:extLst>
          </p:cNvPr>
          <p:cNvSpPr txBox="1"/>
          <p:nvPr/>
        </p:nvSpPr>
        <p:spPr>
          <a:xfrm>
            <a:off x="7871959" y="288146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 + 0.21 + 0.17 = _________</a:t>
            </a:r>
          </a:p>
        </p:txBody>
      </p:sp>
      <p:graphicFrame>
        <p:nvGraphicFramePr>
          <p:cNvPr id="91" name="Table 6">
            <a:extLst>
              <a:ext uri="{FF2B5EF4-FFF2-40B4-BE49-F238E27FC236}">
                <a16:creationId xmlns:a16="http://schemas.microsoft.com/office/drawing/2014/main" id="{E4363E27-D7B6-8588-58A8-5B289F1554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8736505"/>
              </p:ext>
            </p:extLst>
          </p:nvPr>
        </p:nvGraphicFramePr>
        <p:xfrm>
          <a:off x="84453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99" name="TextBox 98">
            <a:extLst>
              <a:ext uri="{FF2B5EF4-FFF2-40B4-BE49-F238E27FC236}">
                <a16:creationId xmlns:a16="http://schemas.microsoft.com/office/drawing/2014/main" id="{0B5C1857-FB5F-0278-9DC0-06E2E219D098}"/>
              </a:ext>
            </a:extLst>
          </p:cNvPr>
          <p:cNvSpPr txBox="1"/>
          <p:nvPr/>
        </p:nvSpPr>
        <p:spPr>
          <a:xfrm>
            <a:off x="9243303" y="25754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0.68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8C1CCA5D-35A4-810B-2055-78535719AE5A}"/>
              </a:ext>
            </a:extLst>
          </p:cNvPr>
          <p:cNvSpPr txBox="1"/>
          <p:nvPr/>
        </p:nvSpPr>
        <p:spPr>
          <a:xfrm>
            <a:off x="8111332" y="1010242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5726D12-145E-76EA-7F88-D0F8E68A28E9}"/>
              </a:ext>
            </a:extLst>
          </p:cNvPr>
          <p:cNvSpPr txBox="1"/>
          <p:nvPr/>
        </p:nvSpPr>
        <p:spPr>
          <a:xfrm>
            <a:off x="7832686" y="1928755"/>
            <a:ext cx="21419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0.08 + 0.41 + 0.24 = _________</a:t>
            </a:r>
          </a:p>
        </p:txBody>
      </p:sp>
      <p:graphicFrame>
        <p:nvGraphicFramePr>
          <p:cNvPr id="102" name="Table 6">
            <a:extLst>
              <a:ext uri="{FF2B5EF4-FFF2-40B4-BE49-F238E27FC236}">
                <a16:creationId xmlns:a16="http://schemas.microsoft.com/office/drawing/2014/main" id="{BE3DC445-D7EB-B81D-5E23-C60CDDF6C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1139681"/>
              </p:ext>
            </p:extLst>
          </p:nvPr>
        </p:nvGraphicFramePr>
        <p:xfrm>
          <a:off x="84453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3" name="TextBox 102">
            <a:extLst>
              <a:ext uri="{FF2B5EF4-FFF2-40B4-BE49-F238E27FC236}">
                <a16:creationId xmlns:a16="http://schemas.microsoft.com/office/drawing/2014/main" id="{CE5ACC4B-FF37-CFA8-7209-B86D5167EEAB}"/>
              </a:ext>
            </a:extLst>
          </p:cNvPr>
          <p:cNvSpPr txBox="1"/>
          <p:nvPr/>
        </p:nvSpPr>
        <p:spPr>
          <a:xfrm>
            <a:off x="9249768" y="1864904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0.73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3D94A023-9AFA-329C-83E9-FF0615541B59}"/>
              </a:ext>
            </a:extLst>
          </p:cNvPr>
          <p:cNvSpPr txBox="1"/>
          <p:nvPr/>
        </p:nvSpPr>
        <p:spPr>
          <a:xfrm>
            <a:off x="8110530" y="2650851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2EDE4A-FDA0-63DB-B282-7D89DFE40102}"/>
              </a:ext>
            </a:extLst>
          </p:cNvPr>
          <p:cNvSpPr txBox="1"/>
          <p:nvPr/>
        </p:nvSpPr>
        <p:spPr>
          <a:xfrm>
            <a:off x="-26101" y="3812743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0.34 − 0.02 = _________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377B12AA-61F9-86B5-E140-503E41D1EB16}"/>
              </a:ext>
            </a:extLst>
          </p:cNvPr>
          <p:cNvSpPr txBox="1"/>
          <p:nvPr/>
        </p:nvSpPr>
        <p:spPr>
          <a:xfrm>
            <a:off x="285591" y="3497017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108" name="Table 6">
            <a:extLst>
              <a:ext uri="{FF2B5EF4-FFF2-40B4-BE49-F238E27FC236}">
                <a16:creationId xmlns:a16="http://schemas.microsoft.com/office/drawing/2014/main" id="{98B61045-3F5E-CBE9-F476-CB92A7E51A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943682"/>
              </p:ext>
            </p:extLst>
          </p:nvPr>
        </p:nvGraphicFramePr>
        <p:xfrm>
          <a:off x="375753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0" name="TextBox 109">
            <a:extLst>
              <a:ext uri="{FF2B5EF4-FFF2-40B4-BE49-F238E27FC236}">
                <a16:creationId xmlns:a16="http://schemas.microsoft.com/office/drawing/2014/main" id="{BD7AF410-637B-0D2E-A79C-EEA519BBF3D7}"/>
              </a:ext>
            </a:extLst>
          </p:cNvPr>
          <p:cNvSpPr txBox="1"/>
          <p:nvPr/>
        </p:nvSpPr>
        <p:spPr>
          <a:xfrm>
            <a:off x="1767940" y="3497017"/>
            <a:ext cx="194412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Subtracting 2-Digit Decimals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D06DE2A-B4D3-C20A-A14D-91C54287C8D4}"/>
              </a:ext>
            </a:extLst>
          </p:cNvPr>
          <p:cNvSpPr txBox="1"/>
          <p:nvPr/>
        </p:nvSpPr>
        <p:spPr>
          <a:xfrm>
            <a:off x="2331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AA2B691-5E63-198B-FC4A-28E901336459}"/>
              </a:ext>
            </a:extLst>
          </p:cNvPr>
          <p:cNvSpPr txBox="1"/>
          <p:nvPr/>
        </p:nvSpPr>
        <p:spPr>
          <a:xfrm>
            <a:off x="4080704" y="3506571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57DA940-CBBD-86BE-720C-8AC8172A3541}"/>
              </a:ext>
            </a:extLst>
          </p:cNvPr>
          <p:cNvSpPr txBox="1"/>
          <p:nvPr/>
        </p:nvSpPr>
        <p:spPr>
          <a:xfrm>
            <a:off x="13174" y="5453352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0.4 − 0.05 = _________</a:t>
            </a:r>
          </a:p>
        </p:txBody>
      </p:sp>
      <p:graphicFrame>
        <p:nvGraphicFramePr>
          <p:cNvPr id="114" name="Table 6">
            <a:extLst>
              <a:ext uri="{FF2B5EF4-FFF2-40B4-BE49-F238E27FC236}">
                <a16:creationId xmlns:a16="http://schemas.microsoft.com/office/drawing/2014/main" id="{7C0DD4EB-E14F-5F09-CB7A-5612A18897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876266"/>
              </p:ext>
            </p:extLst>
          </p:nvPr>
        </p:nvGraphicFramePr>
        <p:xfrm>
          <a:off x="375753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6" name="TextBox 115">
            <a:extLst>
              <a:ext uri="{FF2B5EF4-FFF2-40B4-BE49-F238E27FC236}">
                <a16:creationId xmlns:a16="http://schemas.microsoft.com/office/drawing/2014/main" id="{8C13BF93-A191-4A66-66CC-E800808BFFA5}"/>
              </a:ext>
            </a:extLst>
          </p:cNvPr>
          <p:cNvSpPr txBox="1"/>
          <p:nvPr/>
        </p:nvSpPr>
        <p:spPr>
          <a:xfrm>
            <a:off x="1931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F152955-9ECF-0179-6049-355559BB11BF}"/>
              </a:ext>
            </a:extLst>
          </p:cNvPr>
          <p:cNvSpPr txBox="1"/>
          <p:nvPr/>
        </p:nvSpPr>
        <p:spPr>
          <a:xfrm>
            <a:off x="2131533" y="3812743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0.6 − 0.07 = _________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6EA7B58-7D26-E732-4A8D-0A0149156F7E}"/>
              </a:ext>
            </a:extLst>
          </p:cNvPr>
          <p:cNvSpPr txBox="1"/>
          <p:nvPr/>
        </p:nvSpPr>
        <p:spPr>
          <a:xfrm>
            <a:off x="214167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060ABBA-8DCD-678B-5B69-17763B91AE84}"/>
              </a:ext>
            </a:extLst>
          </p:cNvPr>
          <p:cNvSpPr txBox="1"/>
          <p:nvPr/>
        </p:nvSpPr>
        <p:spPr>
          <a:xfrm>
            <a:off x="2092260" y="5453352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0.14 − 0.06 = _________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D97CF3-F149-88B4-3561-3CA12546398B}"/>
              </a:ext>
            </a:extLst>
          </p:cNvPr>
          <p:cNvSpPr txBox="1"/>
          <p:nvPr/>
        </p:nvSpPr>
        <p:spPr>
          <a:xfrm>
            <a:off x="213767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7BA7D-39EF-042A-7D77-B49BF0C7E426}"/>
              </a:ext>
            </a:extLst>
          </p:cNvPr>
          <p:cNvSpPr txBox="1"/>
          <p:nvPr/>
        </p:nvSpPr>
        <p:spPr>
          <a:xfrm>
            <a:off x="4156002" y="3812743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1 − 0.25 = _________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C472AC1-1881-0BB2-7636-0B9EEE64D750}"/>
              </a:ext>
            </a:extLst>
          </p:cNvPr>
          <p:cNvSpPr txBox="1"/>
          <p:nvPr/>
        </p:nvSpPr>
        <p:spPr>
          <a:xfrm>
            <a:off x="410763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E5E74B0-CA34-EB96-5F38-7BFD69A4AD90}"/>
              </a:ext>
            </a:extLst>
          </p:cNvPr>
          <p:cNvSpPr txBox="1"/>
          <p:nvPr/>
        </p:nvSpPr>
        <p:spPr>
          <a:xfrm>
            <a:off x="4058220" y="5453352"/>
            <a:ext cx="17203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0.72 − 0.31 = _________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D8F329F-EEA5-1A1B-4AEA-13EF5D455C34}"/>
              </a:ext>
            </a:extLst>
          </p:cNvPr>
          <p:cNvSpPr txBox="1"/>
          <p:nvPr/>
        </p:nvSpPr>
        <p:spPr>
          <a:xfrm>
            <a:off x="4120141" y="6175448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504FF31-FE42-FE2E-BDC0-8401A6651915}"/>
              </a:ext>
            </a:extLst>
          </p:cNvPr>
          <p:cNvSpPr txBox="1"/>
          <p:nvPr/>
        </p:nvSpPr>
        <p:spPr>
          <a:xfrm>
            <a:off x="6063456" y="3812743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0.6 − 0.28 = _________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7C09488-0698-4C5A-9CCF-60F814575719}"/>
              </a:ext>
            </a:extLst>
          </p:cNvPr>
          <p:cNvSpPr txBox="1"/>
          <p:nvPr/>
        </p:nvSpPr>
        <p:spPr>
          <a:xfrm>
            <a:off x="607359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2086CD7-3DB2-8E87-2C18-40D77615CDE0}"/>
              </a:ext>
            </a:extLst>
          </p:cNvPr>
          <p:cNvSpPr txBox="1"/>
          <p:nvPr/>
        </p:nvSpPr>
        <p:spPr>
          <a:xfrm>
            <a:off x="5852659" y="5453352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0.4 + 0.12 − 0.05 = _________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DE141B0-5E1C-CD75-6C39-C8CC8F7BBD64}"/>
              </a:ext>
            </a:extLst>
          </p:cNvPr>
          <p:cNvSpPr txBox="1"/>
          <p:nvPr/>
        </p:nvSpPr>
        <p:spPr>
          <a:xfrm>
            <a:off x="606959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E109A3F-B6E9-F126-9D7B-1A37B3A68ACE}"/>
              </a:ext>
            </a:extLst>
          </p:cNvPr>
          <p:cNvSpPr txBox="1"/>
          <p:nvPr/>
        </p:nvSpPr>
        <p:spPr>
          <a:xfrm>
            <a:off x="7871961" y="3812743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0.62 − 0.18 + 0.3 = _________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E55C8446-9B8A-8678-8DEE-EA4996EC9173}"/>
              </a:ext>
            </a:extLst>
          </p:cNvPr>
          <p:cNvSpPr txBox="1"/>
          <p:nvPr/>
        </p:nvSpPr>
        <p:spPr>
          <a:xfrm>
            <a:off x="8111332" y="4534839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22B5066-4F12-4AAB-1EF4-807B5A72D501}"/>
              </a:ext>
            </a:extLst>
          </p:cNvPr>
          <p:cNvSpPr txBox="1"/>
          <p:nvPr/>
        </p:nvSpPr>
        <p:spPr>
          <a:xfrm>
            <a:off x="7854327" y="5453352"/>
            <a:ext cx="20986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0.57 − 0.3 + 1.25  = _________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4C146D8-2180-1E3F-A67D-A53F4B76D89F}"/>
              </a:ext>
            </a:extLst>
          </p:cNvPr>
          <p:cNvSpPr txBox="1"/>
          <p:nvPr/>
        </p:nvSpPr>
        <p:spPr>
          <a:xfrm>
            <a:off x="8110530" y="6175448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49" name="Multiplication Sign 148">
            <a:extLst>
              <a:ext uri="{FF2B5EF4-FFF2-40B4-BE49-F238E27FC236}">
                <a16:creationId xmlns:a16="http://schemas.microsoft.com/office/drawing/2014/main" id="{E7ADDBAC-A6BD-C9E4-0665-8ADA480D3615}"/>
              </a:ext>
            </a:extLst>
          </p:cNvPr>
          <p:cNvSpPr/>
          <p:nvPr/>
        </p:nvSpPr>
        <p:spPr>
          <a:xfrm>
            <a:off x="658432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50" name="Multiplication Sign 149">
            <a:extLst>
              <a:ext uri="{FF2B5EF4-FFF2-40B4-BE49-F238E27FC236}">
                <a16:creationId xmlns:a16="http://schemas.microsoft.com/office/drawing/2014/main" id="{4C5752B0-D7F1-9A43-D2D8-264D62593158}"/>
              </a:ext>
            </a:extLst>
          </p:cNvPr>
          <p:cNvSpPr/>
          <p:nvPr/>
        </p:nvSpPr>
        <p:spPr>
          <a:xfrm>
            <a:off x="546514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graphicFrame>
        <p:nvGraphicFramePr>
          <p:cNvPr id="159" name="Table 6">
            <a:extLst>
              <a:ext uri="{FF2B5EF4-FFF2-40B4-BE49-F238E27FC236}">
                <a16:creationId xmlns:a16="http://schemas.microsoft.com/office/drawing/2014/main" id="{7F8B909F-7C75-BE2F-671A-14C9441E0F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3865063"/>
              </p:ext>
            </p:extLst>
          </p:nvPr>
        </p:nvGraphicFramePr>
        <p:xfrm>
          <a:off x="249054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0" name="Table 6">
            <a:extLst>
              <a:ext uri="{FF2B5EF4-FFF2-40B4-BE49-F238E27FC236}">
                <a16:creationId xmlns:a16="http://schemas.microsoft.com/office/drawing/2014/main" id="{E46A6075-AC01-B0A7-DC8A-0219271708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2856095"/>
              </p:ext>
            </p:extLst>
          </p:nvPr>
        </p:nvGraphicFramePr>
        <p:xfrm>
          <a:off x="249054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1" name="Table 6">
            <a:extLst>
              <a:ext uri="{FF2B5EF4-FFF2-40B4-BE49-F238E27FC236}">
                <a16:creationId xmlns:a16="http://schemas.microsoft.com/office/drawing/2014/main" id="{E059B7E5-2120-BF38-59F3-0026BFFC48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916534"/>
              </p:ext>
            </p:extLst>
          </p:nvPr>
        </p:nvGraphicFramePr>
        <p:xfrm>
          <a:off x="446412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2" name="Table 6">
            <a:extLst>
              <a:ext uri="{FF2B5EF4-FFF2-40B4-BE49-F238E27FC236}">
                <a16:creationId xmlns:a16="http://schemas.microsoft.com/office/drawing/2014/main" id="{88C7831C-6321-D4CF-B3B1-C6CDEEA08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3488889"/>
              </p:ext>
            </p:extLst>
          </p:nvPr>
        </p:nvGraphicFramePr>
        <p:xfrm>
          <a:off x="446412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3" name="Table 6">
            <a:extLst>
              <a:ext uri="{FF2B5EF4-FFF2-40B4-BE49-F238E27FC236}">
                <a16:creationId xmlns:a16="http://schemas.microsoft.com/office/drawing/2014/main" id="{6AFA1FD9-DEBA-FACB-00A7-379AC5BB0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3604086"/>
              </p:ext>
            </p:extLst>
          </p:nvPr>
        </p:nvGraphicFramePr>
        <p:xfrm>
          <a:off x="643008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4" name="Table 6">
            <a:extLst>
              <a:ext uri="{FF2B5EF4-FFF2-40B4-BE49-F238E27FC236}">
                <a16:creationId xmlns:a16="http://schemas.microsoft.com/office/drawing/2014/main" id="{30D17706-E026-4A2A-4982-B8EE24C157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1034173"/>
              </p:ext>
            </p:extLst>
          </p:nvPr>
        </p:nvGraphicFramePr>
        <p:xfrm>
          <a:off x="643008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5" name="Table 6">
            <a:extLst>
              <a:ext uri="{FF2B5EF4-FFF2-40B4-BE49-F238E27FC236}">
                <a16:creationId xmlns:a16="http://schemas.microsoft.com/office/drawing/2014/main" id="{F9D2A542-7C87-AD81-D4C5-7533ACB249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4080966"/>
              </p:ext>
            </p:extLst>
          </p:nvPr>
        </p:nvGraphicFramePr>
        <p:xfrm>
          <a:off x="844176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6" name="Table 6">
            <a:extLst>
              <a:ext uri="{FF2B5EF4-FFF2-40B4-BE49-F238E27FC236}">
                <a16:creationId xmlns:a16="http://schemas.microsoft.com/office/drawing/2014/main" id="{97578B91-99D0-BB45-0416-971FC8703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2022958"/>
              </p:ext>
            </p:extLst>
          </p:nvPr>
        </p:nvGraphicFramePr>
        <p:xfrm>
          <a:off x="844176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67" name="Multiplication Sign 166">
            <a:extLst>
              <a:ext uri="{FF2B5EF4-FFF2-40B4-BE49-F238E27FC236}">
                <a16:creationId xmlns:a16="http://schemas.microsoft.com/office/drawing/2014/main" id="{D1C4C37B-76D1-0B1A-2807-379329E5EA03}"/>
              </a:ext>
            </a:extLst>
          </p:cNvPr>
          <p:cNvSpPr/>
          <p:nvPr/>
        </p:nvSpPr>
        <p:spPr>
          <a:xfrm>
            <a:off x="125136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0" name="Multiplication Sign 169">
            <a:extLst>
              <a:ext uri="{FF2B5EF4-FFF2-40B4-BE49-F238E27FC236}">
                <a16:creationId xmlns:a16="http://schemas.microsoft.com/office/drawing/2014/main" id="{A01BC626-DBEF-0BDE-4B3C-B82A29F763EC}"/>
              </a:ext>
            </a:extLst>
          </p:cNvPr>
          <p:cNvSpPr/>
          <p:nvPr/>
        </p:nvSpPr>
        <p:spPr>
          <a:xfrm>
            <a:off x="1151351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1" name="Multiplication Sign 170">
            <a:extLst>
              <a:ext uri="{FF2B5EF4-FFF2-40B4-BE49-F238E27FC236}">
                <a16:creationId xmlns:a16="http://schemas.microsoft.com/office/drawing/2014/main" id="{B418AC9C-7A44-0621-B35D-A4D00715F3F1}"/>
              </a:ext>
            </a:extLst>
          </p:cNvPr>
          <p:cNvSpPr/>
          <p:nvPr/>
        </p:nvSpPr>
        <p:spPr>
          <a:xfrm>
            <a:off x="1051338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2" name="Multiplication Sign 171">
            <a:extLst>
              <a:ext uri="{FF2B5EF4-FFF2-40B4-BE49-F238E27FC236}">
                <a16:creationId xmlns:a16="http://schemas.microsoft.com/office/drawing/2014/main" id="{50D04908-3AA4-9BC3-06ED-C611990C5943}"/>
              </a:ext>
            </a:extLst>
          </p:cNvPr>
          <p:cNvSpPr/>
          <p:nvPr/>
        </p:nvSpPr>
        <p:spPr>
          <a:xfrm>
            <a:off x="958469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3" name="Multiplication Sign 172">
            <a:extLst>
              <a:ext uri="{FF2B5EF4-FFF2-40B4-BE49-F238E27FC236}">
                <a16:creationId xmlns:a16="http://schemas.microsoft.com/office/drawing/2014/main" id="{D4CA4BC8-7A9C-B59D-76F8-18A3526732ED}"/>
              </a:ext>
            </a:extLst>
          </p:cNvPr>
          <p:cNvSpPr/>
          <p:nvPr/>
        </p:nvSpPr>
        <p:spPr>
          <a:xfrm>
            <a:off x="85131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30748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F25A42F1-035D-4220-8486-BD9E60CA5899}"/>
              </a:ext>
            </a:extLst>
          </p:cNvPr>
          <p:cNvSpPr txBox="1"/>
          <p:nvPr/>
        </p:nvSpPr>
        <p:spPr>
          <a:xfrm>
            <a:off x="52447" y="288146"/>
            <a:ext cx="15632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 + 0.2 = _________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2C13699-AEC6-C513-B917-058123553283}"/>
              </a:ext>
            </a:extLst>
          </p:cNvPr>
          <p:cNvCxnSpPr>
            <a:cxnSpLocks/>
          </p:cNvCxnSpPr>
          <p:nvPr/>
        </p:nvCxnSpPr>
        <p:spPr>
          <a:xfrm flipH="1">
            <a:off x="82062" y="3429280"/>
            <a:ext cx="9741876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64D4E531-710E-A7E6-3E8D-C69C32FCF831}"/>
              </a:ext>
            </a:extLst>
          </p:cNvPr>
          <p:cNvSpPr txBox="1"/>
          <p:nvPr/>
        </p:nvSpPr>
        <p:spPr>
          <a:xfrm>
            <a:off x="285591" y="-27580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34" name="Table 6">
            <a:extLst>
              <a:ext uri="{FF2B5EF4-FFF2-40B4-BE49-F238E27FC236}">
                <a16:creationId xmlns:a16="http://schemas.microsoft.com/office/drawing/2014/main" id="{2B5658C5-ACD0-07FC-8497-2700CFE7974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110CC86E-741B-D390-D348-800CB9C6A6DC}"/>
              </a:ext>
            </a:extLst>
          </p:cNvPr>
          <p:cNvSpPr txBox="1"/>
          <p:nvPr/>
        </p:nvSpPr>
        <p:spPr>
          <a:xfrm>
            <a:off x="981981" y="211826"/>
            <a:ext cx="444352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D1D8A65-A6D2-7494-876C-6E6787D84559}"/>
              </a:ext>
            </a:extLst>
          </p:cNvPr>
          <p:cNvSpPr txBox="1"/>
          <p:nvPr/>
        </p:nvSpPr>
        <p:spPr>
          <a:xfrm>
            <a:off x="1693110" y="-27580"/>
            <a:ext cx="20937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кошуу</a:t>
            </a:r>
            <a:endParaRPr lang="en-GB" sz="12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E32DAB-FC24-3C67-48C9-DC98ED9F648F}"/>
              </a:ext>
            </a:extLst>
          </p:cNvPr>
          <p:cNvSpPr txBox="1"/>
          <p:nvPr/>
        </p:nvSpPr>
        <p:spPr>
          <a:xfrm>
            <a:off x="2331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ECC103E-C661-3A18-7D47-2FCABB455C38}"/>
              </a:ext>
            </a:extLst>
          </p:cNvPr>
          <p:cNvSpPr txBox="1"/>
          <p:nvPr/>
        </p:nvSpPr>
        <p:spPr>
          <a:xfrm>
            <a:off x="4107637" y="-18996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485A85E-B95F-28F6-7B81-332F6E871710}"/>
              </a:ext>
            </a:extLst>
          </p:cNvPr>
          <p:cNvSpPr txBox="1"/>
          <p:nvPr/>
        </p:nvSpPr>
        <p:spPr>
          <a:xfrm>
            <a:off x="1317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0.2 + 0.23 = _________</a:t>
            </a:r>
          </a:p>
        </p:txBody>
      </p:sp>
      <p:graphicFrame>
        <p:nvGraphicFramePr>
          <p:cNvPr id="48" name="Table 6">
            <a:extLst>
              <a:ext uri="{FF2B5EF4-FFF2-40B4-BE49-F238E27FC236}">
                <a16:creationId xmlns:a16="http://schemas.microsoft.com/office/drawing/2014/main" id="{83176EB0-EADB-D410-12C9-7D6F526496C6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BBFFAE10-C8DC-4CD2-A203-ADF88AD6D220}"/>
              </a:ext>
            </a:extLst>
          </p:cNvPr>
          <p:cNvSpPr txBox="1"/>
          <p:nvPr/>
        </p:nvSpPr>
        <p:spPr>
          <a:xfrm>
            <a:off x="98068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0.43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159F35D-0D6E-9980-E1AB-BC41C59788E0}"/>
              </a:ext>
            </a:extLst>
          </p:cNvPr>
          <p:cNvSpPr txBox="1"/>
          <p:nvPr/>
        </p:nvSpPr>
        <p:spPr>
          <a:xfrm>
            <a:off x="1931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665E05F-E4FC-229E-FAEA-CCBF17C52762}"/>
              </a:ext>
            </a:extLst>
          </p:cNvPr>
          <p:cNvSpPr txBox="1"/>
          <p:nvPr/>
        </p:nvSpPr>
        <p:spPr>
          <a:xfrm>
            <a:off x="2131533" y="288146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 + 0.15 = _________</a:t>
            </a:r>
          </a:p>
        </p:txBody>
      </p:sp>
      <p:graphicFrame>
        <p:nvGraphicFramePr>
          <p:cNvPr id="67" name="Table 6">
            <a:extLst>
              <a:ext uri="{FF2B5EF4-FFF2-40B4-BE49-F238E27FC236}">
                <a16:creationId xmlns:a16="http://schemas.microsoft.com/office/drawing/2014/main" id="{DB8BEAFE-E876-39C3-2B19-73246F385BC8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68" name="TextBox 67">
            <a:extLst>
              <a:ext uri="{FF2B5EF4-FFF2-40B4-BE49-F238E27FC236}">
                <a16:creationId xmlns:a16="http://schemas.microsoft.com/office/drawing/2014/main" id="{92F2A9FB-277B-8AC1-BB02-1F46DEB39756}"/>
              </a:ext>
            </a:extLst>
          </p:cNvPr>
          <p:cNvSpPr txBox="1"/>
          <p:nvPr/>
        </p:nvSpPr>
        <p:spPr>
          <a:xfrm>
            <a:off x="3048243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0.45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F654151-3701-2C6C-D30E-EA5DC171B842}"/>
              </a:ext>
            </a:extLst>
          </p:cNvPr>
          <p:cNvSpPr txBox="1"/>
          <p:nvPr/>
        </p:nvSpPr>
        <p:spPr>
          <a:xfrm>
            <a:off x="214167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ADD4D9A-F7A0-22A6-7354-1F0E7AB58100}"/>
              </a:ext>
            </a:extLst>
          </p:cNvPr>
          <p:cNvSpPr txBox="1"/>
          <p:nvPr/>
        </p:nvSpPr>
        <p:spPr>
          <a:xfrm>
            <a:off x="213153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 + 0.18 = _________</a:t>
            </a:r>
          </a:p>
        </p:txBody>
      </p:sp>
      <p:graphicFrame>
        <p:nvGraphicFramePr>
          <p:cNvPr id="71" name="Table 6">
            <a:extLst>
              <a:ext uri="{FF2B5EF4-FFF2-40B4-BE49-F238E27FC236}">
                <a16:creationId xmlns:a16="http://schemas.microsoft.com/office/drawing/2014/main" id="{8E08D62E-CF59-811A-4DCF-E51D80ABFD5F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2" name="TextBox 71">
            <a:extLst>
              <a:ext uri="{FF2B5EF4-FFF2-40B4-BE49-F238E27FC236}">
                <a16:creationId xmlns:a16="http://schemas.microsoft.com/office/drawing/2014/main" id="{EBD53ECA-B9D7-3E45-546D-3D277FE984FA}"/>
              </a:ext>
            </a:extLst>
          </p:cNvPr>
          <p:cNvSpPr txBox="1"/>
          <p:nvPr/>
        </p:nvSpPr>
        <p:spPr>
          <a:xfrm>
            <a:off x="309904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0.43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54B46B5-1E44-9239-12D4-68A22E7382F5}"/>
              </a:ext>
            </a:extLst>
          </p:cNvPr>
          <p:cNvSpPr txBox="1"/>
          <p:nvPr/>
        </p:nvSpPr>
        <p:spPr>
          <a:xfrm>
            <a:off x="213767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DA4A78A-FB25-38E5-C74C-6ABB0D903675}"/>
              </a:ext>
            </a:extLst>
          </p:cNvPr>
          <p:cNvSpPr txBox="1"/>
          <p:nvPr/>
        </p:nvSpPr>
        <p:spPr>
          <a:xfrm>
            <a:off x="4058219" y="288146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0.16 + 0.13 = _________</a:t>
            </a:r>
          </a:p>
        </p:txBody>
      </p:sp>
      <p:graphicFrame>
        <p:nvGraphicFramePr>
          <p:cNvPr id="75" name="Table 6">
            <a:extLst>
              <a:ext uri="{FF2B5EF4-FFF2-40B4-BE49-F238E27FC236}">
                <a16:creationId xmlns:a16="http://schemas.microsoft.com/office/drawing/2014/main" id="{FD7BC8CB-ED2D-9EF0-30E1-3162B6B04D94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6" name="TextBox 75">
            <a:extLst>
              <a:ext uri="{FF2B5EF4-FFF2-40B4-BE49-F238E27FC236}">
                <a16:creationId xmlns:a16="http://schemas.microsoft.com/office/drawing/2014/main" id="{21AB70E9-5004-F1FB-E2B6-DFD7A6A5D18D}"/>
              </a:ext>
            </a:extLst>
          </p:cNvPr>
          <p:cNvSpPr txBox="1"/>
          <p:nvPr/>
        </p:nvSpPr>
        <p:spPr>
          <a:xfrm>
            <a:off x="5059923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0.29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8F26C4A-8AAA-32FA-C1B2-30321B3269D4}"/>
              </a:ext>
            </a:extLst>
          </p:cNvPr>
          <p:cNvSpPr txBox="1"/>
          <p:nvPr/>
        </p:nvSpPr>
        <p:spPr>
          <a:xfrm>
            <a:off x="410763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35D58E6-0C46-C2CE-C29E-A9AC59CD4F2B}"/>
              </a:ext>
            </a:extLst>
          </p:cNvPr>
          <p:cNvSpPr txBox="1"/>
          <p:nvPr/>
        </p:nvSpPr>
        <p:spPr>
          <a:xfrm>
            <a:off x="4058220" y="1928755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0.11 + 0.22 = _________</a:t>
            </a:r>
          </a:p>
        </p:txBody>
      </p:sp>
      <p:graphicFrame>
        <p:nvGraphicFramePr>
          <p:cNvPr id="79" name="Table 6">
            <a:extLst>
              <a:ext uri="{FF2B5EF4-FFF2-40B4-BE49-F238E27FC236}">
                <a16:creationId xmlns:a16="http://schemas.microsoft.com/office/drawing/2014/main" id="{EF9B29BB-D213-639B-478A-E6814E5C486E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0" name="TextBox 79">
            <a:extLst>
              <a:ext uri="{FF2B5EF4-FFF2-40B4-BE49-F238E27FC236}">
                <a16:creationId xmlns:a16="http://schemas.microsoft.com/office/drawing/2014/main" id="{6E0B24F7-E88B-BFF3-BCB1-0590862243A8}"/>
              </a:ext>
            </a:extLst>
          </p:cNvPr>
          <p:cNvSpPr txBox="1"/>
          <p:nvPr/>
        </p:nvSpPr>
        <p:spPr>
          <a:xfrm>
            <a:off x="506500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0.33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F8E7E36-C478-36F2-42C1-860A21EC65D1}"/>
              </a:ext>
            </a:extLst>
          </p:cNvPr>
          <p:cNvSpPr txBox="1"/>
          <p:nvPr/>
        </p:nvSpPr>
        <p:spPr>
          <a:xfrm>
            <a:off x="4120141" y="2650851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39A7162-C07A-D0A1-6468-C5AA6961491E}"/>
              </a:ext>
            </a:extLst>
          </p:cNvPr>
          <p:cNvSpPr txBox="1"/>
          <p:nvPr/>
        </p:nvSpPr>
        <p:spPr>
          <a:xfrm>
            <a:off x="6063456" y="288146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0.61 + 0.2 = _________</a:t>
            </a:r>
          </a:p>
        </p:txBody>
      </p:sp>
      <p:graphicFrame>
        <p:nvGraphicFramePr>
          <p:cNvPr id="83" name="Table 6">
            <a:extLst>
              <a:ext uri="{FF2B5EF4-FFF2-40B4-BE49-F238E27FC236}">
                <a16:creationId xmlns:a16="http://schemas.microsoft.com/office/drawing/2014/main" id="{9DBF6172-6775-74FD-5FE9-E2C57C7C13E0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4" name="TextBox 83">
            <a:extLst>
              <a:ext uri="{FF2B5EF4-FFF2-40B4-BE49-F238E27FC236}">
                <a16:creationId xmlns:a16="http://schemas.microsoft.com/office/drawing/2014/main" id="{7373D1FD-3044-B2AE-071B-313641E11ECB}"/>
              </a:ext>
            </a:extLst>
          </p:cNvPr>
          <p:cNvSpPr txBox="1"/>
          <p:nvPr/>
        </p:nvSpPr>
        <p:spPr>
          <a:xfrm>
            <a:off x="6989688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0.81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1932B5A8-FC0F-2121-DCC4-E01E454BF8F9}"/>
              </a:ext>
            </a:extLst>
          </p:cNvPr>
          <p:cNvSpPr txBox="1"/>
          <p:nvPr/>
        </p:nvSpPr>
        <p:spPr>
          <a:xfrm>
            <a:off x="607359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408104-06B3-8CB7-0B73-ED5F612606DB}"/>
              </a:ext>
            </a:extLst>
          </p:cNvPr>
          <p:cNvSpPr txBox="1"/>
          <p:nvPr/>
        </p:nvSpPr>
        <p:spPr>
          <a:xfrm>
            <a:off x="6063453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0.2 + 0.06 = _________</a:t>
            </a:r>
          </a:p>
        </p:txBody>
      </p:sp>
      <p:graphicFrame>
        <p:nvGraphicFramePr>
          <p:cNvPr id="87" name="Table 6">
            <a:extLst>
              <a:ext uri="{FF2B5EF4-FFF2-40B4-BE49-F238E27FC236}">
                <a16:creationId xmlns:a16="http://schemas.microsoft.com/office/drawing/2014/main" id="{D25B1E53-42F8-FBD4-A4F0-AE9E6D123D73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8" name="TextBox 87">
            <a:extLst>
              <a:ext uri="{FF2B5EF4-FFF2-40B4-BE49-F238E27FC236}">
                <a16:creationId xmlns:a16="http://schemas.microsoft.com/office/drawing/2014/main" id="{CA540BA7-2F9B-E557-6FB0-038379FABAD3}"/>
              </a:ext>
            </a:extLst>
          </p:cNvPr>
          <p:cNvSpPr txBox="1"/>
          <p:nvPr/>
        </p:nvSpPr>
        <p:spPr>
          <a:xfrm>
            <a:off x="703096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0.26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147CABDE-FEF2-30CE-2317-176673CFF475}"/>
              </a:ext>
            </a:extLst>
          </p:cNvPr>
          <p:cNvSpPr txBox="1"/>
          <p:nvPr/>
        </p:nvSpPr>
        <p:spPr>
          <a:xfrm>
            <a:off x="606959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37DEEF9-299E-399C-21F1-A57B9855D2EA}"/>
              </a:ext>
            </a:extLst>
          </p:cNvPr>
          <p:cNvSpPr txBox="1"/>
          <p:nvPr/>
        </p:nvSpPr>
        <p:spPr>
          <a:xfrm>
            <a:off x="7871959" y="288146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 + 0.21 + 0.17 = _________</a:t>
            </a:r>
          </a:p>
        </p:txBody>
      </p:sp>
      <p:graphicFrame>
        <p:nvGraphicFramePr>
          <p:cNvPr id="91" name="Table 6">
            <a:extLst>
              <a:ext uri="{FF2B5EF4-FFF2-40B4-BE49-F238E27FC236}">
                <a16:creationId xmlns:a16="http://schemas.microsoft.com/office/drawing/2014/main" id="{E4363E27-D7B6-8588-58A8-5B289F155460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99" name="TextBox 98">
            <a:extLst>
              <a:ext uri="{FF2B5EF4-FFF2-40B4-BE49-F238E27FC236}">
                <a16:creationId xmlns:a16="http://schemas.microsoft.com/office/drawing/2014/main" id="{0B5C1857-FB5F-0278-9DC0-06E2E219D098}"/>
              </a:ext>
            </a:extLst>
          </p:cNvPr>
          <p:cNvSpPr txBox="1"/>
          <p:nvPr/>
        </p:nvSpPr>
        <p:spPr>
          <a:xfrm>
            <a:off x="9243303" y="25754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0.68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8C1CCA5D-35A4-810B-2055-78535719AE5A}"/>
              </a:ext>
            </a:extLst>
          </p:cNvPr>
          <p:cNvSpPr txBox="1"/>
          <p:nvPr/>
        </p:nvSpPr>
        <p:spPr>
          <a:xfrm>
            <a:off x="8111332" y="1010242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5726D12-145E-76EA-7F88-D0F8E68A28E9}"/>
              </a:ext>
            </a:extLst>
          </p:cNvPr>
          <p:cNvSpPr txBox="1"/>
          <p:nvPr/>
        </p:nvSpPr>
        <p:spPr>
          <a:xfrm>
            <a:off x="7832686" y="1928755"/>
            <a:ext cx="21419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0.08 + 0.41 + 0.24 = _________</a:t>
            </a:r>
          </a:p>
        </p:txBody>
      </p:sp>
      <p:graphicFrame>
        <p:nvGraphicFramePr>
          <p:cNvPr id="102" name="Table 6">
            <a:extLst>
              <a:ext uri="{FF2B5EF4-FFF2-40B4-BE49-F238E27FC236}">
                <a16:creationId xmlns:a16="http://schemas.microsoft.com/office/drawing/2014/main" id="{BE3DC445-D7EB-B81D-5E23-C60CDDF6C558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3" name="TextBox 102">
            <a:extLst>
              <a:ext uri="{FF2B5EF4-FFF2-40B4-BE49-F238E27FC236}">
                <a16:creationId xmlns:a16="http://schemas.microsoft.com/office/drawing/2014/main" id="{CE5ACC4B-FF37-CFA8-7209-B86D5167EEAB}"/>
              </a:ext>
            </a:extLst>
          </p:cNvPr>
          <p:cNvSpPr txBox="1"/>
          <p:nvPr/>
        </p:nvSpPr>
        <p:spPr>
          <a:xfrm>
            <a:off x="9249768" y="1864904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0.73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3D94A023-9AFA-329C-83E9-FF0615541B59}"/>
              </a:ext>
            </a:extLst>
          </p:cNvPr>
          <p:cNvSpPr txBox="1"/>
          <p:nvPr/>
        </p:nvSpPr>
        <p:spPr>
          <a:xfrm>
            <a:off x="8110530" y="2650851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2EDE4A-FDA0-63DB-B282-7D89DFE40102}"/>
              </a:ext>
            </a:extLst>
          </p:cNvPr>
          <p:cNvSpPr txBox="1"/>
          <p:nvPr/>
        </p:nvSpPr>
        <p:spPr>
          <a:xfrm>
            <a:off x="-26101" y="3812743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0.34 − 0.02 = _________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377B12AA-61F9-86B5-E140-503E41D1EB16}"/>
              </a:ext>
            </a:extLst>
          </p:cNvPr>
          <p:cNvSpPr txBox="1"/>
          <p:nvPr/>
        </p:nvSpPr>
        <p:spPr>
          <a:xfrm>
            <a:off x="285591" y="3497017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108" name="Table 6">
            <a:extLst>
              <a:ext uri="{FF2B5EF4-FFF2-40B4-BE49-F238E27FC236}">
                <a16:creationId xmlns:a16="http://schemas.microsoft.com/office/drawing/2014/main" id="{98B61045-3F5E-CBE9-F476-CB92A7E51A3E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9" name="TextBox 108">
            <a:extLst>
              <a:ext uri="{FF2B5EF4-FFF2-40B4-BE49-F238E27FC236}">
                <a16:creationId xmlns:a16="http://schemas.microsoft.com/office/drawing/2014/main" id="{A5F6CA2F-C34B-EE99-B36D-B9B99ECCC4F3}"/>
              </a:ext>
            </a:extLst>
          </p:cNvPr>
          <p:cNvSpPr txBox="1"/>
          <p:nvPr/>
        </p:nvSpPr>
        <p:spPr>
          <a:xfrm>
            <a:off x="983223" y="373642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0.32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D7AF410-637B-0D2E-A79C-EEA519BBF3D7}"/>
              </a:ext>
            </a:extLst>
          </p:cNvPr>
          <p:cNvSpPr txBox="1"/>
          <p:nvPr/>
        </p:nvSpPr>
        <p:spPr>
          <a:xfrm>
            <a:off x="1628447" y="3497017"/>
            <a:ext cx="22231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кемитүү</a:t>
            </a:r>
            <a:endParaRPr lang="en-GB" sz="1200" dirty="0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D06DE2A-B4D3-C20A-A14D-91C54287C8D4}"/>
              </a:ext>
            </a:extLst>
          </p:cNvPr>
          <p:cNvSpPr txBox="1"/>
          <p:nvPr/>
        </p:nvSpPr>
        <p:spPr>
          <a:xfrm>
            <a:off x="2331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AA2B691-5E63-198B-FC4A-28E901336459}"/>
              </a:ext>
            </a:extLst>
          </p:cNvPr>
          <p:cNvSpPr txBox="1"/>
          <p:nvPr/>
        </p:nvSpPr>
        <p:spPr>
          <a:xfrm>
            <a:off x="4107636" y="3487419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57DA940-CBBD-86BE-720C-8AC8172A3541}"/>
              </a:ext>
            </a:extLst>
          </p:cNvPr>
          <p:cNvSpPr txBox="1"/>
          <p:nvPr/>
        </p:nvSpPr>
        <p:spPr>
          <a:xfrm>
            <a:off x="13174" y="5453352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0.4 − 0.05 = _________</a:t>
            </a:r>
          </a:p>
        </p:txBody>
      </p:sp>
      <p:graphicFrame>
        <p:nvGraphicFramePr>
          <p:cNvPr id="114" name="Table 6">
            <a:extLst>
              <a:ext uri="{FF2B5EF4-FFF2-40B4-BE49-F238E27FC236}">
                <a16:creationId xmlns:a16="http://schemas.microsoft.com/office/drawing/2014/main" id="{7C0DD4EB-E14F-5F09-CB7A-5612A18897F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5" name="TextBox 114">
            <a:extLst>
              <a:ext uri="{FF2B5EF4-FFF2-40B4-BE49-F238E27FC236}">
                <a16:creationId xmlns:a16="http://schemas.microsoft.com/office/drawing/2014/main" id="{0C44969B-89C6-5C71-82FF-F4B4882D062D}"/>
              </a:ext>
            </a:extLst>
          </p:cNvPr>
          <p:cNvSpPr txBox="1"/>
          <p:nvPr/>
        </p:nvSpPr>
        <p:spPr>
          <a:xfrm>
            <a:off x="980682" y="5377032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0.35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8C13BF93-A191-4A66-66CC-E800808BFFA5}"/>
              </a:ext>
            </a:extLst>
          </p:cNvPr>
          <p:cNvSpPr txBox="1"/>
          <p:nvPr/>
        </p:nvSpPr>
        <p:spPr>
          <a:xfrm>
            <a:off x="1931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F152955-9ECF-0179-6049-355559BB11BF}"/>
              </a:ext>
            </a:extLst>
          </p:cNvPr>
          <p:cNvSpPr txBox="1"/>
          <p:nvPr/>
        </p:nvSpPr>
        <p:spPr>
          <a:xfrm>
            <a:off x="2131533" y="3812743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0.6 − 0.07 = _________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D5950BAF-7896-3C31-6399-057E918AFB4F}"/>
              </a:ext>
            </a:extLst>
          </p:cNvPr>
          <p:cNvSpPr txBox="1"/>
          <p:nvPr/>
        </p:nvSpPr>
        <p:spPr>
          <a:xfrm>
            <a:off x="3048243" y="373642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0.53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6EA7B58-7D26-E732-4A8D-0A0149156F7E}"/>
              </a:ext>
            </a:extLst>
          </p:cNvPr>
          <p:cNvSpPr txBox="1"/>
          <p:nvPr/>
        </p:nvSpPr>
        <p:spPr>
          <a:xfrm>
            <a:off x="214167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060ABBA-8DCD-678B-5B69-17763B91AE84}"/>
              </a:ext>
            </a:extLst>
          </p:cNvPr>
          <p:cNvSpPr txBox="1"/>
          <p:nvPr/>
        </p:nvSpPr>
        <p:spPr>
          <a:xfrm>
            <a:off x="2092260" y="5453352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0.14 − 0.06 = _________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E66A4C04-047A-C4D1-3487-310347F36C72}"/>
              </a:ext>
            </a:extLst>
          </p:cNvPr>
          <p:cNvSpPr txBox="1"/>
          <p:nvPr/>
        </p:nvSpPr>
        <p:spPr>
          <a:xfrm>
            <a:off x="3099043" y="5377032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0.08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D97CF3-F149-88B4-3561-3CA12546398B}"/>
              </a:ext>
            </a:extLst>
          </p:cNvPr>
          <p:cNvSpPr txBox="1"/>
          <p:nvPr/>
        </p:nvSpPr>
        <p:spPr>
          <a:xfrm>
            <a:off x="213767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7BA7D-39EF-042A-7D77-B49BF0C7E426}"/>
              </a:ext>
            </a:extLst>
          </p:cNvPr>
          <p:cNvSpPr txBox="1"/>
          <p:nvPr/>
        </p:nvSpPr>
        <p:spPr>
          <a:xfrm>
            <a:off x="4156002" y="3812743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1 − 0.25 = _________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8B1F8339-435B-0FF2-E3CE-6A5AD5A600B4}"/>
              </a:ext>
            </a:extLst>
          </p:cNvPr>
          <p:cNvSpPr txBox="1"/>
          <p:nvPr/>
        </p:nvSpPr>
        <p:spPr>
          <a:xfrm>
            <a:off x="4968483" y="372880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0.75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C472AC1-1881-0BB2-7636-0B9EEE64D750}"/>
              </a:ext>
            </a:extLst>
          </p:cNvPr>
          <p:cNvSpPr txBox="1"/>
          <p:nvPr/>
        </p:nvSpPr>
        <p:spPr>
          <a:xfrm>
            <a:off x="410763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E5E74B0-CA34-EB96-5F38-7BFD69A4AD90}"/>
              </a:ext>
            </a:extLst>
          </p:cNvPr>
          <p:cNvSpPr txBox="1"/>
          <p:nvPr/>
        </p:nvSpPr>
        <p:spPr>
          <a:xfrm>
            <a:off x="4058220" y="5453352"/>
            <a:ext cx="17203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0.72 − 0.31 = _________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425CA8B5-22EE-158A-9CDC-7A0D2AFA8447}"/>
              </a:ext>
            </a:extLst>
          </p:cNvPr>
          <p:cNvSpPr txBox="1"/>
          <p:nvPr/>
        </p:nvSpPr>
        <p:spPr>
          <a:xfrm>
            <a:off x="5065003" y="5377032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0.41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D8F329F-EEA5-1A1B-4AEA-13EF5D455C34}"/>
              </a:ext>
            </a:extLst>
          </p:cNvPr>
          <p:cNvSpPr txBox="1"/>
          <p:nvPr/>
        </p:nvSpPr>
        <p:spPr>
          <a:xfrm>
            <a:off x="4120141" y="6175448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504FF31-FE42-FE2E-BDC0-8401A6651915}"/>
              </a:ext>
            </a:extLst>
          </p:cNvPr>
          <p:cNvSpPr txBox="1"/>
          <p:nvPr/>
        </p:nvSpPr>
        <p:spPr>
          <a:xfrm>
            <a:off x="6063456" y="3812743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0.6 − 0.28 = _________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CB1CDB19-C55C-FC34-4B50-81947FD520AA}"/>
              </a:ext>
            </a:extLst>
          </p:cNvPr>
          <p:cNvSpPr txBox="1"/>
          <p:nvPr/>
        </p:nvSpPr>
        <p:spPr>
          <a:xfrm>
            <a:off x="7008391" y="373642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0.32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7C09488-0698-4C5A-9CCF-60F814575719}"/>
              </a:ext>
            </a:extLst>
          </p:cNvPr>
          <p:cNvSpPr txBox="1"/>
          <p:nvPr/>
        </p:nvSpPr>
        <p:spPr>
          <a:xfrm>
            <a:off x="607359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2086CD7-3DB2-8E87-2C18-40D77615CDE0}"/>
              </a:ext>
            </a:extLst>
          </p:cNvPr>
          <p:cNvSpPr txBox="1"/>
          <p:nvPr/>
        </p:nvSpPr>
        <p:spPr>
          <a:xfrm>
            <a:off x="5852659" y="5453352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0.4 + 0.12 − 0.05 = _________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EC75194E-1413-7108-FD4D-DB0CA66CC9A6}"/>
              </a:ext>
            </a:extLst>
          </p:cNvPr>
          <p:cNvSpPr txBox="1"/>
          <p:nvPr/>
        </p:nvSpPr>
        <p:spPr>
          <a:xfrm>
            <a:off x="7198603" y="5377032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0.47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DE141B0-5E1C-CD75-6C39-C8CC8F7BBD64}"/>
              </a:ext>
            </a:extLst>
          </p:cNvPr>
          <p:cNvSpPr txBox="1"/>
          <p:nvPr/>
        </p:nvSpPr>
        <p:spPr>
          <a:xfrm>
            <a:off x="606959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E109A3F-B6E9-F126-9D7B-1A37B3A68ACE}"/>
              </a:ext>
            </a:extLst>
          </p:cNvPr>
          <p:cNvSpPr txBox="1"/>
          <p:nvPr/>
        </p:nvSpPr>
        <p:spPr>
          <a:xfrm>
            <a:off x="7871961" y="3812743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0.62 − 0.18 + 0.3 = _________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2F3A6234-401A-FA70-CD0B-125F5622FAA3}"/>
              </a:ext>
            </a:extLst>
          </p:cNvPr>
          <p:cNvSpPr txBox="1"/>
          <p:nvPr/>
        </p:nvSpPr>
        <p:spPr>
          <a:xfrm>
            <a:off x="9243303" y="378214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0.74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E55C8446-9B8A-8678-8DEE-EA4996EC9173}"/>
              </a:ext>
            </a:extLst>
          </p:cNvPr>
          <p:cNvSpPr txBox="1"/>
          <p:nvPr/>
        </p:nvSpPr>
        <p:spPr>
          <a:xfrm>
            <a:off x="8111332" y="4534839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22B5066-4F12-4AAB-1EF4-807B5A72D501}"/>
              </a:ext>
            </a:extLst>
          </p:cNvPr>
          <p:cNvSpPr txBox="1"/>
          <p:nvPr/>
        </p:nvSpPr>
        <p:spPr>
          <a:xfrm>
            <a:off x="7854327" y="5453352"/>
            <a:ext cx="20986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0.57 − 0.3 + 1.25  = _________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4A092A1C-BA1D-D9D9-CC17-7BB7B0888DF2}"/>
              </a:ext>
            </a:extLst>
          </p:cNvPr>
          <p:cNvSpPr txBox="1"/>
          <p:nvPr/>
        </p:nvSpPr>
        <p:spPr>
          <a:xfrm>
            <a:off x="9249768" y="5389501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1.52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4C146D8-2180-1E3F-A67D-A53F4B76D89F}"/>
              </a:ext>
            </a:extLst>
          </p:cNvPr>
          <p:cNvSpPr txBox="1"/>
          <p:nvPr/>
        </p:nvSpPr>
        <p:spPr>
          <a:xfrm>
            <a:off x="8110530" y="6175448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49" name="Multiplication Sign 148">
            <a:extLst>
              <a:ext uri="{FF2B5EF4-FFF2-40B4-BE49-F238E27FC236}">
                <a16:creationId xmlns:a16="http://schemas.microsoft.com/office/drawing/2014/main" id="{E7ADDBAC-A6BD-C9E4-0665-8ADA480D3615}"/>
              </a:ext>
            </a:extLst>
          </p:cNvPr>
          <p:cNvSpPr/>
          <p:nvPr/>
        </p:nvSpPr>
        <p:spPr>
          <a:xfrm>
            <a:off x="658432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50" name="Multiplication Sign 149">
            <a:extLst>
              <a:ext uri="{FF2B5EF4-FFF2-40B4-BE49-F238E27FC236}">
                <a16:creationId xmlns:a16="http://schemas.microsoft.com/office/drawing/2014/main" id="{4C5752B0-D7F1-9A43-D2D8-264D62593158}"/>
              </a:ext>
            </a:extLst>
          </p:cNvPr>
          <p:cNvSpPr/>
          <p:nvPr/>
        </p:nvSpPr>
        <p:spPr>
          <a:xfrm>
            <a:off x="546514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graphicFrame>
        <p:nvGraphicFramePr>
          <p:cNvPr id="159" name="Table 6">
            <a:extLst>
              <a:ext uri="{FF2B5EF4-FFF2-40B4-BE49-F238E27FC236}">
                <a16:creationId xmlns:a16="http://schemas.microsoft.com/office/drawing/2014/main" id="{7F8B909F-7C75-BE2F-671A-14C9441E0F5E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0" name="Table 6">
            <a:extLst>
              <a:ext uri="{FF2B5EF4-FFF2-40B4-BE49-F238E27FC236}">
                <a16:creationId xmlns:a16="http://schemas.microsoft.com/office/drawing/2014/main" id="{E46A6075-AC01-B0A7-DC8A-021927170800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1" name="Table 6">
            <a:extLst>
              <a:ext uri="{FF2B5EF4-FFF2-40B4-BE49-F238E27FC236}">
                <a16:creationId xmlns:a16="http://schemas.microsoft.com/office/drawing/2014/main" id="{E059B7E5-2120-BF38-59F3-0026BFFC48E6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2" name="Table 6">
            <a:extLst>
              <a:ext uri="{FF2B5EF4-FFF2-40B4-BE49-F238E27FC236}">
                <a16:creationId xmlns:a16="http://schemas.microsoft.com/office/drawing/2014/main" id="{88C7831C-6321-D4CF-B3B1-C6CDEEA08CDE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3" name="Table 6">
            <a:extLst>
              <a:ext uri="{FF2B5EF4-FFF2-40B4-BE49-F238E27FC236}">
                <a16:creationId xmlns:a16="http://schemas.microsoft.com/office/drawing/2014/main" id="{6AFA1FD9-DEBA-FACB-00A7-379AC5BB0847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4" name="Table 6">
            <a:extLst>
              <a:ext uri="{FF2B5EF4-FFF2-40B4-BE49-F238E27FC236}">
                <a16:creationId xmlns:a16="http://schemas.microsoft.com/office/drawing/2014/main" id="{30D17706-E026-4A2A-4982-B8EE24C1577B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5" name="Table 6">
            <a:extLst>
              <a:ext uri="{FF2B5EF4-FFF2-40B4-BE49-F238E27FC236}">
                <a16:creationId xmlns:a16="http://schemas.microsoft.com/office/drawing/2014/main" id="{F9D2A542-7C87-AD81-D4C5-7533ACB24987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6" name="Table 6">
            <a:extLst>
              <a:ext uri="{FF2B5EF4-FFF2-40B4-BE49-F238E27FC236}">
                <a16:creationId xmlns:a16="http://schemas.microsoft.com/office/drawing/2014/main" id="{97578B91-99D0-BB45-0416-971FC8703A00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67" name="Multiplication Sign 166">
            <a:extLst>
              <a:ext uri="{FF2B5EF4-FFF2-40B4-BE49-F238E27FC236}">
                <a16:creationId xmlns:a16="http://schemas.microsoft.com/office/drawing/2014/main" id="{D1C4C37B-76D1-0B1A-2807-379329E5EA03}"/>
              </a:ext>
            </a:extLst>
          </p:cNvPr>
          <p:cNvSpPr/>
          <p:nvPr/>
        </p:nvSpPr>
        <p:spPr>
          <a:xfrm>
            <a:off x="125136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0" name="Multiplication Sign 169">
            <a:extLst>
              <a:ext uri="{FF2B5EF4-FFF2-40B4-BE49-F238E27FC236}">
                <a16:creationId xmlns:a16="http://schemas.microsoft.com/office/drawing/2014/main" id="{A01BC626-DBEF-0BDE-4B3C-B82A29F763EC}"/>
              </a:ext>
            </a:extLst>
          </p:cNvPr>
          <p:cNvSpPr/>
          <p:nvPr/>
        </p:nvSpPr>
        <p:spPr>
          <a:xfrm>
            <a:off x="1151351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1" name="Multiplication Sign 170">
            <a:extLst>
              <a:ext uri="{FF2B5EF4-FFF2-40B4-BE49-F238E27FC236}">
                <a16:creationId xmlns:a16="http://schemas.microsoft.com/office/drawing/2014/main" id="{B418AC9C-7A44-0621-B35D-A4D00715F3F1}"/>
              </a:ext>
            </a:extLst>
          </p:cNvPr>
          <p:cNvSpPr/>
          <p:nvPr/>
        </p:nvSpPr>
        <p:spPr>
          <a:xfrm>
            <a:off x="1051338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2" name="Multiplication Sign 171">
            <a:extLst>
              <a:ext uri="{FF2B5EF4-FFF2-40B4-BE49-F238E27FC236}">
                <a16:creationId xmlns:a16="http://schemas.microsoft.com/office/drawing/2014/main" id="{50D04908-3AA4-9BC3-06ED-C611990C5943}"/>
              </a:ext>
            </a:extLst>
          </p:cNvPr>
          <p:cNvSpPr/>
          <p:nvPr/>
        </p:nvSpPr>
        <p:spPr>
          <a:xfrm>
            <a:off x="958469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3" name="Multiplication Sign 172">
            <a:extLst>
              <a:ext uri="{FF2B5EF4-FFF2-40B4-BE49-F238E27FC236}">
                <a16:creationId xmlns:a16="http://schemas.microsoft.com/office/drawing/2014/main" id="{D4CA4BC8-7A9C-B59D-76F8-18A3526732ED}"/>
              </a:ext>
            </a:extLst>
          </p:cNvPr>
          <p:cNvSpPr/>
          <p:nvPr/>
        </p:nvSpPr>
        <p:spPr>
          <a:xfrm>
            <a:off x="85131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978457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F25A42F1-035D-4220-8486-BD9E60CA5899}"/>
              </a:ext>
            </a:extLst>
          </p:cNvPr>
          <p:cNvSpPr txBox="1"/>
          <p:nvPr/>
        </p:nvSpPr>
        <p:spPr>
          <a:xfrm>
            <a:off x="52447" y="288146"/>
            <a:ext cx="15632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 + 0.2 = _________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2C13699-AEC6-C513-B917-058123553283}"/>
              </a:ext>
            </a:extLst>
          </p:cNvPr>
          <p:cNvCxnSpPr>
            <a:cxnSpLocks/>
          </p:cNvCxnSpPr>
          <p:nvPr/>
        </p:nvCxnSpPr>
        <p:spPr>
          <a:xfrm flipH="1">
            <a:off x="82062" y="3429280"/>
            <a:ext cx="9741876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64D4E531-710E-A7E6-3E8D-C69C32FCF831}"/>
              </a:ext>
            </a:extLst>
          </p:cNvPr>
          <p:cNvSpPr txBox="1"/>
          <p:nvPr/>
        </p:nvSpPr>
        <p:spPr>
          <a:xfrm>
            <a:off x="285591" y="-27580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34" name="Table 6">
            <a:extLst>
              <a:ext uri="{FF2B5EF4-FFF2-40B4-BE49-F238E27FC236}">
                <a16:creationId xmlns:a16="http://schemas.microsoft.com/office/drawing/2014/main" id="{2B5658C5-ACD0-07FC-8497-2700CFE7974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2D1D8A65-A6D2-7494-876C-6E6787D84559}"/>
              </a:ext>
            </a:extLst>
          </p:cNvPr>
          <p:cNvSpPr txBox="1"/>
          <p:nvPr/>
        </p:nvSpPr>
        <p:spPr>
          <a:xfrm>
            <a:off x="1693110" y="-27580"/>
            <a:ext cx="20937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кошуу</a:t>
            </a:r>
            <a:endParaRPr lang="en-GB" sz="12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E32DAB-FC24-3C67-48C9-DC98ED9F648F}"/>
              </a:ext>
            </a:extLst>
          </p:cNvPr>
          <p:cNvSpPr txBox="1"/>
          <p:nvPr/>
        </p:nvSpPr>
        <p:spPr>
          <a:xfrm>
            <a:off x="2331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ECC103E-C661-3A18-7D47-2FCABB455C38}"/>
              </a:ext>
            </a:extLst>
          </p:cNvPr>
          <p:cNvSpPr txBox="1"/>
          <p:nvPr/>
        </p:nvSpPr>
        <p:spPr>
          <a:xfrm>
            <a:off x="4460073" y="-9645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485A85E-B95F-28F6-7B81-332F6E871710}"/>
              </a:ext>
            </a:extLst>
          </p:cNvPr>
          <p:cNvSpPr txBox="1"/>
          <p:nvPr/>
        </p:nvSpPr>
        <p:spPr>
          <a:xfrm>
            <a:off x="1317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0.2 + 0.23 = _________</a:t>
            </a:r>
          </a:p>
        </p:txBody>
      </p:sp>
      <p:graphicFrame>
        <p:nvGraphicFramePr>
          <p:cNvPr id="48" name="Table 6">
            <a:extLst>
              <a:ext uri="{FF2B5EF4-FFF2-40B4-BE49-F238E27FC236}">
                <a16:creationId xmlns:a16="http://schemas.microsoft.com/office/drawing/2014/main" id="{83176EB0-EADB-D410-12C9-7D6F526496C6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2159F35D-0D6E-9980-E1AB-BC41C59788E0}"/>
              </a:ext>
            </a:extLst>
          </p:cNvPr>
          <p:cNvSpPr txBox="1"/>
          <p:nvPr/>
        </p:nvSpPr>
        <p:spPr>
          <a:xfrm>
            <a:off x="1931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665E05F-E4FC-229E-FAEA-CCBF17C52762}"/>
              </a:ext>
            </a:extLst>
          </p:cNvPr>
          <p:cNvSpPr txBox="1"/>
          <p:nvPr/>
        </p:nvSpPr>
        <p:spPr>
          <a:xfrm>
            <a:off x="2131533" y="288146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 + 0.15 = _________</a:t>
            </a:r>
          </a:p>
        </p:txBody>
      </p:sp>
      <p:graphicFrame>
        <p:nvGraphicFramePr>
          <p:cNvPr id="67" name="Table 6">
            <a:extLst>
              <a:ext uri="{FF2B5EF4-FFF2-40B4-BE49-F238E27FC236}">
                <a16:creationId xmlns:a16="http://schemas.microsoft.com/office/drawing/2014/main" id="{DB8BEAFE-E876-39C3-2B19-73246F385BC8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69" name="TextBox 68">
            <a:extLst>
              <a:ext uri="{FF2B5EF4-FFF2-40B4-BE49-F238E27FC236}">
                <a16:creationId xmlns:a16="http://schemas.microsoft.com/office/drawing/2014/main" id="{9F654151-3701-2C6C-D30E-EA5DC171B842}"/>
              </a:ext>
            </a:extLst>
          </p:cNvPr>
          <p:cNvSpPr txBox="1"/>
          <p:nvPr/>
        </p:nvSpPr>
        <p:spPr>
          <a:xfrm>
            <a:off x="214167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ADD4D9A-F7A0-22A6-7354-1F0E7AB58100}"/>
              </a:ext>
            </a:extLst>
          </p:cNvPr>
          <p:cNvSpPr txBox="1"/>
          <p:nvPr/>
        </p:nvSpPr>
        <p:spPr>
          <a:xfrm>
            <a:off x="213153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 + 0.18 = _________</a:t>
            </a:r>
          </a:p>
        </p:txBody>
      </p:sp>
      <p:graphicFrame>
        <p:nvGraphicFramePr>
          <p:cNvPr id="71" name="Table 6">
            <a:extLst>
              <a:ext uri="{FF2B5EF4-FFF2-40B4-BE49-F238E27FC236}">
                <a16:creationId xmlns:a16="http://schemas.microsoft.com/office/drawing/2014/main" id="{8E08D62E-CF59-811A-4DCF-E51D80ABFD5F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3" name="TextBox 72">
            <a:extLst>
              <a:ext uri="{FF2B5EF4-FFF2-40B4-BE49-F238E27FC236}">
                <a16:creationId xmlns:a16="http://schemas.microsoft.com/office/drawing/2014/main" id="{254B46B5-1E44-9239-12D4-68A22E7382F5}"/>
              </a:ext>
            </a:extLst>
          </p:cNvPr>
          <p:cNvSpPr txBox="1"/>
          <p:nvPr/>
        </p:nvSpPr>
        <p:spPr>
          <a:xfrm>
            <a:off x="213767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DA4A78A-FB25-38E5-C74C-6ABB0D903675}"/>
              </a:ext>
            </a:extLst>
          </p:cNvPr>
          <p:cNvSpPr txBox="1"/>
          <p:nvPr/>
        </p:nvSpPr>
        <p:spPr>
          <a:xfrm>
            <a:off x="4058219" y="288146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0.16 + 0.13 = _________</a:t>
            </a:r>
          </a:p>
        </p:txBody>
      </p:sp>
      <p:graphicFrame>
        <p:nvGraphicFramePr>
          <p:cNvPr id="75" name="Table 6">
            <a:extLst>
              <a:ext uri="{FF2B5EF4-FFF2-40B4-BE49-F238E27FC236}">
                <a16:creationId xmlns:a16="http://schemas.microsoft.com/office/drawing/2014/main" id="{FD7BC8CB-ED2D-9EF0-30E1-3162B6B04D94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7" name="TextBox 76">
            <a:extLst>
              <a:ext uri="{FF2B5EF4-FFF2-40B4-BE49-F238E27FC236}">
                <a16:creationId xmlns:a16="http://schemas.microsoft.com/office/drawing/2014/main" id="{28F26C4A-8AAA-32FA-C1B2-30321B3269D4}"/>
              </a:ext>
            </a:extLst>
          </p:cNvPr>
          <p:cNvSpPr txBox="1"/>
          <p:nvPr/>
        </p:nvSpPr>
        <p:spPr>
          <a:xfrm>
            <a:off x="410763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35D58E6-0C46-C2CE-C29E-A9AC59CD4F2B}"/>
              </a:ext>
            </a:extLst>
          </p:cNvPr>
          <p:cNvSpPr txBox="1"/>
          <p:nvPr/>
        </p:nvSpPr>
        <p:spPr>
          <a:xfrm>
            <a:off x="4058220" y="1928755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0.11 + 0.22 = _________</a:t>
            </a:r>
          </a:p>
        </p:txBody>
      </p:sp>
      <p:graphicFrame>
        <p:nvGraphicFramePr>
          <p:cNvPr id="79" name="Table 6">
            <a:extLst>
              <a:ext uri="{FF2B5EF4-FFF2-40B4-BE49-F238E27FC236}">
                <a16:creationId xmlns:a16="http://schemas.microsoft.com/office/drawing/2014/main" id="{EF9B29BB-D213-639B-478A-E6814E5C486E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1" name="TextBox 80">
            <a:extLst>
              <a:ext uri="{FF2B5EF4-FFF2-40B4-BE49-F238E27FC236}">
                <a16:creationId xmlns:a16="http://schemas.microsoft.com/office/drawing/2014/main" id="{EF8E7E36-C478-36F2-42C1-860A21EC65D1}"/>
              </a:ext>
            </a:extLst>
          </p:cNvPr>
          <p:cNvSpPr txBox="1"/>
          <p:nvPr/>
        </p:nvSpPr>
        <p:spPr>
          <a:xfrm>
            <a:off x="4120141" y="2650851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39A7162-C07A-D0A1-6468-C5AA6961491E}"/>
              </a:ext>
            </a:extLst>
          </p:cNvPr>
          <p:cNvSpPr txBox="1"/>
          <p:nvPr/>
        </p:nvSpPr>
        <p:spPr>
          <a:xfrm>
            <a:off x="6063456" y="288146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0.61 + 0.2 = _________</a:t>
            </a:r>
          </a:p>
        </p:txBody>
      </p:sp>
      <p:graphicFrame>
        <p:nvGraphicFramePr>
          <p:cNvPr id="83" name="Table 6">
            <a:extLst>
              <a:ext uri="{FF2B5EF4-FFF2-40B4-BE49-F238E27FC236}">
                <a16:creationId xmlns:a16="http://schemas.microsoft.com/office/drawing/2014/main" id="{9DBF6172-6775-74FD-5FE9-E2C57C7C13E0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5" name="TextBox 84">
            <a:extLst>
              <a:ext uri="{FF2B5EF4-FFF2-40B4-BE49-F238E27FC236}">
                <a16:creationId xmlns:a16="http://schemas.microsoft.com/office/drawing/2014/main" id="{1932B5A8-FC0F-2121-DCC4-E01E454BF8F9}"/>
              </a:ext>
            </a:extLst>
          </p:cNvPr>
          <p:cNvSpPr txBox="1"/>
          <p:nvPr/>
        </p:nvSpPr>
        <p:spPr>
          <a:xfrm>
            <a:off x="607359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408104-06B3-8CB7-0B73-ED5F612606DB}"/>
              </a:ext>
            </a:extLst>
          </p:cNvPr>
          <p:cNvSpPr txBox="1"/>
          <p:nvPr/>
        </p:nvSpPr>
        <p:spPr>
          <a:xfrm>
            <a:off x="6063453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0.2 + 0.06 = _________</a:t>
            </a:r>
          </a:p>
        </p:txBody>
      </p:sp>
      <p:graphicFrame>
        <p:nvGraphicFramePr>
          <p:cNvPr id="87" name="Table 6">
            <a:extLst>
              <a:ext uri="{FF2B5EF4-FFF2-40B4-BE49-F238E27FC236}">
                <a16:creationId xmlns:a16="http://schemas.microsoft.com/office/drawing/2014/main" id="{D25B1E53-42F8-FBD4-A4F0-AE9E6D123D73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9" name="TextBox 88">
            <a:extLst>
              <a:ext uri="{FF2B5EF4-FFF2-40B4-BE49-F238E27FC236}">
                <a16:creationId xmlns:a16="http://schemas.microsoft.com/office/drawing/2014/main" id="{147CABDE-FEF2-30CE-2317-176673CFF475}"/>
              </a:ext>
            </a:extLst>
          </p:cNvPr>
          <p:cNvSpPr txBox="1"/>
          <p:nvPr/>
        </p:nvSpPr>
        <p:spPr>
          <a:xfrm>
            <a:off x="606959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37DEEF9-299E-399C-21F1-A57B9855D2EA}"/>
              </a:ext>
            </a:extLst>
          </p:cNvPr>
          <p:cNvSpPr txBox="1"/>
          <p:nvPr/>
        </p:nvSpPr>
        <p:spPr>
          <a:xfrm>
            <a:off x="7871959" y="288146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 + 0.21 + 0.17 = _________</a:t>
            </a:r>
          </a:p>
        </p:txBody>
      </p:sp>
      <p:graphicFrame>
        <p:nvGraphicFramePr>
          <p:cNvPr id="91" name="Table 6">
            <a:extLst>
              <a:ext uri="{FF2B5EF4-FFF2-40B4-BE49-F238E27FC236}">
                <a16:creationId xmlns:a16="http://schemas.microsoft.com/office/drawing/2014/main" id="{E4363E27-D7B6-8588-58A8-5B289F155460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0" name="TextBox 99">
            <a:extLst>
              <a:ext uri="{FF2B5EF4-FFF2-40B4-BE49-F238E27FC236}">
                <a16:creationId xmlns:a16="http://schemas.microsoft.com/office/drawing/2014/main" id="{8C1CCA5D-35A4-810B-2055-78535719AE5A}"/>
              </a:ext>
            </a:extLst>
          </p:cNvPr>
          <p:cNvSpPr txBox="1"/>
          <p:nvPr/>
        </p:nvSpPr>
        <p:spPr>
          <a:xfrm>
            <a:off x="8111332" y="1010242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5726D12-145E-76EA-7F88-D0F8E68A28E9}"/>
              </a:ext>
            </a:extLst>
          </p:cNvPr>
          <p:cNvSpPr txBox="1"/>
          <p:nvPr/>
        </p:nvSpPr>
        <p:spPr>
          <a:xfrm>
            <a:off x="7832686" y="1928755"/>
            <a:ext cx="21419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0.08 + 0.41 + 0.24 = _________</a:t>
            </a:r>
          </a:p>
        </p:txBody>
      </p:sp>
      <p:graphicFrame>
        <p:nvGraphicFramePr>
          <p:cNvPr id="102" name="Table 6">
            <a:extLst>
              <a:ext uri="{FF2B5EF4-FFF2-40B4-BE49-F238E27FC236}">
                <a16:creationId xmlns:a16="http://schemas.microsoft.com/office/drawing/2014/main" id="{BE3DC445-D7EB-B81D-5E23-C60CDDF6C558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4" name="TextBox 103">
            <a:extLst>
              <a:ext uri="{FF2B5EF4-FFF2-40B4-BE49-F238E27FC236}">
                <a16:creationId xmlns:a16="http://schemas.microsoft.com/office/drawing/2014/main" id="{3D94A023-9AFA-329C-83E9-FF0615541B59}"/>
              </a:ext>
            </a:extLst>
          </p:cNvPr>
          <p:cNvSpPr txBox="1"/>
          <p:nvPr/>
        </p:nvSpPr>
        <p:spPr>
          <a:xfrm>
            <a:off x="8110530" y="2650851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2EDE4A-FDA0-63DB-B282-7D89DFE40102}"/>
              </a:ext>
            </a:extLst>
          </p:cNvPr>
          <p:cNvSpPr txBox="1"/>
          <p:nvPr/>
        </p:nvSpPr>
        <p:spPr>
          <a:xfrm>
            <a:off x="-26101" y="3812743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0.34 − 0.02 = _________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377B12AA-61F9-86B5-E140-503E41D1EB16}"/>
              </a:ext>
            </a:extLst>
          </p:cNvPr>
          <p:cNvSpPr txBox="1"/>
          <p:nvPr/>
        </p:nvSpPr>
        <p:spPr>
          <a:xfrm>
            <a:off x="285591" y="3497017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108" name="Table 6">
            <a:extLst>
              <a:ext uri="{FF2B5EF4-FFF2-40B4-BE49-F238E27FC236}">
                <a16:creationId xmlns:a16="http://schemas.microsoft.com/office/drawing/2014/main" id="{98B61045-3F5E-CBE9-F476-CB92A7E51A3E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0" name="TextBox 109">
            <a:extLst>
              <a:ext uri="{FF2B5EF4-FFF2-40B4-BE49-F238E27FC236}">
                <a16:creationId xmlns:a16="http://schemas.microsoft.com/office/drawing/2014/main" id="{BD7AF410-637B-0D2E-A79C-EEA519BBF3D7}"/>
              </a:ext>
            </a:extLst>
          </p:cNvPr>
          <p:cNvSpPr txBox="1"/>
          <p:nvPr/>
        </p:nvSpPr>
        <p:spPr>
          <a:xfrm>
            <a:off x="1628447" y="3497017"/>
            <a:ext cx="22231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кемитүү</a:t>
            </a:r>
            <a:endParaRPr lang="en-GB" sz="1200" dirty="0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D06DE2A-B4D3-C20A-A14D-91C54287C8D4}"/>
              </a:ext>
            </a:extLst>
          </p:cNvPr>
          <p:cNvSpPr txBox="1"/>
          <p:nvPr/>
        </p:nvSpPr>
        <p:spPr>
          <a:xfrm>
            <a:off x="2331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AA2B691-5E63-198B-FC4A-28E901336459}"/>
              </a:ext>
            </a:extLst>
          </p:cNvPr>
          <p:cNvSpPr txBox="1"/>
          <p:nvPr/>
        </p:nvSpPr>
        <p:spPr>
          <a:xfrm>
            <a:off x="4431162" y="3501026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57DA940-CBBD-86BE-720C-8AC8172A3541}"/>
              </a:ext>
            </a:extLst>
          </p:cNvPr>
          <p:cNvSpPr txBox="1"/>
          <p:nvPr/>
        </p:nvSpPr>
        <p:spPr>
          <a:xfrm>
            <a:off x="13174" y="5453352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0.4 − 0.05 = _________</a:t>
            </a:r>
          </a:p>
        </p:txBody>
      </p:sp>
      <p:graphicFrame>
        <p:nvGraphicFramePr>
          <p:cNvPr id="114" name="Table 6">
            <a:extLst>
              <a:ext uri="{FF2B5EF4-FFF2-40B4-BE49-F238E27FC236}">
                <a16:creationId xmlns:a16="http://schemas.microsoft.com/office/drawing/2014/main" id="{7C0DD4EB-E14F-5F09-CB7A-5612A18897F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6" name="TextBox 115">
            <a:extLst>
              <a:ext uri="{FF2B5EF4-FFF2-40B4-BE49-F238E27FC236}">
                <a16:creationId xmlns:a16="http://schemas.microsoft.com/office/drawing/2014/main" id="{8C13BF93-A191-4A66-66CC-E800808BFFA5}"/>
              </a:ext>
            </a:extLst>
          </p:cNvPr>
          <p:cNvSpPr txBox="1"/>
          <p:nvPr/>
        </p:nvSpPr>
        <p:spPr>
          <a:xfrm>
            <a:off x="1931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F152955-9ECF-0179-6049-355559BB11BF}"/>
              </a:ext>
            </a:extLst>
          </p:cNvPr>
          <p:cNvSpPr txBox="1"/>
          <p:nvPr/>
        </p:nvSpPr>
        <p:spPr>
          <a:xfrm>
            <a:off x="2131533" y="3812743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0.6 − 0.07 = _________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6EA7B58-7D26-E732-4A8D-0A0149156F7E}"/>
              </a:ext>
            </a:extLst>
          </p:cNvPr>
          <p:cNvSpPr txBox="1"/>
          <p:nvPr/>
        </p:nvSpPr>
        <p:spPr>
          <a:xfrm>
            <a:off x="214167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060ABBA-8DCD-678B-5B69-17763B91AE84}"/>
              </a:ext>
            </a:extLst>
          </p:cNvPr>
          <p:cNvSpPr txBox="1"/>
          <p:nvPr/>
        </p:nvSpPr>
        <p:spPr>
          <a:xfrm>
            <a:off x="2092260" y="5453352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0.14 − 0.06 = _________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D97CF3-F149-88B4-3561-3CA12546398B}"/>
              </a:ext>
            </a:extLst>
          </p:cNvPr>
          <p:cNvSpPr txBox="1"/>
          <p:nvPr/>
        </p:nvSpPr>
        <p:spPr>
          <a:xfrm>
            <a:off x="213767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7BA7D-39EF-042A-7D77-B49BF0C7E426}"/>
              </a:ext>
            </a:extLst>
          </p:cNvPr>
          <p:cNvSpPr txBox="1"/>
          <p:nvPr/>
        </p:nvSpPr>
        <p:spPr>
          <a:xfrm>
            <a:off x="4156002" y="3812743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1 − 0.25 = _________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C472AC1-1881-0BB2-7636-0B9EEE64D750}"/>
              </a:ext>
            </a:extLst>
          </p:cNvPr>
          <p:cNvSpPr txBox="1"/>
          <p:nvPr/>
        </p:nvSpPr>
        <p:spPr>
          <a:xfrm>
            <a:off x="410763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E5E74B0-CA34-EB96-5F38-7BFD69A4AD90}"/>
              </a:ext>
            </a:extLst>
          </p:cNvPr>
          <p:cNvSpPr txBox="1"/>
          <p:nvPr/>
        </p:nvSpPr>
        <p:spPr>
          <a:xfrm>
            <a:off x="4058220" y="5453352"/>
            <a:ext cx="17203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0.72 − 0.31 = _________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D8F329F-EEA5-1A1B-4AEA-13EF5D455C34}"/>
              </a:ext>
            </a:extLst>
          </p:cNvPr>
          <p:cNvSpPr txBox="1"/>
          <p:nvPr/>
        </p:nvSpPr>
        <p:spPr>
          <a:xfrm>
            <a:off x="4120141" y="6175448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504FF31-FE42-FE2E-BDC0-8401A6651915}"/>
              </a:ext>
            </a:extLst>
          </p:cNvPr>
          <p:cNvSpPr txBox="1"/>
          <p:nvPr/>
        </p:nvSpPr>
        <p:spPr>
          <a:xfrm>
            <a:off x="6063456" y="3812743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0.6 − 0.28 = _________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7C09488-0698-4C5A-9CCF-60F814575719}"/>
              </a:ext>
            </a:extLst>
          </p:cNvPr>
          <p:cNvSpPr txBox="1"/>
          <p:nvPr/>
        </p:nvSpPr>
        <p:spPr>
          <a:xfrm>
            <a:off x="607359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2086CD7-3DB2-8E87-2C18-40D77615CDE0}"/>
              </a:ext>
            </a:extLst>
          </p:cNvPr>
          <p:cNvSpPr txBox="1"/>
          <p:nvPr/>
        </p:nvSpPr>
        <p:spPr>
          <a:xfrm>
            <a:off x="5852659" y="5453352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0.4 + 0.12 − 0.05 = _________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DE141B0-5E1C-CD75-6C39-C8CC8F7BBD64}"/>
              </a:ext>
            </a:extLst>
          </p:cNvPr>
          <p:cNvSpPr txBox="1"/>
          <p:nvPr/>
        </p:nvSpPr>
        <p:spPr>
          <a:xfrm>
            <a:off x="606959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E109A3F-B6E9-F126-9D7B-1A37B3A68ACE}"/>
              </a:ext>
            </a:extLst>
          </p:cNvPr>
          <p:cNvSpPr txBox="1"/>
          <p:nvPr/>
        </p:nvSpPr>
        <p:spPr>
          <a:xfrm>
            <a:off x="7871961" y="3812743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0.62 − 0.18 + 0.3 = _________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E55C8446-9B8A-8678-8DEE-EA4996EC9173}"/>
              </a:ext>
            </a:extLst>
          </p:cNvPr>
          <p:cNvSpPr txBox="1"/>
          <p:nvPr/>
        </p:nvSpPr>
        <p:spPr>
          <a:xfrm>
            <a:off x="8111332" y="4534839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22B5066-4F12-4AAB-1EF4-807B5A72D501}"/>
              </a:ext>
            </a:extLst>
          </p:cNvPr>
          <p:cNvSpPr txBox="1"/>
          <p:nvPr/>
        </p:nvSpPr>
        <p:spPr>
          <a:xfrm>
            <a:off x="7854327" y="5453352"/>
            <a:ext cx="20986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0.57 − 0.3 + 1.25  = _________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4C146D8-2180-1E3F-A67D-A53F4B76D89F}"/>
              </a:ext>
            </a:extLst>
          </p:cNvPr>
          <p:cNvSpPr txBox="1"/>
          <p:nvPr/>
        </p:nvSpPr>
        <p:spPr>
          <a:xfrm>
            <a:off x="8110530" y="6175448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49" name="Multiplication Sign 148">
            <a:extLst>
              <a:ext uri="{FF2B5EF4-FFF2-40B4-BE49-F238E27FC236}">
                <a16:creationId xmlns:a16="http://schemas.microsoft.com/office/drawing/2014/main" id="{E7ADDBAC-A6BD-C9E4-0665-8ADA480D3615}"/>
              </a:ext>
            </a:extLst>
          </p:cNvPr>
          <p:cNvSpPr/>
          <p:nvPr/>
        </p:nvSpPr>
        <p:spPr>
          <a:xfrm>
            <a:off x="658432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50" name="Multiplication Sign 149">
            <a:extLst>
              <a:ext uri="{FF2B5EF4-FFF2-40B4-BE49-F238E27FC236}">
                <a16:creationId xmlns:a16="http://schemas.microsoft.com/office/drawing/2014/main" id="{4C5752B0-D7F1-9A43-D2D8-264D62593158}"/>
              </a:ext>
            </a:extLst>
          </p:cNvPr>
          <p:cNvSpPr/>
          <p:nvPr/>
        </p:nvSpPr>
        <p:spPr>
          <a:xfrm>
            <a:off x="546514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graphicFrame>
        <p:nvGraphicFramePr>
          <p:cNvPr id="159" name="Table 6">
            <a:extLst>
              <a:ext uri="{FF2B5EF4-FFF2-40B4-BE49-F238E27FC236}">
                <a16:creationId xmlns:a16="http://schemas.microsoft.com/office/drawing/2014/main" id="{7F8B909F-7C75-BE2F-671A-14C9441E0F5E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0" name="Table 6">
            <a:extLst>
              <a:ext uri="{FF2B5EF4-FFF2-40B4-BE49-F238E27FC236}">
                <a16:creationId xmlns:a16="http://schemas.microsoft.com/office/drawing/2014/main" id="{E46A6075-AC01-B0A7-DC8A-021927170800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1" name="Table 6">
            <a:extLst>
              <a:ext uri="{FF2B5EF4-FFF2-40B4-BE49-F238E27FC236}">
                <a16:creationId xmlns:a16="http://schemas.microsoft.com/office/drawing/2014/main" id="{E059B7E5-2120-BF38-59F3-0026BFFC48E6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2" name="Table 6">
            <a:extLst>
              <a:ext uri="{FF2B5EF4-FFF2-40B4-BE49-F238E27FC236}">
                <a16:creationId xmlns:a16="http://schemas.microsoft.com/office/drawing/2014/main" id="{88C7831C-6321-D4CF-B3B1-C6CDEEA08CDE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3" name="Table 6">
            <a:extLst>
              <a:ext uri="{FF2B5EF4-FFF2-40B4-BE49-F238E27FC236}">
                <a16:creationId xmlns:a16="http://schemas.microsoft.com/office/drawing/2014/main" id="{6AFA1FD9-DEBA-FACB-00A7-379AC5BB0847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4" name="Table 6">
            <a:extLst>
              <a:ext uri="{FF2B5EF4-FFF2-40B4-BE49-F238E27FC236}">
                <a16:creationId xmlns:a16="http://schemas.microsoft.com/office/drawing/2014/main" id="{30D17706-E026-4A2A-4982-B8EE24C1577B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5" name="Table 6">
            <a:extLst>
              <a:ext uri="{FF2B5EF4-FFF2-40B4-BE49-F238E27FC236}">
                <a16:creationId xmlns:a16="http://schemas.microsoft.com/office/drawing/2014/main" id="{F9D2A542-7C87-AD81-D4C5-7533ACB24987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6" name="Table 6">
            <a:extLst>
              <a:ext uri="{FF2B5EF4-FFF2-40B4-BE49-F238E27FC236}">
                <a16:creationId xmlns:a16="http://schemas.microsoft.com/office/drawing/2014/main" id="{97578B91-99D0-BB45-0416-971FC8703A00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67" name="Multiplication Sign 166">
            <a:extLst>
              <a:ext uri="{FF2B5EF4-FFF2-40B4-BE49-F238E27FC236}">
                <a16:creationId xmlns:a16="http://schemas.microsoft.com/office/drawing/2014/main" id="{D1C4C37B-76D1-0B1A-2807-379329E5EA03}"/>
              </a:ext>
            </a:extLst>
          </p:cNvPr>
          <p:cNvSpPr/>
          <p:nvPr/>
        </p:nvSpPr>
        <p:spPr>
          <a:xfrm>
            <a:off x="125136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0" name="Multiplication Sign 169">
            <a:extLst>
              <a:ext uri="{FF2B5EF4-FFF2-40B4-BE49-F238E27FC236}">
                <a16:creationId xmlns:a16="http://schemas.microsoft.com/office/drawing/2014/main" id="{A01BC626-DBEF-0BDE-4B3C-B82A29F763EC}"/>
              </a:ext>
            </a:extLst>
          </p:cNvPr>
          <p:cNvSpPr/>
          <p:nvPr/>
        </p:nvSpPr>
        <p:spPr>
          <a:xfrm>
            <a:off x="1151351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1" name="Multiplication Sign 170">
            <a:extLst>
              <a:ext uri="{FF2B5EF4-FFF2-40B4-BE49-F238E27FC236}">
                <a16:creationId xmlns:a16="http://schemas.microsoft.com/office/drawing/2014/main" id="{B418AC9C-7A44-0621-B35D-A4D00715F3F1}"/>
              </a:ext>
            </a:extLst>
          </p:cNvPr>
          <p:cNvSpPr/>
          <p:nvPr/>
        </p:nvSpPr>
        <p:spPr>
          <a:xfrm>
            <a:off x="1051338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2" name="Multiplication Sign 171">
            <a:extLst>
              <a:ext uri="{FF2B5EF4-FFF2-40B4-BE49-F238E27FC236}">
                <a16:creationId xmlns:a16="http://schemas.microsoft.com/office/drawing/2014/main" id="{50D04908-3AA4-9BC3-06ED-C611990C5943}"/>
              </a:ext>
            </a:extLst>
          </p:cNvPr>
          <p:cNvSpPr/>
          <p:nvPr/>
        </p:nvSpPr>
        <p:spPr>
          <a:xfrm>
            <a:off x="958469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3" name="Multiplication Sign 172">
            <a:extLst>
              <a:ext uri="{FF2B5EF4-FFF2-40B4-BE49-F238E27FC236}">
                <a16:creationId xmlns:a16="http://schemas.microsoft.com/office/drawing/2014/main" id="{D4CA4BC8-7A9C-B59D-76F8-18A3526732ED}"/>
              </a:ext>
            </a:extLst>
          </p:cNvPr>
          <p:cNvSpPr/>
          <p:nvPr/>
        </p:nvSpPr>
        <p:spPr>
          <a:xfrm>
            <a:off x="85131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1231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5FA7CBA0-FFE6-16DB-ADDF-643CBBFA8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6200000">
            <a:off x="-850618" y="1085029"/>
            <a:ext cx="6845700" cy="4700243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4DC86E32-9D0B-62BF-18E9-B97DFEDBDB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6200000">
            <a:off x="3995703" y="1072729"/>
            <a:ext cx="6845700" cy="47002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688243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B1F3B68-8543-C4BE-220C-DDE68456B5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3320" y="252480"/>
            <a:ext cx="4605381" cy="316204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D0EDF7DF-4575-EAAF-5318-6EA92F9772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53000" y="252479"/>
            <a:ext cx="4605381" cy="316204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66B5DFE7-71AD-B492-6BBF-8C78C3CE81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3320" y="3615440"/>
            <a:ext cx="4605381" cy="3162045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05252C7-72EF-5B56-1034-4C05A6B32E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53000" y="3615439"/>
            <a:ext cx="4605381" cy="31620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328621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94EE51F-7A9F-BBA6-4D52-96A950D8E45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12271" y="467360"/>
            <a:ext cx="9256849" cy="5852160"/>
          </a:xfrm>
        </p:spPr>
        <p:txBody>
          <a:bodyPr>
            <a:normAutofit/>
          </a:bodyPr>
          <a:lstStyle/>
          <a:p>
            <a:pPr marL="0" indent="0" algn="ctr">
              <a:buNone/>
            </a:pPr>
            <a:endParaRPr lang="en-US" dirty="0"/>
          </a:p>
          <a:p>
            <a:pPr marL="0" indent="0" algn="ctr">
              <a:buNone/>
            </a:pPr>
            <a:r>
              <a:rPr lang="ru-RU" dirty="0"/>
              <a:t>Суроолор барбы?</a:t>
            </a:r>
          </a:p>
          <a:p>
            <a:pPr marL="0" indent="0" algn="ctr">
              <a:buNone/>
            </a:pPr>
            <a:r>
              <a:rPr lang="ru-RU" dirty="0"/>
              <a:t>Комментарийлер?</a:t>
            </a:r>
          </a:p>
          <a:p>
            <a:pPr marL="0" indent="0" algn="ctr">
              <a:buNone/>
            </a:pPr>
            <a:r>
              <a:rPr lang="ru-RU" dirty="0"/>
              <a:t>Сунуштар?</a:t>
            </a:r>
          </a:p>
          <a:p>
            <a:pPr marL="0" indent="0" algn="ctr">
              <a:buNone/>
            </a:pPr>
            <a:endParaRPr lang="ru-RU" dirty="0"/>
          </a:p>
          <a:p>
            <a:pPr marL="0" indent="0" algn="ctr">
              <a:buNone/>
            </a:pPr>
            <a:r>
              <a:rPr lang="ru-RU" dirty="0"/>
              <a:t>…же ката таптыңызбы!?</a:t>
            </a:r>
          </a:p>
          <a:p>
            <a:pPr marL="0" indent="0" algn="ctr">
              <a:buNone/>
            </a:pPr>
            <a:endParaRPr lang="ru-RU" dirty="0"/>
          </a:p>
          <a:p>
            <a:pPr marL="0" indent="0" algn="ctr" defTabSz="371475">
              <a:lnSpc>
                <a:spcPct val="100000"/>
              </a:lnSpc>
              <a:spcBef>
                <a:spcPts val="0"/>
              </a:spcBef>
              <a:buNone/>
              <a:defRPr/>
            </a:pPr>
            <a:r>
              <a:rPr lang="ru-RU" dirty="0">
                <a:solidFill>
                  <a:prstClr val="black"/>
                </a:solidFill>
                <a:latin typeface="Calibri" panose="020F0502020204030204"/>
              </a:rPr>
              <a:t>Түрдүү пикирлер үчүн ыраазычылык билдиребиз.</a:t>
            </a:r>
          </a:p>
          <a:p>
            <a:pPr marL="0" indent="0" algn="ctr">
              <a:buNone/>
            </a:pPr>
            <a:endParaRPr lang="ru-RU" dirty="0"/>
          </a:p>
          <a:p>
            <a:pPr marL="0" indent="0" algn="ctr">
              <a:buNone/>
            </a:pPr>
            <a:r>
              <a:rPr lang="ru-RU" dirty="0"/>
              <a:t>Сураныч, электрондук кат жөнөтүңүз:</a:t>
            </a:r>
          </a:p>
          <a:p>
            <a:pPr marL="0" indent="0" algn="ctr">
              <a:buNone/>
            </a:pPr>
            <a:endParaRPr lang="ru-RU" dirty="0"/>
          </a:p>
          <a:p>
            <a:pPr marL="0" indent="0" algn="ctr">
              <a:buNone/>
            </a:pPr>
            <a:r>
              <a:rPr lang="en-US" dirty="0"/>
              <a:t>mathematicskgz@gmail.com</a:t>
            </a:r>
          </a:p>
        </p:txBody>
      </p:sp>
    </p:spTree>
    <p:extLst>
      <p:ext uri="{BB962C8B-B14F-4D97-AF65-F5344CB8AC3E}">
        <p14:creationId xmlns:p14="http://schemas.microsoft.com/office/powerpoint/2010/main" val="151558443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 w="12700">
          <a:solidFill>
            <a:schemeClr val="bg1">
              <a:lumMod val="50000"/>
            </a:schemeClr>
          </a:solidFill>
        </a:ln>
      </a:spPr>
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2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sm" len="sm"/>
          <a:tailEnd type="none" w="sm" len="sm"/>
        </a:ln>
      </a:spPr>
      <a:bodyPr/>
      <a:lstStyle/>
      <a:style>
        <a:lnRef idx="1">
          <a:schemeClr val="dk1"/>
        </a:lnRef>
        <a:fillRef idx="0">
          <a:schemeClr val="dk1"/>
        </a:fillRef>
        <a:effectRef idx="0">
          <a:schemeClr val="dk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l">
          <a:defRPr sz="12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TM04033937[[fn=Vapor Trail]]</Template>
  <TotalTime>10870</TotalTime>
  <Words>834</Words>
  <Application>Microsoft Office PowerPoint</Application>
  <PresentationFormat>A4 Paper (210x297 mm)</PresentationFormat>
  <Paragraphs>232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9</vt:i4>
      </vt:variant>
    </vt:vector>
  </HeadingPairs>
  <TitlesOfParts>
    <vt:vector size="15" baseType="lpstr">
      <vt:lpstr>Cooper Black</vt:lpstr>
      <vt:lpstr>Calibri</vt:lpstr>
      <vt:lpstr>Arial</vt:lpstr>
      <vt:lpstr>Calibri Light</vt:lpstr>
      <vt:lpstr>Office Theme</vt:lpstr>
      <vt:lpstr>1_Office Theme</vt:lpstr>
      <vt:lpstr>MathKGZ  --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Kite</dc:creator>
  <cp:lastModifiedBy>Isa Amanov</cp:lastModifiedBy>
  <cp:revision>557</cp:revision>
  <cp:lastPrinted>2024-05-21T09:10:54Z</cp:lastPrinted>
  <dcterms:created xsi:type="dcterms:W3CDTF">2017-01-17T16:57:04Z</dcterms:created>
  <dcterms:modified xsi:type="dcterms:W3CDTF">2024-05-21T09:19:53Z</dcterms:modified>
</cp:coreProperties>
</file>