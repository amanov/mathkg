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  <p14:sldId id="948"/>
            <p14:sldId id="943"/>
            <p14:sldId id="941"/>
            <p14:sldId id="946"/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140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кошуу жана кемитүү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560897" y="798295"/>
            <a:ext cx="570060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кошуу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жана кемитүү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C5671B-A2C8-E157-54EB-69836A31DC0E}"/>
              </a:ext>
            </a:extLst>
          </p:cNvPr>
          <p:cNvSpPr txBox="1"/>
          <p:nvPr/>
        </p:nvSpPr>
        <p:spPr>
          <a:xfrm>
            <a:off x="3319627" y="3146492"/>
            <a:ext cx="3283271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2,08 − 1,3 + 0,87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9CEC4-5C86-956F-ABB7-2B88A4E3058C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4B15AA-35A2-69E4-E4A1-9D5C5FB69346}"/>
              </a:ext>
            </a:extLst>
          </p:cNvPr>
          <p:cNvSpPr txBox="1"/>
          <p:nvPr/>
        </p:nvSpPr>
        <p:spPr>
          <a:xfrm>
            <a:off x="798120" y="818928"/>
            <a:ext cx="1792478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2,7 + 3,5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CD8675-DE9B-AA38-814C-DF080C527490}"/>
              </a:ext>
            </a:extLst>
          </p:cNvPr>
          <p:cNvSpPr txBox="1"/>
          <p:nvPr/>
        </p:nvSpPr>
        <p:spPr>
          <a:xfrm>
            <a:off x="3948005" y="818928"/>
            <a:ext cx="202651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7,2 − 0,81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37B0AE-0D02-23D7-0BB2-C961B6E82F00}"/>
              </a:ext>
            </a:extLst>
          </p:cNvPr>
          <p:cNvSpPr txBox="1"/>
          <p:nvPr/>
        </p:nvSpPr>
        <p:spPr>
          <a:xfrm>
            <a:off x="6862134" y="818928"/>
            <a:ext cx="2815194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0,5 + 1,3 + 2,7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EC6EB0-AEAD-9777-30E8-7202BF59E5D6}"/>
              </a:ext>
            </a:extLst>
          </p:cNvPr>
          <p:cNvSpPr txBox="1"/>
          <p:nvPr/>
        </p:nvSpPr>
        <p:spPr>
          <a:xfrm>
            <a:off x="564081" y="3146492"/>
            <a:ext cx="2260555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1,28 + 0,92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277894-6D2F-26D6-201A-96CAD5AA2065}"/>
              </a:ext>
            </a:extLst>
          </p:cNvPr>
          <p:cNvSpPr txBox="1"/>
          <p:nvPr/>
        </p:nvSpPr>
        <p:spPr>
          <a:xfrm>
            <a:off x="7256469" y="3146492"/>
            <a:ext cx="202651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0,19 + 5,2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0C7F1E-FF7D-1510-E18C-9CA371CEB35F}"/>
              </a:ext>
            </a:extLst>
          </p:cNvPr>
          <p:cNvSpPr txBox="1"/>
          <p:nvPr/>
        </p:nvSpPr>
        <p:spPr>
          <a:xfrm>
            <a:off x="462289" y="5424179"/>
            <a:ext cx="246413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7 − 2,5 − 0,7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593B0-66D6-6337-A8EA-0EB76FD1032B}"/>
              </a:ext>
            </a:extLst>
          </p:cNvPr>
          <p:cNvSpPr txBox="1"/>
          <p:nvPr/>
        </p:nvSpPr>
        <p:spPr>
          <a:xfrm>
            <a:off x="3436647" y="5424179"/>
            <a:ext cx="3049233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0,91 + 3,8 − 0,5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1374F6-82F7-0528-0C26-F2B24D89D83B}"/>
              </a:ext>
            </a:extLst>
          </p:cNvPr>
          <p:cNvSpPr txBox="1"/>
          <p:nvPr/>
        </p:nvSpPr>
        <p:spPr>
          <a:xfrm>
            <a:off x="7373488" y="5424179"/>
            <a:ext cx="1792477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5,1 − 4,5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92184" y="6154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2586" y="4680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293749" y="6472066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5C4911-E485-375B-651C-3BBD288E6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69" y="41242"/>
            <a:ext cx="9258466" cy="64842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2B3D6C-5D53-1995-F32F-2D95AC352C1D}"/>
              </a:ext>
            </a:extLst>
          </p:cNvPr>
          <p:cNvSpPr/>
          <p:nvPr/>
        </p:nvSpPr>
        <p:spPr>
          <a:xfrm>
            <a:off x="1191491" y="132454"/>
            <a:ext cx="1260764" cy="50485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CB8DA-A0C6-5B5A-5EF8-2FAE7B7BC64E}"/>
              </a:ext>
            </a:extLst>
          </p:cNvPr>
          <p:cNvSpPr txBox="1"/>
          <p:nvPr/>
        </p:nvSpPr>
        <p:spPr>
          <a:xfrm>
            <a:off x="1191491" y="132454"/>
            <a:ext cx="1551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Эсептеңиз: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E3FF84B-4D03-42F4-CE4C-85B9A71B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-1991"/>
            <a:ext cx="4703379" cy="33547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2E6D6E-6915-D4EC-0E10-BA4E1C1BC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840891" cy="3354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D68C68-6736-DFA4-B77D-53C0DEA78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-1991"/>
            <a:ext cx="4840891" cy="3354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D599B8-A8E2-B131-F739-9F759DE1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599" y="3430991"/>
            <a:ext cx="4739291" cy="33547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A0F31F-B153-96BC-2ABB-81F5FE7E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2" y="3429000"/>
            <a:ext cx="4840890" cy="335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8370</TotalTime>
  <Words>163</Words>
  <Application>Microsoft Office PowerPoint</Application>
  <PresentationFormat>A4 Paper (210x297 mm)</PresentationFormat>
  <Paragraphs>40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381</cp:revision>
  <cp:lastPrinted>2017-12-31T22:38:51Z</cp:lastPrinted>
  <dcterms:created xsi:type="dcterms:W3CDTF">2017-01-17T16:57:04Z</dcterms:created>
  <dcterms:modified xsi:type="dcterms:W3CDTF">2024-09-06T01:18:46Z</dcterms:modified>
</cp:coreProperties>
</file>