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950" r:id="rId2"/>
    <p:sldId id="948" r:id="rId3"/>
    <p:sldId id="947" r:id="rId4"/>
    <p:sldId id="949" r:id="rId5"/>
    <p:sldId id="951" r:id="rId6"/>
  </p:sldIdLst>
  <p:sldSz cx="9906000" cy="6858000" type="A4"/>
  <p:notesSz cx="7104063" cy="10234613"/>
  <p:embeddedFontLst>
    <p:embeddedFont>
      <p:font typeface="Cambria Math" panose="02040503050406030204" pitchFamily="18" charset="0"/>
      <p:regular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0"/>
          </p14:sldIdLst>
        </p14:section>
        <p14:section name="Көрсөтүү үчүн" id="{059544AC-2C27-45B1-9F95-F87DF8854DD6}">
          <p14:sldIdLst>
            <p14:sldId id="948"/>
          </p14:sldIdLst>
        </p14:section>
        <p14:section name="Жообу" id="{1FEDB314-42DC-4694-9B04-D4A4AAE625F7}">
          <p14:sldIdLst>
            <p14:sldId id="947"/>
          </p14:sldIdLst>
        </p14:section>
        <p14:section name="Иш кагаздары" id="{A78D9305-6AAE-4715-A210-52F6908F30F7}">
          <p14:sldIdLst>
            <p14:sldId id="949"/>
          </p14:sldIdLst>
        </p14:section>
        <p14:section name="Кайтарым байланыш" id="{F3D720CF-F566-46A6-9361-125255B68FA6}">
          <p14:sldIdLst>
            <p14:sldId id="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8181"/>
    <a:srgbClr val="2E75B6"/>
    <a:srgbClr val="1D4999"/>
    <a:srgbClr val="FFC000"/>
    <a:srgbClr val="FFFFFF"/>
    <a:srgbClr val="00B05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39" Type="http://schemas.openxmlformats.org/officeDocument/2006/relationships/image" Target="../media/image39.png"/><Relationship Id="rId21" Type="http://schemas.openxmlformats.org/officeDocument/2006/relationships/image" Target="../media/image8.png"/><Relationship Id="rId34" Type="http://schemas.openxmlformats.org/officeDocument/2006/relationships/image" Target="../media/image16.png"/><Relationship Id="rId7" Type="http://schemas.openxmlformats.org/officeDocument/2006/relationships/image" Target="../media/image7.png"/><Relationship Id="rId17" Type="http://schemas.openxmlformats.org/officeDocument/2006/relationships/image" Target="../media/image17.png"/><Relationship Id="rId33" Type="http://schemas.openxmlformats.org/officeDocument/2006/relationships/image" Target="../media/image14.png"/><Relationship Id="rId20" Type="http://schemas.openxmlformats.org/officeDocument/2006/relationships/image" Target="../media/image6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32" Type="http://schemas.openxmlformats.org/officeDocument/2006/relationships/image" Target="../media/image1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9" Type="http://schemas.openxmlformats.org/officeDocument/2006/relationships/image" Target="../media/image9.png"/><Relationship Id="rId22" Type="http://schemas.openxmlformats.org/officeDocument/2006/relationships/image" Target="../media/image10.png"/><Relationship Id="rId27" Type="http://schemas.openxmlformats.org/officeDocument/2006/relationships/image" Target="../media/image2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9" Type="http://schemas.openxmlformats.org/officeDocument/2006/relationships/image" Target="../media/image39.png"/><Relationship Id="rId21" Type="http://schemas.openxmlformats.org/officeDocument/2006/relationships/image" Target="../media/image21.png"/><Relationship Id="rId34" Type="http://schemas.openxmlformats.org/officeDocument/2006/relationships/image" Target="../media/image30.png"/><Relationship Id="rId7" Type="http://schemas.openxmlformats.org/officeDocument/2006/relationships/image" Target="../media/image7.png"/><Relationship Id="rId12" Type="http://schemas.openxmlformats.org/officeDocument/2006/relationships/image" Target="../media/image120.png"/><Relationship Id="rId17" Type="http://schemas.openxmlformats.org/officeDocument/2006/relationships/image" Target="../media/image17.png"/><Relationship Id="rId33" Type="http://schemas.openxmlformats.org/officeDocument/2006/relationships/image" Target="../media/image28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41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11.png"/><Relationship Id="rId32" Type="http://schemas.openxmlformats.org/officeDocument/2006/relationships/image" Target="../media/image26.png"/><Relationship Id="rId40" Type="http://schemas.openxmlformats.org/officeDocument/2006/relationships/image" Target="../media/image33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4.png"/><Relationship Id="rId36" Type="http://schemas.openxmlformats.org/officeDocument/2006/relationships/image" Target="../media/image32.png"/><Relationship Id="rId10" Type="http://schemas.openxmlformats.org/officeDocument/2006/relationships/image" Target="../media/image10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9" Type="http://schemas.openxmlformats.org/officeDocument/2006/relationships/image" Target="../media/image9.png"/><Relationship Id="rId14" Type="http://schemas.openxmlformats.org/officeDocument/2006/relationships/image" Target="../media/image140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25.png"/><Relationship Id="rId35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6811C2A-B71F-CBD3-3879-0A5328D7E6A7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D2CCD2-7DC9-F591-BCDE-B2246412F9A0}"/>
              </a:ext>
            </a:extLst>
          </p:cNvPr>
          <p:cNvSpPr txBox="1"/>
          <p:nvPr/>
        </p:nvSpPr>
        <p:spPr>
          <a:xfrm>
            <a:off x="0" y="1717040"/>
            <a:ext cx="92862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Ондуктан Бөлчөккө––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472C4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суроолорду көрсөтсө болот же таратма материал катары берсе болот.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7413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630245"/>
            <a:ext cx="3020256" cy="610583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630245"/>
            <a:ext cx="3020256" cy="610583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630245"/>
            <a:ext cx="3020256" cy="6105835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41820" y="770610"/>
            <a:ext cx="29990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Ар бир ондукту бөлчөккө </a:t>
            </a:r>
          </a:p>
          <a:p>
            <a:pPr algn="ctr"/>
            <a:r>
              <a:rPr lang="ky-KG" sz="2000" dirty="0"/>
              <a:t>айландырыңыз.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A0858-4121-AE5E-46FF-D5728B24A6A9}"/>
              </a:ext>
            </a:extLst>
          </p:cNvPr>
          <p:cNvSpPr txBox="1"/>
          <p:nvPr/>
        </p:nvSpPr>
        <p:spPr>
          <a:xfrm>
            <a:off x="131166" y="164738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37B592-504E-3709-55CD-5EE1271D7E29}"/>
                  </a:ext>
                </a:extLst>
              </p:cNvPr>
              <p:cNvSpPr txBox="1"/>
              <p:nvPr/>
            </p:nvSpPr>
            <p:spPr>
              <a:xfrm>
                <a:off x="675191" y="1601214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37B592-504E-3709-55CD-5EE1271D7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1601214"/>
                <a:ext cx="58060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rrow: Right 30">
            <a:extLst>
              <a:ext uri="{FF2B5EF4-FFF2-40B4-BE49-F238E27FC236}">
                <a16:creationId xmlns:a16="http://schemas.microsoft.com/office/drawing/2014/main" id="{3A4375E0-888B-D506-C1A5-749A2568CF13}"/>
              </a:ext>
            </a:extLst>
          </p:cNvPr>
          <p:cNvSpPr/>
          <p:nvPr/>
        </p:nvSpPr>
        <p:spPr>
          <a:xfrm>
            <a:off x="1413164" y="1655212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6BB604-3DC5-C908-7CC2-C678D4FBADFF}"/>
              </a:ext>
            </a:extLst>
          </p:cNvPr>
          <p:cNvSpPr txBox="1"/>
          <p:nvPr/>
        </p:nvSpPr>
        <p:spPr>
          <a:xfrm>
            <a:off x="131166" y="2556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6FB52C4-20AF-C3BB-FCD1-8C518FE6C552}"/>
                  </a:ext>
                </a:extLst>
              </p:cNvPr>
              <p:cNvSpPr txBox="1"/>
              <p:nvPr/>
            </p:nvSpPr>
            <p:spPr>
              <a:xfrm>
                <a:off x="675191" y="2510626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6FB52C4-20AF-C3BB-FCD1-8C518FE6C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2510626"/>
                <a:ext cx="58060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Arrow: Right 41">
            <a:extLst>
              <a:ext uri="{FF2B5EF4-FFF2-40B4-BE49-F238E27FC236}">
                <a16:creationId xmlns:a16="http://schemas.microsoft.com/office/drawing/2014/main" id="{52EE8BAA-67A2-2FA6-C1BA-CA43AF832903}"/>
              </a:ext>
            </a:extLst>
          </p:cNvPr>
          <p:cNvSpPr/>
          <p:nvPr/>
        </p:nvSpPr>
        <p:spPr>
          <a:xfrm>
            <a:off x="1413164" y="2564624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EFDB88-F14C-54BF-ADE5-FB08FE9B90FA}"/>
              </a:ext>
            </a:extLst>
          </p:cNvPr>
          <p:cNvSpPr txBox="1"/>
          <p:nvPr/>
        </p:nvSpPr>
        <p:spPr>
          <a:xfrm>
            <a:off x="131166" y="34662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5F78741-14F6-70D5-5FCC-E241566F64B9}"/>
                  </a:ext>
                </a:extLst>
              </p:cNvPr>
              <p:cNvSpPr txBox="1"/>
              <p:nvPr/>
            </p:nvSpPr>
            <p:spPr>
              <a:xfrm>
                <a:off x="675191" y="3420038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0.03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5F78741-14F6-70D5-5FCC-E241566F6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3420038"/>
                <a:ext cx="72327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rrow: Right 49">
            <a:extLst>
              <a:ext uri="{FF2B5EF4-FFF2-40B4-BE49-F238E27FC236}">
                <a16:creationId xmlns:a16="http://schemas.microsoft.com/office/drawing/2014/main" id="{9A3E624C-DCB7-4A65-A470-A9A3F3D5396E}"/>
              </a:ext>
            </a:extLst>
          </p:cNvPr>
          <p:cNvSpPr/>
          <p:nvPr/>
        </p:nvSpPr>
        <p:spPr>
          <a:xfrm>
            <a:off x="1521230" y="3474036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0A1C8E-28F9-F985-8031-01D49A565069}"/>
              </a:ext>
            </a:extLst>
          </p:cNvPr>
          <p:cNvSpPr txBox="1"/>
          <p:nvPr/>
        </p:nvSpPr>
        <p:spPr>
          <a:xfrm>
            <a:off x="131166" y="437561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E007968-FF6C-CC36-41AE-F0D5ED976A39}"/>
                  </a:ext>
                </a:extLst>
              </p:cNvPr>
              <p:cNvSpPr txBox="1"/>
              <p:nvPr/>
            </p:nvSpPr>
            <p:spPr>
              <a:xfrm>
                <a:off x="675191" y="4329450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E007968-FF6C-CC36-41AE-F0D5ED976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4329450"/>
                <a:ext cx="58060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Arrow: Right 54">
            <a:extLst>
              <a:ext uri="{FF2B5EF4-FFF2-40B4-BE49-F238E27FC236}">
                <a16:creationId xmlns:a16="http://schemas.microsoft.com/office/drawing/2014/main" id="{72C889F0-AB02-F74E-59B2-51048AB43DAC}"/>
              </a:ext>
            </a:extLst>
          </p:cNvPr>
          <p:cNvSpPr/>
          <p:nvPr/>
        </p:nvSpPr>
        <p:spPr>
          <a:xfrm>
            <a:off x="1413164" y="4383448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027D7F-88A8-47D9-0C20-D34E1B50C02A}"/>
              </a:ext>
            </a:extLst>
          </p:cNvPr>
          <p:cNvSpPr txBox="1"/>
          <p:nvPr/>
        </p:nvSpPr>
        <p:spPr>
          <a:xfrm>
            <a:off x="131166" y="528502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686C333-BF12-2CA6-4ECA-5360C603C61A}"/>
                  </a:ext>
                </a:extLst>
              </p:cNvPr>
              <p:cNvSpPr txBox="1"/>
              <p:nvPr/>
            </p:nvSpPr>
            <p:spPr>
              <a:xfrm>
                <a:off x="675191" y="5238862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686C333-BF12-2CA6-4ECA-5360C603C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5238862"/>
                <a:ext cx="58060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Arrow: Right 59">
            <a:extLst>
              <a:ext uri="{FF2B5EF4-FFF2-40B4-BE49-F238E27FC236}">
                <a16:creationId xmlns:a16="http://schemas.microsoft.com/office/drawing/2014/main" id="{77CA1654-F5C6-DE41-A8AB-4E985A799DBC}"/>
              </a:ext>
            </a:extLst>
          </p:cNvPr>
          <p:cNvSpPr/>
          <p:nvPr/>
        </p:nvSpPr>
        <p:spPr>
          <a:xfrm>
            <a:off x="1413164" y="5292860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C04C3E-EBE7-00DC-094F-6F7364A7FE4F}"/>
              </a:ext>
            </a:extLst>
          </p:cNvPr>
          <p:cNvSpPr txBox="1"/>
          <p:nvPr/>
        </p:nvSpPr>
        <p:spPr>
          <a:xfrm>
            <a:off x="131166" y="61944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3159B0B-508A-1593-DDCA-BAD7A820BACB}"/>
                  </a:ext>
                </a:extLst>
              </p:cNvPr>
              <p:cNvSpPr txBox="1"/>
              <p:nvPr/>
            </p:nvSpPr>
            <p:spPr>
              <a:xfrm>
                <a:off x="675191" y="6148276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0.02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3159B0B-508A-1593-DDCA-BAD7A820B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6148276"/>
                <a:ext cx="723275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Arrow: Right 64">
            <a:extLst>
              <a:ext uri="{FF2B5EF4-FFF2-40B4-BE49-F238E27FC236}">
                <a16:creationId xmlns:a16="http://schemas.microsoft.com/office/drawing/2014/main" id="{2BCA0D7F-CFB6-A04C-FA5C-B07586651D5A}"/>
              </a:ext>
            </a:extLst>
          </p:cNvPr>
          <p:cNvSpPr/>
          <p:nvPr/>
        </p:nvSpPr>
        <p:spPr>
          <a:xfrm>
            <a:off x="1521230" y="6202274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759E31-B12E-60B9-4972-8335D7422960}"/>
              </a:ext>
            </a:extLst>
          </p:cNvPr>
          <p:cNvSpPr txBox="1"/>
          <p:nvPr/>
        </p:nvSpPr>
        <p:spPr>
          <a:xfrm>
            <a:off x="3738908" y="678482"/>
            <a:ext cx="24000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Ар бир ондукту </a:t>
            </a:r>
          </a:p>
          <a:p>
            <a:pPr algn="ctr"/>
            <a:r>
              <a:rPr lang="ky-KG" sz="2000" dirty="0"/>
              <a:t>жөнөкөй бөлчөк </a:t>
            </a:r>
          </a:p>
          <a:p>
            <a:pPr algn="ctr"/>
            <a:r>
              <a:rPr lang="ky-KG" sz="2000" dirty="0"/>
              <a:t>түрүндө көрсөтүңүз.</a:t>
            </a:r>
            <a:endParaRPr lang="en-GB" sz="2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5DA428-AFA0-E610-2D8D-D2FF4C63391A}"/>
              </a:ext>
            </a:extLst>
          </p:cNvPr>
          <p:cNvSpPr txBox="1"/>
          <p:nvPr/>
        </p:nvSpPr>
        <p:spPr>
          <a:xfrm>
            <a:off x="3439632" y="164738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8427895-A317-127E-08F6-B6EFD6487F13}"/>
                  </a:ext>
                </a:extLst>
              </p:cNvPr>
              <p:cNvSpPr txBox="1"/>
              <p:nvPr/>
            </p:nvSpPr>
            <p:spPr>
              <a:xfrm>
                <a:off x="3883904" y="1601214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8427895-A317-127E-08F6-B6EFD648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1601214"/>
                <a:ext cx="58060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Arrow: Right 69">
            <a:extLst>
              <a:ext uri="{FF2B5EF4-FFF2-40B4-BE49-F238E27FC236}">
                <a16:creationId xmlns:a16="http://schemas.microsoft.com/office/drawing/2014/main" id="{6395E12A-80C2-4313-1AE9-FE3DE41961BC}"/>
              </a:ext>
            </a:extLst>
          </p:cNvPr>
          <p:cNvSpPr/>
          <p:nvPr/>
        </p:nvSpPr>
        <p:spPr>
          <a:xfrm>
            <a:off x="4605252" y="1655212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B8295E-7D8A-1E3E-C4B7-A787052290EC}"/>
              </a:ext>
            </a:extLst>
          </p:cNvPr>
          <p:cNvSpPr txBox="1"/>
          <p:nvPr/>
        </p:nvSpPr>
        <p:spPr>
          <a:xfrm>
            <a:off x="3439632" y="2556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12BE5AD-EA75-F1D9-FC6A-EC303878DD62}"/>
                  </a:ext>
                </a:extLst>
              </p:cNvPr>
              <p:cNvSpPr txBox="1"/>
              <p:nvPr/>
            </p:nvSpPr>
            <p:spPr>
              <a:xfrm>
                <a:off x="3883904" y="2510626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0.22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12BE5AD-EA75-F1D9-FC6A-EC303878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2510626"/>
                <a:ext cx="723275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Arrow: Right 73">
            <a:extLst>
              <a:ext uri="{FF2B5EF4-FFF2-40B4-BE49-F238E27FC236}">
                <a16:creationId xmlns:a16="http://schemas.microsoft.com/office/drawing/2014/main" id="{D21EF0F5-255B-5BCF-A9EF-304274F1EE7F}"/>
              </a:ext>
            </a:extLst>
          </p:cNvPr>
          <p:cNvSpPr/>
          <p:nvPr/>
        </p:nvSpPr>
        <p:spPr>
          <a:xfrm>
            <a:off x="4729943" y="2564624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61E72B-ADA3-C273-E13E-21634EDDCA96}"/>
              </a:ext>
            </a:extLst>
          </p:cNvPr>
          <p:cNvSpPr txBox="1"/>
          <p:nvPr/>
        </p:nvSpPr>
        <p:spPr>
          <a:xfrm>
            <a:off x="3439632" y="34662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55DE759-8D2A-015A-AF3E-ECD0A711C21C}"/>
                  </a:ext>
                </a:extLst>
              </p:cNvPr>
              <p:cNvSpPr txBox="1"/>
              <p:nvPr/>
            </p:nvSpPr>
            <p:spPr>
              <a:xfrm>
                <a:off x="3883904" y="3420038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0.28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55DE759-8D2A-015A-AF3E-ECD0A711C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3420038"/>
                <a:ext cx="723275" cy="40011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Arrow: Right 77">
            <a:extLst>
              <a:ext uri="{FF2B5EF4-FFF2-40B4-BE49-F238E27FC236}">
                <a16:creationId xmlns:a16="http://schemas.microsoft.com/office/drawing/2014/main" id="{32B7FDED-5EAC-9833-7DC8-E7532FBDBE97}"/>
              </a:ext>
            </a:extLst>
          </p:cNvPr>
          <p:cNvSpPr/>
          <p:nvPr/>
        </p:nvSpPr>
        <p:spPr>
          <a:xfrm>
            <a:off x="4729943" y="3474036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AA84581-1225-8C65-9068-0153C5033865}"/>
              </a:ext>
            </a:extLst>
          </p:cNvPr>
          <p:cNvSpPr txBox="1"/>
          <p:nvPr/>
        </p:nvSpPr>
        <p:spPr>
          <a:xfrm>
            <a:off x="3439632" y="437561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923ED0F-3C8C-8AF5-E391-1610C963B57F}"/>
                  </a:ext>
                </a:extLst>
              </p:cNvPr>
              <p:cNvSpPr txBox="1"/>
              <p:nvPr/>
            </p:nvSpPr>
            <p:spPr>
              <a:xfrm>
                <a:off x="3883904" y="4329450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0.15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923ED0F-3C8C-8AF5-E391-1610C963B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4329450"/>
                <a:ext cx="723275" cy="40011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Arrow: Right 81">
            <a:extLst>
              <a:ext uri="{FF2B5EF4-FFF2-40B4-BE49-F238E27FC236}">
                <a16:creationId xmlns:a16="http://schemas.microsoft.com/office/drawing/2014/main" id="{9830572F-1CF0-A66A-FB81-ADD485242554}"/>
              </a:ext>
            </a:extLst>
          </p:cNvPr>
          <p:cNvSpPr/>
          <p:nvPr/>
        </p:nvSpPr>
        <p:spPr>
          <a:xfrm>
            <a:off x="4729943" y="4383448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2794E61-5C04-BBF8-C325-DC03F80B2694}"/>
              </a:ext>
            </a:extLst>
          </p:cNvPr>
          <p:cNvSpPr txBox="1"/>
          <p:nvPr/>
        </p:nvSpPr>
        <p:spPr>
          <a:xfrm>
            <a:off x="3439632" y="528502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A2DA51C-ECA4-CA60-A8E6-8FEAD24D49F5}"/>
                  </a:ext>
                </a:extLst>
              </p:cNvPr>
              <p:cNvSpPr txBox="1"/>
              <p:nvPr/>
            </p:nvSpPr>
            <p:spPr>
              <a:xfrm>
                <a:off x="3883904" y="5238862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0.84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A2DA51C-ECA4-CA60-A8E6-8FEAD24D4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5238862"/>
                <a:ext cx="723275" cy="400110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Arrow: Right 85">
            <a:extLst>
              <a:ext uri="{FF2B5EF4-FFF2-40B4-BE49-F238E27FC236}">
                <a16:creationId xmlns:a16="http://schemas.microsoft.com/office/drawing/2014/main" id="{B778D88F-066E-7203-FF13-C3BCB4ADAC89}"/>
              </a:ext>
            </a:extLst>
          </p:cNvPr>
          <p:cNvSpPr/>
          <p:nvPr/>
        </p:nvSpPr>
        <p:spPr>
          <a:xfrm>
            <a:off x="4729943" y="5292860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B6C6BD4-F0C1-DE94-06E2-92676C304D96}"/>
              </a:ext>
            </a:extLst>
          </p:cNvPr>
          <p:cNvSpPr txBox="1"/>
          <p:nvPr/>
        </p:nvSpPr>
        <p:spPr>
          <a:xfrm>
            <a:off x="3439632" y="61944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773FD63-8C81-010C-2FF9-A51FDDF6FD08}"/>
                  </a:ext>
                </a:extLst>
              </p:cNvPr>
              <p:cNvSpPr txBox="1"/>
              <p:nvPr/>
            </p:nvSpPr>
            <p:spPr>
              <a:xfrm>
                <a:off x="3883904" y="6148276"/>
                <a:ext cx="8659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0.007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773FD63-8C81-010C-2FF9-A51FDDF6F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6148276"/>
                <a:ext cx="865942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Arrow: Right 89">
            <a:extLst>
              <a:ext uri="{FF2B5EF4-FFF2-40B4-BE49-F238E27FC236}">
                <a16:creationId xmlns:a16="http://schemas.microsoft.com/office/drawing/2014/main" id="{8FD2F26C-2970-4F75-B629-64D904B165B4}"/>
              </a:ext>
            </a:extLst>
          </p:cNvPr>
          <p:cNvSpPr/>
          <p:nvPr/>
        </p:nvSpPr>
        <p:spPr>
          <a:xfrm>
            <a:off x="4846321" y="6202274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2837E2-7A25-5C3D-51B7-FBF1D701C329}"/>
              </a:ext>
            </a:extLst>
          </p:cNvPr>
          <p:cNvSpPr txBox="1"/>
          <p:nvPr/>
        </p:nvSpPr>
        <p:spPr>
          <a:xfrm>
            <a:off x="7075791" y="630245"/>
            <a:ext cx="24000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Ар бир ондукту </a:t>
            </a:r>
          </a:p>
          <a:p>
            <a:pPr algn="ctr"/>
            <a:r>
              <a:rPr lang="ky-KG" sz="2000" dirty="0"/>
              <a:t>жөнөкөй бөлчөк </a:t>
            </a:r>
          </a:p>
          <a:p>
            <a:pPr algn="ctr"/>
            <a:r>
              <a:rPr lang="ky-KG" sz="2000" dirty="0"/>
              <a:t>түрүндө көрсөтүңүз.</a:t>
            </a:r>
            <a:endParaRPr lang="en-GB" sz="2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A2A2093-4FD3-E9A1-8B03-392FB1DAF463}"/>
              </a:ext>
            </a:extLst>
          </p:cNvPr>
          <p:cNvSpPr txBox="1"/>
          <p:nvPr/>
        </p:nvSpPr>
        <p:spPr>
          <a:xfrm>
            <a:off x="6756411" y="164738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25BC0D3-5D35-FED0-A021-C6036F1B0841}"/>
                  </a:ext>
                </a:extLst>
              </p:cNvPr>
              <p:cNvSpPr txBox="1"/>
              <p:nvPr/>
            </p:nvSpPr>
            <p:spPr>
              <a:xfrm>
                <a:off x="7167086" y="1601214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0.85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25BC0D3-5D35-FED0-A021-C6036F1B0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1601214"/>
                <a:ext cx="723275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Arrow: Right 94">
            <a:extLst>
              <a:ext uri="{FF2B5EF4-FFF2-40B4-BE49-F238E27FC236}">
                <a16:creationId xmlns:a16="http://schemas.microsoft.com/office/drawing/2014/main" id="{97ED80F3-224B-FF23-7758-58744248EED7}"/>
              </a:ext>
            </a:extLst>
          </p:cNvPr>
          <p:cNvSpPr/>
          <p:nvPr/>
        </p:nvSpPr>
        <p:spPr>
          <a:xfrm>
            <a:off x="7994075" y="1655212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48F072E-41B6-E935-F9EA-CB04E3E66B0C}"/>
              </a:ext>
            </a:extLst>
          </p:cNvPr>
          <p:cNvSpPr txBox="1"/>
          <p:nvPr/>
        </p:nvSpPr>
        <p:spPr>
          <a:xfrm>
            <a:off x="6756411" y="2556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E856DA8-918C-EA26-B429-E89C58A4A5B4}"/>
                  </a:ext>
                </a:extLst>
              </p:cNvPr>
              <p:cNvSpPr txBox="1"/>
              <p:nvPr/>
            </p:nvSpPr>
            <p:spPr>
              <a:xfrm>
                <a:off x="7167086" y="2510626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1.08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E856DA8-918C-EA26-B429-E89C58A4A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2510626"/>
                <a:ext cx="723275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Arrow: Right 98">
            <a:extLst>
              <a:ext uri="{FF2B5EF4-FFF2-40B4-BE49-F238E27FC236}">
                <a16:creationId xmlns:a16="http://schemas.microsoft.com/office/drawing/2014/main" id="{1D949B86-FACF-27C3-E94C-7BC89E955083}"/>
              </a:ext>
            </a:extLst>
          </p:cNvPr>
          <p:cNvSpPr/>
          <p:nvPr/>
        </p:nvSpPr>
        <p:spPr>
          <a:xfrm>
            <a:off x="7994075" y="2564624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BA5C02D-04A8-2512-D5C6-737BD4C95CE0}"/>
              </a:ext>
            </a:extLst>
          </p:cNvPr>
          <p:cNvSpPr txBox="1"/>
          <p:nvPr/>
        </p:nvSpPr>
        <p:spPr>
          <a:xfrm>
            <a:off x="6756411" y="34662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B9C73FA-64A9-D247-3822-8DC37741B177}"/>
                  </a:ext>
                </a:extLst>
              </p:cNvPr>
              <p:cNvSpPr txBox="1"/>
              <p:nvPr/>
            </p:nvSpPr>
            <p:spPr>
              <a:xfrm>
                <a:off x="7167086" y="3420038"/>
                <a:ext cx="8659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0.055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B9C73FA-64A9-D247-3822-8DC37741B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3420038"/>
                <a:ext cx="865943" cy="400110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Arrow: Right 102">
            <a:extLst>
              <a:ext uri="{FF2B5EF4-FFF2-40B4-BE49-F238E27FC236}">
                <a16:creationId xmlns:a16="http://schemas.microsoft.com/office/drawing/2014/main" id="{5A5E6703-5A95-DD19-9CED-8C033A5C1BE7}"/>
              </a:ext>
            </a:extLst>
          </p:cNvPr>
          <p:cNvSpPr/>
          <p:nvPr/>
        </p:nvSpPr>
        <p:spPr>
          <a:xfrm>
            <a:off x="8089325" y="3474036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C60B66D-3183-29C1-146D-FF953C04C6BF}"/>
              </a:ext>
            </a:extLst>
          </p:cNvPr>
          <p:cNvSpPr txBox="1"/>
          <p:nvPr/>
        </p:nvSpPr>
        <p:spPr>
          <a:xfrm>
            <a:off x="6756411" y="437561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900D46E-89F3-1587-F763-28C560B57B48}"/>
                  </a:ext>
                </a:extLst>
              </p:cNvPr>
              <p:cNvSpPr txBox="1"/>
              <p:nvPr/>
            </p:nvSpPr>
            <p:spPr>
              <a:xfrm>
                <a:off x="7167086" y="4329450"/>
                <a:ext cx="8659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0.436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900D46E-89F3-1587-F763-28C560B57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4329450"/>
                <a:ext cx="865943" cy="400110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B137FD1E-88F9-0F9B-A717-8354640834AB}"/>
              </a:ext>
            </a:extLst>
          </p:cNvPr>
          <p:cNvSpPr/>
          <p:nvPr/>
        </p:nvSpPr>
        <p:spPr>
          <a:xfrm>
            <a:off x="8089325" y="4383448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F7EB296-4574-CB24-FFF3-3FA4F07907BB}"/>
              </a:ext>
            </a:extLst>
          </p:cNvPr>
          <p:cNvSpPr txBox="1"/>
          <p:nvPr/>
        </p:nvSpPr>
        <p:spPr>
          <a:xfrm>
            <a:off x="6756411" y="528502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229B71E-130D-6166-AC43-5A01447AC6A6}"/>
                  </a:ext>
                </a:extLst>
              </p:cNvPr>
              <p:cNvSpPr txBox="1"/>
              <p:nvPr/>
            </p:nvSpPr>
            <p:spPr>
              <a:xfrm>
                <a:off x="7167086" y="5238862"/>
                <a:ext cx="8659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229B71E-130D-6166-AC43-5A01447AC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5238862"/>
                <a:ext cx="865942" cy="400110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Arrow: Right 110">
            <a:extLst>
              <a:ext uri="{FF2B5EF4-FFF2-40B4-BE49-F238E27FC236}">
                <a16:creationId xmlns:a16="http://schemas.microsoft.com/office/drawing/2014/main" id="{3B3C4510-70C7-303F-DAFC-38BC444ED7A3}"/>
              </a:ext>
            </a:extLst>
          </p:cNvPr>
          <p:cNvSpPr/>
          <p:nvPr/>
        </p:nvSpPr>
        <p:spPr>
          <a:xfrm>
            <a:off x="8089325" y="5292860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4BA4A9D-C382-E7C2-A02E-BA7E3A53F5A9}"/>
              </a:ext>
            </a:extLst>
          </p:cNvPr>
          <p:cNvSpPr txBox="1"/>
          <p:nvPr/>
        </p:nvSpPr>
        <p:spPr>
          <a:xfrm>
            <a:off x="6756411" y="61944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3BE8209-7E4A-D43B-E8E0-6BA69BAA6E4A}"/>
                  </a:ext>
                </a:extLst>
              </p:cNvPr>
              <p:cNvSpPr txBox="1"/>
              <p:nvPr/>
            </p:nvSpPr>
            <p:spPr>
              <a:xfrm>
                <a:off x="7167086" y="6148276"/>
                <a:ext cx="10086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0.0115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3BE8209-7E4A-D43B-E8E0-6BA69BAA6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6148276"/>
                <a:ext cx="1008609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A888F616-1F41-C43F-8163-CBCB6083A3B3}"/>
              </a:ext>
            </a:extLst>
          </p:cNvPr>
          <p:cNvSpPr/>
          <p:nvPr/>
        </p:nvSpPr>
        <p:spPr>
          <a:xfrm>
            <a:off x="8289350" y="6202274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E9300-9CCA-7ECA-41CD-AF350CB0EE59}"/>
              </a:ext>
            </a:extLst>
          </p:cNvPr>
          <p:cNvSpPr txBox="1"/>
          <p:nvPr/>
        </p:nvSpPr>
        <p:spPr>
          <a:xfrm>
            <a:off x="675537" y="86195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078150-7891-3FC4-35C6-8DD2376E6C8E}"/>
              </a:ext>
            </a:extLst>
          </p:cNvPr>
          <p:cNvSpPr txBox="1"/>
          <p:nvPr/>
        </p:nvSpPr>
        <p:spPr>
          <a:xfrm>
            <a:off x="7586241" y="79152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50EC5C-67F4-3ECC-6CEC-DD439A034A90}"/>
              </a:ext>
            </a:extLst>
          </p:cNvPr>
          <p:cNvSpPr txBox="1"/>
          <p:nvPr/>
        </p:nvSpPr>
        <p:spPr>
          <a:xfrm>
            <a:off x="4096662" y="86195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1875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516130"/>
            <a:ext cx="3020256" cy="621995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516130"/>
            <a:ext cx="3020256" cy="621995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516130"/>
            <a:ext cx="3020256" cy="621995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41820" y="770610"/>
            <a:ext cx="299902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Ар бир ондукту бөлчөккө </a:t>
            </a:r>
          </a:p>
          <a:p>
            <a:pPr algn="ctr"/>
            <a:r>
              <a:rPr lang="ky-KG" sz="2000" dirty="0"/>
              <a:t>айландырыңыз.</a:t>
            </a:r>
            <a:endParaRPr lang="en-GB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EA0858-4121-AE5E-46FF-D5728B24A6A9}"/>
              </a:ext>
            </a:extLst>
          </p:cNvPr>
          <p:cNvSpPr txBox="1"/>
          <p:nvPr/>
        </p:nvSpPr>
        <p:spPr>
          <a:xfrm>
            <a:off x="131166" y="164738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37B592-504E-3709-55CD-5EE1271D7E29}"/>
                  </a:ext>
                </a:extLst>
              </p:cNvPr>
              <p:cNvSpPr txBox="1"/>
              <p:nvPr/>
            </p:nvSpPr>
            <p:spPr>
              <a:xfrm>
                <a:off x="675191" y="1601214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37B592-504E-3709-55CD-5EE1271D7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1601214"/>
                <a:ext cx="58060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5AF25BF-BFC0-4E60-92E5-4532AF18A5F6}"/>
                  </a:ext>
                </a:extLst>
              </p:cNvPr>
              <p:cNvSpPr txBox="1"/>
              <p:nvPr/>
            </p:nvSpPr>
            <p:spPr>
              <a:xfrm>
                <a:off x="2094578" y="1467011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5AF25BF-BFC0-4E60-92E5-4532AF18A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578" y="1467011"/>
                <a:ext cx="527709" cy="6705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Arrow: Right 30">
            <a:extLst>
              <a:ext uri="{FF2B5EF4-FFF2-40B4-BE49-F238E27FC236}">
                <a16:creationId xmlns:a16="http://schemas.microsoft.com/office/drawing/2014/main" id="{3A4375E0-888B-D506-C1A5-749A2568CF13}"/>
              </a:ext>
            </a:extLst>
          </p:cNvPr>
          <p:cNvSpPr/>
          <p:nvPr/>
        </p:nvSpPr>
        <p:spPr>
          <a:xfrm>
            <a:off x="1413164" y="1655212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E6BB604-3DC5-C908-7CC2-C678D4FBADFF}"/>
              </a:ext>
            </a:extLst>
          </p:cNvPr>
          <p:cNvSpPr txBox="1"/>
          <p:nvPr/>
        </p:nvSpPr>
        <p:spPr>
          <a:xfrm>
            <a:off x="131166" y="2556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6FB52C4-20AF-C3BB-FCD1-8C518FE6C552}"/>
                  </a:ext>
                </a:extLst>
              </p:cNvPr>
              <p:cNvSpPr txBox="1"/>
              <p:nvPr/>
            </p:nvSpPr>
            <p:spPr>
              <a:xfrm>
                <a:off x="675191" y="2510626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96FB52C4-20AF-C3BB-FCD1-8C518FE6C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2510626"/>
                <a:ext cx="580608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21D1ACA-199C-8B97-B4D4-A8F9AF510EFF}"/>
                  </a:ext>
                </a:extLst>
              </p:cNvPr>
              <p:cNvSpPr txBox="1"/>
              <p:nvPr/>
            </p:nvSpPr>
            <p:spPr>
              <a:xfrm>
                <a:off x="2094578" y="2376423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21D1ACA-199C-8B97-B4D4-A8F9AF510E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578" y="2376423"/>
                <a:ext cx="527709" cy="6705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Arrow: Right 41">
            <a:extLst>
              <a:ext uri="{FF2B5EF4-FFF2-40B4-BE49-F238E27FC236}">
                <a16:creationId xmlns:a16="http://schemas.microsoft.com/office/drawing/2014/main" id="{52EE8BAA-67A2-2FA6-C1BA-CA43AF832903}"/>
              </a:ext>
            </a:extLst>
          </p:cNvPr>
          <p:cNvSpPr/>
          <p:nvPr/>
        </p:nvSpPr>
        <p:spPr>
          <a:xfrm>
            <a:off x="1413164" y="2564624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EFDB88-F14C-54BF-ADE5-FB08FE9B90FA}"/>
              </a:ext>
            </a:extLst>
          </p:cNvPr>
          <p:cNvSpPr txBox="1"/>
          <p:nvPr/>
        </p:nvSpPr>
        <p:spPr>
          <a:xfrm>
            <a:off x="131166" y="34662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5F78741-14F6-70D5-5FCC-E241566F64B9}"/>
                  </a:ext>
                </a:extLst>
              </p:cNvPr>
              <p:cNvSpPr txBox="1"/>
              <p:nvPr/>
            </p:nvSpPr>
            <p:spPr>
              <a:xfrm>
                <a:off x="675191" y="3420038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0.03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5F78741-14F6-70D5-5FCC-E241566F64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3420038"/>
                <a:ext cx="72327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2873709-889D-5804-3871-AC4CDA21A877}"/>
                  </a:ext>
                </a:extLst>
              </p:cNvPr>
              <p:cNvSpPr txBox="1"/>
              <p:nvPr/>
            </p:nvSpPr>
            <p:spPr>
              <a:xfrm>
                <a:off x="2094578" y="3285835"/>
                <a:ext cx="67037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F2873709-889D-5804-3871-AC4CDA21A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578" y="3285835"/>
                <a:ext cx="670376" cy="670568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Arrow: Right 49">
            <a:extLst>
              <a:ext uri="{FF2B5EF4-FFF2-40B4-BE49-F238E27FC236}">
                <a16:creationId xmlns:a16="http://schemas.microsoft.com/office/drawing/2014/main" id="{9A3E624C-DCB7-4A65-A470-A9A3F3D5396E}"/>
              </a:ext>
            </a:extLst>
          </p:cNvPr>
          <p:cNvSpPr/>
          <p:nvPr/>
        </p:nvSpPr>
        <p:spPr>
          <a:xfrm>
            <a:off x="1521230" y="3474036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40A1C8E-28F9-F985-8031-01D49A565069}"/>
              </a:ext>
            </a:extLst>
          </p:cNvPr>
          <p:cNvSpPr txBox="1"/>
          <p:nvPr/>
        </p:nvSpPr>
        <p:spPr>
          <a:xfrm>
            <a:off x="131166" y="437561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E007968-FF6C-CC36-41AE-F0D5ED976A39}"/>
                  </a:ext>
                </a:extLst>
              </p:cNvPr>
              <p:cNvSpPr txBox="1"/>
              <p:nvPr/>
            </p:nvSpPr>
            <p:spPr>
              <a:xfrm>
                <a:off x="675191" y="4329450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E007968-FF6C-CC36-41AE-F0D5ED976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4329450"/>
                <a:ext cx="580608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5A7C540-86FE-BDC2-9FF5-7F540416DCD8}"/>
                  </a:ext>
                </a:extLst>
              </p:cNvPr>
              <p:cNvSpPr txBox="1"/>
              <p:nvPr/>
            </p:nvSpPr>
            <p:spPr>
              <a:xfrm>
                <a:off x="2094578" y="4195247"/>
                <a:ext cx="1005211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75A7C540-86FE-BDC2-9FF5-7F540416D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578" y="4195247"/>
                <a:ext cx="1005211" cy="67056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Arrow: Right 54">
            <a:extLst>
              <a:ext uri="{FF2B5EF4-FFF2-40B4-BE49-F238E27FC236}">
                <a16:creationId xmlns:a16="http://schemas.microsoft.com/office/drawing/2014/main" id="{72C889F0-AB02-F74E-59B2-51048AB43DAC}"/>
              </a:ext>
            </a:extLst>
          </p:cNvPr>
          <p:cNvSpPr/>
          <p:nvPr/>
        </p:nvSpPr>
        <p:spPr>
          <a:xfrm>
            <a:off x="1413164" y="4383448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027D7F-88A8-47D9-0C20-D34E1B50C02A}"/>
              </a:ext>
            </a:extLst>
          </p:cNvPr>
          <p:cNvSpPr txBox="1"/>
          <p:nvPr/>
        </p:nvSpPr>
        <p:spPr>
          <a:xfrm>
            <a:off x="131166" y="528502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686C333-BF12-2CA6-4ECA-5360C603C61A}"/>
                  </a:ext>
                </a:extLst>
              </p:cNvPr>
              <p:cNvSpPr txBox="1"/>
              <p:nvPr/>
            </p:nvSpPr>
            <p:spPr>
              <a:xfrm>
                <a:off x="675191" y="5238862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686C333-BF12-2CA6-4ECA-5360C603C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5238862"/>
                <a:ext cx="580608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20ABCF0-C442-26ED-6C2B-57C42A8AAC6F}"/>
                  </a:ext>
                </a:extLst>
              </p:cNvPr>
              <p:cNvSpPr txBox="1"/>
              <p:nvPr/>
            </p:nvSpPr>
            <p:spPr>
              <a:xfrm>
                <a:off x="2094578" y="5104659"/>
                <a:ext cx="1005212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20ABCF0-C442-26ED-6C2B-57C42A8AA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578" y="5104659"/>
                <a:ext cx="1005212" cy="67056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Arrow: Right 59">
            <a:extLst>
              <a:ext uri="{FF2B5EF4-FFF2-40B4-BE49-F238E27FC236}">
                <a16:creationId xmlns:a16="http://schemas.microsoft.com/office/drawing/2014/main" id="{77CA1654-F5C6-DE41-A8AB-4E985A799DBC}"/>
              </a:ext>
            </a:extLst>
          </p:cNvPr>
          <p:cNvSpPr/>
          <p:nvPr/>
        </p:nvSpPr>
        <p:spPr>
          <a:xfrm>
            <a:off x="1413164" y="5292860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C04C3E-EBE7-00DC-094F-6F7364A7FE4F}"/>
              </a:ext>
            </a:extLst>
          </p:cNvPr>
          <p:cNvSpPr txBox="1"/>
          <p:nvPr/>
        </p:nvSpPr>
        <p:spPr>
          <a:xfrm>
            <a:off x="131166" y="61944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3159B0B-508A-1593-DDCA-BAD7A820BACB}"/>
                  </a:ext>
                </a:extLst>
              </p:cNvPr>
              <p:cNvSpPr txBox="1"/>
              <p:nvPr/>
            </p:nvSpPr>
            <p:spPr>
              <a:xfrm>
                <a:off x="675191" y="6148276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0.02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53159B0B-508A-1593-DDCA-BAD7A820B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191" y="6148276"/>
                <a:ext cx="723275" cy="4001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Arrow: Right 64">
            <a:extLst>
              <a:ext uri="{FF2B5EF4-FFF2-40B4-BE49-F238E27FC236}">
                <a16:creationId xmlns:a16="http://schemas.microsoft.com/office/drawing/2014/main" id="{2BCA0D7F-CFB6-A04C-FA5C-B07586651D5A}"/>
              </a:ext>
            </a:extLst>
          </p:cNvPr>
          <p:cNvSpPr/>
          <p:nvPr/>
        </p:nvSpPr>
        <p:spPr>
          <a:xfrm>
            <a:off x="1521230" y="6202274"/>
            <a:ext cx="457199" cy="292115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8759E31-B12E-60B9-4972-8335D7422960}"/>
              </a:ext>
            </a:extLst>
          </p:cNvPr>
          <p:cNvSpPr txBox="1"/>
          <p:nvPr/>
        </p:nvSpPr>
        <p:spPr>
          <a:xfrm>
            <a:off x="3770413" y="516130"/>
            <a:ext cx="24000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Ар бир ондукту </a:t>
            </a:r>
          </a:p>
          <a:p>
            <a:pPr algn="ctr"/>
            <a:r>
              <a:rPr lang="ky-KG" sz="2000" dirty="0"/>
              <a:t>жөнөкөй бөлчөк </a:t>
            </a:r>
          </a:p>
          <a:p>
            <a:pPr algn="ctr"/>
            <a:r>
              <a:rPr lang="ky-KG" sz="2000" dirty="0"/>
              <a:t>түрүндө көрсөтүңүз.</a:t>
            </a:r>
            <a:endParaRPr lang="en-GB" sz="2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85DA428-AFA0-E610-2D8D-D2FF4C63391A}"/>
              </a:ext>
            </a:extLst>
          </p:cNvPr>
          <p:cNvSpPr txBox="1"/>
          <p:nvPr/>
        </p:nvSpPr>
        <p:spPr>
          <a:xfrm>
            <a:off x="3439632" y="164738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8427895-A317-127E-08F6-B6EFD6487F13}"/>
                  </a:ext>
                </a:extLst>
              </p:cNvPr>
              <p:cNvSpPr txBox="1"/>
              <p:nvPr/>
            </p:nvSpPr>
            <p:spPr>
              <a:xfrm>
                <a:off x="3883904" y="1601214"/>
                <a:ext cx="58060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8427895-A317-127E-08F6-B6EFD648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1601214"/>
                <a:ext cx="580608" cy="4001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FD08F64-9424-ABE9-B34F-AC78EC7C9F83}"/>
                  </a:ext>
                </a:extLst>
              </p:cNvPr>
              <p:cNvSpPr txBox="1"/>
              <p:nvPr/>
            </p:nvSpPr>
            <p:spPr>
              <a:xfrm>
                <a:off x="5278006" y="1467011"/>
                <a:ext cx="1005211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FFD08F64-9424-ABE9-B34F-AC78EC7C9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006" y="1467011"/>
                <a:ext cx="1005211" cy="670568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Arrow: Right 69">
            <a:extLst>
              <a:ext uri="{FF2B5EF4-FFF2-40B4-BE49-F238E27FC236}">
                <a16:creationId xmlns:a16="http://schemas.microsoft.com/office/drawing/2014/main" id="{6395E12A-80C2-4313-1AE9-FE3DE41961BC}"/>
              </a:ext>
            </a:extLst>
          </p:cNvPr>
          <p:cNvSpPr/>
          <p:nvPr/>
        </p:nvSpPr>
        <p:spPr>
          <a:xfrm>
            <a:off x="4605252" y="1655212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B8295E-7D8A-1E3E-C4B7-A787052290EC}"/>
              </a:ext>
            </a:extLst>
          </p:cNvPr>
          <p:cNvSpPr txBox="1"/>
          <p:nvPr/>
        </p:nvSpPr>
        <p:spPr>
          <a:xfrm>
            <a:off x="3439632" y="2556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12BE5AD-EA75-F1D9-FC6A-EC303878DD62}"/>
                  </a:ext>
                </a:extLst>
              </p:cNvPr>
              <p:cNvSpPr txBox="1"/>
              <p:nvPr/>
            </p:nvSpPr>
            <p:spPr>
              <a:xfrm>
                <a:off x="3883904" y="2510626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0.22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212BE5AD-EA75-F1D9-FC6A-EC303878D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2510626"/>
                <a:ext cx="723275" cy="40011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3504F10-D131-B7E3-0844-DB9C35434929}"/>
                  </a:ext>
                </a:extLst>
              </p:cNvPr>
              <p:cNvSpPr txBox="1"/>
              <p:nvPr/>
            </p:nvSpPr>
            <p:spPr>
              <a:xfrm>
                <a:off x="5411356" y="2376423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3504F10-D131-B7E3-0844-DB9C35434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356" y="2376423"/>
                <a:ext cx="527709" cy="67056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Arrow: Right 73">
            <a:extLst>
              <a:ext uri="{FF2B5EF4-FFF2-40B4-BE49-F238E27FC236}">
                <a16:creationId xmlns:a16="http://schemas.microsoft.com/office/drawing/2014/main" id="{D21EF0F5-255B-5BCF-A9EF-304274F1EE7F}"/>
              </a:ext>
            </a:extLst>
          </p:cNvPr>
          <p:cNvSpPr/>
          <p:nvPr/>
        </p:nvSpPr>
        <p:spPr>
          <a:xfrm>
            <a:off x="4729943" y="2564624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061E72B-ADA3-C273-E13E-21634EDDCA96}"/>
              </a:ext>
            </a:extLst>
          </p:cNvPr>
          <p:cNvSpPr txBox="1"/>
          <p:nvPr/>
        </p:nvSpPr>
        <p:spPr>
          <a:xfrm>
            <a:off x="3439632" y="34662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55DE759-8D2A-015A-AF3E-ECD0A711C21C}"/>
                  </a:ext>
                </a:extLst>
              </p:cNvPr>
              <p:cNvSpPr txBox="1"/>
              <p:nvPr/>
            </p:nvSpPr>
            <p:spPr>
              <a:xfrm>
                <a:off x="3883904" y="3420038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0.28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55DE759-8D2A-015A-AF3E-ECD0A711C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3420038"/>
                <a:ext cx="72327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E5222AA-5611-A037-9946-8604566D306D}"/>
                  </a:ext>
                </a:extLst>
              </p:cNvPr>
              <p:cNvSpPr txBox="1"/>
              <p:nvPr/>
            </p:nvSpPr>
            <p:spPr>
              <a:xfrm>
                <a:off x="5411356" y="3285835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E5222AA-5611-A037-9946-8604566D3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356" y="3285835"/>
                <a:ext cx="527709" cy="67056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Arrow: Right 77">
            <a:extLst>
              <a:ext uri="{FF2B5EF4-FFF2-40B4-BE49-F238E27FC236}">
                <a16:creationId xmlns:a16="http://schemas.microsoft.com/office/drawing/2014/main" id="{32B7FDED-5EAC-9833-7DC8-E7532FBDBE97}"/>
              </a:ext>
            </a:extLst>
          </p:cNvPr>
          <p:cNvSpPr/>
          <p:nvPr/>
        </p:nvSpPr>
        <p:spPr>
          <a:xfrm>
            <a:off x="4729943" y="3474036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AA84581-1225-8C65-9068-0153C5033865}"/>
              </a:ext>
            </a:extLst>
          </p:cNvPr>
          <p:cNvSpPr txBox="1"/>
          <p:nvPr/>
        </p:nvSpPr>
        <p:spPr>
          <a:xfrm>
            <a:off x="3439632" y="437561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923ED0F-3C8C-8AF5-E391-1610C963B57F}"/>
                  </a:ext>
                </a:extLst>
              </p:cNvPr>
              <p:cNvSpPr txBox="1"/>
              <p:nvPr/>
            </p:nvSpPr>
            <p:spPr>
              <a:xfrm>
                <a:off x="3883904" y="4329450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0.15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1923ED0F-3C8C-8AF5-E391-1610C963B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4329450"/>
                <a:ext cx="723275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989CA52-B275-E130-729E-8F7237F95ED4}"/>
                  </a:ext>
                </a:extLst>
              </p:cNvPr>
              <p:cNvSpPr txBox="1"/>
              <p:nvPr/>
            </p:nvSpPr>
            <p:spPr>
              <a:xfrm>
                <a:off x="5411356" y="4195247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D989CA52-B275-E130-729E-8F7237F95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356" y="4195247"/>
                <a:ext cx="527709" cy="67056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Arrow: Right 81">
            <a:extLst>
              <a:ext uri="{FF2B5EF4-FFF2-40B4-BE49-F238E27FC236}">
                <a16:creationId xmlns:a16="http://schemas.microsoft.com/office/drawing/2014/main" id="{9830572F-1CF0-A66A-FB81-ADD485242554}"/>
              </a:ext>
            </a:extLst>
          </p:cNvPr>
          <p:cNvSpPr/>
          <p:nvPr/>
        </p:nvSpPr>
        <p:spPr>
          <a:xfrm>
            <a:off x="4729943" y="4383448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2794E61-5C04-BBF8-C325-DC03F80B2694}"/>
              </a:ext>
            </a:extLst>
          </p:cNvPr>
          <p:cNvSpPr txBox="1"/>
          <p:nvPr/>
        </p:nvSpPr>
        <p:spPr>
          <a:xfrm>
            <a:off x="3439632" y="528502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A2DA51C-ECA4-CA60-A8E6-8FEAD24D49F5}"/>
                  </a:ext>
                </a:extLst>
              </p:cNvPr>
              <p:cNvSpPr txBox="1"/>
              <p:nvPr/>
            </p:nvSpPr>
            <p:spPr>
              <a:xfrm>
                <a:off x="3883904" y="5238862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0.84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BA2DA51C-ECA4-CA60-A8E6-8FEAD24D49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5238862"/>
                <a:ext cx="723275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AD6D40F-DAE5-B315-9345-B49F0AD9B0AB}"/>
                  </a:ext>
                </a:extLst>
              </p:cNvPr>
              <p:cNvSpPr txBox="1"/>
              <p:nvPr/>
            </p:nvSpPr>
            <p:spPr>
              <a:xfrm>
                <a:off x="5411356" y="5104659"/>
                <a:ext cx="527709" cy="6705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4AD6D40F-DAE5-B315-9345-B49F0AD9B0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356" y="5104659"/>
                <a:ext cx="527709" cy="670505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Arrow: Right 85">
            <a:extLst>
              <a:ext uri="{FF2B5EF4-FFF2-40B4-BE49-F238E27FC236}">
                <a16:creationId xmlns:a16="http://schemas.microsoft.com/office/drawing/2014/main" id="{B778D88F-066E-7203-FF13-C3BCB4ADAC89}"/>
              </a:ext>
            </a:extLst>
          </p:cNvPr>
          <p:cNvSpPr/>
          <p:nvPr/>
        </p:nvSpPr>
        <p:spPr>
          <a:xfrm>
            <a:off x="4729943" y="5292860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B6C6BD4-F0C1-DE94-06E2-92676C304D96}"/>
              </a:ext>
            </a:extLst>
          </p:cNvPr>
          <p:cNvSpPr txBox="1"/>
          <p:nvPr/>
        </p:nvSpPr>
        <p:spPr>
          <a:xfrm>
            <a:off x="3439632" y="61944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773FD63-8C81-010C-2FF9-A51FDDF6FD08}"/>
                  </a:ext>
                </a:extLst>
              </p:cNvPr>
              <p:cNvSpPr txBox="1"/>
              <p:nvPr/>
            </p:nvSpPr>
            <p:spPr>
              <a:xfrm>
                <a:off x="3883904" y="6148276"/>
                <a:ext cx="8659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0.007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773FD63-8C81-010C-2FF9-A51FDDF6F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3904" y="6148276"/>
                <a:ext cx="865942" cy="400110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8FD5287-C178-4480-3096-C54499DCE59B}"/>
                  </a:ext>
                </a:extLst>
              </p:cNvPr>
              <p:cNvSpPr txBox="1"/>
              <p:nvPr/>
            </p:nvSpPr>
            <p:spPr>
              <a:xfrm>
                <a:off x="5525656" y="6014073"/>
                <a:ext cx="813043" cy="66858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C8FD5287-C178-4480-3096-C54499DCE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5656" y="6014073"/>
                <a:ext cx="813043" cy="668581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Arrow: Right 89">
            <a:extLst>
              <a:ext uri="{FF2B5EF4-FFF2-40B4-BE49-F238E27FC236}">
                <a16:creationId xmlns:a16="http://schemas.microsoft.com/office/drawing/2014/main" id="{8FD2F26C-2970-4F75-B629-64D904B165B4}"/>
              </a:ext>
            </a:extLst>
          </p:cNvPr>
          <p:cNvSpPr/>
          <p:nvPr/>
        </p:nvSpPr>
        <p:spPr>
          <a:xfrm>
            <a:off x="4846321" y="6202274"/>
            <a:ext cx="457199" cy="292115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02837E2-7A25-5C3D-51B7-FBF1D701C329}"/>
              </a:ext>
            </a:extLst>
          </p:cNvPr>
          <p:cNvSpPr txBox="1"/>
          <p:nvPr/>
        </p:nvSpPr>
        <p:spPr>
          <a:xfrm>
            <a:off x="7075791" y="466007"/>
            <a:ext cx="240001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Ар бир ондукту </a:t>
            </a:r>
          </a:p>
          <a:p>
            <a:pPr algn="ctr"/>
            <a:r>
              <a:rPr lang="ky-KG" sz="2000" dirty="0"/>
              <a:t>жөнөкөй бөлчөк </a:t>
            </a:r>
          </a:p>
          <a:p>
            <a:pPr algn="ctr"/>
            <a:r>
              <a:rPr lang="ky-KG" sz="2000" dirty="0"/>
              <a:t>түрүндө көрсөтүңүз.</a:t>
            </a:r>
            <a:endParaRPr lang="en-GB" sz="2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A2A2093-4FD3-E9A1-8B03-392FB1DAF463}"/>
              </a:ext>
            </a:extLst>
          </p:cNvPr>
          <p:cNvSpPr txBox="1"/>
          <p:nvPr/>
        </p:nvSpPr>
        <p:spPr>
          <a:xfrm>
            <a:off x="6756411" y="164738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25BC0D3-5D35-FED0-A021-C6036F1B0841}"/>
                  </a:ext>
                </a:extLst>
              </p:cNvPr>
              <p:cNvSpPr txBox="1"/>
              <p:nvPr/>
            </p:nvSpPr>
            <p:spPr>
              <a:xfrm>
                <a:off x="7167086" y="1601214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0.85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25BC0D3-5D35-FED0-A021-C6036F1B08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1601214"/>
                <a:ext cx="723275" cy="40011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DE636EB-858B-6987-C112-6C7AE4B5D7EE}"/>
                  </a:ext>
                </a:extLst>
              </p:cNvPr>
              <p:cNvSpPr txBox="1"/>
              <p:nvPr/>
            </p:nvSpPr>
            <p:spPr>
              <a:xfrm>
                <a:off x="8663662" y="1467011"/>
                <a:ext cx="527709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DE636EB-858B-6987-C112-6C7AE4B5D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662" y="1467011"/>
                <a:ext cx="527709" cy="670568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Arrow: Right 94">
            <a:extLst>
              <a:ext uri="{FF2B5EF4-FFF2-40B4-BE49-F238E27FC236}">
                <a16:creationId xmlns:a16="http://schemas.microsoft.com/office/drawing/2014/main" id="{97ED80F3-224B-FF23-7758-58744248EED7}"/>
              </a:ext>
            </a:extLst>
          </p:cNvPr>
          <p:cNvSpPr/>
          <p:nvPr/>
        </p:nvSpPr>
        <p:spPr>
          <a:xfrm>
            <a:off x="7994075" y="1655212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48F072E-41B6-E935-F9EA-CB04E3E66B0C}"/>
              </a:ext>
            </a:extLst>
          </p:cNvPr>
          <p:cNvSpPr txBox="1"/>
          <p:nvPr/>
        </p:nvSpPr>
        <p:spPr>
          <a:xfrm>
            <a:off x="6756411" y="255679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E856DA8-918C-EA26-B429-E89C58A4A5B4}"/>
                  </a:ext>
                </a:extLst>
              </p:cNvPr>
              <p:cNvSpPr txBox="1"/>
              <p:nvPr/>
            </p:nvSpPr>
            <p:spPr>
              <a:xfrm>
                <a:off x="7167086" y="2510626"/>
                <a:ext cx="72327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1.08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4E856DA8-918C-EA26-B429-E89C58A4A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2510626"/>
                <a:ext cx="723275" cy="400110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FB3367C-BAD2-43DC-1A79-7B2794048820}"/>
                  </a:ext>
                </a:extLst>
              </p:cNvPr>
              <p:cNvSpPr txBox="1"/>
              <p:nvPr/>
            </p:nvSpPr>
            <p:spPr>
              <a:xfrm>
                <a:off x="8663662" y="2376423"/>
                <a:ext cx="527709" cy="67050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3FB3367C-BAD2-43DC-1A79-7B2794048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662" y="2376423"/>
                <a:ext cx="527709" cy="670505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Arrow: Right 98">
            <a:extLst>
              <a:ext uri="{FF2B5EF4-FFF2-40B4-BE49-F238E27FC236}">
                <a16:creationId xmlns:a16="http://schemas.microsoft.com/office/drawing/2014/main" id="{1D949B86-FACF-27C3-E94C-7BC89E955083}"/>
              </a:ext>
            </a:extLst>
          </p:cNvPr>
          <p:cNvSpPr/>
          <p:nvPr/>
        </p:nvSpPr>
        <p:spPr>
          <a:xfrm>
            <a:off x="7994075" y="2564624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7BA5C02D-04A8-2512-D5C6-737BD4C95CE0}"/>
              </a:ext>
            </a:extLst>
          </p:cNvPr>
          <p:cNvSpPr txBox="1"/>
          <p:nvPr/>
        </p:nvSpPr>
        <p:spPr>
          <a:xfrm>
            <a:off x="6756411" y="346620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B9C73FA-64A9-D247-3822-8DC37741B177}"/>
                  </a:ext>
                </a:extLst>
              </p:cNvPr>
              <p:cNvSpPr txBox="1"/>
              <p:nvPr/>
            </p:nvSpPr>
            <p:spPr>
              <a:xfrm>
                <a:off x="7167086" y="3420038"/>
                <a:ext cx="8659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0.055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7B9C73FA-64A9-D247-3822-8DC37741B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3420038"/>
                <a:ext cx="865943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A528EB2-D105-4D81-6FFB-324FECD188CD}"/>
                  </a:ext>
                </a:extLst>
              </p:cNvPr>
              <p:cNvSpPr txBox="1"/>
              <p:nvPr/>
            </p:nvSpPr>
            <p:spPr>
              <a:xfrm>
                <a:off x="8730337" y="3285835"/>
                <a:ext cx="67037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DA528EB2-D105-4D81-6FFB-324FECD18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337" y="3285835"/>
                <a:ext cx="670376" cy="670568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" name="Arrow: Right 102">
            <a:extLst>
              <a:ext uri="{FF2B5EF4-FFF2-40B4-BE49-F238E27FC236}">
                <a16:creationId xmlns:a16="http://schemas.microsoft.com/office/drawing/2014/main" id="{5A5E6703-5A95-DD19-9CED-8C033A5C1BE7}"/>
              </a:ext>
            </a:extLst>
          </p:cNvPr>
          <p:cNvSpPr/>
          <p:nvPr/>
        </p:nvSpPr>
        <p:spPr>
          <a:xfrm>
            <a:off x="8089325" y="3474036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C60B66D-3183-29C1-146D-FF953C04C6BF}"/>
              </a:ext>
            </a:extLst>
          </p:cNvPr>
          <p:cNvSpPr txBox="1"/>
          <p:nvPr/>
        </p:nvSpPr>
        <p:spPr>
          <a:xfrm>
            <a:off x="6756411" y="437561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900D46E-89F3-1587-F763-28C560B57B48}"/>
                  </a:ext>
                </a:extLst>
              </p:cNvPr>
              <p:cNvSpPr txBox="1"/>
              <p:nvPr/>
            </p:nvSpPr>
            <p:spPr>
              <a:xfrm>
                <a:off x="7167086" y="4329450"/>
                <a:ext cx="86594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dirty="0">
                          <a:latin typeface="Cambria Math" panose="02040503050406030204" pitchFamily="18" charset="0"/>
                        </a:rPr>
                        <m:t>0.436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5900D46E-89F3-1587-F763-28C560B57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4329450"/>
                <a:ext cx="865943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9E588F83-363B-A23C-B7F7-DB8DEAD3E5F5}"/>
                  </a:ext>
                </a:extLst>
              </p:cNvPr>
              <p:cNvSpPr txBox="1"/>
              <p:nvPr/>
            </p:nvSpPr>
            <p:spPr>
              <a:xfrm>
                <a:off x="8730337" y="4195247"/>
                <a:ext cx="670376" cy="66858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109</m:t>
                          </m:r>
                        </m:num>
                        <m:den>
                          <m:r>
                            <a:rPr lang="en-GB" sz="2000" i="1">
                              <a:latin typeface="Cambria Math" panose="02040503050406030204" pitchFamily="18" charset="0"/>
                            </a:rPr>
                            <m:t>250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9E588F83-363B-A23C-B7F7-DB8DEAD3E5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337" y="4195247"/>
                <a:ext cx="670376" cy="668581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Arrow: Right 106">
            <a:extLst>
              <a:ext uri="{FF2B5EF4-FFF2-40B4-BE49-F238E27FC236}">
                <a16:creationId xmlns:a16="http://schemas.microsoft.com/office/drawing/2014/main" id="{B137FD1E-88F9-0F9B-A717-8354640834AB}"/>
              </a:ext>
            </a:extLst>
          </p:cNvPr>
          <p:cNvSpPr/>
          <p:nvPr/>
        </p:nvSpPr>
        <p:spPr>
          <a:xfrm>
            <a:off x="8089325" y="4383448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AF7EB296-4574-CB24-FFF3-3FA4F07907BB}"/>
              </a:ext>
            </a:extLst>
          </p:cNvPr>
          <p:cNvSpPr txBox="1"/>
          <p:nvPr/>
        </p:nvSpPr>
        <p:spPr>
          <a:xfrm>
            <a:off x="6756411" y="528502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229B71E-130D-6166-AC43-5A01447AC6A6}"/>
                  </a:ext>
                </a:extLst>
              </p:cNvPr>
              <p:cNvSpPr txBox="1"/>
              <p:nvPr/>
            </p:nvSpPr>
            <p:spPr>
              <a:xfrm>
                <a:off x="7167086" y="5238862"/>
                <a:ext cx="86594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0.375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6229B71E-130D-6166-AC43-5A01447AC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5238862"/>
                <a:ext cx="865942" cy="4001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5D271FA-0CBD-85A4-E383-057CC393D5FE}"/>
                  </a:ext>
                </a:extLst>
              </p:cNvPr>
              <p:cNvSpPr txBox="1"/>
              <p:nvPr/>
            </p:nvSpPr>
            <p:spPr>
              <a:xfrm>
                <a:off x="8730337" y="5104659"/>
                <a:ext cx="385041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5D271FA-0CBD-85A4-E383-057CC393D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0337" y="5104659"/>
                <a:ext cx="385041" cy="670568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" name="Arrow: Right 110">
            <a:extLst>
              <a:ext uri="{FF2B5EF4-FFF2-40B4-BE49-F238E27FC236}">
                <a16:creationId xmlns:a16="http://schemas.microsoft.com/office/drawing/2014/main" id="{3B3C4510-70C7-303F-DAFC-38BC444ED7A3}"/>
              </a:ext>
            </a:extLst>
          </p:cNvPr>
          <p:cNvSpPr/>
          <p:nvPr/>
        </p:nvSpPr>
        <p:spPr>
          <a:xfrm>
            <a:off x="8089325" y="5292860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24BA4A9D-C382-E7C2-A02E-BA7E3A53F5A9}"/>
              </a:ext>
            </a:extLst>
          </p:cNvPr>
          <p:cNvSpPr txBox="1"/>
          <p:nvPr/>
        </p:nvSpPr>
        <p:spPr>
          <a:xfrm>
            <a:off x="6756411" y="619444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3BE8209-7E4A-D43B-E8E0-6BA69BAA6E4A}"/>
                  </a:ext>
                </a:extLst>
              </p:cNvPr>
              <p:cNvSpPr txBox="1"/>
              <p:nvPr/>
            </p:nvSpPr>
            <p:spPr>
              <a:xfrm>
                <a:off x="7167086" y="6148276"/>
                <a:ext cx="100860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dirty="0" smtClean="0">
                          <a:latin typeface="Cambria Math" panose="02040503050406030204" pitchFamily="18" charset="0"/>
                        </a:rPr>
                        <m:t>0.0115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63BE8209-7E4A-D43B-E8E0-6BA69BAA6E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086" y="6148276"/>
                <a:ext cx="1008609" cy="400110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E92E8A6-39B6-3209-2763-F8FFD94E5310}"/>
                  </a:ext>
                </a:extLst>
              </p:cNvPr>
              <p:cNvSpPr txBox="1"/>
              <p:nvPr/>
            </p:nvSpPr>
            <p:spPr>
              <a:xfrm>
                <a:off x="8892262" y="6014073"/>
                <a:ext cx="813043" cy="66858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9E92E8A6-39B6-3209-2763-F8FFD94E5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2262" y="6014073"/>
                <a:ext cx="813043" cy="668581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" name="Arrow: Right 114">
            <a:extLst>
              <a:ext uri="{FF2B5EF4-FFF2-40B4-BE49-F238E27FC236}">
                <a16:creationId xmlns:a16="http://schemas.microsoft.com/office/drawing/2014/main" id="{A888F616-1F41-C43F-8163-CBCB6083A3B3}"/>
              </a:ext>
            </a:extLst>
          </p:cNvPr>
          <p:cNvSpPr/>
          <p:nvPr/>
        </p:nvSpPr>
        <p:spPr>
          <a:xfrm>
            <a:off x="8289350" y="6202274"/>
            <a:ext cx="457199" cy="292115"/>
          </a:xfrm>
          <a:prstGeom prst="rightArrow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382AA3A-BBD1-1FBE-5FDF-CA76BD40E274}"/>
                  </a:ext>
                </a:extLst>
              </p:cNvPr>
              <p:cNvSpPr txBox="1"/>
              <p:nvPr/>
            </p:nvSpPr>
            <p:spPr>
              <a:xfrm>
                <a:off x="2024542" y="6014073"/>
                <a:ext cx="1290546" cy="670568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rgbClr val="00B0F0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382AA3A-BBD1-1FBE-5FDF-CA76BD40E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542" y="6014073"/>
                <a:ext cx="1290546" cy="670568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  <a:ln w="28575">
                <a:solidFill>
                  <a:srgbClr val="00B0F0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8A5EAE40-85E4-BFEB-0C7C-DF841D0CED75}"/>
              </a:ext>
            </a:extLst>
          </p:cNvPr>
          <p:cNvSpPr txBox="1"/>
          <p:nvPr/>
        </p:nvSpPr>
        <p:spPr>
          <a:xfrm>
            <a:off x="720600" y="-16084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151D65-2BCC-C5DB-E3E4-749D5A4D6686}"/>
              </a:ext>
            </a:extLst>
          </p:cNvPr>
          <p:cNvSpPr txBox="1"/>
          <p:nvPr/>
        </p:nvSpPr>
        <p:spPr>
          <a:xfrm>
            <a:off x="7631304" y="-23127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22F5C7-84C9-E018-A0ED-3E05CA036487}"/>
              </a:ext>
            </a:extLst>
          </p:cNvPr>
          <p:cNvSpPr txBox="1"/>
          <p:nvPr/>
        </p:nvSpPr>
        <p:spPr>
          <a:xfrm>
            <a:off x="4063045" y="-23127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32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41" grpId="0" animBg="1"/>
      <p:bldP spid="46" grpId="0" animBg="1"/>
      <p:bldP spid="54" grpId="0" animBg="1"/>
      <p:bldP spid="59" grpId="0" animBg="1"/>
      <p:bldP spid="69" grpId="0" animBg="1"/>
      <p:bldP spid="73" grpId="0" animBg="1"/>
      <p:bldP spid="77" grpId="0" animBg="1"/>
      <p:bldP spid="81" grpId="0" animBg="1"/>
      <p:bldP spid="85" grpId="0" animBg="1"/>
      <p:bldP spid="89" grpId="0" animBg="1"/>
      <p:bldP spid="94" grpId="0" animBg="1"/>
      <p:bldP spid="98" grpId="0" animBg="1"/>
      <p:bldP spid="102" grpId="0" animBg="1"/>
      <p:bldP spid="106" grpId="0" animBg="1"/>
      <p:bldP spid="110" grpId="0" animBg="1"/>
      <p:bldP spid="114" grpId="0" animBg="1"/>
      <p:bldP spid="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669C35-9A05-E4DC-7050-D0BED0D85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1"/>
            <a:ext cx="4912005" cy="335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0F67EDA-96E4-546B-9831-89FADF6DA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945" y="0"/>
            <a:ext cx="4912005" cy="3352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DB5EEB-7869-E798-A161-036273EEB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1"/>
            <a:ext cx="4912005" cy="3352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A7CFE4-1416-E8F1-0F1B-82BB9175B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895" y="3429000"/>
            <a:ext cx="4912005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12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310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10876</TotalTime>
  <Words>248</Words>
  <Application>Microsoft Office PowerPoint</Application>
  <PresentationFormat>A4 Paper (210x297 mm)</PresentationFormat>
  <Paragraphs>130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Cambria Math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567</cp:revision>
  <cp:lastPrinted>2017-12-31T22:38:51Z</cp:lastPrinted>
  <dcterms:created xsi:type="dcterms:W3CDTF">2017-01-17T16:57:04Z</dcterms:created>
  <dcterms:modified xsi:type="dcterms:W3CDTF">2024-08-29T03:09:06Z</dcterms:modified>
</cp:coreProperties>
</file>