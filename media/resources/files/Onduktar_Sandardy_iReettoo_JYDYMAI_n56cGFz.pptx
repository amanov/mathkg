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35"/>
  </p:notesMasterIdLst>
  <p:sldIdLst>
    <p:sldId id="974" r:id="rId2"/>
    <p:sldId id="975" r:id="rId3"/>
    <p:sldId id="976" r:id="rId4"/>
    <p:sldId id="977" r:id="rId5"/>
    <p:sldId id="947" r:id="rId6"/>
    <p:sldId id="978" r:id="rId7"/>
    <p:sldId id="961" r:id="rId8"/>
    <p:sldId id="979" r:id="rId9"/>
    <p:sldId id="963" r:id="rId10"/>
    <p:sldId id="980" r:id="rId11"/>
    <p:sldId id="965" r:id="rId12"/>
    <p:sldId id="981" r:id="rId13"/>
    <p:sldId id="951" r:id="rId14"/>
    <p:sldId id="982" r:id="rId15"/>
    <p:sldId id="949" r:id="rId16"/>
    <p:sldId id="983" r:id="rId17"/>
    <p:sldId id="843" r:id="rId18"/>
    <p:sldId id="984" r:id="rId19"/>
    <p:sldId id="941" r:id="rId20"/>
    <p:sldId id="985" r:id="rId21"/>
    <p:sldId id="943" r:id="rId22"/>
    <p:sldId id="986" r:id="rId23"/>
    <p:sldId id="945" r:id="rId24"/>
    <p:sldId id="987" r:id="rId25"/>
    <p:sldId id="953" r:id="rId26"/>
    <p:sldId id="988" r:id="rId27"/>
    <p:sldId id="955" r:id="rId28"/>
    <p:sldId id="989" r:id="rId29"/>
    <p:sldId id="957" r:id="rId30"/>
    <p:sldId id="990" r:id="rId31"/>
    <p:sldId id="959" r:id="rId32"/>
    <p:sldId id="833" r:id="rId33"/>
    <p:sldId id="991" r:id="rId34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36"/>
    </p:embeddedFont>
    <p:embeddedFont>
      <p:font typeface="Bernard MT Condensed" panose="02050806060905020404" pitchFamily="18" charset="0"/>
      <p:regular r:id="rId3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197FF5E7-57A8-40D7-8FA0-8A089C366947}">
          <p14:sldIdLst>
            <p14:sldId id="974"/>
          </p14:sldIdLst>
        </p14:section>
        <p14:section name="Титулдук слайд" id="{8EFE0B80-9125-4ADC-A13A-755B3EC2010F}">
          <p14:sldIdLst>
            <p14:sldId id="975"/>
            <p14:sldId id="976"/>
          </p14:sldIdLst>
        </p14:section>
        <p14:section name="Game" id="{267FD0E9-36B9-4F9E-842D-CBFE57676936}">
          <p14:sldIdLst>
            <p14:sldId id="977"/>
            <p14:sldId id="947"/>
            <p14:sldId id="978"/>
            <p14:sldId id="961"/>
            <p14:sldId id="979"/>
            <p14:sldId id="963"/>
            <p14:sldId id="980"/>
            <p14:sldId id="965"/>
            <p14:sldId id="981"/>
            <p14:sldId id="951"/>
            <p14:sldId id="982"/>
            <p14:sldId id="949"/>
            <p14:sldId id="983"/>
            <p14:sldId id="843"/>
            <p14:sldId id="984"/>
            <p14:sldId id="941"/>
            <p14:sldId id="985"/>
            <p14:sldId id="943"/>
            <p14:sldId id="986"/>
            <p14:sldId id="945"/>
            <p14:sldId id="987"/>
            <p14:sldId id="953"/>
            <p14:sldId id="988"/>
            <p14:sldId id="955"/>
            <p14:sldId id="989"/>
            <p14:sldId id="957"/>
            <p14:sldId id="990"/>
            <p14:sldId id="959"/>
            <p14:sldId id="833"/>
          </p14:sldIdLst>
        </p14:section>
        <p14:section name="Кайтарым байланыш" id="{F3D720CF-F566-46A6-9361-125255B68FA6}">
          <p14:sldIdLst>
            <p14:sldId id="99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32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5" d="100"/>
        <a:sy n="2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21/09/2024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9/21/2024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6" Type="http://schemas.openxmlformats.org/officeDocument/2006/relationships/audio" Target="../media/audio2.wav"/><Relationship Id="rId4" Type="http://schemas.openxmlformats.org/officeDocument/2006/relationships/image" Target="../media/image4.jp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19"/>
            <a:ext cx="9906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ky-KG" sz="2000" u="sng" dirty="0">
                <a:solidFill>
                  <a:prstClr val="black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ндуктар –Ирээттөө 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дептерге жазып корсото алышат.</a:t>
            </a: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R="0" lvl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Музыканы баштоо үчүн каалаган жерди чыкылдатыңыз, андан кийин суроону көрсөтүү үчүн "Өттү" чыкылдатыңыз, анан жоопту көрсөтүү үчүн кайра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7BD33-7F93-409E-A7C6-9D40C1AB01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D2E104-4597-4DDF-B563-3C40DEA17797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A6E8381-F74F-ACA7-E535-4ACA0F07CCFB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10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-744931" y="965566"/>
            <a:ext cx="11560506" cy="2304689"/>
            <a:chOff x="-744931" y="2289005"/>
            <a:chExt cx="11560506" cy="230468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07898" y="2338806"/>
              <a:ext cx="8722208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-744931" y="2289005"/>
              <a:ext cx="11560506" cy="156966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kumimoji="0" lang="ky-KG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Жыдымай</a:t>
              </a:r>
              <a:r>
                <a:rPr kumimoji="0" lang="en-US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 !</a:t>
              </a:r>
              <a:endParaRPr lang="en-US" sz="16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3413412" y="2260816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613605" y="654005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297521" y="782122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489438" y="3662481"/>
            <a:ext cx="8927124" cy="2646878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ru-RU" sz="80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Ондуктарды Ирээттөө</a:t>
            </a:r>
            <a:endParaRPr lang="en-US" sz="4400" b="1" dirty="0">
              <a:ln w="38100">
                <a:solidFill>
                  <a:schemeClr val="tx1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90712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Туура жооп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nard MT Condensed" panose="02050806060905020404" pitchFamily="18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Эң тез!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4897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804954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2486755" y="327334"/>
            <a:ext cx="4932485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8814203"/>
              </p:ext>
            </p:extLst>
          </p:nvPr>
        </p:nvGraphicFramePr>
        <p:xfrm>
          <a:off x="3681268" y="3925478"/>
          <a:ext cx="2543461" cy="260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0.67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0.76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2710273" y="224315"/>
            <a:ext cx="4485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Берилгендердин эң</a:t>
            </a:r>
          </a:p>
          <a:p>
            <a:pPr algn="ctr"/>
            <a:r>
              <a:rPr lang="ky-KG" sz="4000" dirty="0"/>
              <a:t> чоң саны кайсы?</a:t>
            </a:r>
            <a:endParaRPr lang="en-GB" sz="4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2A799D-3FC7-47CF-BA7B-5ED97F3EDC23}"/>
              </a:ext>
            </a:extLst>
          </p:cNvPr>
          <p:cNvGrpSpPr/>
          <p:nvPr/>
        </p:nvGrpSpPr>
        <p:grpSpPr>
          <a:xfrm>
            <a:off x="2037594" y="1650773"/>
            <a:ext cx="5830811" cy="2109370"/>
            <a:chOff x="1743924" y="1650772"/>
            <a:chExt cx="5830811" cy="21093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358850-1F14-4F52-B337-D52AD9D2B135}"/>
                </a:ext>
              </a:extLst>
            </p:cNvPr>
            <p:cNvGrpSpPr/>
            <p:nvPr/>
          </p:nvGrpSpPr>
          <p:grpSpPr>
            <a:xfrm>
              <a:off x="1743924" y="1650773"/>
              <a:ext cx="2744463" cy="1015663"/>
              <a:chOff x="1743924" y="1650773"/>
              <a:chExt cx="2744463" cy="101566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E1D9584-D70A-457C-91D4-05FD9B7B2D2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1A4E46-3246-4172-9E96-7D0AB0F0A28E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0.76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1E348C-F51B-4C96-A78E-0DADDE58BA5F}"/>
                </a:ext>
              </a:extLst>
            </p:cNvPr>
            <p:cNvGrpSpPr/>
            <p:nvPr/>
          </p:nvGrpSpPr>
          <p:grpSpPr>
            <a:xfrm>
              <a:off x="4830272" y="1650772"/>
              <a:ext cx="2744463" cy="1015663"/>
              <a:chOff x="1743924" y="1650773"/>
              <a:chExt cx="2744463" cy="1015663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0531E6E-F84E-4D03-8B09-0EBD497147E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DF30A-2359-4F1B-801B-0E1201A5B35C}"/>
                  </a:ext>
                </a:extLst>
              </p:cNvPr>
              <p:cNvSpPr txBox="1"/>
              <p:nvPr/>
            </p:nvSpPr>
            <p:spPr>
              <a:xfrm>
                <a:off x="2537310" y="1650773"/>
                <a:ext cx="115768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0.7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C741AC-EA39-4BF5-AE1D-86A8B4FDC68E}"/>
                </a:ext>
              </a:extLst>
            </p:cNvPr>
            <p:cNvGrpSpPr/>
            <p:nvPr/>
          </p:nvGrpSpPr>
          <p:grpSpPr>
            <a:xfrm>
              <a:off x="1743924" y="2744479"/>
              <a:ext cx="2744463" cy="1015663"/>
              <a:chOff x="1743924" y="1650773"/>
              <a:chExt cx="2744463" cy="101566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9451655-61E7-482D-B109-203808FA79AC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BB397C-4DCA-4D89-9F7C-D28499D64D94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0.67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32480D-61B0-4CFA-9477-D31EFE95BC89}"/>
                </a:ext>
              </a:extLst>
            </p:cNvPr>
            <p:cNvGrpSpPr/>
            <p:nvPr/>
          </p:nvGrpSpPr>
          <p:grpSpPr>
            <a:xfrm>
              <a:off x="4830272" y="2744478"/>
              <a:ext cx="2744463" cy="1015663"/>
              <a:chOff x="1743924" y="1650773"/>
              <a:chExt cx="2744463" cy="10156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D963521-6A4B-4849-B23C-8225C4BB7C2F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0D96E-659A-40E1-8439-5E0DF0E9AA0F}"/>
                  </a:ext>
                </a:extLst>
              </p:cNvPr>
              <p:cNvSpPr txBox="1"/>
              <p:nvPr/>
            </p:nvSpPr>
            <p:spPr>
              <a:xfrm>
                <a:off x="2537310" y="1650773"/>
                <a:ext cx="115768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0.6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31488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49361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2486755" y="327334"/>
            <a:ext cx="4932485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2233454"/>
              </p:ext>
            </p:extLst>
          </p:nvPr>
        </p:nvGraphicFramePr>
        <p:xfrm>
          <a:off x="3681268" y="3925478"/>
          <a:ext cx="2543461" cy="260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0.45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0.55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2594564" y="224315"/>
            <a:ext cx="471686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Берилгендердин эң</a:t>
            </a:r>
          </a:p>
          <a:p>
            <a:pPr algn="ctr"/>
            <a:r>
              <a:rPr lang="ky-KG" sz="4000" dirty="0"/>
              <a:t> кичине саны кайсы?</a:t>
            </a:r>
            <a:endParaRPr lang="en-GB" sz="4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2A799D-3FC7-47CF-BA7B-5ED97F3EDC23}"/>
              </a:ext>
            </a:extLst>
          </p:cNvPr>
          <p:cNvGrpSpPr/>
          <p:nvPr/>
        </p:nvGrpSpPr>
        <p:grpSpPr>
          <a:xfrm>
            <a:off x="2037594" y="1650773"/>
            <a:ext cx="5830811" cy="2109370"/>
            <a:chOff x="1743924" y="1650772"/>
            <a:chExt cx="5830811" cy="21093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358850-1F14-4F52-B337-D52AD9D2B135}"/>
                </a:ext>
              </a:extLst>
            </p:cNvPr>
            <p:cNvGrpSpPr/>
            <p:nvPr/>
          </p:nvGrpSpPr>
          <p:grpSpPr>
            <a:xfrm>
              <a:off x="1743924" y="1650773"/>
              <a:ext cx="2744463" cy="1015663"/>
              <a:chOff x="1743924" y="1650773"/>
              <a:chExt cx="2744463" cy="101566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E1D9584-D70A-457C-91D4-05FD9B7B2D2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1A4E46-3246-4172-9E96-7D0AB0F0A28E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0.54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1E348C-F51B-4C96-A78E-0DADDE58BA5F}"/>
                </a:ext>
              </a:extLst>
            </p:cNvPr>
            <p:cNvGrpSpPr/>
            <p:nvPr/>
          </p:nvGrpSpPr>
          <p:grpSpPr>
            <a:xfrm>
              <a:off x="4830272" y="1650772"/>
              <a:ext cx="2744463" cy="1015663"/>
              <a:chOff x="1743924" y="1650773"/>
              <a:chExt cx="2744463" cy="1015663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0531E6E-F84E-4D03-8B09-0EBD497147E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DF30A-2359-4F1B-801B-0E1201A5B35C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0.45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C741AC-EA39-4BF5-AE1D-86A8B4FDC68E}"/>
                </a:ext>
              </a:extLst>
            </p:cNvPr>
            <p:cNvGrpSpPr/>
            <p:nvPr/>
          </p:nvGrpSpPr>
          <p:grpSpPr>
            <a:xfrm>
              <a:off x="1743924" y="2744479"/>
              <a:ext cx="2744463" cy="1015663"/>
              <a:chOff x="1743924" y="1650773"/>
              <a:chExt cx="2744463" cy="101566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9451655-61E7-482D-B109-203808FA79AC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BB397C-4DCA-4D89-9F7C-D28499D64D94}"/>
                  </a:ext>
                </a:extLst>
              </p:cNvPr>
              <p:cNvSpPr txBox="1"/>
              <p:nvPr/>
            </p:nvSpPr>
            <p:spPr>
              <a:xfrm>
                <a:off x="2537310" y="1650773"/>
                <a:ext cx="115768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0.5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32480D-61B0-4CFA-9477-D31EFE95BC89}"/>
                </a:ext>
              </a:extLst>
            </p:cNvPr>
            <p:cNvGrpSpPr/>
            <p:nvPr/>
          </p:nvGrpSpPr>
          <p:grpSpPr>
            <a:xfrm>
              <a:off x="4830272" y="2744478"/>
              <a:ext cx="2744463" cy="1015663"/>
              <a:chOff x="1743924" y="1650773"/>
              <a:chExt cx="2744463" cy="10156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D963521-6A4B-4849-B23C-8225C4BB7C2F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0D96E-659A-40E1-8439-5E0DF0E9AA0F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0.55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63676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71834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2177557" y="327334"/>
            <a:ext cx="5550882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6795407"/>
              </p:ext>
            </p:extLst>
          </p:nvPr>
        </p:nvGraphicFramePr>
        <p:xfrm>
          <a:off x="3681268" y="3925478"/>
          <a:ext cx="2543461" cy="260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      0.23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1683726" y="192977"/>
            <a:ext cx="65385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Берилгендердин  экинчи </a:t>
            </a:r>
          </a:p>
          <a:p>
            <a:pPr algn="ctr"/>
            <a:r>
              <a:rPr lang="ky-KG" sz="4000" dirty="0"/>
              <a:t>эң чоң саны кайсы?</a:t>
            </a:r>
            <a:endParaRPr lang="en-GB" sz="4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2A799D-3FC7-47CF-BA7B-5ED97F3EDC23}"/>
              </a:ext>
            </a:extLst>
          </p:cNvPr>
          <p:cNvGrpSpPr/>
          <p:nvPr/>
        </p:nvGrpSpPr>
        <p:grpSpPr>
          <a:xfrm>
            <a:off x="2037594" y="1650773"/>
            <a:ext cx="5830811" cy="2109370"/>
            <a:chOff x="1743924" y="1650772"/>
            <a:chExt cx="5830811" cy="21093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358850-1F14-4F52-B337-D52AD9D2B135}"/>
                </a:ext>
              </a:extLst>
            </p:cNvPr>
            <p:cNvGrpSpPr/>
            <p:nvPr/>
          </p:nvGrpSpPr>
          <p:grpSpPr>
            <a:xfrm>
              <a:off x="1743924" y="1650773"/>
              <a:ext cx="2744463" cy="1015663"/>
              <a:chOff x="1743924" y="1650773"/>
              <a:chExt cx="2744463" cy="101566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E1D9584-D70A-457C-91D4-05FD9B7B2D2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1A4E46-3246-4172-9E96-7D0AB0F0A28E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0.32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1E348C-F51B-4C96-A78E-0DADDE58BA5F}"/>
                </a:ext>
              </a:extLst>
            </p:cNvPr>
            <p:cNvGrpSpPr/>
            <p:nvPr/>
          </p:nvGrpSpPr>
          <p:grpSpPr>
            <a:xfrm>
              <a:off x="4830272" y="1650772"/>
              <a:ext cx="2744463" cy="1015663"/>
              <a:chOff x="1743924" y="1650773"/>
              <a:chExt cx="2744463" cy="1015663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0531E6E-F84E-4D03-8B09-0EBD497147E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DF30A-2359-4F1B-801B-0E1201A5B35C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0.23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C741AC-EA39-4BF5-AE1D-86A8B4FDC68E}"/>
                </a:ext>
              </a:extLst>
            </p:cNvPr>
            <p:cNvGrpSpPr/>
            <p:nvPr/>
          </p:nvGrpSpPr>
          <p:grpSpPr>
            <a:xfrm>
              <a:off x="1743924" y="2744479"/>
              <a:ext cx="2744463" cy="1015663"/>
              <a:chOff x="1743924" y="1650773"/>
              <a:chExt cx="2744463" cy="101566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9451655-61E7-482D-B109-203808FA79AC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BB397C-4DCA-4D89-9F7C-D28499D64D94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0.22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32480D-61B0-4CFA-9477-D31EFE95BC89}"/>
                </a:ext>
              </a:extLst>
            </p:cNvPr>
            <p:cNvGrpSpPr/>
            <p:nvPr/>
          </p:nvGrpSpPr>
          <p:grpSpPr>
            <a:xfrm>
              <a:off x="4830272" y="2744478"/>
              <a:ext cx="2744463" cy="1015663"/>
              <a:chOff x="1743924" y="1650773"/>
              <a:chExt cx="2744463" cy="10156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D963521-6A4B-4849-B23C-8225C4BB7C2F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0D96E-659A-40E1-8439-5E0DF0E9AA0F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0.33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423540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413681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2486755" y="327334"/>
            <a:ext cx="4932485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5607788"/>
              </p:ext>
            </p:extLst>
          </p:nvPr>
        </p:nvGraphicFramePr>
        <p:xfrm>
          <a:off x="3681268" y="3925478"/>
          <a:ext cx="2543461" cy="260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0.065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0.505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0.506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2594566" y="224315"/>
            <a:ext cx="471686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Берилгендердин эң</a:t>
            </a:r>
          </a:p>
          <a:p>
            <a:pPr algn="ctr"/>
            <a:r>
              <a:rPr lang="ky-KG" sz="4000" dirty="0"/>
              <a:t> кичине саны кайсы?</a:t>
            </a:r>
            <a:endParaRPr lang="en-GB" sz="4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2A799D-3FC7-47CF-BA7B-5ED97F3EDC23}"/>
              </a:ext>
            </a:extLst>
          </p:cNvPr>
          <p:cNvGrpSpPr/>
          <p:nvPr/>
        </p:nvGrpSpPr>
        <p:grpSpPr>
          <a:xfrm>
            <a:off x="2037594" y="1650773"/>
            <a:ext cx="5830811" cy="2109370"/>
            <a:chOff x="1743924" y="1650772"/>
            <a:chExt cx="5830811" cy="21093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358850-1F14-4F52-B337-D52AD9D2B135}"/>
                </a:ext>
              </a:extLst>
            </p:cNvPr>
            <p:cNvGrpSpPr/>
            <p:nvPr/>
          </p:nvGrpSpPr>
          <p:grpSpPr>
            <a:xfrm>
              <a:off x="1743924" y="1650773"/>
              <a:ext cx="2744463" cy="1015663"/>
              <a:chOff x="1743924" y="1650773"/>
              <a:chExt cx="2744463" cy="101566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E1D9584-D70A-457C-91D4-05FD9B7B2D2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1A4E46-3246-4172-9E96-7D0AB0F0A28E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0.56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1E348C-F51B-4C96-A78E-0DADDE58BA5F}"/>
                </a:ext>
              </a:extLst>
            </p:cNvPr>
            <p:cNvGrpSpPr/>
            <p:nvPr/>
          </p:nvGrpSpPr>
          <p:grpSpPr>
            <a:xfrm>
              <a:off x="4830272" y="1650772"/>
              <a:ext cx="2744463" cy="1015663"/>
              <a:chOff x="1743924" y="1650773"/>
              <a:chExt cx="2744463" cy="1015663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0531E6E-F84E-4D03-8B09-0EBD497147E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DF30A-2359-4F1B-801B-0E1201A5B35C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0.505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C741AC-EA39-4BF5-AE1D-86A8B4FDC68E}"/>
                </a:ext>
              </a:extLst>
            </p:cNvPr>
            <p:cNvGrpSpPr/>
            <p:nvPr/>
          </p:nvGrpSpPr>
          <p:grpSpPr>
            <a:xfrm>
              <a:off x="1743924" y="2744479"/>
              <a:ext cx="2744463" cy="1015663"/>
              <a:chOff x="1743924" y="1650773"/>
              <a:chExt cx="2744463" cy="101566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9451655-61E7-482D-B109-203808FA79AC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BB397C-4DCA-4D89-9F7C-D28499D64D94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0.506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32480D-61B0-4CFA-9477-D31EFE95BC89}"/>
                </a:ext>
              </a:extLst>
            </p:cNvPr>
            <p:cNvGrpSpPr/>
            <p:nvPr/>
          </p:nvGrpSpPr>
          <p:grpSpPr>
            <a:xfrm>
              <a:off x="4830272" y="2744478"/>
              <a:ext cx="2744463" cy="1015663"/>
              <a:chOff x="1743924" y="1650773"/>
              <a:chExt cx="2744463" cy="10156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D963521-6A4B-4849-B23C-8225C4BB7C2F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0D96E-659A-40E1-8439-5E0DF0E9AA0F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0.065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730924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3985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2037590" y="327334"/>
            <a:ext cx="5830816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45265631"/>
              </p:ext>
            </p:extLst>
          </p:nvPr>
        </p:nvGraphicFramePr>
        <p:xfrm>
          <a:off x="3681268" y="3925478"/>
          <a:ext cx="2543461" cy="260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0.202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0.22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0.302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2137397" y="203625"/>
            <a:ext cx="583081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Берилгендердин  экинчи </a:t>
            </a:r>
          </a:p>
          <a:p>
            <a:pPr algn="ctr"/>
            <a:r>
              <a:rPr lang="ky-KG" sz="4000" dirty="0"/>
              <a:t>эң чоң саны кайсы?</a:t>
            </a:r>
            <a:endParaRPr lang="en-GB" sz="4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2A799D-3FC7-47CF-BA7B-5ED97F3EDC23}"/>
              </a:ext>
            </a:extLst>
          </p:cNvPr>
          <p:cNvGrpSpPr/>
          <p:nvPr/>
        </p:nvGrpSpPr>
        <p:grpSpPr>
          <a:xfrm>
            <a:off x="2037594" y="1650773"/>
            <a:ext cx="5830811" cy="2109370"/>
            <a:chOff x="1743924" y="1650772"/>
            <a:chExt cx="5830811" cy="21093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358850-1F14-4F52-B337-D52AD9D2B135}"/>
                </a:ext>
              </a:extLst>
            </p:cNvPr>
            <p:cNvGrpSpPr/>
            <p:nvPr/>
          </p:nvGrpSpPr>
          <p:grpSpPr>
            <a:xfrm>
              <a:off x="1743924" y="1650773"/>
              <a:ext cx="2744463" cy="1015663"/>
              <a:chOff x="1743924" y="1650773"/>
              <a:chExt cx="2744463" cy="101566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E1D9584-D70A-457C-91D4-05FD9B7B2D2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1A4E46-3246-4172-9E96-7D0AB0F0A28E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0.22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1E348C-F51B-4C96-A78E-0DADDE58BA5F}"/>
                </a:ext>
              </a:extLst>
            </p:cNvPr>
            <p:cNvGrpSpPr/>
            <p:nvPr/>
          </p:nvGrpSpPr>
          <p:grpSpPr>
            <a:xfrm>
              <a:off x="4830272" y="1650772"/>
              <a:ext cx="2744463" cy="1015663"/>
              <a:chOff x="1743924" y="1650773"/>
              <a:chExt cx="2744463" cy="1015663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0531E6E-F84E-4D03-8B09-0EBD497147E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DF30A-2359-4F1B-801B-0E1201A5B35C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0.302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C741AC-EA39-4BF5-AE1D-86A8B4FDC68E}"/>
                </a:ext>
              </a:extLst>
            </p:cNvPr>
            <p:cNvGrpSpPr/>
            <p:nvPr/>
          </p:nvGrpSpPr>
          <p:grpSpPr>
            <a:xfrm>
              <a:off x="1743924" y="2744479"/>
              <a:ext cx="2744463" cy="1015663"/>
              <a:chOff x="1743924" y="1650773"/>
              <a:chExt cx="2744463" cy="101566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9451655-61E7-482D-B109-203808FA79AC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BB397C-4DCA-4D89-9F7C-D28499D64D94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0.23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32480D-61B0-4CFA-9477-D31EFE95BC89}"/>
                </a:ext>
              </a:extLst>
            </p:cNvPr>
            <p:cNvGrpSpPr/>
            <p:nvPr/>
          </p:nvGrpSpPr>
          <p:grpSpPr>
            <a:xfrm>
              <a:off x="4830272" y="2744478"/>
              <a:ext cx="2744463" cy="1015663"/>
              <a:chOff x="1743924" y="1650773"/>
              <a:chExt cx="2744463" cy="10156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D963521-6A4B-4849-B23C-8225C4BB7C2F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0D96E-659A-40E1-8439-5E0DF0E9AA0F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0.202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2822708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4037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2037595" y="327334"/>
            <a:ext cx="5744966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7123175"/>
              </p:ext>
            </p:extLst>
          </p:nvPr>
        </p:nvGraphicFramePr>
        <p:xfrm>
          <a:off x="3681268" y="3925478"/>
          <a:ext cx="2543461" cy="260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0.708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0.807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      0.87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0.877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2255242" y="247968"/>
            <a:ext cx="573740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Берилгендердин  экинчи </a:t>
            </a:r>
          </a:p>
          <a:p>
            <a:pPr algn="ctr"/>
            <a:r>
              <a:rPr lang="ky-KG" sz="4000" dirty="0"/>
              <a:t>эң чоң саны кайсы?</a:t>
            </a:r>
            <a:endParaRPr lang="en-GB" sz="4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2A799D-3FC7-47CF-BA7B-5ED97F3EDC23}"/>
              </a:ext>
            </a:extLst>
          </p:cNvPr>
          <p:cNvGrpSpPr/>
          <p:nvPr/>
        </p:nvGrpSpPr>
        <p:grpSpPr>
          <a:xfrm>
            <a:off x="2037594" y="1650773"/>
            <a:ext cx="5830811" cy="2109370"/>
            <a:chOff x="1743924" y="1650772"/>
            <a:chExt cx="5830811" cy="21093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358850-1F14-4F52-B337-D52AD9D2B135}"/>
                </a:ext>
              </a:extLst>
            </p:cNvPr>
            <p:cNvGrpSpPr/>
            <p:nvPr/>
          </p:nvGrpSpPr>
          <p:grpSpPr>
            <a:xfrm>
              <a:off x="1743924" y="1650773"/>
              <a:ext cx="2744463" cy="1015663"/>
              <a:chOff x="1743924" y="1650773"/>
              <a:chExt cx="2744463" cy="101566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E1D9584-D70A-457C-91D4-05FD9B7B2D2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1A4E46-3246-4172-9E96-7D0AB0F0A28E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0.708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1E348C-F51B-4C96-A78E-0DADDE58BA5F}"/>
                </a:ext>
              </a:extLst>
            </p:cNvPr>
            <p:cNvGrpSpPr/>
            <p:nvPr/>
          </p:nvGrpSpPr>
          <p:grpSpPr>
            <a:xfrm>
              <a:off x="4830272" y="1650772"/>
              <a:ext cx="2744463" cy="1015663"/>
              <a:chOff x="1743924" y="1650773"/>
              <a:chExt cx="2744463" cy="1015663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0531E6E-F84E-4D03-8B09-0EBD497147E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DF30A-2359-4F1B-801B-0E1201A5B35C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0.87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C741AC-EA39-4BF5-AE1D-86A8B4FDC68E}"/>
                </a:ext>
              </a:extLst>
            </p:cNvPr>
            <p:cNvGrpSpPr/>
            <p:nvPr/>
          </p:nvGrpSpPr>
          <p:grpSpPr>
            <a:xfrm>
              <a:off x="1743924" y="2744479"/>
              <a:ext cx="2744463" cy="1015663"/>
              <a:chOff x="1743924" y="1650773"/>
              <a:chExt cx="2744463" cy="101566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9451655-61E7-482D-B109-203808FA79AC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BB397C-4DCA-4D89-9F7C-D28499D64D94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0.877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32480D-61B0-4CFA-9477-D31EFE95BC89}"/>
                </a:ext>
              </a:extLst>
            </p:cNvPr>
            <p:cNvGrpSpPr/>
            <p:nvPr/>
          </p:nvGrpSpPr>
          <p:grpSpPr>
            <a:xfrm>
              <a:off x="4830272" y="2744478"/>
              <a:ext cx="2744463" cy="1015663"/>
              <a:chOff x="1743924" y="1650773"/>
              <a:chExt cx="2744463" cy="10156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D963521-6A4B-4849-B23C-8225C4BB7C2F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0D96E-659A-40E1-8439-5E0DF0E9AA0F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0.807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070234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291651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2133595" y="327334"/>
            <a:ext cx="5638806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0730556"/>
              </p:ext>
            </p:extLst>
          </p:nvPr>
        </p:nvGraphicFramePr>
        <p:xfrm>
          <a:off x="3681268" y="3925478"/>
          <a:ext cx="2543461" cy="260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0.056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0.065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0.605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2209867" y="224315"/>
            <a:ext cx="558533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Берилгендердин  экинчи </a:t>
            </a:r>
          </a:p>
          <a:p>
            <a:pPr algn="ctr"/>
            <a:r>
              <a:rPr lang="ky-KG" sz="4000" dirty="0"/>
              <a:t>эң кичине саны кайсы?</a:t>
            </a:r>
            <a:endParaRPr lang="en-GB" sz="4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2A799D-3FC7-47CF-BA7B-5ED97F3EDC23}"/>
              </a:ext>
            </a:extLst>
          </p:cNvPr>
          <p:cNvGrpSpPr/>
          <p:nvPr/>
        </p:nvGrpSpPr>
        <p:grpSpPr>
          <a:xfrm>
            <a:off x="2037594" y="1650773"/>
            <a:ext cx="5830811" cy="2109370"/>
            <a:chOff x="1743924" y="1650772"/>
            <a:chExt cx="5830811" cy="21093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358850-1F14-4F52-B337-D52AD9D2B135}"/>
                </a:ext>
              </a:extLst>
            </p:cNvPr>
            <p:cNvGrpSpPr/>
            <p:nvPr/>
          </p:nvGrpSpPr>
          <p:grpSpPr>
            <a:xfrm>
              <a:off x="1743924" y="1650773"/>
              <a:ext cx="2744463" cy="1015663"/>
              <a:chOff x="1743924" y="1650773"/>
              <a:chExt cx="2744463" cy="101566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E1D9584-D70A-457C-91D4-05FD9B7B2D2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1A4E46-3246-4172-9E96-7D0AB0F0A28E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0.056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1E348C-F51B-4C96-A78E-0DADDE58BA5F}"/>
                </a:ext>
              </a:extLst>
            </p:cNvPr>
            <p:cNvGrpSpPr/>
            <p:nvPr/>
          </p:nvGrpSpPr>
          <p:grpSpPr>
            <a:xfrm>
              <a:off x="4830272" y="1650772"/>
              <a:ext cx="2744463" cy="1015663"/>
              <a:chOff x="1743924" y="1650773"/>
              <a:chExt cx="2744463" cy="1015663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0531E6E-F84E-4D03-8B09-0EBD497147E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DF30A-2359-4F1B-801B-0E1201A5B35C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0.56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C741AC-EA39-4BF5-AE1D-86A8B4FDC68E}"/>
                </a:ext>
              </a:extLst>
            </p:cNvPr>
            <p:cNvGrpSpPr/>
            <p:nvPr/>
          </p:nvGrpSpPr>
          <p:grpSpPr>
            <a:xfrm>
              <a:off x="1743924" y="2744479"/>
              <a:ext cx="2744463" cy="1015663"/>
              <a:chOff x="1743924" y="1650773"/>
              <a:chExt cx="2744463" cy="101566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9451655-61E7-482D-B109-203808FA79AC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BB397C-4DCA-4D89-9F7C-D28499D64D94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0.065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32480D-61B0-4CFA-9477-D31EFE95BC89}"/>
                </a:ext>
              </a:extLst>
            </p:cNvPr>
            <p:cNvGrpSpPr/>
            <p:nvPr/>
          </p:nvGrpSpPr>
          <p:grpSpPr>
            <a:xfrm>
              <a:off x="4830272" y="2744478"/>
              <a:ext cx="2744463" cy="1015663"/>
              <a:chOff x="1743924" y="1650773"/>
              <a:chExt cx="2744463" cy="10156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D963521-6A4B-4849-B23C-8225C4BB7C2F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0D96E-659A-40E1-8439-5E0DF0E9AA0F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0.605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049164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628605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2137071" y="327334"/>
            <a:ext cx="5655650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3905249"/>
              </p:ext>
            </p:extLst>
          </p:nvPr>
        </p:nvGraphicFramePr>
        <p:xfrm>
          <a:off x="3681268" y="3925478"/>
          <a:ext cx="2543461" cy="260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0.045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0.405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0.45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0.504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2239330" y="224315"/>
            <a:ext cx="565565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Берилгендердин  үчүнчү </a:t>
            </a:r>
          </a:p>
          <a:p>
            <a:pPr algn="ctr"/>
            <a:r>
              <a:rPr lang="ky-KG" sz="4000" dirty="0"/>
              <a:t>эң кичине саны кайсы?</a:t>
            </a:r>
            <a:endParaRPr lang="en-GB" sz="4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2A799D-3FC7-47CF-BA7B-5ED97F3EDC23}"/>
              </a:ext>
            </a:extLst>
          </p:cNvPr>
          <p:cNvGrpSpPr/>
          <p:nvPr/>
        </p:nvGrpSpPr>
        <p:grpSpPr>
          <a:xfrm>
            <a:off x="2037594" y="1650773"/>
            <a:ext cx="5830811" cy="2109370"/>
            <a:chOff x="1743924" y="1650772"/>
            <a:chExt cx="5830811" cy="21093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358850-1F14-4F52-B337-D52AD9D2B135}"/>
                </a:ext>
              </a:extLst>
            </p:cNvPr>
            <p:cNvGrpSpPr/>
            <p:nvPr/>
          </p:nvGrpSpPr>
          <p:grpSpPr>
            <a:xfrm>
              <a:off x="1743924" y="1650773"/>
              <a:ext cx="2744463" cy="1015663"/>
              <a:chOff x="1743924" y="1650773"/>
              <a:chExt cx="2744463" cy="101566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E1D9584-D70A-457C-91D4-05FD9B7B2D2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1A4E46-3246-4172-9E96-7D0AB0F0A28E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0.45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1E348C-F51B-4C96-A78E-0DADDE58BA5F}"/>
                </a:ext>
              </a:extLst>
            </p:cNvPr>
            <p:cNvGrpSpPr/>
            <p:nvPr/>
          </p:nvGrpSpPr>
          <p:grpSpPr>
            <a:xfrm>
              <a:off x="4830272" y="1650772"/>
              <a:ext cx="2744463" cy="1015663"/>
              <a:chOff x="1743924" y="1650773"/>
              <a:chExt cx="2744463" cy="1015663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0531E6E-F84E-4D03-8B09-0EBD497147E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DF30A-2359-4F1B-801B-0E1201A5B35C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0.045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C741AC-EA39-4BF5-AE1D-86A8B4FDC68E}"/>
                </a:ext>
              </a:extLst>
            </p:cNvPr>
            <p:cNvGrpSpPr/>
            <p:nvPr/>
          </p:nvGrpSpPr>
          <p:grpSpPr>
            <a:xfrm>
              <a:off x="1743924" y="2744479"/>
              <a:ext cx="2744463" cy="1015663"/>
              <a:chOff x="1743924" y="1650773"/>
              <a:chExt cx="2744463" cy="101566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9451655-61E7-482D-B109-203808FA79AC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BB397C-4DCA-4D89-9F7C-D28499D64D94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0.504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32480D-61B0-4CFA-9477-D31EFE95BC89}"/>
                </a:ext>
              </a:extLst>
            </p:cNvPr>
            <p:cNvGrpSpPr/>
            <p:nvPr/>
          </p:nvGrpSpPr>
          <p:grpSpPr>
            <a:xfrm>
              <a:off x="4830272" y="2744478"/>
              <a:ext cx="2744463" cy="1015663"/>
              <a:chOff x="1743924" y="1650773"/>
              <a:chExt cx="2744463" cy="10156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D963521-6A4B-4849-B23C-8225C4BB7C2F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0D96E-659A-40E1-8439-5E0DF0E9AA0F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0.405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71546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873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1937783" y="327334"/>
            <a:ext cx="6030430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6714247"/>
              </p:ext>
            </p:extLst>
          </p:nvPr>
        </p:nvGraphicFramePr>
        <p:xfrm>
          <a:off x="3681268" y="3925478"/>
          <a:ext cx="2543461" cy="260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0.556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0.605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0.665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2069102" y="235269"/>
            <a:ext cx="610967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Берилгендердин  экинчи </a:t>
            </a:r>
          </a:p>
          <a:p>
            <a:pPr algn="ctr"/>
            <a:r>
              <a:rPr lang="ky-KG" sz="4000" dirty="0"/>
              <a:t>эң кичине саны кайсы?</a:t>
            </a:r>
            <a:endParaRPr lang="en-GB" sz="4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2A799D-3FC7-47CF-BA7B-5ED97F3EDC23}"/>
              </a:ext>
            </a:extLst>
          </p:cNvPr>
          <p:cNvGrpSpPr/>
          <p:nvPr/>
        </p:nvGrpSpPr>
        <p:grpSpPr>
          <a:xfrm>
            <a:off x="2037594" y="1650773"/>
            <a:ext cx="5830811" cy="2109370"/>
            <a:chOff x="1743924" y="1650772"/>
            <a:chExt cx="5830811" cy="21093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358850-1F14-4F52-B337-D52AD9D2B135}"/>
                </a:ext>
              </a:extLst>
            </p:cNvPr>
            <p:cNvGrpSpPr/>
            <p:nvPr/>
          </p:nvGrpSpPr>
          <p:grpSpPr>
            <a:xfrm>
              <a:off x="1743924" y="1650773"/>
              <a:ext cx="2744463" cy="1015663"/>
              <a:chOff x="1743924" y="1650773"/>
              <a:chExt cx="2744463" cy="101566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E1D9584-D70A-457C-91D4-05FD9B7B2D2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1A4E46-3246-4172-9E96-7D0AB0F0A28E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0.665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1E348C-F51B-4C96-A78E-0DADDE58BA5F}"/>
                </a:ext>
              </a:extLst>
            </p:cNvPr>
            <p:cNvGrpSpPr/>
            <p:nvPr/>
          </p:nvGrpSpPr>
          <p:grpSpPr>
            <a:xfrm>
              <a:off x="4830272" y="1650772"/>
              <a:ext cx="2744463" cy="1015663"/>
              <a:chOff x="1743924" y="1650773"/>
              <a:chExt cx="2744463" cy="1015663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0531E6E-F84E-4D03-8B09-0EBD497147E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DF30A-2359-4F1B-801B-0E1201A5B35C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0.605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C741AC-EA39-4BF5-AE1D-86A8B4FDC68E}"/>
                </a:ext>
              </a:extLst>
            </p:cNvPr>
            <p:cNvGrpSpPr/>
            <p:nvPr/>
          </p:nvGrpSpPr>
          <p:grpSpPr>
            <a:xfrm>
              <a:off x="1743924" y="2744479"/>
              <a:ext cx="2744463" cy="1015663"/>
              <a:chOff x="1743924" y="1650773"/>
              <a:chExt cx="2744463" cy="101566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9451655-61E7-482D-B109-203808FA79AC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BB397C-4DCA-4D89-9F7C-D28499D64D94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0.556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32480D-61B0-4CFA-9477-D31EFE95BC89}"/>
                </a:ext>
              </a:extLst>
            </p:cNvPr>
            <p:cNvGrpSpPr/>
            <p:nvPr/>
          </p:nvGrpSpPr>
          <p:grpSpPr>
            <a:xfrm>
              <a:off x="4830272" y="2744478"/>
              <a:ext cx="2744463" cy="1015663"/>
              <a:chOff x="1743924" y="1650773"/>
              <a:chExt cx="2744463" cy="10156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D963521-6A4B-4849-B23C-8225C4BB7C2F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0D96E-659A-40E1-8439-5E0DF0E9AA0F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0.65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360500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56109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2212754" y="327334"/>
            <a:ext cx="5655651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9720033"/>
              </p:ext>
            </p:extLst>
          </p:nvPr>
        </p:nvGraphicFramePr>
        <p:xfrm>
          <a:off x="3681268" y="3925478"/>
          <a:ext cx="2543461" cy="260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0.089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0.098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0.809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0.89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2271687" y="201019"/>
            <a:ext cx="573740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Берилгендердин  экинчи </a:t>
            </a:r>
          </a:p>
          <a:p>
            <a:pPr algn="ctr"/>
            <a:r>
              <a:rPr lang="ky-KG" sz="4000" dirty="0"/>
              <a:t>эң чоң саны кайсы?</a:t>
            </a:r>
            <a:endParaRPr lang="en-GB" sz="4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2A799D-3FC7-47CF-BA7B-5ED97F3EDC23}"/>
              </a:ext>
            </a:extLst>
          </p:cNvPr>
          <p:cNvGrpSpPr/>
          <p:nvPr/>
        </p:nvGrpSpPr>
        <p:grpSpPr>
          <a:xfrm>
            <a:off x="2037594" y="1650773"/>
            <a:ext cx="5830811" cy="2109370"/>
            <a:chOff x="1743924" y="1650772"/>
            <a:chExt cx="5830811" cy="21093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358850-1F14-4F52-B337-D52AD9D2B135}"/>
                </a:ext>
              </a:extLst>
            </p:cNvPr>
            <p:cNvGrpSpPr/>
            <p:nvPr/>
          </p:nvGrpSpPr>
          <p:grpSpPr>
            <a:xfrm>
              <a:off x="1743924" y="1650773"/>
              <a:ext cx="2744463" cy="1015663"/>
              <a:chOff x="1743924" y="1650773"/>
              <a:chExt cx="2744463" cy="101566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E1D9584-D70A-457C-91D4-05FD9B7B2D2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1A4E46-3246-4172-9E96-7D0AB0F0A28E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0.089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1E348C-F51B-4C96-A78E-0DADDE58BA5F}"/>
                </a:ext>
              </a:extLst>
            </p:cNvPr>
            <p:cNvGrpSpPr/>
            <p:nvPr/>
          </p:nvGrpSpPr>
          <p:grpSpPr>
            <a:xfrm>
              <a:off x="4830272" y="1650772"/>
              <a:ext cx="2744463" cy="1015663"/>
              <a:chOff x="1743924" y="1650773"/>
              <a:chExt cx="2744463" cy="1015663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0531E6E-F84E-4D03-8B09-0EBD497147E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DF30A-2359-4F1B-801B-0E1201A5B35C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0.89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C741AC-EA39-4BF5-AE1D-86A8B4FDC68E}"/>
                </a:ext>
              </a:extLst>
            </p:cNvPr>
            <p:cNvGrpSpPr/>
            <p:nvPr/>
          </p:nvGrpSpPr>
          <p:grpSpPr>
            <a:xfrm>
              <a:off x="1743924" y="2744479"/>
              <a:ext cx="2744463" cy="1015663"/>
              <a:chOff x="1743924" y="1650773"/>
              <a:chExt cx="2744463" cy="101566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9451655-61E7-482D-B109-203808FA79AC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BB397C-4DCA-4D89-9F7C-D28499D64D94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0.098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32480D-61B0-4CFA-9477-D31EFE95BC89}"/>
                </a:ext>
              </a:extLst>
            </p:cNvPr>
            <p:cNvGrpSpPr/>
            <p:nvPr/>
          </p:nvGrpSpPr>
          <p:grpSpPr>
            <a:xfrm>
              <a:off x="4830272" y="2744478"/>
              <a:ext cx="2744463" cy="1015663"/>
              <a:chOff x="1743924" y="1650773"/>
              <a:chExt cx="2744463" cy="10156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D963521-6A4B-4849-B23C-8225C4BB7C2F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0D96E-659A-40E1-8439-5E0DF0E9AA0F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0.809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82596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65145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2486755" y="327334"/>
            <a:ext cx="4932485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619339"/>
              </p:ext>
            </p:extLst>
          </p:nvPr>
        </p:nvGraphicFramePr>
        <p:xfrm>
          <a:off x="3681268" y="3925478"/>
          <a:ext cx="2543461" cy="260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0.445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0.454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0.554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2594563" y="224315"/>
            <a:ext cx="471686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Берилгендердин эң</a:t>
            </a:r>
          </a:p>
          <a:p>
            <a:pPr algn="ctr"/>
            <a:r>
              <a:rPr lang="ky-KG" sz="4000" dirty="0"/>
              <a:t> кичине саны кайсы?</a:t>
            </a:r>
            <a:endParaRPr lang="en-GB" sz="4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2A799D-3FC7-47CF-BA7B-5ED97F3EDC23}"/>
              </a:ext>
            </a:extLst>
          </p:cNvPr>
          <p:cNvGrpSpPr/>
          <p:nvPr/>
        </p:nvGrpSpPr>
        <p:grpSpPr>
          <a:xfrm>
            <a:off x="2037594" y="1650773"/>
            <a:ext cx="5830811" cy="2109370"/>
            <a:chOff x="1743924" y="1650772"/>
            <a:chExt cx="5830811" cy="21093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358850-1F14-4F52-B337-D52AD9D2B135}"/>
                </a:ext>
              </a:extLst>
            </p:cNvPr>
            <p:cNvGrpSpPr/>
            <p:nvPr/>
          </p:nvGrpSpPr>
          <p:grpSpPr>
            <a:xfrm>
              <a:off x="1743924" y="1650773"/>
              <a:ext cx="2744463" cy="1015663"/>
              <a:chOff x="1743924" y="1650773"/>
              <a:chExt cx="2744463" cy="101566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E1D9584-D70A-457C-91D4-05FD9B7B2D2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1A4E46-3246-4172-9E96-7D0AB0F0A28E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0.554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1E348C-F51B-4C96-A78E-0DADDE58BA5F}"/>
                </a:ext>
              </a:extLst>
            </p:cNvPr>
            <p:cNvGrpSpPr/>
            <p:nvPr/>
          </p:nvGrpSpPr>
          <p:grpSpPr>
            <a:xfrm>
              <a:off x="4830272" y="1650772"/>
              <a:ext cx="2744463" cy="1015663"/>
              <a:chOff x="1743924" y="1650773"/>
              <a:chExt cx="2744463" cy="1015663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0531E6E-F84E-4D03-8B09-0EBD497147E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DF30A-2359-4F1B-801B-0E1201A5B35C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0.454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C741AC-EA39-4BF5-AE1D-86A8B4FDC68E}"/>
                </a:ext>
              </a:extLst>
            </p:cNvPr>
            <p:cNvGrpSpPr/>
            <p:nvPr/>
          </p:nvGrpSpPr>
          <p:grpSpPr>
            <a:xfrm>
              <a:off x="1743924" y="2744479"/>
              <a:ext cx="2744463" cy="1015663"/>
              <a:chOff x="1743924" y="1650773"/>
              <a:chExt cx="2744463" cy="101566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9451655-61E7-482D-B109-203808FA79AC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BB397C-4DCA-4D89-9F7C-D28499D64D94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0.54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32480D-61B0-4CFA-9477-D31EFE95BC89}"/>
                </a:ext>
              </a:extLst>
            </p:cNvPr>
            <p:cNvGrpSpPr/>
            <p:nvPr/>
          </p:nvGrpSpPr>
          <p:grpSpPr>
            <a:xfrm>
              <a:off x="4830272" y="2744478"/>
              <a:ext cx="2744463" cy="1015663"/>
              <a:chOff x="1743924" y="1650773"/>
              <a:chExt cx="2744463" cy="10156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D963521-6A4B-4849-B23C-8225C4BB7C2F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0D96E-659A-40E1-8439-5E0DF0E9AA0F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0.445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977359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07648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2486755" y="327334"/>
            <a:ext cx="4932485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2614680"/>
              </p:ext>
            </p:extLst>
          </p:nvPr>
        </p:nvGraphicFramePr>
        <p:xfrm>
          <a:off x="3681268" y="3925478"/>
          <a:ext cx="2543461" cy="260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0.021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0.12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0.201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0.21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2710269" y="224315"/>
            <a:ext cx="448545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Берилгендердин эң</a:t>
            </a:r>
          </a:p>
          <a:p>
            <a:pPr algn="ctr"/>
            <a:r>
              <a:rPr lang="ky-KG" sz="4000" dirty="0"/>
              <a:t> чоң саны кайсы?</a:t>
            </a:r>
            <a:endParaRPr lang="en-GB" sz="4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2A799D-3FC7-47CF-BA7B-5ED97F3EDC23}"/>
              </a:ext>
            </a:extLst>
          </p:cNvPr>
          <p:cNvGrpSpPr/>
          <p:nvPr/>
        </p:nvGrpSpPr>
        <p:grpSpPr>
          <a:xfrm>
            <a:off x="2037594" y="1650773"/>
            <a:ext cx="5830811" cy="2109370"/>
            <a:chOff x="1743924" y="1650772"/>
            <a:chExt cx="5830811" cy="21093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358850-1F14-4F52-B337-D52AD9D2B135}"/>
                </a:ext>
              </a:extLst>
            </p:cNvPr>
            <p:cNvGrpSpPr/>
            <p:nvPr/>
          </p:nvGrpSpPr>
          <p:grpSpPr>
            <a:xfrm>
              <a:off x="1743924" y="1650773"/>
              <a:ext cx="2744463" cy="1015663"/>
              <a:chOff x="1743924" y="1650773"/>
              <a:chExt cx="2744463" cy="101566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E1D9584-D70A-457C-91D4-05FD9B7B2D2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1A4E46-3246-4172-9E96-7D0AB0F0A28E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0.021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1E348C-F51B-4C96-A78E-0DADDE58BA5F}"/>
                </a:ext>
              </a:extLst>
            </p:cNvPr>
            <p:cNvGrpSpPr/>
            <p:nvPr/>
          </p:nvGrpSpPr>
          <p:grpSpPr>
            <a:xfrm>
              <a:off x="4830272" y="1650772"/>
              <a:ext cx="2744463" cy="1015663"/>
              <a:chOff x="1743924" y="1650773"/>
              <a:chExt cx="2744463" cy="1015663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0531E6E-F84E-4D03-8B09-0EBD497147E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DF30A-2359-4F1B-801B-0E1201A5B35C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0.12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C741AC-EA39-4BF5-AE1D-86A8B4FDC68E}"/>
                </a:ext>
              </a:extLst>
            </p:cNvPr>
            <p:cNvGrpSpPr/>
            <p:nvPr/>
          </p:nvGrpSpPr>
          <p:grpSpPr>
            <a:xfrm>
              <a:off x="1743924" y="2744479"/>
              <a:ext cx="2744463" cy="1015663"/>
              <a:chOff x="1743924" y="1650773"/>
              <a:chExt cx="2744463" cy="101566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9451655-61E7-482D-B109-203808FA79AC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BB397C-4DCA-4D89-9F7C-D28499D64D94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0.21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32480D-61B0-4CFA-9477-D31EFE95BC89}"/>
                </a:ext>
              </a:extLst>
            </p:cNvPr>
            <p:cNvGrpSpPr/>
            <p:nvPr/>
          </p:nvGrpSpPr>
          <p:grpSpPr>
            <a:xfrm>
              <a:off x="4830272" y="2744478"/>
              <a:ext cx="2744463" cy="1015663"/>
              <a:chOff x="1743924" y="1650773"/>
              <a:chExt cx="2744463" cy="10156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D963521-6A4B-4849-B23C-8225C4BB7C2F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0D96E-659A-40E1-8439-5E0DF0E9AA0F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0.201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872386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439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2008234" y="327334"/>
            <a:ext cx="5685011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0634613"/>
              </p:ext>
            </p:extLst>
          </p:nvPr>
        </p:nvGraphicFramePr>
        <p:xfrm>
          <a:off x="3681268" y="3925478"/>
          <a:ext cx="2543461" cy="260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0.034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0.33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0.334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0.434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2084298" y="208947"/>
            <a:ext cx="573740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y-KG" sz="4000" dirty="0"/>
              <a:t>Берилгендердин  экинчи </a:t>
            </a:r>
          </a:p>
          <a:p>
            <a:pPr algn="ctr"/>
            <a:r>
              <a:rPr lang="ky-KG" sz="4000" dirty="0"/>
              <a:t>эң чоң саны кайсы?</a:t>
            </a:r>
            <a:endParaRPr lang="en-GB" sz="4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2A799D-3FC7-47CF-BA7B-5ED97F3EDC23}"/>
              </a:ext>
            </a:extLst>
          </p:cNvPr>
          <p:cNvGrpSpPr/>
          <p:nvPr/>
        </p:nvGrpSpPr>
        <p:grpSpPr>
          <a:xfrm>
            <a:off x="2037594" y="1650773"/>
            <a:ext cx="5830811" cy="2109370"/>
            <a:chOff x="1743924" y="1650772"/>
            <a:chExt cx="5830811" cy="21093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358850-1F14-4F52-B337-D52AD9D2B135}"/>
                </a:ext>
              </a:extLst>
            </p:cNvPr>
            <p:cNvGrpSpPr/>
            <p:nvPr/>
          </p:nvGrpSpPr>
          <p:grpSpPr>
            <a:xfrm>
              <a:off x="1743924" y="1650773"/>
              <a:ext cx="2744463" cy="1015663"/>
              <a:chOff x="1743924" y="1650773"/>
              <a:chExt cx="2744463" cy="101566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E1D9584-D70A-457C-91D4-05FD9B7B2D2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1A4E46-3246-4172-9E96-7D0AB0F0A28E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0.034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1E348C-F51B-4C96-A78E-0DADDE58BA5F}"/>
                </a:ext>
              </a:extLst>
            </p:cNvPr>
            <p:cNvGrpSpPr/>
            <p:nvPr/>
          </p:nvGrpSpPr>
          <p:grpSpPr>
            <a:xfrm>
              <a:off x="4830272" y="1650772"/>
              <a:ext cx="2744463" cy="1015663"/>
              <a:chOff x="1743924" y="1650773"/>
              <a:chExt cx="2744463" cy="1015663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0531E6E-F84E-4D03-8B09-0EBD497147E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DF30A-2359-4F1B-801B-0E1201A5B35C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0.434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C741AC-EA39-4BF5-AE1D-86A8B4FDC68E}"/>
                </a:ext>
              </a:extLst>
            </p:cNvPr>
            <p:cNvGrpSpPr/>
            <p:nvPr/>
          </p:nvGrpSpPr>
          <p:grpSpPr>
            <a:xfrm>
              <a:off x="1743924" y="2744479"/>
              <a:ext cx="2744463" cy="1015663"/>
              <a:chOff x="1743924" y="1650773"/>
              <a:chExt cx="2744463" cy="101566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9451655-61E7-482D-B109-203808FA79AC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BB397C-4DCA-4D89-9F7C-D28499D64D94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0.33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32480D-61B0-4CFA-9477-D31EFE95BC89}"/>
                </a:ext>
              </a:extLst>
            </p:cNvPr>
            <p:cNvGrpSpPr/>
            <p:nvPr/>
          </p:nvGrpSpPr>
          <p:grpSpPr>
            <a:xfrm>
              <a:off x="4830272" y="2744478"/>
              <a:ext cx="2744463" cy="1015663"/>
              <a:chOff x="1743924" y="1650773"/>
              <a:chExt cx="2744463" cy="10156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D963521-6A4B-4849-B23C-8225C4BB7C2F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0D96E-659A-40E1-8439-5E0DF0E9AA0F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0.334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39480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algn="ctr"/>
              <a:r>
                <a:rPr lang="ru-RU" sz="9600" b="1" cap="none" spc="0" dirty="0">
                  <a:ln w="762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nard MT Condensed" panose="02050806060905020404" pitchFamily="18" charset="0"/>
                </a:rPr>
                <a:t>Даярсызбы?</a:t>
              </a:r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  <a:p>
              <a:pPr algn="ctr"/>
              <a:endParaRPr lang="en-US" sz="96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lang="ru-RU" sz="8000" b="1" dirty="0">
                  <a:ln w="38100">
                    <a:solidFill>
                      <a:schemeClr val="tx1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latin typeface="Berlin Sans FB Demi" panose="020E0802020502020306" pitchFamily="34" charset="0"/>
                </a:rPr>
                <a:t>Кеттик</a:t>
              </a:r>
              <a:endParaRPr lang="en-US" sz="8000" b="1" cap="none" spc="0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300043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DDC141-7BB5-4630-86FF-D855743E97E8}"/>
              </a:ext>
            </a:extLst>
          </p:cNvPr>
          <p:cNvSpPr/>
          <p:nvPr/>
        </p:nvSpPr>
        <p:spPr>
          <a:xfrm>
            <a:off x="2151180" y="327334"/>
            <a:ext cx="5603636" cy="1158103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3C8C83-28C0-418F-81FC-0A1FECA3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589452"/>
              </p:ext>
            </p:extLst>
          </p:nvPr>
        </p:nvGraphicFramePr>
        <p:xfrm>
          <a:off x="3681268" y="3925478"/>
          <a:ext cx="2543461" cy="26051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3461">
                  <a:extLst>
                    <a:ext uri="{9D8B030D-6E8A-4147-A177-3AD203B41FA5}">
                      <a16:colId xmlns:a16="http://schemas.microsoft.com/office/drawing/2014/main" val="870982559"/>
                    </a:ext>
                  </a:extLst>
                </a:gridCol>
              </a:tblGrid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0.123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4132452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</a:t>
                      </a:r>
                      <a:r>
                        <a:rPr lang="en-GB" sz="3600" b="1" dirty="0">
                          <a:solidFill>
                            <a:schemeClr val="tx1"/>
                          </a:solidFill>
                        </a:rPr>
                        <a:t>0.13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535763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0.132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3299509"/>
                  </a:ext>
                </a:extLst>
              </a:tr>
              <a:tr h="651297">
                <a:tc>
                  <a:txBody>
                    <a:bodyPr/>
                    <a:lstStyle/>
                    <a:p>
                      <a:pPr algn="l"/>
                      <a:r>
                        <a:rPr lang="en-GB" sz="3600" b="0" dirty="0">
                          <a:solidFill>
                            <a:schemeClr val="tx1"/>
                          </a:solidFill>
                        </a:rPr>
                        <a:t>      0.231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9713914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C94FBFDF-CB43-485E-B0D6-AD67530E724D}"/>
              </a:ext>
            </a:extLst>
          </p:cNvPr>
          <p:cNvSpPr txBox="1"/>
          <p:nvPr/>
        </p:nvSpPr>
        <p:spPr>
          <a:xfrm>
            <a:off x="2069017" y="224315"/>
            <a:ext cx="588966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y-KG" sz="4000" dirty="0"/>
              <a:t>Берилгендердин  экинчи </a:t>
            </a:r>
          </a:p>
          <a:p>
            <a:pPr algn="ctr"/>
            <a:r>
              <a:rPr lang="ky-KG" sz="4000" dirty="0"/>
              <a:t>эң кичине саны кайсы?</a:t>
            </a:r>
            <a:endParaRPr lang="en-GB" sz="4000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02A799D-3FC7-47CF-BA7B-5ED97F3EDC23}"/>
              </a:ext>
            </a:extLst>
          </p:cNvPr>
          <p:cNvGrpSpPr/>
          <p:nvPr/>
        </p:nvGrpSpPr>
        <p:grpSpPr>
          <a:xfrm>
            <a:off x="2037594" y="1650773"/>
            <a:ext cx="5830811" cy="2109370"/>
            <a:chOff x="1743924" y="1650772"/>
            <a:chExt cx="5830811" cy="210937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00358850-1F14-4F52-B337-D52AD9D2B135}"/>
                </a:ext>
              </a:extLst>
            </p:cNvPr>
            <p:cNvGrpSpPr/>
            <p:nvPr/>
          </p:nvGrpSpPr>
          <p:grpSpPr>
            <a:xfrm>
              <a:off x="1743924" y="1650773"/>
              <a:ext cx="2744463" cy="1015663"/>
              <a:chOff x="1743924" y="1650773"/>
              <a:chExt cx="2744463" cy="1015663"/>
            </a:xfrm>
          </p:grpSpPr>
          <p:sp>
            <p:nvSpPr>
              <p:cNvPr id="24" name="Rectangle: Rounded Corners 23">
                <a:extLst>
                  <a:ext uri="{FF2B5EF4-FFF2-40B4-BE49-F238E27FC236}">
                    <a16:creationId xmlns:a16="http://schemas.microsoft.com/office/drawing/2014/main" id="{2E1D9584-D70A-457C-91D4-05FD9B7B2D2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E1A4E46-3246-4172-9E96-7D0AB0F0A28E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0.123</a:t>
                </a:r>
              </a:p>
            </p:txBody>
          </p: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7B1E348C-F51B-4C96-A78E-0DADDE58BA5F}"/>
                </a:ext>
              </a:extLst>
            </p:cNvPr>
            <p:cNvGrpSpPr/>
            <p:nvPr/>
          </p:nvGrpSpPr>
          <p:grpSpPr>
            <a:xfrm>
              <a:off x="4830272" y="1650772"/>
              <a:ext cx="2744463" cy="1015663"/>
              <a:chOff x="1743924" y="1650773"/>
              <a:chExt cx="2744463" cy="1015663"/>
            </a:xfrm>
          </p:grpSpPr>
          <p:sp>
            <p:nvSpPr>
              <p:cNvPr id="30" name="Rectangle: Rounded Corners 29">
                <a:extLst>
                  <a:ext uri="{FF2B5EF4-FFF2-40B4-BE49-F238E27FC236}">
                    <a16:creationId xmlns:a16="http://schemas.microsoft.com/office/drawing/2014/main" id="{60531E6E-F84E-4D03-8B09-0EBD497147E7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ADDF30A-2359-4F1B-801B-0E1201A5B35C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0.231</a:t>
                </a:r>
              </a:p>
            </p:txBody>
          </p: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3C741AC-EA39-4BF5-AE1D-86A8B4FDC68E}"/>
                </a:ext>
              </a:extLst>
            </p:cNvPr>
            <p:cNvGrpSpPr/>
            <p:nvPr/>
          </p:nvGrpSpPr>
          <p:grpSpPr>
            <a:xfrm>
              <a:off x="1743924" y="2744479"/>
              <a:ext cx="2744463" cy="1015663"/>
              <a:chOff x="1743924" y="1650773"/>
              <a:chExt cx="2744463" cy="1015663"/>
            </a:xfrm>
          </p:grpSpPr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59451655-61E7-482D-B109-203808FA79AC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5BB397C-4DCA-4D89-9F7C-D28499D64D94}"/>
                  </a:ext>
                </a:extLst>
              </p:cNvPr>
              <p:cNvSpPr txBox="1"/>
              <p:nvPr/>
            </p:nvSpPr>
            <p:spPr>
              <a:xfrm>
                <a:off x="2342546" y="1650773"/>
                <a:ext cx="1547218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0.13</a:t>
                </a:r>
              </a:p>
            </p:txBody>
          </p: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432480D-61B0-4CFA-9477-D31EFE95BC89}"/>
                </a:ext>
              </a:extLst>
            </p:cNvPr>
            <p:cNvGrpSpPr/>
            <p:nvPr/>
          </p:nvGrpSpPr>
          <p:grpSpPr>
            <a:xfrm>
              <a:off x="4830272" y="2744478"/>
              <a:ext cx="2744463" cy="1015663"/>
              <a:chOff x="1743924" y="1650773"/>
              <a:chExt cx="2744463" cy="1015663"/>
            </a:xfrm>
          </p:grpSpPr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1D963521-6A4B-4849-B23C-8225C4BB7C2F}"/>
                  </a:ext>
                </a:extLst>
              </p:cNvPr>
              <p:cNvSpPr/>
              <p:nvPr/>
            </p:nvSpPr>
            <p:spPr>
              <a:xfrm>
                <a:off x="1743924" y="1697722"/>
                <a:ext cx="2744463" cy="921765"/>
              </a:xfrm>
              <a:prstGeom prst="round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GB" sz="1950"/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5040D96E-659A-40E1-8439-5E0DF0E9AA0F}"/>
                  </a:ext>
                </a:extLst>
              </p:cNvPr>
              <p:cNvSpPr txBox="1"/>
              <p:nvPr/>
            </p:nvSpPr>
            <p:spPr>
              <a:xfrm>
                <a:off x="2147781" y="1650773"/>
                <a:ext cx="1936749" cy="101566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sz="6000" dirty="0"/>
                  <a:t>0.132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669990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6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Түрдүү пикирлер үчүн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8369</TotalTime>
  <Words>431</Words>
  <Application>Microsoft Office PowerPoint</Application>
  <PresentationFormat>A4 Paper (210x297 mm)</PresentationFormat>
  <Paragraphs>195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Berlin Sans FB Demi</vt:lpstr>
      <vt:lpstr>Calibri</vt:lpstr>
      <vt:lpstr>Bernard MT Condensed</vt:lpstr>
      <vt:lpstr>Arial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359</cp:revision>
  <cp:lastPrinted>2017-12-31T22:38:51Z</cp:lastPrinted>
  <dcterms:created xsi:type="dcterms:W3CDTF">2017-01-17T16:57:04Z</dcterms:created>
  <dcterms:modified xsi:type="dcterms:W3CDTF">2024-09-20T18:20:34Z</dcterms:modified>
</cp:coreProperties>
</file>