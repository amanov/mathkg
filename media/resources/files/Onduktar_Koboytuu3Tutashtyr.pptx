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940" r:id="rId3"/>
    <p:sldId id="852" r:id="rId4"/>
    <p:sldId id="939" r:id="rId5"/>
    <p:sldId id="941" r:id="rId6"/>
  </p:sldIdLst>
  <p:sldSz cx="9906000" cy="6858000" type="A4"/>
  <p:notesSz cx="6669088" cy="9926638"/>
  <p:embeddedFontLst>
    <p:embeddedFont>
      <p:font typeface="Ravie" panose="04040805050809020602" pitchFamily="8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7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714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138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7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80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46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4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28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969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4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91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12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3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225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Орундуу Ондуктар – Көбөйтүү–––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85907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0,08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12,4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11,5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76211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× 2,3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 ×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 × 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× 2,3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 × 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 × 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× 0,6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 × 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×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 × 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 × 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 × 0,4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× 1,6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 × 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5057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65963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8,06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10,88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5,46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11,96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11,22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2,52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10,08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0,42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4,96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7,48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2,03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6,88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2,97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11,75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2,87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16,32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52213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× 2,2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 × 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 × 2,3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 ×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 ×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 ×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 × 1,8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 × 5,1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4,7 × 2,5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 × 4,2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× 2,9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 ×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4,1 × 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 ×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× 3,2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 ×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518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22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8390</TotalTime>
  <Words>248</Words>
  <Application>Microsoft Office PowerPoint</Application>
  <PresentationFormat>A4 Paper (210x297 mm)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Ravie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2024-05-08T09:14:34Z</dcterms:modified>
</cp:coreProperties>
</file>