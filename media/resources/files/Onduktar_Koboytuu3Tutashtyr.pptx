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7"/>
  </p:notesMasterIdLst>
  <p:sldIdLst>
    <p:sldId id="940" r:id="rId3"/>
    <p:sldId id="852" r:id="rId4"/>
    <p:sldId id="939" r:id="rId5"/>
    <p:sldId id="941" r:id="rId6"/>
  </p:sldIdLst>
  <p:sldSz cx="9906000" cy="6858000" type="A4"/>
  <p:notesSz cx="6669088" cy="9926638"/>
  <p:embeddedFontLst>
    <p:embeddedFont>
      <p:font typeface="Ravie" panose="04040805050809020602" pitchFamily="82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726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7140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1138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57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7806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3461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450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82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969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146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913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124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432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12259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5/8/2024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288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Орундуу Ондуктар – Көбөйтүү––– 3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685907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4.5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5.1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1.2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0.08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5.2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3.6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12.4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6.9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2.8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5.6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4.8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11.5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76211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× 2.3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 ×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3.1 × 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× 2.3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 × 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1.6 ×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 × 0.6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0.7 ×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 × 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 ×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2.5 × 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 × 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 × 0.4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 ×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× 1.6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 ×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50571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59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659636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8.06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10.88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5.46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11.96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11.22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2.52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10.08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0.42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4.96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7.48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2.03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6.88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2.97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11.75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2.87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tx1"/>
                          </a:solidFill>
                        </a:rPr>
                        <a:t>16.32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522134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 × 2.2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 × 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5.2 × 2.3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3.3 ×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 × 3.1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3.6 × 2.8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 × 1.8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 × 5.1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4.7 × 2.5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 × 4.2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0.7 × 2.9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1.6 × 4.3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4.1 × 0.7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3.1 ×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 × 3.2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5183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229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31" y="640080"/>
            <a:ext cx="9195889" cy="509484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43924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8390</TotalTime>
  <Words>248</Words>
  <Application>Microsoft Office PowerPoint</Application>
  <PresentationFormat>A4 Paper (210x297 mm)</PresentationFormat>
  <Paragraphs>95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Calibri</vt:lpstr>
      <vt:lpstr>Ravie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2017-12-31T22:38:51Z</cp:lastPrinted>
  <dcterms:created xsi:type="dcterms:W3CDTF">2017-01-17T16:57:04Z</dcterms:created>
  <dcterms:modified xsi:type="dcterms:W3CDTF">2024-05-08T09:14:34Z</dcterms:modified>
</cp:coreProperties>
</file>