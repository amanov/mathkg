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17" r:id="rId1"/>
  </p:sldMasterIdLst>
  <p:notesMasterIdLst>
    <p:notesMasterId r:id="rId23"/>
  </p:notesMasterIdLst>
  <p:sldIdLst>
    <p:sldId id="960" r:id="rId2"/>
    <p:sldId id="272" r:id="rId3"/>
    <p:sldId id="269" r:id="rId4"/>
    <p:sldId id="288" r:id="rId5"/>
    <p:sldId id="271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948" r:id="rId22"/>
  </p:sldIdLst>
  <p:sldSz cx="9144000" cy="6858000" type="screen4x3"/>
  <p:notesSz cx="7104063" cy="10234613"/>
  <p:embeddedFontLst>
    <p:embeddedFont>
      <p:font typeface="Cambria Math" panose="02040503050406030204" pitchFamily="18" charset="0"/>
      <p:regular r:id="rId24"/>
    </p:embeddedFont>
    <p:embeddedFont>
      <p:font typeface="Impact" panose="020B0806030902050204" pitchFamily="34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0844A0C3-7684-4B5B-8501-B15C4E9E1F0F}">
          <p14:sldIdLst>
            <p14:sldId id="960"/>
          </p14:sldIdLst>
        </p14:section>
        <p14:section name="Титулдук слайд" id="{765A6E40-3071-4A2D-AD7D-3FCFB9F3EB92}">
          <p14:sldIdLst>
            <p14:sldId id="272"/>
          </p14:sldIdLst>
        </p14:section>
        <p14:section name="Жарыш баракчасы" id="{F85F3D05-9B24-49E4-A4AD-D2E559F0A80A}">
          <p14:sldIdLst>
            <p14:sldId id="269"/>
          </p14:sldIdLst>
        </p14:section>
        <p14:section name="Суроолор" id="{0C6CAEB9-E05E-4F87-81D9-FA736C818470}">
          <p14:sldIdLst>
            <p14:sldId id="288"/>
            <p14:sldId id="271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Кайтарым байланыш" id="{02D36EEB-5E20-4AA0-A039-0CA52CDFAAE0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404" y="32"/>
      </p:cViewPr>
      <p:guideLst>
        <p:guide orient="horz" pos="2137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01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314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17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051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448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23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499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376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687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400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517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4981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D050"/>
            </a:gs>
            <a:gs pos="100000">
              <a:srgbClr val="33CC33">
                <a:gamma/>
                <a:shade val="46275"/>
                <a:invGamma/>
              </a:srgb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617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audio" Target="../media/audio7.wav"/><Relationship Id="rId13" Type="http://schemas.openxmlformats.org/officeDocument/2006/relationships/image" Target="../media/image10.png"/><Relationship Id="rId3" Type="http://schemas.openxmlformats.org/officeDocument/2006/relationships/audio" Target="../media/audio2.wav"/><Relationship Id="rId7" Type="http://schemas.openxmlformats.org/officeDocument/2006/relationships/audio" Target="../media/audio6.wav"/><Relationship Id="rId12" Type="http://schemas.openxmlformats.org/officeDocument/2006/relationships/image" Target="../media/image9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5.wav"/><Relationship Id="rId11" Type="http://schemas.openxmlformats.org/officeDocument/2006/relationships/image" Target="../media/image8.png"/><Relationship Id="rId5" Type="http://schemas.openxmlformats.org/officeDocument/2006/relationships/audio" Target="../media/audio4.wav"/><Relationship Id="rId1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audio" Target="../media/audio3.wav"/><Relationship Id="rId9" Type="http://schemas.openxmlformats.org/officeDocument/2006/relationships/image" Target="../media/image6.png"/><Relationship Id="rId1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13" Type="http://schemas.openxmlformats.org/officeDocument/2006/relationships/slide" Target="slide11.xml"/><Relationship Id="rId18" Type="http://schemas.openxmlformats.org/officeDocument/2006/relationships/slide" Target="slide8.xml"/><Relationship Id="rId3" Type="http://schemas.openxmlformats.org/officeDocument/2006/relationships/slide" Target="slide17.xml"/><Relationship Id="rId7" Type="http://schemas.openxmlformats.org/officeDocument/2006/relationships/slide" Target="slide13.xml"/><Relationship Id="rId12" Type="http://schemas.openxmlformats.org/officeDocument/2006/relationships/slide" Target="slide10.xml"/><Relationship Id="rId17" Type="http://schemas.openxmlformats.org/officeDocument/2006/relationships/slide" Target="slide7.xml"/><Relationship Id="rId2" Type="http://schemas.openxmlformats.org/officeDocument/2006/relationships/image" Target="../media/image10.png"/><Relationship Id="rId16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0.xml"/><Relationship Id="rId11" Type="http://schemas.openxmlformats.org/officeDocument/2006/relationships/slide" Target="slide9.xml"/><Relationship Id="rId5" Type="http://schemas.openxmlformats.org/officeDocument/2006/relationships/slide" Target="slide19.xml"/><Relationship Id="rId15" Type="http://schemas.openxmlformats.org/officeDocument/2006/relationships/slide" Target="slide5.xml"/><Relationship Id="rId10" Type="http://schemas.openxmlformats.org/officeDocument/2006/relationships/slide" Target="slide16.xml"/><Relationship Id="rId4" Type="http://schemas.openxmlformats.org/officeDocument/2006/relationships/slide" Target="slide18.xml"/><Relationship Id="rId9" Type="http://schemas.openxmlformats.org/officeDocument/2006/relationships/slide" Target="slide15.xml"/><Relationship Id="rId14" Type="http://schemas.openxmlformats.org/officeDocument/2006/relationships/slide" Target="slide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60073" y="1672724"/>
            <a:ext cx="8823853" cy="476964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Кайталануучу ондуктарды бөлчөккө айландыруу–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унаа жарышы</a:t>
            </a:r>
          </a:p>
          <a:p>
            <a:pPr marL="0" marR="0" lvl="0" indent="0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Бул иш-чарада 2 команда 8 суроого туура жооп берип, жарышты биринчи бүтүрүү үчүн ат салышат.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Жарыш экраны анимация менен башталат.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Суроону тандоо үчүн ак кутучаны басыңыз. Ошол суроого өтүү үчүн номерди басыңыз.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Жооп үчүн "Жооп" кутучасын басыңыз. Жарышка кайтуу үчүн ак кутучаны басыңыз.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Команданын унаасын басып, бир орун алдыга жылдырыңыз. Жеңгенде анимация чыгат.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слайддарды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ӨЧҮРҮ</a:t>
            </a:r>
            <a:r>
              <a:rPr kumimoji="0" lang="ky-KG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П САЛЫ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681405"/>
            <a:ext cx="8680938" cy="129246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8440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92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B04D11-DCB0-47B3-931C-8A4DAA61FF6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914" y="6093498"/>
            <a:ext cx="624449" cy="6244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91F1DD-94FF-F7A3-8E2C-BCBBBDD13F66}"/>
              </a:ext>
            </a:extLst>
          </p:cNvPr>
          <p:cNvSpPr txBox="1"/>
          <p:nvPr/>
        </p:nvSpPr>
        <p:spPr>
          <a:xfrm>
            <a:off x="2986400" y="6174891"/>
            <a:ext cx="4759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оюндун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үнү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76" name="Picture 8" descr="http://wallpaperblog.files.wordpress.com/2007/12/blue_sky_1920.jpg">
            <a:extLst>
              <a:ext uri="{FF2B5EF4-FFF2-40B4-BE49-F238E27FC236}">
                <a16:creationId xmlns:a16="http://schemas.microsoft.com/office/drawing/2014/main" id="{36268E47-A09C-4025-8F09-A23F5D8BE4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56"/>
          <a:stretch/>
        </p:blipFill>
        <p:spPr bwMode="auto">
          <a:xfrm>
            <a:off x="-1" y="1"/>
            <a:ext cx="9159978" cy="33397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567" name="Rectangle 7">
            <a:extLst>
              <a:ext uri="{FF2B5EF4-FFF2-40B4-BE49-F238E27FC236}">
                <a16:creationId xmlns:a16="http://schemas.microsoft.com/office/drawing/2014/main" id="{D1885F79-B343-426C-A943-C0F518B8B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89313"/>
            <a:ext cx="9144000" cy="3375806"/>
          </a:xfrm>
          <a:prstGeom prst="rect">
            <a:avLst/>
          </a:prstGeom>
          <a:solidFill>
            <a:schemeClr val="tx1"/>
          </a:solidFill>
          <a:ln w="38100" algn="ctr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sp>
        <p:nvSpPr>
          <p:cNvPr id="66568" name="Line 8">
            <a:extLst>
              <a:ext uri="{FF2B5EF4-FFF2-40B4-BE49-F238E27FC236}">
                <a16:creationId xmlns:a16="http://schemas.microsoft.com/office/drawing/2014/main" id="{969A2FD3-526C-4E50-B618-1CAE8FF0D4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2984" y="5159602"/>
            <a:ext cx="2059323" cy="0"/>
          </a:xfrm>
          <a:prstGeom prst="line">
            <a:avLst/>
          </a:prstGeom>
          <a:noFill/>
          <a:ln w="114300">
            <a:solidFill>
              <a:schemeClr val="bg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sp>
        <p:nvSpPr>
          <p:cNvPr id="66577" name="Rectangle 17">
            <a:extLst>
              <a:ext uri="{FF2B5EF4-FFF2-40B4-BE49-F238E27FC236}">
                <a16:creationId xmlns:a16="http://schemas.microsoft.com/office/drawing/2014/main" id="{21C915E1-0B83-41B2-8EC0-C20E43D3D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3289434"/>
            <a:ext cx="9144001" cy="19987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0" algn="ctr">
                <a:solidFill>
                  <a:schemeClr val="bg1"/>
                </a:solidFill>
                <a:prstDash val="dash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pic>
        <p:nvPicPr>
          <p:cNvPr id="66582" name="Picture 22" descr="checkered-flag2">
            <a:extLst>
              <a:ext uri="{FF2B5EF4-FFF2-40B4-BE49-F238E27FC236}">
                <a16:creationId xmlns:a16="http://schemas.microsoft.com/office/drawing/2014/main" id="{BAD13BFE-21A6-4AF1-AD7C-E14330BD4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529624" y="450189"/>
            <a:ext cx="2591130" cy="265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202A185-292E-4864-B0FB-B4B55E161761}"/>
              </a:ext>
            </a:extLst>
          </p:cNvPr>
          <p:cNvGrpSpPr/>
          <p:nvPr/>
        </p:nvGrpSpPr>
        <p:grpSpPr>
          <a:xfrm>
            <a:off x="1013969" y="3937755"/>
            <a:ext cx="3175861" cy="892141"/>
            <a:chOff x="457200" y="201616"/>
            <a:chExt cx="684213" cy="292097"/>
          </a:xfrm>
        </p:grpSpPr>
        <p:sp>
          <p:nvSpPr>
            <p:cNvPr id="19" name="AutoShape 50">
              <a:extLst>
                <a:ext uri="{FF2B5EF4-FFF2-40B4-BE49-F238E27FC236}">
                  <a16:creationId xmlns:a16="http://schemas.microsoft.com/office/drawing/2014/main" id="{2D52F110-3BE1-4735-80D3-0A27416F9B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" y="206375"/>
              <a:ext cx="323850" cy="287338"/>
            </a:xfrm>
            <a:prstGeom prst="chevron">
              <a:avLst>
                <a:gd name="adj" fmla="val 2817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  <p:sp>
          <p:nvSpPr>
            <p:cNvPr id="20" name="AutoShape 51">
              <a:extLst>
                <a:ext uri="{FF2B5EF4-FFF2-40B4-BE49-F238E27FC236}">
                  <a16:creationId xmlns:a16="http://schemas.microsoft.com/office/drawing/2014/main" id="{E6FE7F77-6C6A-4E6C-9C91-1D7A1204E6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563" y="201616"/>
              <a:ext cx="323850" cy="287337"/>
            </a:xfrm>
            <a:prstGeom prst="chevron">
              <a:avLst>
                <a:gd name="adj" fmla="val 28177"/>
              </a:avLst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</p:grpSp>
      <p:sp>
        <p:nvSpPr>
          <p:cNvPr id="13" name="Line 129">
            <a:extLst>
              <a:ext uri="{FF2B5EF4-FFF2-40B4-BE49-F238E27FC236}">
                <a16:creationId xmlns:a16="http://schemas.microsoft.com/office/drawing/2014/main" id="{00DA2089-7975-44F0-B86B-ACDCBF5505FF}"/>
              </a:ext>
            </a:extLst>
          </p:cNvPr>
          <p:cNvSpPr>
            <a:spLocks noChangeShapeType="1"/>
          </p:cNvSpPr>
          <p:nvPr/>
        </p:nvSpPr>
        <p:spPr bwMode="auto">
          <a:xfrm>
            <a:off x="888434" y="5159602"/>
            <a:ext cx="3408595" cy="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 sz="4985"/>
          </a:p>
        </p:txBody>
      </p:sp>
      <p:sp>
        <p:nvSpPr>
          <p:cNvPr id="14" name="Rectangle 39">
            <a:extLst>
              <a:ext uri="{FF2B5EF4-FFF2-40B4-BE49-F238E27FC236}">
                <a16:creationId xmlns:a16="http://schemas.microsoft.com/office/drawing/2014/main" id="{D1CCFF66-6D96-4E9B-B4FA-BA7666D39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11669" y="3570335"/>
            <a:ext cx="441228" cy="314155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1"/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US" altLang="en-US" sz="1662"/>
          </a:p>
        </p:txBody>
      </p:sp>
      <p:sp>
        <p:nvSpPr>
          <p:cNvPr id="15" name="Text Box 293">
            <a:extLst>
              <a:ext uri="{FF2B5EF4-FFF2-40B4-BE49-F238E27FC236}">
                <a16:creationId xmlns:a16="http://schemas.microsoft.com/office/drawing/2014/main" id="{712BBFB8-F4CE-414A-B389-D20A8B689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1142" y="3552817"/>
            <a:ext cx="1548437" cy="3243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>
            <a:spAutoFit/>
          </a:bodyPr>
          <a:lstStyle/>
          <a:p>
            <a:pPr algn="ctr"/>
            <a:r>
              <a:rPr lang="en-US" altLang="ko-KR" sz="8862" dirty="0">
                <a:solidFill>
                  <a:schemeClr val="bg1"/>
                </a:solidFill>
                <a:latin typeface="Impact" panose="020B0806030902050204" pitchFamily="34" charset="0"/>
                <a:ea typeface="굴림" panose="020B0600000101010101" pitchFamily="34" charset="-127"/>
              </a:rPr>
              <a:t>Башта</a:t>
            </a:r>
            <a:endParaRPr lang="en-US" altLang="en-US" sz="8862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239805-9FA4-4967-8B1C-2A822D6640CC}"/>
              </a:ext>
            </a:extLst>
          </p:cNvPr>
          <p:cNvGrpSpPr/>
          <p:nvPr/>
        </p:nvGrpSpPr>
        <p:grpSpPr>
          <a:xfrm>
            <a:off x="1013969" y="5502959"/>
            <a:ext cx="3175861" cy="892141"/>
            <a:chOff x="457200" y="201616"/>
            <a:chExt cx="684213" cy="292097"/>
          </a:xfrm>
        </p:grpSpPr>
        <p:sp>
          <p:nvSpPr>
            <p:cNvPr id="17" name="AutoShape 50">
              <a:extLst>
                <a:ext uri="{FF2B5EF4-FFF2-40B4-BE49-F238E27FC236}">
                  <a16:creationId xmlns:a16="http://schemas.microsoft.com/office/drawing/2014/main" id="{61F84928-BC2C-44E5-B917-C29EA3BEC7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" y="206375"/>
              <a:ext cx="323850" cy="287338"/>
            </a:xfrm>
            <a:prstGeom prst="chevron">
              <a:avLst>
                <a:gd name="adj" fmla="val 2817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  <p:sp>
          <p:nvSpPr>
            <p:cNvPr id="18" name="AutoShape 51">
              <a:extLst>
                <a:ext uri="{FF2B5EF4-FFF2-40B4-BE49-F238E27FC236}">
                  <a16:creationId xmlns:a16="http://schemas.microsoft.com/office/drawing/2014/main" id="{7114FDAB-C8CA-45EF-B1DD-6AF269FBD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563" y="201616"/>
              <a:ext cx="323850" cy="287337"/>
            </a:xfrm>
            <a:prstGeom prst="chevron">
              <a:avLst>
                <a:gd name="adj" fmla="val 28177"/>
              </a:avLst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671625B-EEAB-4811-BFA6-85ECE27B602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32" y="5203822"/>
            <a:ext cx="3060443" cy="15174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51823D7-DD5A-4225-89E4-144FFA12D99E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32" y="3617744"/>
            <a:ext cx="3060443" cy="1517470"/>
          </a:xfrm>
          <a:prstGeom prst="rect">
            <a:avLst/>
          </a:prstGeom>
        </p:spPr>
      </p:pic>
      <p:pic>
        <p:nvPicPr>
          <p:cNvPr id="27" name="Picture 22" descr="checkered-flag2">
            <a:extLst>
              <a:ext uri="{FF2B5EF4-FFF2-40B4-BE49-F238E27FC236}">
                <a16:creationId xmlns:a16="http://schemas.microsoft.com/office/drawing/2014/main" id="{2C65C85F-D67E-400B-A62F-13E162C0E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99" y="450189"/>
            <a:ext cx="2591130" cy="265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99B0C6-D33F-4FF3-27F2-556CD80F283D}"/>
              </a:ext>
            </a:extLst>
          </p:cNvPr>
          <p:cNvSpPr txBox="1"/>
          <p:nvPr/>
        </p:nvSpPr>
        <p:spPr>
          <a:xfrm>
            <a:off x="1564101" y="137007"/>
            <a:ext cx="619854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b="1" dirty="0">
                <a:ln w="38100">
                  <a:solidFill>
                    <a:schemeClr val="accent1">
                      <a:lumMod val="50000"/>
                    </a:schemeClr>
                  </a:solidFill>
                </a:ln>
                <a:solidFill>
                  <a:srgbClr val="FFC000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alibri" panose="020F0502020204030204"/>
              </a:rPr>
              <a:t>Унаа</a:t>
            </a:r>
            <a:r>
              <a:rPr lang="en-US" sz="9600" b="1" dirty="0">
                <a:ln w="38100">
                  <a:solidFill>
                    <a:schemeClr val="accent1">
                      <a:lumMod val="50000"/>
                    </a:schemeClr>
                  </a:solidFill>
                </a:ln>
                <a:solidFill>
                  <a:srgbClr val="FFC000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alibri" panose="020F0502020204030204"/>
              </a:rPr>
              <a:t> </a:t>
            </a:r>
            <a:r>
              <a:rPr lang="ru-RU" sz="9600" b="1" dirty="0">
                <a:ln w="38100"/>
                <a:solidFill>
                  <a:srgbClr val="FFC000"/>
                </a:solidFill>
                <a:latin typeface="Calibri" panose="020F0502020204030204"/>
              </a:rPr>
              <a:t> </a:t>
            </a:r>
            <a:endParaRPr lang="en-US" sz="9600" b="1" dirty="0">
              <a:ln w="38100"/>
              <a:solidFill>
                <a:srgbClr val="FFC000"/>
              </a:solidFill>
              <a:latin typeface="Calibri" panose="020F0502020204030204"/>
            </a:endParaRPr>
          </a:p>
          <a:p>
            <a:pPr algn="ctr"/>
            <a:r>
              <a:rPr lang="ru-RU" sz="9600" b="1" dirty="0"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  <a:solidFill>
                  <a:srgbClr val="FFC000"/>
                </a:solidFill>
                <a:latin typeface="Calibri" panose="020F0502020204030204"/>
              </a:rPr>
              <a:t>Жарышы</a:t>
            </a:r>
            <a:r>
              <a:rPr lang="en-US" sz="9600" b="1" dirty="0"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  <a:solidFill>
                  <a:srgbClr val="FFC000"/>
                </a:solidFill>
                <a:latin typeface="Calibri" panose="020F0502020204030204"/>
              </a:rPr>
              <a:t> </a:t>
            </a:r>
            <a:endParaRPr lang="en-US" sz="9600" b="1" dirty="0"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Picture 460">
            <a:extLst>
              <a:ext uri="{FF2B5EF4-FFF2-40B4-BE49-F238E27FC236}">
                <a16:creationId xmlns:a16="http://schemas.microsoft.com/office/drawing/2014/main" id="{0B87A8BA-A845-41FB-9942-DB55CEDA67A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903" t="907" b="2335"/>
          <a:stretch/>
        </p:blipFill>
        <p:spPr>
          <a:xfrm>
            <a:off x="0" y="1"/>
            <a:ext cx="9117012" cy="6857999"/>
          </a:xfrm>
          <a:prstGeom prst="rect">
            <a:avLst/>
          </a:prstGeom>
        </p:spPr>
      </p:pic>
      <p:pic>
        <p:nvPicPr>
          <p:cNvPr id="28772" name="Picture 100">
            <a:extLst>
              <a:ext uri="{FF2B5EF4-FFF2-40B4-BE49-F238E27FC236}">
                <a16:creationId xmlns:a16="http://schemas.microsoft.com/office/drawing/2014/main" id="{B955FCBF-8B26-4F37-92E6-6D195A7BF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500" y="173785"/>
            <a:ext cx="704369" cy="34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773" name="Picture 101">
            <a:extLst>
              <a:ext uri="{FF2B5EF4-FFF2-40B4-BE49-F238E27FC236}">
                <a16:creationId xmlns:a16="http://schemas.microsoft.com/office/drawing/2014/main" id="{6E6D27BE-A063-4FE7-B103-D79454533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039" y="696073"/>
            <a:ext cx="701167" cy="347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982" name="WordArt 310">
            <a:extLst>
              <a:ext uri="{FF2B5EF4-FFF2-40B4-BE49-F238E27FC236}">
                <a16:creationId xmlns:a16="http://schemas.microsoft.com/office/drawing/2014/main" id="{7F68E793-0B1C-41DB-B8E0-A7F56CD0D89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34367" y="1572426"/>
            <a:ext cx="4824413" cy="27368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ky-KG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Даярдан</a:t>
            </a:r>
            <a:endParaRPr lang="en-GB" sz="3600" kern="10" dirty="0">
              <a:ln w="38100">
                <a:solidFill>
                  <a:srgbClr val="0000FF"/>
                </a:solidFill>
                <a:round/>
                <a:headEnd/>
                <a:tailEnd/>
              </a:ln>
              <a:solidFill>
                <a:srgbClr val="FFCC00"/>
              </a:solidFill>
              <a:effectLst>
                <a:outerShdw dist="35921" dir="2700000" algn="ctr" rotWithShape="0">
                  <a:srgbClr val="990000"/>
                </a:outerShdw>
              </a:effectLst>
              <a:latin typeface="Impact" panose="020B0806030902050204" pitchFamily="34" charset="0"/>
            </a:endParaRPr>
          </a:p>
        </p:txBody>
      </p:sp>
      <p:grpSp>
        <p:nvGrpSpPr>
          <p:cNvPr id="29555" name="Group 883">
            <a:extLst>
              <a:ext uri="{FF2B5EF4-FFF2-40B4-BE49-F238E27FC236}">
                <a16:creationId xmlns:a16="http://schemas.microsoft.com/office/drawing/2014/main" id="{E98CDD4A-F70F-48AE-B28F-4419627774F5}"/>
              </a:ext>
            </a:extLst>
          </p:cNvPr>
          <p:cNvGrpSpPr>
            <a:grpSpLocks/>
          </p:cNvGrpSpPr>
          <p:nvPr/>
        </p:nvGrpSpPr>
        <p:grpSpPr bwMode="auto">
          <a:xfrm>
            <a:off x="539750" y="-1611313"/>
            <a:ext cx="8208963" cy="1473200"/>
            <a:chOff x="340" y="-928"/>
            <a:chExt cx="5171" cy="928"/>
          </a:xfrm>
        </p:grpSpPr>
        <p:sp>
          <p:nvSpPr>
            <p:cNvPr id="29546" name="AutoShape 874">
              <a:extLst>
                <a:ext uri="{FF2B5EF4-FFF2-40B4-BE49-F238E27FC236}">
                  <a16:creationId xmlns:a16="http://schemas.microsoft.com/office/drawing/2014/main" id="{CDB58A1B-5EA1-4AF6-96C2-C19138CF5E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" y="-928"/>
              <a:ext cx="5171" cy="928"/>
            </a:xfrm>
            <a:prstGeom prst="ribbon">
              <a:avLst>
                <a:gd name="adj1" fmla="val 12500"/>
                <a:gd name="adj2" fmla="val 70213"/>
              </a:avLst>
            </a:prstGeom>
            <a:gradFill rotWithShape="1">
              <a:gsLst>
                <a:gs pos="0">
                  <a:srgbClr val="FF3300"/>
                </a:gs>
                <a:gs pos="100000">
                  <a:srgbClr val="FF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38100">
              <a:solidFill>
                <a:srgbClr val="FF3300"/>
              </a:solidFill>
              <a:round/>
              <a:headEnd/>
              <a:tailEnd/>
            </a:ln>
            <a:effectLst>
              <a:outerShdw dist="35921" dir="2700000" algn="ctr" rotWithShape="0">
                <a:srgbClr val="990000"/>
              </a:outerShdw>
            </a:effec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47" name="WordArt 875">
              <a:extLst>
                <a:ext uri="{FF2B5EF4-FFF2-40B4-BE49-F238E27FC236}">
                  <a16:creationId xmlns:a16="http://schemas.microsoft.com/office/drawing/2014/main" id="{FF6FE4FF-675E-411F-B733-1487EBD477D5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1428" y="-701"/>
              <a:ext cx="3039" cy="544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48208"/>
                </a:avLst>
              </a:prstTxWarp>
            </a:bodyPr>
            <a:lstStyle/>
            <a:p>
              <a:r>
                <a:rPr lang="ky-KG" sz="3600" kern="10" dirty="0">
                  <a:ln w="38100">
                    <a:solidFill>
                      <a:srgbClr val="0000FF"/>
                    </a:solidFill>
                    <a:round/>
                    <a:headEnd/>
                    <a:tailEnd/>
                  </a:ln>
                  <a:solidFill>
                    <a:srgbClr val="FFCC00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 panose="020B0806030902050204" pitchFamily="34" charset="0"/>
                </a:rPr>
                <a:t>Кызыл унаа УТТУ!</a:t>
              </a:r>
              <a:endPara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endParaRPr>
            </a:p>
          </p:txBody>
        </p:sp>
      </p:grpSp>
      <p:grpSp>
        <p:nvGrpSpPr>
          <p:cNvPr id="29554" name="Group 882">
            <a:extLst>
              <a:ext uri="{FF2B5EF4-FFF2-40B4-BE49-F238E27FC236}">
                <a16:creationId xmlns:a16="http://schemas.microsoft.com/office/drawing/2014/main" id="{4A803173-B437-49F6-9246-DF79680BAB50}"/>
              </a:ext>
            </a:extLst>
          </p:cNvPr>
          <p:cNvGrpSpPr>
            <a:grpSpLocks/>
          </p:cNvGrpSpPr>
          <p:nvPr/>
        </p:nvGrpSpPr>
        <p:grpSpPr bwMode="auto">
          <a:xfrm>
            <a:off x="539572" y="-1589134"/>
            <a:ext cx="8208963" cy="1473200"/>
            <a:chOff x="476" y="-924"/>
            <a:chExt cx="5171" cy="928"/>
          </a:xfrm>
        </p:grpSpPr>
        <p:sp>
          <p:nvSpPr>
            <p:cNvPr id="29548" name="AutoShape 876">
              <a:extLst>
                <a:ext uri="{FF2B5EF4-FFF2-40B4-BE49-F238E27FC236}">
                  <a16:creationId xmlns:a16="http://schemas.microsoft.com/office/drawing/2014/main" id="{CB0A42D6-5F52-46DC-80AF-D460B72AAB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" y="-924"/>
              <a:ext cx="5171" cy="928"/>
            </a:xfrm>
            <a:prstGeom prst="ribbon">
              <a:avLst>
                <a:gd name="adj1" fmla="val 12500"/>
                <a:gd name="adj2" fmla="val 70213"/>
              </a:avLst>
            </a:prstGeom>
            <a:solidFill>
              <a:srgbClr val="0000FF"/>
            </a:solidFill>
            <a:ln w="38100">
              <a:solidFill>
                <a:srgbClr val="3366FF"/>
              </a:solidFill>
              <a:round/>
              <a:headEnd/>
              <a:tailEnd/>
            </a:ln>
            <a:effectLst>
              <a:outerShdw dist="35921" dir="2700000" algn="ctr" rotWithShape="0">
                <a:srgbClr val="990000"/>
              </a:outerShdw>
            </a:effec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49" name="WordArt 877">
              <a:extLst>
                <a:ext uri="{FF2B5EF4-FFF2-40B4-BE49-F238E27FC236}">
                  <a16:creationId xmlns:a16="http://schemas.microsoft.com/office/drawing/2014/main" id="{E790C9E1-6D35-4399-A112-F113EC1DA5E8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1610" y="-667"/>
              <a:ext cx="3039" cy="544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48208"/>
                </a:avLst>
              </a:prstTxWarp>
            </a:bodyPr>
            <a:lstStyle/>
            <a:p>
              <a:r>
                <a:rPr lang="ky-KG" sz="3600" kern="10" dirty="0">
                  <a:ln w="38100">
                    <a:solidFill>
                      <a:srgbClr val="FF0000"/>
                    </a:solidFill>
                    <a:round/>
                    <a:headEnd/>
                    <a:tailEnd/>
                  </a:ln>
                  <a:solidFill>
                    <a:srgbClr val="FFCC00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 panose="020B0806030902050204" pitchFamily="34" charset="0"/>
                </a:rPr>
                <a:t>Көк унаа УТТУ!</a:t>
              </a:r>
              <a:endParaRPr lang="en-GB" sz="3600" kern="10" dirty="0">
                <a:ln w="38100">
                  <a:solidFill>
                    <a:srgbClr val="FF0000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endParaRPr>
            </a:p>
          </p:txBody>
        </p:sp>
      </p:grpSp>
      <p:pic>
        <p:nvPicPr>
          <p:cNvPr id="29552" name="Picture 880" descr="checkered-flag2">
            <a:extLst>
              <a:ext uri="{FF2B5EF4-FFF2-40B4-BE49-F238E27FC236}">
                <a16:creationId xmlns:a16="http://schemas.microsoft.com/office/drawing/2014/main" id="{3865A3FA-CF26-4D86-BD74-A6444F3EE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68538" y="1403350"/>
            <a:ext cx="2043113" cy="2097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553" name="Picture 881" descr="checkered-flag2">
            <a:extLst>
              <a:ext uri="{FF2B5EF4-FFF2-40B4-BE49-F238E27FC236}">
                <a16:creationId xmlns:a16="http://schemas.microsoft.com/office/drawing/2014/main" id="{663E2B7E-C24E-4C98-90AF-1F3D81CDF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1404938"/>
            <a:ext cx="2112963" cy="2168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976" name="WordArt 304">
            <a:extLst>
              <a:ext uri="{FF2B5EF4-FFF2-40B4-BE49-F238E27FC236}">
                <a16:creationId xmlns:a16="http://schemas.microsoft.com/office/drawing/2014/main" id="{81CA8C93-EB9E-40B0-A289-5FB670D8526D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899996" y="2103445"/>
            <a:ext cx="2951162" cy="167481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3</a:t>
            </a:r>
          </a:p>
        </p:txBody>
      </p:sp>
      <p:sp>
        <p:nvSpPr>
          <p:cNvPr id="28974" name="WordArt 302">
            <a:extLst>
              <a:ext uri="{FF2B5EF4-FFF2-40B4-BE49-F238E27FC236}">
                <a16:creationId xmlns:a16="http://schemas.microsoft.com/office/drawing/2014/main" id="{4480299B-A8A7-4A02-8A6D-D57C4C5AB945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916237" y="2103445"/>
            <a:ext cx="2951163" cy="167481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2</a:t>
            </a:r>
          </a:p>
        </p:txBody>
      </p:sp>
      <p:sp>
        <p:nvSpPr>
          <p:cNvPr id="28977" name="WordArt 305">
            <a:extLst>
              <a:ext uri="{FF2B5EF4-FFF2-40B4-BE49-F238E27FC236}">
                <a16:creationId xmlns:a16="http://schemas.microsoft.com/office/drawing/2014/main" id="{29815808-E3A8-459B-B5A6-A0E1EEB3C69B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603531" y="2161373"/>
            <a:ext cx="2951162" cy="167481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1</a:t>
            </a:r>
          </a:p>
        </p:txBody>
      </p:sp>
      <p:sp>
        <p:nvSpPr>
          <p:cNvPr id="28972" name="WordArt 300">
            <a:extLst>
              <a:ext uri="{FF2B5EF4-FFF2-40B4-BE49-F238E27FC236}">
                <a16:creationId xmlns:a16="http://schemas.microsoft.com/office/drawing/2014/main" id="{688B6363-B3FE-4319-A3C6-BDAD16FE4E9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63370" y="1390650"/>
            <a:ext cx="4824413" cy="27368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ky-KG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Кеттик!</a:t>
            </a:r>
            <a:endParaRPr lang="en-GB" sz="3600" kern="10" dirty="0">
              <a:ln w="38100">
                <a:solidFill>
                  <a:srgbClr val="0000FF"/>
                </a:solidFill>
                <a:round/>
                <a:headEnd/>
                <a:tailEnd/>
              </a:ln>
              <a:solidFill>
                <a:srgbClr val="FFCC00"/>
              </a:solidFill>
              <a:effectLst>
                <a:outerShdw dist="35921" dir="2700000" algn="ctr" rotWithShape="0">
                  <a:srgbClr val="990000"/>
                </a:outerShdw>
              </a:effectLst>
              <a:latin typeface="Impact" panose="020B0806030902050204" pitchFamily="34" charset="0"/>
            </a:endParaRPr>
          </a:p>
        </p:txBody>
      </p:sp>
      <p:grpSp>
        <p:nvGrpSpPr>
          <p:cNvPr id="29565" name="Group 893">
            <a:extLst>
              <a:ext uri="{FF2B5EF4-FFF2-40B4-BE49-F238E27FC236}">
                <a16:creationId xmlns:a16="http://schemas.microsoft.com/office/drawing/2014/main" id="{29B38D09-1C60-4D38-AFAE-D29603B1B404}"/>
              </a:ext>
            </a:extLst>
          </p:cNvPr>
          <p:cNvGrpSpPr>
            <a:grpSpLocks/>
          </p:cNvGrpSpPr>
          <p:nvPr/>
        </p:nvGrpSpPr>
        <p:grpSpPr bwMode="auto">
          <a:xfrm>
            <a:off x="4211638" y="5949950"/>
            <a:ext cx="1511300" cy="908050"/>
            <a:chOff x="2653" y="3748"/>
            <a:chExt cx="952" cy="572"/>
          </a:xfrm>
        </p:grpSpPr>
        <p:sp>
          <p:nvSpPr>
            <p:cNvPr id="29562" name="AutoShape 890">
              <a:hlinkClick r:id="rId14" action="ppaction://hlinksldjump"/>
              <a:extLst>
                <a:ext uri="{FF2B5EF4-FFF2-40B4-BE49-F238E27FC236}">
                  <a16:creationId xmlns:a16="http://schemas.microsoft.com/office/drawing/2014/main" id="{1F370FB4-DBC6-4C3B-821B-E91747D3D3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63" name="AutoShape 891">
              <a:hlinkClick r:id="rId14" action="ppaction://hlinksldjump"/>
              <a:extLst>
                <a:ext uri="{FF2B5EF4-FFF2-40B4-BE49-F238E27FC236}">
                  <a16:creationId xmlns:a16="http://schemas.microsoft.com/office/drawing/2014/main" id="{A274F2D4-1E2D-46DA-9624-ED9B73628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pic>
        <p:nvPicPr>
          <p:cNvPr id="29551" name="Picture 879" descr="cup2">
            <a:extLst>
              <a:ext uri="{FF2B5EF4-FFF2-40B4-BE49-F238E27FC236}">
                <a16:creationId xmlns:a16="http://schemas.microsoft.com/office/drawing/2014/main" id="{46546AE0-0BD5-4BE5-BEBB-78CBD35D1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clrChange>
              <a:clrFrom>
                <a:srgbClr val="9999CC"/>
              </a:clrFrom>
              <a:clrTo>
                <a:srgbClr val="9999C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825" y="6858000"/>
            <a:ext cx="23145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r intro8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8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289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289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289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/>
                                        <p:tgtEl>
                                          <p:spTgt spid="289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2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89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9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9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6500"/>
                            </p:stCondLst>
                            <p:childTnLst>
                              <p:par>
                                <p:cTn id="2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289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7500"/>
                            </p:stCondLst>
                            <p:childTnLst>
                              <p:par>
                                <p:cTn id="3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89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9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8000"/>
                            </p:stCondLst>
                            <p:childTnLst>
                              <p:par>
                                <p:cTn id="3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1000"/>
                                        <p:tgtEl>
                                          <p:spTgt spid="289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 nodeType="afterGroup">
                            <p:stCondLst>
                              <p:cond delay="9000"/>
                            </p:stCondLst>
                            <p:childTnLst>
                              <p:par>
                                <p:cTn id="4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89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89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9500"/>
                            </p:stCondLst>
                            <p:childTnLst>
                              <p:par>
                                <p:cTn id="4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1000"/>
                                        <p:tgtEl>
                                          <p:spTgt spid="289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 nodeType="afterGroup">
                            <p:stCondLst>
                              <p:cond delay="10500"/>
                            </p:stCondLst>
                            <p:childTnLst>
                              <p:par>
                                <p:cTn id="5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289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289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8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0" presetClass="path" presetSubtype="0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7 0.0007 C 0.03907 0.0007 0.18629 0.0007 0.23525 0.0007 " pathEditMode="relative" rAng="0" ptsTypes="AA">
                                      <p:cBhvr>
                                        <p:cTn id="58" dur="1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771" y="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7037E-7 C 0.03281 0.00116 0.05712 -3.7037E-7 0.10209 -3.7037E-7 C 0.14705 -3.7037E-7 0.23472 -0.00023 0.26979 -0.00023 " pathEditMode="relative" rAng="0" ptsTypes="AAA">
                                      <p:cBhvr>
                                        <p:cTn id="60" dur="15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490" y="0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/>
                                        <p:tgtEl>
                                          <p:spTgt spid="289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287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 nodeType="clickPar">
                      <p:stCondLst>
                        <p:cond delay="0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3525 0.0007 C 0.25053 0.00278 0.29219 0.00556 0.32657 0.01528 C 0.36129 0.02477 0.39462 0.04838 0.44219 0.05811 C 0.49011 0.06783 0.57917 0.072 0.61476 0.075 " pathEditMode="relative" rAng="0" ptsTypes="AAAA">
                                      <p:cBhvr>
                                        <p:cTn id="68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976" y="3704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1476 0.075 C 0.65573 0.07385 0.81216 0.04121 0.8625 0.07014 C 0.91285 0.09931 0.90747 0.18889 0.91667 0.2507 C 0.92587 0.31227 0.90591 0.40116 0.90608 0.44121 " pathEditMode="relative" rAng="0" ptsTypes="AAAA">
                                      <p:cBhvr>
                                        <p:cTn id="72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08" y="1747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" presetID="8" presetClass="emp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Rot by="5400000">
                                      <p:cBhvr>
                                        <p:cTn id="74" dur="1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90608 0.4412 C 0.89219 0.47037 0.86737 0.58588 0.83698 0.61643 C 0.80643 0.64722 0.74757 0.63704 0.72292 0.62592 C 0.69792 0.61435 0.68907 0.58125 0.68768 0.54884 C 0.68698 0.5162 0.71598 0.47454 0.71598 0.43079 C 0.71632 0.38704 0.70868 0.32268 0.68907 0.2875 C 0.66893 0.25255 0.62796 0.23819 0.59792 0.21967 C 0.56806 0.20092 0.52622 0.18518 0.50782 0.17685 " pathEditMode="relative" rAng="0" ptsTypes="AAAAAAAA">
                                      <p:cBhvr>
                                        <p:cTn id="78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913" y="-342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" presetID="8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10800000">
                                      <p:cBhvr>
                                        <p:cTn id="80" dur="9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-5400000">
                                      <p:cBhvr>
                                        <p:cTn id="82" dur="6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0782 0.17801 C 0.48125 0.17639 0.40243 0.16436 0.34879 0.1676 C 0.29514 0.17084 0.2382 0.17662 0.18629 0.19723 C 0.13438 0.21783 0.06945 0.24375 0.03768 0.29167 C 0.00591 0.33959 0.00434 0.44399 -0.00434 0.48403 " pathEditMode="relative" rAng="0" ptsTypes="AAAAA">
                                      <p:cBhvr>
                                        <p:cTn id="86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08" y="14745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7" presetID="8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5400000">
                                      <p:cBhvr>
                                        <p:cTn id="88" dur="11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0.48403 C -0.00086 0.52338 -0.00052 0.6632 0.01754 0.71806 C 0.03542 0.77292 0.05539 0.7926 0.10382 0.81297 C 0.15243 0.83311 0.26771 0.83889 0.31059 0.84445 " pathEditMode="relative" rAng="0" ptsTypes="AAAA">
                                      <p:cBhvr>
                                        <p:cTn id="92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747" y="18009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3" presetID="8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5400000">
                                      <p:cBhvr>
                                        <p:cTn id="94" dur="9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106 0.84445 C 0.32987 0.8419 0.40712 0.87454 0.42275 0.85209 C 0.43855 0.82963 0.43369 0.74375 0.40504 0.70996 C 0.37639 0.67593 0.29185 0.67963 0.25105 0.64861 C 0.21007 0.6176 0.16876 0.56621 0.15973 0.52315 C 0.1507 0.4801 0.17431 0.41945 0.19723 0.38982 C 0.22014 0.35973 0.27639 0.35348 0.29705 0.34398 " pathEditMode="relative" rAng="0" ptsTypes="AAAAAAA">
                                      <p:cBhvr>
                                        <p:cTn id="98" dur="34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0" y="-2423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d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" presetID="8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Rot by="-10800000">
                                      <p:cBhvr>
                                        <p:cTn id="100" dur="7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1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10800000">
                                      <p:cBhvr>
                                        <p:cTn id="102" dur="1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775 0.34375 C 0.31754 0.34352 0.38264 0.33889 0.41546 0.34075 C 0.44827 0.3426 0.47431 0.34746 0.49462 0.35556 C 0.51493 0.36366 0.53282 0.37639 0.5375 0.38936 C 0.54219 0.40232 0.53143 0.41922 0.5224 0.4338 C 0.51337 0.44838 0.48855 0.4595 0.48299 0.47639 C 0.47743 0.49329 0.47639 0.52315 0.48907 0.53496 C 0.50174 0.54676 0.53993 0.53959 0.55868 0.547 C 0.57743 0.5544 0.59271 0.57246 0.60174 0.57917 " pathEditMode="relative" rAng="0" ptsTypes="AAAAAAAAA">
                                      <p:cBhvr>
                                        <p:cTn id="106" dur="37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191" y="1159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10200000">
                                      <p:cBhvr>
                                        <p:cTn id="108" dur="6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" presetID="8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Rot by="-8700000">
                                      <p:cBhvr>
                                        <p:cTn id="110" dur="4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1" presetID="8" presetClass="emph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animRot by="3900000">
                                      <p:cBhvr>
                                        <p:cTn id="112" dur="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174 0.57917 C 0.60174 0.59977 0.57257 0.73681 0.57327 0.77987 C 0.57379 0.82315 0.57622 0.84977 0.604 0.86436 C 0.6316 0.87917 0.69115 0.86713 0.73941 0.86852 C 0.78768 0.86945 0.86303 0.85 0.89566 0.84514 " pathEditMode="relative" rAng="0" ptsTypes="AAAAA">
                                      <p:cBhvr>
                                        <p:cTn id="116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264" y="1463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7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-5700000">
                                      <p:cBhvr>
                                        <p:cTn id="118" dur="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9" presetID="8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Rot by="4200000">
                                      <p:cBhvr>
                                        <p:cTn id="120" dur="8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7037E-6 L -2.5E-6 0.40695 " pathEditMode="relative" rAng="0" ptsTypes="AA">
                                      <p:cBhvr>
                                        <p:cTn id="123" dur="2000" fill="hold"/>
                                        <p:tgtEl>
                                          <p:spTgt spid="295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34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fanfar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4.81481E-6 L -0.29253 0.00046 " pathEditMode="relative" rAng="0" ptsTypes="AA">
                                      <p:cBhvr>
                                        <p:cTn id="125" dur="2000" fill="hold"/>
                                        <p:tgtEl>
                                          <p:spTgt spid="295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35" y="23"/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L 0.28975 0.00602 " pathEditMode="relative" rAng="0" ptsTypes="AA">
                                      <p:cBhvr>
                                        <p:cTn id="127" dur="2000" fill="hold"/>
                                        <p:tgtEl>
                                          <p:spTgt spid="295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79" y="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129" presetID="64" presetClass="path" presetSubtype="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2.22222E-6 L -0.00729 -0.55046 " pathEditMode="relative" rAng="0" ptsTypes="AA">
                                      <p:cBhvr>
                                        <p:cTn id="130" dur="2000" fill="hold"/>
                                        <p:tgtEl>
                                          <p:spTgt spid="295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5" y="-2752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applaus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772"/>
                  </p:tgtEl>
                </p:cond>
              </p:nextCondLst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287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 nodeType="clickPar">
                      <p:stCondLst>
                        <p:cond delay="0"/>
                      </p:stCondLst>
                      <p:childTnLst>
                        <p:par>
                          <p:cTn id="1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6979 -0.00023 C 0.31181 -0.01227 0.46841 -0.06065 0.52084 -0.07569 " pathEditMode="relative" rAng="0" ptsTypes="AA">
                                      <p:cBhvr>
                                        <p:cTn id="135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52" y="-377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 nodeType="clickPar">
                      <p:stCondLst>
                        <p:cond delay="indefinite"/>
                      </p:stCondLst>
                      <p:childTnLst>
                        <p:par>
                          <p:cTn id="1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2084 -0.07569 C 0.54601 -0.07454 0.62275 -0.07593 0.67327 -0.06782 C 0.72379 -0.05949 0.79184 -0.06458 0.82396 -0.02639 C 0.85608 0.01181 0.85764 0.12222 0.8665 0.16157 " pathEditMode="relative" rAng="0" ptsTypes="AAAA">
                                      <p:cBhvr>
                                        <p:cTn id="139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74" y="11852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0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5400000">
                                      <p:cBhvr>
                                        <p:cTn id="141" dur="8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 nodeType="clickPar">
                      <p:stCondLst>
                        <p:cond delay="indefinite"/>
                      </p:stCondLst>
                      <p:childTnLst>
                        <p:par>
                          <p:cTn id="1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8665 0.16157 C 0.86615 0.17755 0.86563 0.22315 0.8658 0.25787 C 0.86615 0.29236 0.87066 0.31898 0.86823 0.36875 C 0.8658 0.41852 0.87361 0.52292 0.85139 0.55671 C 0.82952 0.59051 0.76424 0.58403 0.73611 0.57153 C 0.70781 0.55903 0.68802 0.5169 0.68125 0.48194 C 0.67431 0.44699 0.69132 0.40069 0.6941 0.36157 C 0.6974 0.32245 0.70573 0.27732 0.69913 0.24676 C 0.69288 0.2162 0.67188 0.19097 0.65625 0.17824 C 0.64045 0.16528 0.63108 0.17083 0.60469 0.16898 C 0.57865 0.16667 0.53577 0.16713 0.49913 0.16574 C 0.46233 0.16435 0.40781 0.15857 0.38386 0.15764 " pathEditMode="relative" rAng="0" ptsTypes="AAAAAAAAAAAA">
                                      <p:cBhvr>
                                        <p:cTn id="145" dur="53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10" y="2078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6" presetID="8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Rot by="10800000">
                                      <p:cBhvr>
                                        <p:cTn id="147" dur="6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" presetID="8" presetClass="emp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Rot by="-5400000">
                                      <p:cBhvr>
                                        <p:cTn id="149" dur="6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 nodeType="clickPar">
                      <p:stCondLst>
                        <p:cond delay="indefinite"/>
                      </p:stCondLst>
                      <p:childTnLst>
                        <p:par>
                          <p:cTn id="1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8385 0.15764 C 0.36128 0.15301 0.28402 0.13287 0.24774 0.1294 C 0.21163 0.12592 0.19236 0.12916 0.16597 0.1368 C 0.13923 0.14444 0.1059 0.16111 0.08819 0.17569 C 0.07013 0.19028 0.06579 0.20648 0.05885 0.22384 C 0.05191 0.2412 0.04895 0.25972 0.04635 0.27916 C 0.04375 0.29884 0.04409 0.31412 0.04357 0.34213 C 0.04305 0.37014 0.0427 0.41875 0.04357 0.44768 C 0.04444 0.47662 0.04132 0.51157 0.04253 0.52569 " pathEditMode="relative" rAng="0" ptsTypes="AAAAAAAAA">
                                      <p:cBhvr>
                                        <p:cTn id="153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6921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4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-5400000">
                                      <p:cBhvr>
                                        <p:cTn id="155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 nodeType="clickPar">
                      <p:stCondLst>
                        <p:cond delay="indefinite"/>
                      </p:stCondLst>
                      <p:childTnLst>
                        <p:par>
                          <p:cTn id="1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253 0.52569 C 0.04201 0.54306 0.04392 0.59051 0.04514 0.6213 C 0.04635 0.65093 0.05677 0.70949 0.06163 0.7294 C 0.08021 0.7581 0.13385 0.78079 0.15625 0.79352 C 0.16805 0.79769 0.18785 0.80301 0.19618 0.80486 " pathEditMode="relative" rAng="0" ptsTypes="AAAAA">
                                      <p:cBhvr>
                                        <p:cTn id="159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74" y="13958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0" presetID="8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100000">
                                      <p:cBhvr>
                                        <p:cTn id="161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 nodeType="clickPar">
                      <p:stCondLst>
                        <p:cond delay="indefinite"/>
                      </p:stCondLst>
                      <p:childTnLst>
                        <p:par>
                          <p:cTn id="1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618 0.80486 C 0.21302 0.80764 0.28733 0.8206 0.32396 0.82176 C 0.36025 0.82315 0.39202 0.82616 0.41511 0.8125 C 0.43837 0.79907 0.45938 0.7743 0.46302 0.74074 C 0.46667 0.70694 0.45278 0.63819 0.43733 0.61018 C 0.42188 0.58287 0.39306 0.57893 0.37014 0.57384 C 0.34722 0.56898 0.32101 0.57986 0.29983 0.57986 C 0.2783 0.57986 0.26025 0.58241 0.24167 0.57384 C 0.22309 0.56574 0.20035 0.54398 0.1882 0.53148 C 0.17604 0.51852 0.17413 0.50995 0.16841 0.49768 C 0.16268 0.48565 0.15538 0.47153 0.154 0.45532 C 0.15261 0.43912 0.15347 0.41667 0.16042 0.40023 C 0.16736 0.38403 0.18403 0.36805 0.19531 0.3581 C 0.2066 0.34768 0.21459 0.34398 0.22865 0.33912 C 0.24271 0.33356 0.26545 0.32917 0.28004 0.32755 C 0.29427 0.32639 0.29931 0.32824 0.31563 0.32986 C 0.33195 0.33102 0.36493 0.3338 0.37795 0.33542 " pathEditMode="relative" rAng="0" ptsTypes="AAAAAAAAAAAAAAAAA">
                                      <p:cBhvr>
                                        <p:cTn id="165" dur="5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33" y="-2296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6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-10800000">
                                      <p:cBhvr>
                                        <p:cTn id="167" dur="12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8" presetID="8" presetClass="emph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animRot by="10500000">
                                      <p:cBhvr>
                                        <p:cTn id="169" dur="12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 nodeType="clickPar">
                      <p:stCondLst>
                        <p:cond delay="indefinite"/>
                      </p:stCondLst>
                      <p:childTnLst>
                        <p:par>
                          <p:cTn id="1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7813 0.33542 C 0.38924 0.33588 0.43629 0.32454 0.44688 0.33773 C 0.45781 0.35092 0.4441 0.39329 0.44288 0.41505 C 0.44184 0.4368 0.43542 0.45463 0.44028 0.46805 C 0.44514 0.48148 0.45747 0.48912 0.47222 0.49606 C 0.48681 0.50324 0.51754 0.49722 0.52865 0.51111 C 0.53959 0.52523 0.53403 0.56204 0.53854 0.58055 " pathEditMode="relative" rAng="0" ptsTypes="AAAAAAA">
                                      <p:cBhvr>
                                        <p:cTn id="173" dur="3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21" y="1206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4" presetID="8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7200000">
                                      <p:cBhvr>
                                        <p:cTn id="175" dur="1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6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-10500000">
                                      <p:cBhvr>
                                        <p:cTn id="177" dur="5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8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9000000">
                                      <p:cBhvr>
                                        <p:cTn id="179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 nodeType="clickPar">
                      <p:stCondLst>
                        <p:cond delay="indefinite"/>
                      </p:stCondLst>
                      <p:childTnLst>
                        <p:par>
                          <p:cTn id="1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854 0.58056 C 0.53733 0.5963 0.53108 0.64583 0.53177 0.67546 C 0.53247 0.70509 0.5316 0.73472 0.54288 0.7588 C 0.55417 0.78287 0.56927 0.8125 0.59983 0.81991 C 0.63038 0.82731 0.67952 0.81134 0.72622 0.80324 C 0.77292 0.79514 0.84809 0.77801 0.88004 0.7713 " pathEditMode="relative" rAng="0" ptsTypes="AAAAAA">
                                      <p:cBhvr>
                                        <p:cTn id="183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19" y="1206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84" presetID="8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700000">
                                      <p:cBhvr>
                                        <p:cTn id="185" dur="1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6" presetID="8" presetClass="emp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Rot by="-5700000">
                                      <p:cBhvr>
                                        <p:cTn id="187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8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7037E-6 L -2.5E-6 0.40695 " pathEditMode="relative" rAng="0" ptsTypes="AA">
                                      <p:cBhvr>
                                        <p:cTn id="190" dur="2000" fill="hold"/>
                                        <p:tgtEl>
                                          <p:spTgt spid="295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34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fanfar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4.81481E-6 L -0.29253 0.00046 " pathEditMode="relative" rAng="0" ptsTypes="AA">
                                      <p:cBhvr>
                                        <p:cTn id="192" dur="2000" fill="hold"/>
                                        <p:tgtEl>
                                          <p:spTgt spid="295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35" y="23"/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L 0.28975 0.00602 " pathEditMode="relative" rAng="0" ptsTypes="AA">
                                      <p:cBhvr>
                                        <p:cTn id="194" dur="2000" fill="hold"/>
                                        <p:tgtEl>
                                          <p:spTgt spid="295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79" y="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196" presetID="64" presetClass="path" presetSubtype="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2.22222E-6 L -0.00729 -0.56088 " pathEditMode="relative" rAng="0" ptsTypes="AA">
                                      <p:cBhvr>
                                        <p:cTn id="197" dur="2000" fill="hold"/>
                                        <p:tgtEl>
                                          <p:spTgt spid="295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5" y="-2805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applaus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77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354" name="Picture 2" descr="checkered-flag2">
            <a:extLst>
              <a:ext uri="{FF2B5EF4-FFF2-40B4-BE49-F238E27FC236}">
                <a16:creationId xmlns:a16="http://schemas.microsoft.com/office/drawing/2014/main" id="{9D73BC30-6F02-4104-9E16-F5E54511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40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5" name="Oval 3">
            <a:hlinkClick r:id="rId3" action="ppaction://hlinksldjump"/>
            <a:extLst>
              <a:ext uri="{FF2B5EF4-FFF2-40B4-BE49-F238E27FC236}">
                <a16:creationId xmlns:a16="http://schemas.microsoft.com/office/drawing/2014/main" id="{DFD611A8-08BC-4CBA-95C5-AC358B0E2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977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11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56" name="Picture 4" descr="checkered-flag2">
            <a:extLst>
              <a:ext uri="{FF2B5EF4-FFF2-40B4-BE49-F238E27FC236}">
                <a16:creationId xmlns:a16="http://schemas.microsoft.com/office/drawing/2014/main" id="{C2F158AC-B2A2-47A0-BF9B-AAA077BA5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890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7" name="Oval 5">
            <a:hlinkClick r:id="rId4" action="ppaction://hlinksldjump"/>
            <a:extLst>
              <a:ext uri="{FF2B5EF4-FFF2-40B4-BE49-F238E27FC236}">
                <a16:creationId xmlns:a16="http://schemas.microsoft.com/office/drawing/2014/main" id="{A9753721-702B-4709-B3F1-122787154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7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14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58" name="Picture 6" descr="checkered-flag2">
            <a:extLst>
              <a:ext uri="{FF2B5EF4-FFF2-40B4-BE49-F238E27FC236}">
                <a16:creationId xmlns:a16="http://schemas.microsoft.com/office/drawing/2014/main" id="{C1BAB965-9A98-41D6-84B2-BE3B28A2D3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565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9" name="Oval 7">
            <a:hlinkClick r:id="rId5" action="ppaction://hlinksldjump"/>
            <a:extLst>
              <a:ext uri="{FF2B5EF4-FFF2-40B4-BE49-F238E27FC236}">
                <a16:creationId xmlns:a16="http://schemas.microsoft.com/office/drawing/2014/main" id="{7E0AF744-4406-420F-9927-7DB4894B0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6202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5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0" name="Picture 8" descr="checkered-flag2">
            <a:extLst>
              <a:ext uri="{FF2B5EF4-FFF2-40B4-BE49-F238E27FC236}">
                <a16:creationId xmlns:a16="http://schemas.microsoft.com/office/drawing/2014/main" id="{422621DA-BCA7-4EC6-85E7-7DBEA50F7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950" y="5008563"/>
            <a:ext cx="1538288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1" name="Oval 9">
            <a:hlinkClick r:id="rId6" action="ppaction://hlinksldjump"/>
            <a:extLst>
              <a:ext uri="{FF2B5EF4-FFF2-40B4-BE49-F238E27FC236}">
                <a16:creationId xmlns:a16="http://schemas.microsoft.com/office/drawing/2014/main" id="{143B3287-0BA8-4AB3-A592-C6AE0F0E19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3590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9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2" name="Picture 10" descr="checkered-flag2">
            <a:extLst>
              <a:ext uri="{FF2B5EF4-FFF2-40B4-BE49-F238E27FC236}">
                <a16:creationId xmlns:a16="http://schemas.microsoft.com/office/drawing/2014/main" id="{A29DE24C-8292-465A-86F9-FC77AC4B4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40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3" name="Oval 11">
            <a:hlinkClick r:id="rId7" action="ppaction://hlinksldjump"/>
            <a:extLst>
              <a:ext uri="{FF2B5EF4-FFF2-40B4-BE49-F238E27FC236}">
                <a16:creationId xmlns:a16="http://schemas.microsoft.com/office/drawing/2014/main" id="{971BD871-760D-477E-BBAE-4A14D885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9677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7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4" name="Picture 12" descr="checkered-flag2">
            <a:extLst>
              <a:ext uri="{FF2B5EF4-FFF2-40B4-BE49-F238E27FC236}">
                <a16:creationId xmlns:a16="http://schemas.microsoft.com/office/drawing/2014/main" id="{944CB5D2-B401-4B60-957C-290DE7946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90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5" name="Oval 13">
            <a:hlinkClick r:id="rId8" action="ppaction://hlinksldjump"/>
            <a:extLst>
              <a:ext uri="{FF2B5EF4-FFF2-40B4-BE49-F238E27FC236}">
                <a16:creationId xmlns:a16="http://schemas.microsoft.com/office/drawing/2014/main" id="{D033F99A-DCD1-49D5-926B-BD6C0F9E3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7227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3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6" name="Picture 14" descr="checkered-flag2">
            <a:extLst>
              <a:ext uri="{FF2B5EF4-FFF2-40B4-BE49-F238E27FC236}">
                <a16:creationId xmlns:a16="http://schemas.microsoft.com/office/drawing/2014/main" id="{1DC078F2-6199-4078-AF00-5883865B7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265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7" name="Oval 15">
            <a:hlinkClick r:id="rId9" action="ppaction://hlinksldjump"/>
            <a:extLst>
              <a:ext uri="{FF2B5EF4-FFF2-40B4-BE49-F238E27FC236}">
                <a16:creationId xmlns:a16="http://schemas.microsoft.com/office/drawing/2014/main" id="{0110D5D7-DD5E-468D-8DDC-16D0B76239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8902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 dirty="0">
                <a:solidFill>
                  <a:schemeClr val="tx1"/>
                </a:solidFill>
                <a:latin typeface="Impact" panose="020B0806030902050204" pitchFamily="34" charset="0"/>
              </a:rPr>
              <a:t>16</a:t>
            </a:r>
            <a:endParaRPr lang="en-US" altLang="en-US" sz="4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8" name="Picture 16" descr="checkered-flag2">
            <a:extLst>
              <a:ext uri="{FF2B5EF4-FFF2-40B4-BE49-F238E27FC236}">
                <a16:creationId xmlns:a16="http://schemas.microsoft.com/office/drawing/2014/main" id="{CCBA1D4A-3AAE-4F79-A080-1724DFC89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650" y="3429002"/>
            <a:ext cx="1538288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9" name="Oval 17">
            <a:hlinkClick r:id="rId10" action="ppaction://hlinksldjump"/>
            <a:extLst>
              <a:ext uri="{FF2B5EF4-FFF2-40B4-BE49-F238E27FC236}">
                <a16:creationId xmlns:a16="http://schemas.microsoft.com/office/drawing/2014/main" id="{68454CD2-1072-46E3-BDED-626BD78D3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6290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2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0" name="Picture 18" descr="checkered-flag2">
            <a:extLst>
              <a:ext uri="{FF2B5EF4-FFF2-40B4-BE49-F238E27FC236}">
                <a16:creationId xmlns:a16="http://schemas.microsoft.com/office/drawing/2014/main" id="{7F212313-1E14-45B3-BA0F-3DBAEE9F17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65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1" name="Oval 19">
            <a:hlinkClick r:id="rId11" action="ppaction://hlinksldjump"/>
            <a:extLst>
              <a:ext uri="{FF2B5EF4-FFF2-40B4-BE49-F238E27FC236}">
                <a16:creationId xmlns:a16="http://schemas.microsoft.com/office/drawing/2014/main" id="{9F31F091-7A7A-4BC3-B88D-F0147AE48D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3802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4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2" name="Picture 20" descr="checkered-flag2">
            <a:extLst>
              <a:ext uri="{FF2B5EF4-FFF2-40B4-BE49-F238E27FC236}">
                <a16:creationId xmlns:a16="http://schemas.microsoft.com/office/drawing/2014/main" id="{38AA43B7-8C71-4B5A-ABC9-D80B49675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715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3" name="Oval 21">
            <a:hlinkClick r:id="rId12" action="ppaction://hlinksldjump"/>
            <a:extLst>
              <a:ext uri="{FF2B5EF4-FFF2-40B4-BE49-F238E27FC236}">
                <a16:creationId xmlns:a16="http://schemas.microsoft.com/office/drawing/2014/main" id="{F9A21A5E-7D9B-4670-904F-9296E43017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1352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4" name="Picture 22" descr="checkered-flag2">
            <a:extLst>
              <a:ext uri="{FF2B5EF4-FFF2-40B4-BE49-F238E27FC236}">
                <a16:creationId xmlns:a16="http://schemas.microsoft.com/office/drawing/2014/main" id="{A2AF9B9D-9C3B-40C7-BE79-270517C91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390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5" name="Oval 23">
            <a:hlinkClick r:id="rId13" action="ppaction://hlinksldjump"/>
            <a:extLst>
              <a:ext uri="{FF2B5EF4-FFF2-40B4-BE49-F238E27FC236}">
                <a16:creationId xmlns:a16="http://schemas.microsoft.com/office/drawing/2014/main" id="{82A89031-1CBA-4FB6-A3A3-5EFCAC0193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3027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12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6" name="Picture 24" descr="checkered-flag2">
            <a:extLst>
              <a:ext uri="{FF2B5EF4-FFF2-40B4-BE49-F238E27FC236}">
                <a16:creationId xmlns:a16="http://schemas.microsoft.com/office/drawing/2014/main" id="{648C2F55-0BA9-44A7-B264-52B8104B5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75" y="1849438"/>
            <a:ext cx="1538288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7" name="Oval 25">
            <a:hlinkClick r:id="rId14" action="ppaction://hlinksldjump"/>
            <a:extLst>
              <a:ext uri="{FF2B5EF4-FFF2-40B4-BE49-F238E27FC236}">
                <a16:creationId xmlns:a16="http://schemas.microsoft.com/office/drawing/2014/main" id="{C0C2A289-3473-43DB-B84A-145B6B3C2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415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6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8" name="Picture 26" descr="checkered-flag2">
            <a:extLst>
              <a:ext uri="{FF2B5EF4-FFF2-40B4-BE49-F238E27FC236}">
                <a16:creationId xmlns:a16="http://schemas.microsoft.com/office/drawing/2014/main" id="{A0C94275-2091-44DC-A5B2-64EFA7F86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65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9" name="Oval 27">
            <a:hlinkClick r:id="rId15" action="ppaction://hlinksldjump"/>
            <a:extLst>
              <a:ext uri="{FF2B5EF4-FFF2-40B4-BE49-F238E27FC236}">
                <a16:creationId xmlns:a16="http://schemas.microsoft.com/office/drawing/2014/main" id="{DA2C55F0-2BAC-4BFC-BD16-B143E92931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2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13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0" name="Picture 28" descr="checkered-flag2">
            <a:extLst>
              <a:ext uri="{FF2B5EF4-FFF2-40B4-BE49-F238E27FC236}">
                <a16:creationId xmlns:a16="http://schemas.microsoft.com/office/drawing/2014/main" id="{24FBF952-AEE5-40F2-9EBC-83E342464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415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1" name="Oval 29">
            <a:hlinkClick r:id="rId16" action="ppaction://hlinksldjump"/>
            <a:extLst>
              <a:ext uri="{FF2B5EF4-FFF2-40B4-BE49-F238E27FC236}">
                <a16:creationId xmlns:a16="http://schemas.microsoft.com/office/drawing/2014/main" id="{7AC008DD-854A-465B-9DC7-6F837D770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052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 dirty="0">
                <a:solidFill>
                  <a:schemeClr val="tx1"/>
                </a:solidFill>
                <a:latin typeface="Impact" panose="020B0806030902050204" pitchFamily="34" charset="0"/>
              </a:rPr>
              <a:t>10</a:t>
            </a:r>
            <a:endParaRPr lang="en-US" altLang="en-US" sz="4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2" name="Picture 30" descr="checkered-flag2">
            <a:extLst>
              <a:ext uri="{FF2B5EF4-FFF2-40B4-BE49-F238E27FC236}">
                <a16:creationId xmlns:a16="http://schemas.microsoft.com/office/drawing/2014/main" id="{A4470D7F-4565-4888-8316-13F0F145B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4090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3" name="Oval 31">
            <a:hlinkClick r:id="rId17" action="ppaction://hlinksldjump"/>
            <a:extLst>
              <a:ext uri="{FF2B5EF4-FFF2-40B4-BE49-F238E27FC236}">
                <a16:creationId xmlns:a16="http://schemas.microsoft.com/office/drawing/2014/main" id="{BF81EEDC-0FFB-4E24-A56F-A9DDC2D46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5727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8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4" name="Picture 32" descr="checkered-flag2">
            <a:extLst>
              <a:ext uri="{FF2B5EF4-FFF2-40B4-BE49-F238E27FC236}">
                <a16:creationId xmlns:a16="http://schemas.microsoft.com/office/drawing/2014/main" id="{EFC0718F-864D-4E19-BDE8-D1EBDB4B7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475" y="269877"/>
            <a:ext cx="1538288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5" name="Oval 33">
            <a:hlinkClick r:id="rId18" action="ppaction://hlinksldjump"/>
            <a:extLst>
              <a:ext uri="{FF2B5EF4-FFF2-40B4-BE49-F238E27FC236}">
                <a16:creationId xmlns:a16="http://schemas.microsoft.com/office/drawing/2014/main" id="{29A0F7AC-CC81-42E8-9082-DB0D47A27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115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15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03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" dur="1000"/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5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03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 nodeType="clickPar">
                      <p:stCondLst>
                        <p:cond delay="0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/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7"/>
                  </p:tgtEl>
                </p:cond>
              </p:nextCondLst>
            </p:seq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1003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 nodeType="clickPar">
                      <p:stCondLst>
                        <p:cond delay="0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1000"/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/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1000"/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/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9"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003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 nodeType="clickPar">
                      <p:stCondLst>
                        <p:cond delay="0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1"/>
                  </p:tgtEl>
                </p:cond>
              </p:nextCondLst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1003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 nodeType="clickPar">
                      <p:stCondLst>
                        <p:cond delay="0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3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003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 nodeType="clickPar">
                      <p:stCondLst>
                        <p:cond delay="0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1000"/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/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5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1003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 nodeType="clickPar">
                      <p:stCondLst>
                        <p:cond delay="0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/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7"/>
                  </p:tgtEl>
                </p:cond>
              </p:nextCondLst>
            </p:seq>
            <p:seq concurrent="1" nextAc="seek">
              <p:cTn id="79" restart="whenNotActive" fill="hold" evtFilter="cancelBubble" nodeType="interactiveSeq">
                <p:stCondLst>
                  <p:cond evt="onClick" delay="0">
                    <p:tgtEl>
                      <p:spTgt spid="1003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" fill="hold" nodeType="clickPar">
                      <p:stCondLst>
                        <p:cond delay="0"/>
                      </p:stCondLst>
                      <p:childTnLst>
                        <p:par>
                          <p:cTn id="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1000"/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/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1000"/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/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9"/>
                  </p:tgtEl>
                </p:cond>
              </p:nextCondLst>
            </p:seq>
            <p:seq concurrent="1" nextAc="seek">
              <p:cTn id="90" restart="whenNotActive" fill="hold" evtFilter="cancelBubble" nodeType="interactiveSeq">
                <p:stCondLst>
                  <p:cond evt="onClick" delay="0">
                    <p:tgtEl>
                      <p:spTgt spid="1003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" fill="hold" nodeType="clickPar">
                      <p:stCondLst>
                        <p:cond delay="0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1000"/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/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8" dur="1000"/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/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003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5" dur="1000"/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/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9" dur="1000"/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/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3"/>
                  </p:tgtEl>
                </p:cond>
              </p:nextCondLst>
            </p:seq>
            <p:seq concurrent="1" nextAc="seek">
              <p:cTn id="112" restart="whenNotActive" fill="hold" evtFilter="cancelBubble" nodeType="interactiveSeq">
                <p:stCondLst>
                  <p:cond evt="onClick" delay="0">
                    <p:tgtEl>
                      <p:spTgt spid="1003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" fill="hold" nodeType="clickPar">
                      <p:stCondLst>
                        <p:cond delay="0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1000"/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/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0" dur="1000"/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/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5"/>
                  </p:tgtEl>
                </p:cond>
              </p:nextCondLst>
            </p:seq>
            <p:seq concurrent="1" nextAc="seek">
              <p:cTn id="123" restart="whenNotActive" fill="hold" evtFilter="cancelBubble" nodeType="interactiveSeq">
                <p:stCondLst>
                  <p:cond evt="onClick" delay="0">
                    <p:tgtEl>
                      <p:spTgt spid="1003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4" fill="hold" nodeType="clickPar">
                      <p:stCondLst>
                        <p:cond delay="0"/>
                      </p:stCondLst>
                      <p:childTnLst>
                        <p:par>
                          <p:cTn id="1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7" dur="1000"/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/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1" dur="1000"/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/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7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1003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 nodeType="clickPar">
                      <p:stCondLst>
                        <p:cond delay="0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8" dur="1000"/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/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2" dur="1000"/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/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9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003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 nodeType="clickPar">
                      <p:stCondLst>
                        <p:cond delay="0"/>
                      </p:stCondLst>
                      <p:childTnLst>
                        <p:par>
                          <p:cTn id="1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8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9" dur="1000"/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1000"/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3" dur="1000"/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1000"/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1"/>
                  </p:tgtEl>
                </p:cond>
              </p:nextCondLst>
            </p:seq>
            <p:seq concurrent="1" nextAc="seek">
              <p:cTn id="156" restart="whenNotActive" fill="hold" evtFilter="cancelBubble" nodeType="interactiveSeq">
                <p:stCondLst>
                  <p:cond evt="onClick" delay="0">
                    <p:tgtEl>
                      <p:spTgt spid="10038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7" fill="hold" nodeType="clickPar">
                      <p:stCondLst>
                        <p:cond delay="0"/>
                      </p:stCondLst>
                      <p:childTnLst>
                        <p:par>
                          <p:cTn id="1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9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0" dur="1000"/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0"/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4" dur="1000"/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/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3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1003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 nodeType="clickPar">
                      <p:stCondLst>
                        <p:cond delay="0"/>
                      </p:stCondLst>
                      <p:childTnLst>
                        <p:par>
                          <p:cTn id="1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0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1" dur="1000"/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1000"/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5" dur="1000"/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1000"/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5"/>
                  </p:tgtEl>
                </p:cond>
              </p:nextCondLst>
            </p:seq>
          </p:childTnLst>
        </p:cTn>
      </p:par>
    </p:tnLst>
    <p:bldLst>
      <p:bldP spid="100355" grpId="0" animBg="1"/>
      <p:bldP spid="100357" grpId="0" animBg="1"/>
      <p:bldP spid="100359" grpId="0" animBg="1"/>
      <p:bldP spid="100361" grpId="0" animBg="1"/>
      <p:bldP spid="100363" grpId="0" animBg="1"/>
      <p:bldP spid="100365" grpId="0" animBg="1"/>
      <p:bldP spid="100367" grpId="0" animBg="1"/>
      <p:bldP spid="100369" grpId="0" animBg="1"/>
      <p:bldP spid="100371" grpId="0" animBg="1"/>
      <p:bldP spid="100373" grpId="0" animBg="1"/>
      <p:bldP spid="100375" grpId="0" animBg="1"/>
      <p:bldP spid="100377" grpId="0" animBg="1"/>
      <p:bldP spid="100379" grpId="0" animBg="1"/>
      <p:bldP spid="100381" grpId="0" animBg="1"/>
      <p:bldP spid="100383" grpId="0" animBg="1"/>
      <p:bldP spid="10038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65550" name="Group 14">
            <a:extLst>
              <a:ext uri="{FF2B5EF4-FFF2-40B4-BE49-F238E27FC236}">
                <a16:creationId xmlns:a16="http://schemas.microsoft.com/office/drawing/2014/main" id="{0D53CF11-39B1-4B60-A3BF-CF240EAFCA0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65551" name="AutoShape 15">
              <a:hlinkClick r:id="rId2" action="ppaction://hlinksldjump"/>
              <a:extLst>
                <a:ext uri="{FF2B5EF4-FFF2-40B4-BE49-F238E27FC236}">
                  <a16:creationId xmlns:a16="http://schemas.microsoft.com/office/drawing/2014/main" id="{054AA6CC-907A-48A3-95E9-CB0DDFDAD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5552" name="AutoShape 16">
              <a:hlinkClick r:id="rId2" action="ppaction://hlinksldjump"/>
              <a:extLst>
                <a:ext uri="{FF2B5EF4-FFF2-40B4-BE49-F238E27FC236}">
                  <a16:creationId xmlns:a16="http://schemas.microsoft.com/office/drawing/2014/main" id="{E0E338C7-DE56-4BBE-8359-F52169EE7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549876-E108-445A-BDC7-8D4ACA5217F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E8FA1823-4583-4ACE-86A7-33E336EEDE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6300740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E8FA1823-4583-4ACE-86A7-33E336EEDE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6300740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ounded Rectangle 1"/>
              <p:cNvSpPr/>
              <p:nvPr/>
            </p:nvSpPr>
            <p:spPr>
              <a:xfrm>
                <a:off x="2920480" y="489257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ounded 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480" y="4892574"/>
                <a:ext cx="2460022" cy="200680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A9E82C9-0A65-4A59-9DBA-BBBD585CFA61}"/>
              </a:ext>
            </a:extLst>
          </p:cNvPr>
          <p:cNvSpPr txBox="1"/>
          <p:nvPr/>
        </p:nvSpPr>
        <p:spPr>
          <a:xfrm>
            <a:off x="1392381" y="571853"/>
            <a:ext cx="6359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84999" name="Group 7">
            <a:extLst>
              <a:ext uri="{FF2B5EF4-FFF2-40B4-BE49-F238E27FC236}">
                <a16:creationId xmlns:a16="http://schemas.microsoft.com/office/drawing/2014/main" id="{E2399743-21D9-4DA1-9726-F1791F799B5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500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B6D88DE6-0291-4E9D-BE67-0E12F89AB5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5001" name="AutoShape 9">
              <a:hlinkClick r:id="rId2" action="ppaction://hlinksldjump"/>
              <a:extLst>
                <a:ext uri="{FF2B5EF4-FFF2-40B4-BE49-F238E27FC236}">
                  <a16:creationId xmlns:a16="http://schemas.microsoft.com/office/drawing/2014/main" id="{722A1056-B7EF-4C97-87A0-7079A4BB61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3421DD5-4E59-4CA3-8EA6-548B5018D7C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1">
                <a:extLst>
                  <a:ext uri="{FF2B5EF4-FFF2-40B4-BE49-F238E27FC236}">
                    <a16:creationId xmlns:a16="http://schemas.microsoft.com/office/drawing/2014/main" id="{97DD6C39-35B3-4910-87DE-52ED7D1EDFDE}"/>
                  </a:ext>
                </a:extLst>
              </p:cNvPr>
              <p:cNvSpPr/>
              <p:nvPr/>
            </p:nvSpPr>
            <p:spPr>
              <a:xfrm>
                <a:off x="2760264" y="4853678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ounded Rectangle 1">
                <a:extLst>
                  <a:ext uri="{FF2B5EF4-FFF2-40B4-BE49-F238E27FC236}">
                    <a16:creationId xmlns:a16="http://schemas.microsoft.com/office/drawing/2014/main" id="{97DD6C39-35B3-4910-87DE-52ED7D1EDF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264" y="4853678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6630B95-ECEE-482C-8AE4-52E721900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1884072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6630B95-ECEE-482C-8AE4-52E721900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1884072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A486A70-396C-42BE-94D7-B4FFE373AEFD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86022" name="Group 6">
            <a:extLst>
              <a:ext uri="{FF2B5EF4-FFF2-40B4-BE49-F238E27FC236}">
                <a16:creationId xmlns:a16="http://schemas.microsoft.com/office/drawing/2014/main" id="{48B4E553-6C1F-4264-9671-0291FFCF1973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602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D8385C5B-51F4-4BAB-B210-73B57ACE15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602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ABB41248-2991-4586-9BDC-28147A780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E51CA5-02B5-42AA-AB6E-39613EA55921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2FA89687-E1C7-42A2-9E8B-9F99F822CF2B}"/>
                  </a:ext>
                </a:extLst>
              </p:cNvPr>
              <p:cNvSpPr/>
              <p:nvPr/>
            </p:nvSpPr>
            <p:spPr>
              <a:xfrm>
                <a:off x="3049880" y="479722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2FA89687-E1C7-42A2-9E8B-9F99F822C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880" y="479722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BFEC7C33-506E-47C9-B263-9FEFDF2EC2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4486097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BFEC7C33-506E-47C9-B263-9FEFDF2EC2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4486097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D8A6110-F12E-44BB-860A-FD693E70FE24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87046" name="Group 6">
            <a:extLst>
              <a:ext uri="{FF2B5EF4-FFF2-40B4-BE49-F238E27FC236}">
                <a16:creationId xmlns:a16="http://schemas.microsoft.com/office/drawing/2014/main" id="{9EA40428-BC2E-4F50-9228-CAEF418F094B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704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A08F882C-3B9D-4770-B39B-261DD13EFE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704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E83E718F-9750-4765-B85E-00A86964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ABB753-AB87-4611-99D1-A953003BA2ED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5328F4D6-308C-485B-AE07-200E547F7B76}"/>
                  </a:ext>
                </a:extLst>
              </p:cNvPr>
              <p:cNvSpPr/>
              <p:nvPr/>
            </p:nvSpPr>
            <p:spPr>
              <a:xfrm>
                <a:off x="3114971" y="4752840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5328F4D6-308C-485B-AE07-200E547F7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4971" y="4752840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93D561F8-99F1-457C-AEE6-AB451249AF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0511651"/>
                  </p:ext>
                </p:extLst>
              </p:nvPr>
            </p:nvGraphicFramePr>
            <p:xfrm>
              <a:off x="341312" y="1556654"/>
              <a:ext cx="8461376" cy="28527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85278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93D561F8-99F1-457C-AEE6-AB451249AF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0511651"/>
                  </p:ext>
                </p:extLst>
              </p:nvPr>
            </p:nvGraphicFramePr>
            <p:xfrm>
              <a:off x="341312" y="1556654"/>
              <a:ext cx="8461376" cy="28527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8527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13" r="-288" b="-8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2F86CEBF-7142-404D-BF81-775720C3F256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88070" name="Group 6">
            <a:extLst>
              <a:ext uri="{FF2B5EF4-FFF2-40B4-BE49-F238E27FC236}">
                <a16:creationId xmlns:a16="http://schemas.microsoft.com/office/drawing/2014/main" id="{C09F4CA1-85B3-476F-9C2A-DC3EC34D2583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807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B369897C-8D19-4A41-AA52-AD2D3F77E1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807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0B6DA607-5488-4315-B924-3F8EB2911F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D59D3B-96F5-4BE0-9650-C7E5FC656E6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2B6B675E-AFD7-4057-8C93-901287F9B7D1}"/>
                  </a:ext>
                </a:extLst>
              </p:cNvPr>
              <p:cNvSpPr/>
              <p:nvPr/>
            </p:nvSpPr>
            <p:spPr>
              <a:xfrm>
                <a:off x="2992406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2B6B675E-AFD7-4057-8C93-901287F9B7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406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1687FBF5-157E-4379-B2F0-D966E56B5F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1737705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1687FBF5-157E-4379-B2F0-D966E56B5F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1737705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BA29973-C2E7-4ED5-B304-790C62D8772F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89094" name="Group 6">
            <a:extLst>
              <a:ext uri="{FF2B5EF4-FFF2-40B4-BE49-F238E27FC236}">
                <a16:creationId xmlns:a16="http://schemas.microsoft.com/office/drawing/2014/main" id="{87AEDA04-AE0E-4185-A474-AB4A7D74348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909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AE45D320-1374-438F-89F6-20F5245047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909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95B1B8D2-AF04-4A44-9765-F6D5282C87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59CF5E-D3FE-403B-B5F9-D043D7AD9EE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67F7037D-9288-4F9B-B7E1-267B46DB5C50}"/>
                  </a:ext>
                </a:extLst>
              </p:cNvPr>
              <p:cNvSpPr/>
              <p:nvPr/>
            </p:nvSpPr>
            <p:spPr>
              <a:xfrm>
                <a:off x="2846729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346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67F7037D-9288-4F9B-B7E1-267B46DB5C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729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0F35B064-18A6-44C9-8213-459B64F966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4627378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acc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0F35B064-18A6-44C9-8213-459B64F966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4627378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43A0A3D-E5A0-402A-B16B-2B4B07D1F4F8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0118" name="Group 6">
            <a:extLst>
              <a:ext uri="{FF2B5EF4-FFF2-40B4-BE49-F238E27FC236}">
                <a16:creationId xmlns:a16="http://schemas.microsoft.com/office/drawing/2014/main" id="{0D0FF60F-CA32-41A7-9D84-88831B083226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0119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11D2E155-3EF9-4B33-8A4F-27450FCC4E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012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88780A1D-CCEE-4999-81E4-05BFF2829F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3B50BB-0421-4296-827C-6385C149A4C4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AC2C02A7-652D-4D5A-82B6-0F5D1982E52D}"/>
                  </a:ext>
                </a:extLst>
              </p:cNvPr>
              <p:cNvSpPr/>
              <p:nvPr/>
            </p:nvSpPr>
            <p:spPr>
              <a:xfrm>
                <a:off x="2819606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104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111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AC2C02A7-652D-4D5A-82B6-0F5D1982E5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606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BBBD450A-7D9C-4E1C-81B4-2E278904FA0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9873234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0.93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BBBD450A-7D9C-4E1C-81B4-2E278904FA0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9873234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2F125D6-8940-4EE8-A962-0D291FED5E50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1142" name="Group 6">
            <a:extLst>
              <a:ext uri="{FF2B5EF4-FFF2-40B4-BE49-F238E27FC236}">
                <a16:creationId xmlns:a16="http://schemas.microsoft.com/office/drawing/2014/main" id="{4C460C73-3D96-4C19-85EE-085CD8B9439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114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6C7B2653-EA2F-4588-A3BD-2340A32A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114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CEC4DD02-96F3-4B27-912D-73C6FAABC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056EB6-DE3F-4408-94D2-372EB8E83739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6695F893-0613-43C9-8729-07EF1B5A96B3}"/>
                  </a:ext>
                </a:extLst>
              </p:cNvPr>
              <p:cNvSpPr/>
              <p:nvPr/>
            </p:nvSpPr>
            <p:spPr>
              <a:xfrm>
                <a:off x="2920480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6695F893-0613-43C9-8729-07EF1B5A96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480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CB5D55F9-B1B5-4FE8-AA05-CBB7D665AC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782125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CB5D55F9-B1B5-4FE8-AA05-CBB7D665AC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782125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426CD34-44BA-4D26-85DE-F59CB248CCFE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2166" name="Group 6">
            <a:extLst>
              <a:ext uri="{FF2B5EF4-FFF2-40B4-BE49-F238E27FC236}">
                <a16:creationId xmlns:a16="http://schemas.microsoft.com/office/drawing/2014/main" id="{E5D5A5B6-159D-4A92-8E5B-5B927A006CEE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216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FC70FE4D-21D8-4960-A3E6-17A8FF2408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216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CFEEEF08-E578-4391-84BB-A09CBBCD8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C1E1175-26F9-4735-A6D2-EA10B5A0F421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4B24301E-25B1-45DF-BD81-6A33EE700DA6}"/>
                  </a:ext>
                </a:extLst>
              </p:cNvPr>
              <p:cNvSpPr/>
              <p:nvPr/>
            </p:nvSpPr>
            <p:spPr>
              <a:xfrm>
                <a:off x="2914364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71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4B24301E-25B1-45DF-BD81-6A33EE700D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364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B29A2F40-302E-41BB-BB88-6467728C31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7769488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B29A2F40-302E-41BB-BB88-6467728C31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7769488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E8B69B2-95C1-489C-AC09-02337776AB6E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3190" name="Group 6">
            <a:extLst>
              <a:ext uri="{FF2B5EF4-FFF2-40B4-BE49-F238E27FC236}">
                <a16:creationId xmlns:a16="http://schemas.microsoft.com/office/drawing/2014/main" id="{69485AA6-059A-470A-8CF5-0C9A58DAAAE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319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E46CE355-A98B-4CF9-A916-86B607FE2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319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0AF602C6-1A50-4641-8AA7-85A3F5105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D57130-BF89-403F-8474-074E6F1B7033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EAF855E5-8E68-4A5E-A1BB-110CA2A03EB1}"/>
                  </a:ext>
                </a:extLst>
              </p:cNvPr>
              <p:cNvSpPr/>
              <p:nvPr/>
            </p:nvSpPr>
            <p:spPr>
              <a:xfrm>
                <a:off x="2852748" y="4733238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EAF855E5-8E68-4A5E-A1BB-110CA2A03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748" y="4733238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9D53371D-6C60-491D-AB90-3A6FB11BEB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3077343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9D53371D-6C60-491D-AB90-3A6FB11BEB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3077343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638AD4B-1215-4944-8EBD-608325F045E6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4214" name="Group 6">
            <a:extLst>
              <a:ext uri="{FF2B5EF4-FFF2-40B4-BE49-F238E27FC236}">
                <a16:creationId xmlns:a16="http://schemas.microsoft.com/office/drawing/2014/main" id="{3CC90DE8-E4C1-4054-A64E-D8CF7D5FD9E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421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6063CD6E-ABA0-437B-91F6-8D372DE9B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421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90AF18E3-F57F-407B-9345-A3B7B70880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32E3C9B-83CD-49F5-8D00-A92CBE0980D3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B246220F-C1F4-4E67-B9DE-98488161CEB0}"/>
                  </a:ext>
                </a:extLst>
              </p:cNvPr>
              <p:cNvSpPr/>
              <p:nvPr/>
            </p:nvSpPr>
            <p:spPr>
              <a:xfrm>
                <a:off x="2954424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B246220F-C1F4-4E67-B9DE-98488161CE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424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93620096-C53E-4CD1-8205-B5CF60DEF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32158322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93620096-C53E-4CD1-8205-B5CF60DEF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32158322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125496F-C2CB-4E55-9B2E-8C19A380F840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5238" name="Group 6">
            <a:extLst>
              <a:ext uri="{FF2B5EF4-FFF2-40B4-BE49-F238E27FC236}">
                <a16:creationId xmlns:a16="http://schemas.microsoft.com/office/drawing/2014/main" id="{64A179B3-CBA8-488F-B7AC-A840719CD27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5239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BE812E2A-91D3-4B7E-BA87-8D120FEB16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524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D0FFD31A-E75B-49F3-9C1A-F4E690B7F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89E35DC-BF3E-4A5A-9077-5FD89290EE66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D7DCDD13-3767-4480-8B8F-51B25BDEF2F7}"/>
                  </a:ext>
                </a:extLst>
              </p:cNvPr>
              <p:cNvSpPr/>
              <p:nvPr/>
            </p:nvSpPr>
            <p:spPr>
              <a:xfrm>
                <a:off x="2812348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D7DCDD13-3767-4480-8B8F-51B25BDEF2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348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C1389D2-D7F6-472A-8629-E760401151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9582449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C1389D2-D7F6-472A-8629-E760401151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9582449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5135A72-036A-483C-BDBB-65FD29FEB6F7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6262" name="Group 6">
            <a:extLst>
              <a:ext uri="{FF2B5EF4-FFF2-40B4-BE49-F238E27FC236}">
                <a16:creationId xmlns:a16="http://schemas.microsoft.com/office/drawing/2014/main" id="{5C3AF049-8A2D-45FA-93E4-59C895A65ED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626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DD6AD506-0DA7-4F8A-B881-2AFEC7AFFD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6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B0B6AB5D-8C66-47B1-A43B-E5D53AF4C8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414EB5-3920-4702-B32E-FB469A1E66B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0A389A1A-C1EA-424A-A816-5F794A6EAC28}"/>
                  </a:ext>
                </a:extLst>
              </p:cNvPr>
              <p:cNvSpPr/>
              <p:nvPr/>
            </p:nvSpPr>
            <p:spPr>
              <a:xfrm>
                <a:off x="2617370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301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90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0A389A1A-C1EA-424A-A816-5F794A6EA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370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3BA0258D-29C0-494E-839F-A2A7C7E3FD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6515248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3. 3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3BA0258D-29C0-494E-839F-A2A7C7E3FD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6515248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DDAD596-A8BD-4922-BD27-7424570D10C4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7286" name="Group 6">
            <a:extLst>
              <a:ext uri="{FF2B5EF4-FFF2-40B4-BE49-F238E27FC236}">
                <a16:creationId xmlns:a16="http://schemas.microsoft.com/office/drawing/2014/main" id="{6564AAC7-82DD-4DF2-B327-C601ACB08516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728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E704EC04-C2A3-41F2-9239-0B1B8FF91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728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3ED3EC1C-A01D-4247-9D63-874FFB3FD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A482A31-84BD-4C8C-892B-B2E146FC30F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14347E6A-4447-4D25-AF6B-A41508F480BB}"/>
                  </a:ext>
                </a:extLst>
              </p:cNvPr>
              <p:cNvSpPr/>
              <p:nvPr/>
            </p:nvSpPr>
            <p:spPr>
              <a:xfrm>
                <a:off x="2835571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26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14347E6A-4447-4D25-AF6B-A41508F480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571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A2146F81-DEB6-4E84-9DAD-C5287958EF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7826457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2.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A2146F81-DEB6-4E84-9DAD-C5287958EF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7826457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DDA3D89-0660-426D-83EF-4BE4E6EE089D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8310" name="Group 6">
            <a:extLst>
              <a:ext uri="{FF2B5EF4-FFF2-40B4-BE49-F238E27FC236}">
                <a16:creationId xmlns:a16="http://schemas.microsoft.com/office/drawing/2014/main" id="{D41F0699-B547-4DF9-AAC2-D757A7B8A06F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831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7E0ED32C-0ED6-4261-AD16-6B3B603EC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831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E4F094A1-4560-44DE-BB29-6066553BD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5D44133-3436-4B9A-B68C-40EF7B0826D0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9A42CE52-9819-4235-9084-220CCC9CA383}"/>
                  </a:ext>
                </a:extLst>
              </p:cNvPr>
              <p:cNvSpPr/>
              <p:nvPr/>
            </p:nvSpPr>
            <p:spPr>
              <a:xfrm>
                <a:off x="2617370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9A42CE52-9819-4235-9084-220CCC9CA3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370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5A8D326-D17A-4373-A29C-050867F722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65041427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5A8D326-D17A-4373-A29C-050867F722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65041427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5AAF1D8-8264-4488-81C1-53A94E625AE0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grpSp>
        <p:nvGrpSpPr>
          <p:cNvPr id="99334" name="Group 6">
            <a:extLst>
              <a:ext uri="{FF2B5EF4-FFF2-40B4-BE49-F238E27FC236}">
                <a16:creationId xmlns:a16="http://schemas.microsoft.com/office/drawing/2014/main" id="{A7A792A6-3DC3-440F-AEBD-F6BF12FF2BA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933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F1D6C68E-AB50-4545-82F8-EC6DBA9D3E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933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11B331F1-E925-4859-9CF5-ED78106E04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8801D5-1B28-4DCC-A21E-681F1749B2E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00DE9985-E5B1-44C5-AB0B-EE58E1F3F9D8}"/>
                  </a:ext>
                </a:extLst>
              </p:cNvPr>
              <p:cNvSpPr/>
              <p:nvPr/>
            </p:nvSpPr>
            <p:spPr>
              <a:xfrm>
                <a:off x="2778240" y="4739054"/>
                <a:ext cx="2460022" cy="2006801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6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450</m:t>
                          </m:r>
                        </m:den>
                      </m:f>
                    </m:oMath>
                  </m:oMathPara>
                </a14:m>
                <a:endParaRPr lang="en-GB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ounded Rectangle 1">
                <a:extLst>
                  <a:ext uri="{FF2B5EF4-FFF2-40B4-BE49-F238E27FC236}">
                    <a16:creationId xmlns:a16="http://schemas.microsoft.com/office/drawing/2014/main" id="{00DE9985-E5B1-44C5-AB0B-EE58E1F3F9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240" y="4739054"/>
                <a:ext cx="2460022" cy="200680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7D644FAB-D5EE-4D8E-A9BD-3B91B0F08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0744081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0.46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96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GB" sz="240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7D644FAB-D5EE-4D8E-A9BD-3B91B0F08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0744081"/>
                  </p:ext>
                </p:extLst>
              </p:nvPr>
            </p:nvGraphicFramePr>
            <p:xfrm>
              <a:off x="341312" y="1556654"/>
              <a:ext cx="846137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6137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2" t="-220" r="-288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BBCFFCB-8CB8-4B4D-B324-E9E501F4EA34}"/>
              </a:ext>
            </a:extLst>
          </p:cNvPr>
          <p:cNvSpPr txBox="1"/>
          <p:nvPr/>
        </p:nvSpPr>
        <p:spPr>
          <a:xfrm>
            <a:off x="1504589" y="571853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06977" y="748016"/>
            <a:ext cx="8530046" cy="48090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Суроолор барбы?</a:t>
            </a: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Комментарийлер?</a:t>
            </a: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Сунуштар?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…же ката таптыңызбы!?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Сураныч, электрондук кат жөнөтүңүз: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en-US" sz="2585" dirty="0">
                <a:solidFill>
                  <a:prstClr val="black"/>
                </a:solidFill>
                <a:latin typeface="Calibri" panose="020F0502020204030204"/>
              </a:rPr>
              <a:t>mathematicskgz@gmail.com</a:t>
            </a:r>
          </a:p>
          <a:p>
            <a:pPr algn="ctr" defTabSz="441450">
              <a:defRPr/>
            </a:pPr>
            <a:endParaRPr lang="en-GB" sz="221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10435</TotalTime>
  <Words>335</Words>
  <Application>Microsoft Office PowerPoint</Application>
  <PresentationFormat>On-screen Show (4:3)</PresentationFormat>
  <Paragraphs>111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Impact</vt:lpstr>
      <vt:lpstr>Cambria Math</vt:lpstr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483</cp:revision>
  <cp:lastPrinted>2017-12-31T22:38:51Z</cp:lastPrinted>
  <dcterms:created xsi:type="dcterms:W3CDTF">2017-01-17T16:57:04Z</dcterms:created>
  <dcterms:modified xsi:type="dcterms:W3CDTF">2024-08-31T17:06:00Z</dcterms:modified>
</cp:coreProperties>
</file>