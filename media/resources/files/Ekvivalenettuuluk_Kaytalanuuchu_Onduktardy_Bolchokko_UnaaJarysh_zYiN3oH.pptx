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</p:sldMasterIdLst>
  <p:notesMasterIdLst>
    <p:notesMasterId r:id="rId23"/>
  </p:notesMasterIdLst>
  <p:sldIdLst>
    <p:sldId id="960" r:id="rId2"/>
    <p:sldId id="272" r:id="rId3"/>
    <p:sldId id="269" r:id="rId4"/>
    <p:sldId id="288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948" r:id="rId22"/>
  </p:sldIdLst>
  <p:sldSz cx="9144000" cy="6858000" type="screen4x3"/>
  <p:notesSz cx="7104063" cy="10234613"/>
  <p:embeddedFontLst>
    <p:embeddedFont>
      <p:font typeface="Cambria Math" panose="02040503050406030204" pitchFamily="18" charset="0"/>
      <p:regular r:id="rId24"/>
    </p:embeddedFon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844A0C3-7684-4B5B-8501-B15C4E9E1F0F}">
          <p14:sldIdLst>
            <p14:sldId id="960"/>
          </p14:sldIdLst>
        </p14:section>
        <p14:section name="Титулдук слайд" id="{765A6E40-3071-4A2D-AD7D-3FCFB9F3EB92}">
          <p14:sldIdLst>
            <p14:sldId id="272"/>
          </p14:sldIdLst>
        </p14:section>
        <p14:section name="Жарыш баракчасы" id="{F85F3D05-9B24-49E4-A4AD-D2E559F0A80A}">
          <p14:sldIdLst>
            <p14:sldId id="269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404" y="3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51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98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769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Кайталануучу ондуктарды бөлчөккө айландыруу–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унаа жарышы</a:t>
            </a:r>
          </a:p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Башта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99B0C6-D33F-4FF3-27F2-556CD80F283D}"/>
              </a:ext>
            </a:extLst>
          </p:cNvPr>
          <p:cNvSpPr txBox="1"/>
          <p:nvPr/>
        </p:nvSpPr>
        <p:spPr>
          <a:xfrm>
            <a:off x="1564101" y="137007"/>
            <a:ext cx="61985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96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96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96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96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96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96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49876-E108-445A-BDC7-8D4ACA5217F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8FA1823-4583-4ACE-86A7-33E336EED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300740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8FA1823-4583-4ACE-86A7-33E336EED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300740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/>
              <p:cNvSpPr/>
              <p:nvPr/>
            </p:nvSpPr>
            <p:spPr>
              <a:xfrm>
                <a:off x="2920480" y="489257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480" y="4892574"/>
                <a:ext cx="2460022" cy="200680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9E82C9-0A65-4A59-9DBA-BBBD585CFA61}"/>
              </a:ext>
            </a:extLst>
          </p:cNvPr>
          <p:cNvSpPr txBox="1"/>
          <p:nvPr/>
        </p:nvSpPr>
        <p:spPr>
          <a:xfrm>
            <a:off x="1392381" y="571853"/>
            <a:ext cx="6359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421DD5-4E59-4CA3-8EA6-548B5018D7C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97DD6C39-35B3-4910-87DE-52ED7D1EDFDE}"/>
                  </a:ext>
                </a:extLst>
              </p:cNvPr>
              <p:cNvSpPr/>
              <p:nvPr/>
            </p:nvSpPr>
            <p:spPr>
              <a:xfrm>
                <a:off x="2760264" y="4853678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97DD6C39-35B3-4910-87DE-52ED7D1EDF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264" y="4853678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6630B95-ECEE-482C-8AE4-52E721900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8407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6630B95-ECEE-482C-8AE4-52E721900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8407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A486A70-396C-42BE-94D7-B4FFE373AEFD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E51CA5-02B5-42AA-AB6E-39613EA5592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FA89687-E1C7-42A2-9E8B-9F99F822CF2B}"/>
                  </a:ext>
                </a:extLst>
              </p:cNvPr>
              <p:cNvSpPr/>
              <p:nvPr/>
            </p:nvSpPr>
            <p:spPr>
              <a:xfrm>
                <a:off x="3049880" y="479722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FA89687-E1C7-42A2-9E8B-9F99F822C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880" y="479722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FEC7C33-506E-47C9-B263-9FEFDF2EC2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48609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FEC7C33-506E-47C9-B263-9FEFDF2EC2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48609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D8A6110-F12E-44BB-860A-FD693E70FE24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ABB753-AB87-4611-99D1-A953003BA2E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5328F4D6-308C-485B-AE07-200E547F7B76}"/>
                  </a:ext>
                </a:extLst>
              </p:cNvPr>
              <p:cNvSpPr/>
              <p:nvPr/>
            </p:nvSpPr>
            <p:spPr>
              <a:xfrm>
                <a:off x="3114971" y="4752840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5328F4D6-308C-485B-AE07-200E547F7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971" y="4752840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D561F8-99F1-457C-AEE6-AB451249A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511651"/>
                  </p:ext>
                </p:extLst>
              </p:nvPr>
            </p:nvGraphicFramePr>
            <p:xfrm>
              <a:off x="341312" y="1556654"/>
              <a:ext cx="8461376" cy="2852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8527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D561F8-99F1-457C-AEE6-AB451249A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511651"/>
                  </p:ext>
                </p:extLst>
              </p:nvPr>
            </p:nvGraphicFramePr>
            <p:xfrm>
              <a:off x="341312" y="1556654"/>
              <a:ext cx="8461376" cy="2852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8527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13" r="-288" b="-8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F86CEBF-7142-404D-BF81-775720C3F256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D59D3B-96F5-4BE0-9650-C7E5FC656E6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B6B675E-AFD7-4057-8C93-901287F9B7D1}"/>
                  </a:ext>
                </a:extLst>
              </p:cNvPr>
              <p:cNvSpPr/>
              <p:nvPr/>
            </p:nvSpPr>
            <p:spPr>
              <a:xfrm>
                <a:off x="2992406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2B6B675E-AFD7-4057-8C93-901287F9B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06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687FBF5-157E-4379-B2F0-D966E56B5F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73770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687FBF5-157E-4379-B2F0-D966E56B5F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73770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BA29973-C2E7-4ED5-B304-790C62D8772F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59CF5E-D3FE-403B-B5F9-D043D7AD9EE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7F7037D-9288-4F9B-B7E1-267B46DB5C50}"/>
                  </a:ext>
                </a:extLst>
              </p:cNvPr>
              <p:cNvSpPr/>
              <p:nvPr/>
            </p:nvSpPr>
            <p:spPr>
              <a:xfrm>
                <a:off x="2846729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346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7F7037D-9288-4F9B-B7E1-267B46DB5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729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F35B064-18A6-44C9-8213-459B64F966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62737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F35B064-18A6-44C9-8213-459B64F966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62737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43A0A3D-E5A0-402A-B16B-2B4B07D1F4F8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3B50BB-0421-4296-827C-6385C149A4C4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AC2C02A7-652D-4D5A-82B6-0F5D1982E52D}"/>
                  </a:ext>
                </a:extLst>
              </p:cNvPr>
              <p:cNvSpPr/>
              <p:nvPr/>
            </p:nvSpPr>
            <p:spPr>
              <a:xfrm>
                <a:off x="2819606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104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111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AC2C02A7-652D-4D5A-82B6-0F5D1982E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606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BBD450A-7D9C-4E1C-81B4-2E278904F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9873234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0.93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BBD450A-7D9C-4E1C-81B4-2E278904FA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9873234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F125D6-8940-4EE8-A962-0D291FED5E50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056EB6-DE3F-4408-94D2-372EB8E83739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695F893-0613-43C9-8729-07EF1B5A96B3}"/>
                  </a:ext>
                </a:extLst>
              </p:cNvPr>
              <p:cNvSpPr/>
              <p:nvPr/>
            </p:nvSpPr>
            <p:spPr>
              <a:xfrm>
                <a:off x="292048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6695F893-0613-43C9-8729-07EF1B5A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48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5D55F9-B1B5-4FE8-AA05-CBB7D665AC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78212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5D55F9-B1B5-4FE8-AA05-CBB7D665AC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1782125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426CD34-44BA-4D26-85DE-F59CB248CCFE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1E1175-26F9-4735-A6D2-EA10B5A0F42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4B24301E-25B1-45DF-BD81-6A33EE700DA6}"/>
                  </a:ext>
                </a:extLst>
              </p:cNvPr>
              <p:cNvSpPr/>
              <p:nvPr/>
            </p:nvSpPr>
            <p:spPr>
              <a:xfrm>
                <a:off x="2914364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4B24301E-25B1-45DF-BD81-6A33EE700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364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29A2F40-302E-41BB-BB88-6467728C31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76948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29A2F40-302E-41BB-BB88-6467728C31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76948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E8B69B2-95C1-489C-AC09-02337776AB6E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D57130-BF89-403F-8474-074E6F1B703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EAF855E5-8E68-4A5E-A1BB-110CA2A03EB1}"/>
                  </a:ext>
                </a:extLst>
              </p:cNvPr>
              <p:cNvSpPr/>
              <p:nvPr/>
            </p:nvSpPr>
            <p:spPr>
              <a:xfrm>
                <a:off x="2852748" y="4733238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EAF855E5-8E68-4A5E-A1BB-110CA2A03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748" y="4733238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D53371D-6C60-491D-AB90-3A6FB11BEB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077343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D53371D-6C60-491D-AB90-3A6FB11BEB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077343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638AD4B-1215-4944-8EBD-608325F045E6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2E3C9B-83CD-49F5-8D00-A92CBE0980D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B246220F-C1F4-4E67-B9DE-98488161CEB0}"/>
                  </a:ext>
                </a:extLst>
              </p:cNvPr>
              <p:cNvSpPr/>
              <p:nvPr/>
            </p:nvSpPr>
            <p:spPr>
              <a:xfrm>
                <a:off x="2954424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B246220F-C1F4-4E67-B9DE-98488161CE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424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620096-C53E-4CD1-8205-B5CF60DEF1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215832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3620096-C53E-4CD1-8205-B5CF60DEF1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2158322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125496F-C2CB-4E55-9B2E-8C19A380F840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9E35DC-BF3E-4A5A-9077-5FD89290EE6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D7DCDD13-3767-4480-8B8F-51B25BDEF2F7}"/>
                  </a:ext>
                </a:extLst>
              </p:cNvPr>
              <p:cNvSpPr/>
              <p:nvPr/>
            </p:nvSpPr>
            <p:spPr>
              <a:xfrm>
                <a:off x="2812348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D7DCDD13-3767-4480-8B8F-51B25BDEF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348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C1389D2-D7F6-472A-8629-E76040115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582449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C1389D2-D7F6-472A-8629-E76040115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582449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5135A72-036A-483C-BDBB-65FD29FEB6F7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414EB5-3920-4702-B32E-FB469A1E66B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A389A1A-C1EA-424A-A816-5F794A6EAC28}"/>
                  </a:ext>
                </a:extLst>
              </p:cNvPr>
              <p:cNvSpPr/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A389A1A-C1EA-424A-A816-5F794A6EA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BA0258D-29C0-494E-839F-A2A7C7E3FD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1524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3. 3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BA0258D-29C0-494E-839F-A2A7C7E3FD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15248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DDAD596-A8BD-4922-BD27-7424570D10C4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482A31-84BD-4C8C-892B-B2E146FC30F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14347E6A-4447-4D25-AF6B-A41508F480BB}"/>
                  </a:ext>
                </a:extLst>
              </p:cNvPr>
              <p:cNvSpPr/>
              <p:nvPr/>
            </p:nvSpPr>
            <p:spPr>
              <a:xfrm>
                <a:off x="2835571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14347E6A-4447-4D25-AF6B-A41508F48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571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2146F81-DEB6-4E84-9DAD-C5287958E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82645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2146F81-DEB6-4E84-9DAD-C5287958E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82645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DDA3D89-0660-426D-83EF-4BE4E6EE089D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D44133-3436-4B9A-B68C-40EF7B0826D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9A42CE52-9819-4235-9084-220CCC9CA383}"/>
                  </a:ext>
                </a:extLst>
              </p:cNvPr>
              <p:cNvSpPr/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9A42CE52-9819-4235-9084-220CCC9CA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37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5A8D326-D17A-4373-A29C-050867F722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04142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5A8D326-D17A-4373-A29C-050867F722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041427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5AAF1D8-8264-4488-81C1-53A94E625AE0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8801D5-1B28-4DCC-A21E-681F1749B2E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0DE9985-E5B1-44C5-AB0B-EE58E1F3F9D8}"/>
                  </a:ext>
                </a:extLst>
              </p:cNvPr>
              <p:cNvSpPr/>
              <p:nvPr/>
            </p:nvSpPr>
            <p:spPr>
              <a:xfrm>
                <a:off x="2778240" y="4739054"/>
                <a:ext cx="2460022" cy="2006801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6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450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1">
                <a:extLst>
                  <a:ext uri="{FF2B5EF4-FFF2-40B4-BE49-F238E27FC236}">
                    <a16:creationId xmlns:a16="http://schemas.microsoft.com/office/drawing/2014/main" id="{00DE9985-E5B1-44C5-AB0B-EE58E1F3F9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240" y="4739054"/>
                <a:ext cx="2460022" cy="20068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D644FAB-D5EE-4D8E-A9BD-3B91B0F08F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744081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9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D644FAB-D5EE-4D8E-A9BD-3B91B0F08F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744081"/>
                  </p:ext>
                </p:extLst>
              </p:nvPr>
            </p:nvGraphicFramePr>
            <p:xfrm>
              <a:off x="341312" y="1556654"/>
              <a:ext cx="846137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6137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" t="-220" r="-288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BBCFFCB-8CB8-4B4D-B324-E9E501F4EA34}"/>
              </a:ext>
            </a:extLst>
          </p:cNvPr>
          <p:cNvSpPr txBox="1"/>
          <p:nvPr/>
        </p:nvSpPr>
        <p:spPr>
          <a:xfrm>
            <a:off x="1504589" y="571853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748016"/>
            <a:ext cx="8530046" cy="480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Суроолор барбы?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Комментарийлер?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Сунуштар?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…же ката таптыңызбы!?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Сураныч, электрондук кат жөнөтүңүз: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en-US" sz="2585" dirty="0">
                <a:solidFill>
                  <a:prstClr val="black"/>
                </a:solidFill>
                <a:latin typeface="Calibri" panose="020F0502020204030204"/>
              </a:rPr>
              <a:t>mathematicskgz@gmail.com</a:t>
            </a:r>
          </a:p>
          <a:p>
            <a:pPr algn="ctr" defTabSz="441450">
              <a:defRPr/>
            </a:pPr>
            <a:endParaRPr lang="en-GB" sz="221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10435</TotalTime>
  <Words>335</Words>
  <Application>Microsoft Office PowerPoint</Application>
  <PresentationFormat>On-screen Show (4:3)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Cambria Math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483</cp:revision>
  <cp:lastPrinted>2017-12-31T22:38:51Z</cp:lastPrinted>
  <dcterms:created xsi:type="dcterms:W3CDTF">2017-01-17T16:57:04Z</dcterms:created>
  <dcterms:modified xsi:type="dcterms:W3CDTF">2024-08-31T17:06:00Z</dcterms:modified>
</cp:coreProperties>
</file>