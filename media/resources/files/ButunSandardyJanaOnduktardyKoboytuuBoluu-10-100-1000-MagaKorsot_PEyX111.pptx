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7"/>
  </p:notesMasterIdLst>
  <p:sldIdLst>
    <p:sldId id="995" r:id="rId2"/>
    <p:sldId id="943" r:id="rId3"/>
    <p:sldId id="982" r:id="rId4"/>
    <p:sldId id="994" r:id="rId5"/>
    <p:sldId id="980" r:id="rId6"/>
    <p:sldId id="962" r:id="rId7"/>
    <p:sldId id="963" r:id="rId8"/>
    <p:sldId id="964" r:id="rId9"/>
    <p:sldId id="965" r:id="rId10"/>
    <p:sldId id="966" r:id="rId11"/>
    <p:sldId id="967" r:id="rId12"/>
    <p:sldId id="968" r:id="rId13"/>
    <p:sldId id="96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78" r:id="rId23"/>
    <p:sldId id="979" r:id="rId24"/>
    <p:sldId id="991" r:id="rId25"/>
    <p:sldId id="993" r:id="rId26"/>
    <p:sldId id="992" r:id="rId27"/>
    <p:sldId id="983" r:id="rId28"/>
    <p:sldId id="984" r:id="rId29"/>
    <p:sldId id="986" r:id="rId30"/>
    <p:sldId id="988" r:id="rId31"/>
    <p:sldId id="987" r:id="rId32"/>
    <p:sldId id="985" r:id="rId33"/>
    <p:sldId id="989" r:id="rId34"/>
    <p:sldId id="990" r:id="rId35"/>
    <p:sldId id="996" r:id="rId3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95"/>
          </p14:sldIdLst>
        </p14:section>
        <p14:section name="Мага көрсөт слайддары" id="{059544AC-2C27-45B1-9F95-F87DF8854DD6}">
          <p14:sldIdLst>
            <p14:sldId id="943"/>
            <p14:sldId id="982"/>
            <p14:sldId id="994"/>
            <p14:sldId id="980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91"/>
            <p14:sldId id="993"/>
            <p14:sldId id="992"/>
            <p14:sldId id="983"/>
            <p14:sldId id="984"/>
            <p14:sldId id="986"/>
            <p14:sldId id="988"/>
            <p14:sldId id="987"/>
            <p14:sldId id="985"/>
            <p14:sldId id="989"/>
            <p14:sldId id="990"/>
          </p14:sldIdLst>
        </p14:section>
        <p14:section name="Кайтарым байланыш" id="{F3D720CF-F566-46A6-9361-125255B68FA6}">
          <p14:sldIdLst>
            <p14:sldId id="9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Мага көрсөтүү–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38151" y="2705725"/>
            <a:ext cx="664637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каалаган санды 100гө </a:t>
            </a:r>
            <a:endParaRPr lang="en-US" sz="4400" dirty="0"/>
          </a:p>
          <a:p>
            <a:pPr algn="ctr"/>
            <a:r>
              <a:rPr lang="ky-KG" sz="4400" dirty="0"/>
              <a:t>көбөйтүүнүн эки ыкмасын</a:t>
            </a:r>
            <a:endParaRPr lang="en-GB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EEA0-FD0E-3557-6299-50231788AC2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FFA54-2C70-02AB-0B44-5C273D41038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127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63342" y="2705725"/>
            <a:ext cx="759599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каалаган санды </a:t>
            </a:r>
            <a:endParaRPr lang="en-US" sz="4400" dirty="0"/>
          </a:p>
          <a:p>
            <a:pPr algn="ctr"/>
            <a:r>
              <a:rPr lang="ky-KG" sz="4400" dirty="0"/>
              <a:t>1000ге бөлүүнүн эки ыкмасын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152E3-563B-6CB0-BE8A-8485266F808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8739E-25F6-CCB5-1CD7-1A6AD16E28C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964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0527" y="3044279"/>
            <a:ext cx="966162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туура эмес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53117-D22A-638F-6FC2-6FFC7B3E44C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58B73-C610-7A0C-6962-B10B2674A266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856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8817" y="3044279"/>
            <a:ext cx="802501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10го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E797B-64CC-FEFA-7922-58FC9DFB6A4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04BF1-D547-88E2-BF61-E6048BCF6705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8672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52480" y="3044279"/>
            <a:ext cx="841769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96676-61AF-69B6-E612-65DC48F242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67A9C-6E8B-6A75-9F39-8DE8EFE25D77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823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91245" y="3044279"/>
            <a:ext cx="854015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2B8C3-4A01-841F-3CCD-4604C2BEAD1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7E3B9-5E06-17C9-E8ED-F2A5CD59C1B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7028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20702" y="3044279"/>
            <a:ext cx="808125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D5EF0-6D3C-4204-0037-B169623533F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6F063-AFA2-9172-A314-89F87B17AAA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2143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76464" y="3044279"/>
            <a:ext cx="836972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5D545-8182-CD5C-B070-EBD4F6A71D6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22C7-ACC0-C438-65A7-9044F21C7CC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9774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43896" y="3044279"/>
            <a:ext cx="8634864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CE9B0-295C-A987-7BB1-67038A0A62E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4201A-6876-81E2-A304-612780D8F0C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2668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56782" y="3044279"/>
            <a:ext cx="720908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64369-7D70-7320-67CC-A0CA0B5E8B1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F5185-333B-CCBC-3A7A-49CCA63E18E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121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12541" y="3044279"/>
            <a:ext cx="749756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33B43-0C5C-0EB4-DFD3-3FC032FACDF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715B5-EDFB-6384-88D6-F8F76561014B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35993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79974" y="3044279"/>
            <a:ext cx="776270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9363A-F9C2-DEBE-7D42-0BC1EF5A64F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D8F91-3E41-E111-4F03-8AB76569769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747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09429" y="3044279"/>
            <a:ext cx="730379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B606D-9634-E270-B806-9D8E87FC41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168E4-FC46-EBCF-8685-3B693045B5D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7987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66763" y="3044279"/>
            <a:ext cx="758912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8C33B-0F24-D0EE-DF5A-4311B0F0F0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011D2-21C3-72B4-9F8C-9178D52A48D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17327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24098" y="3044279"/>
            <a:ext cx="787446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FA632-77A1-94DA-0E14-7DFEB601391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64C9A-66DC-F345-8DFA-0D0AF5CD83B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0099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72715" y="3044279"/>
            <a:ext cx="697723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миңге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A9DDF-4121-E345-B6E7-9D313DC0F7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016FA-198A-4097-B909-CB537C18C05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4532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18213" y="3044279"/>
            <a:ext cx="708623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он миңге көбөйгөн санды.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59F2E-91CA-3FFE-1BEA-DD9C91E65E0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7F049-C335-14BA-89C8-22C64B7277B1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4307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80683" y="3044279"/>
            <a:ext cx="616130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миңге бөлүнгөн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7B5D7-08F9-91BD-4BEA-9C9C4ECFED9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D9605-3B4A-4DFC-E935-7E62DF9723E2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9065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6975" y="3044279"/>
            <a:ext cx="798872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жүз миңге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5E725-C19A-2805-DB13-039ECDCC36C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E3ED4-6B92-3E34-E086-64A273388500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47872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78985" y="3044279"/>
            <a:ext cx="8764708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жүз миңге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123DB-32F6-22BE-A0BF-7F8DCC9F091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005DA-6A51-B610-7E8B-78FC95067B7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01229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79902" y="3044279"/>
            <a:ext cx="816287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миллионго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467F-C79E-4990-12E9-E1E58F14109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25372-297B-739A-D9D3-BC1BFF9FCEE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8658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85812" y="3044279"/>
            <a:ext cx="855105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миллиардга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7922E-8D9C-2B89-9EA7-09E1555BD37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18D26-802F-E6CD-553E-0B77A54C6E3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17912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06501" y="3044279"/>
            <a:ext cx="750968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ондон бир бөлүгүн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BA165-CE77-F8BA-501B-3E90142AD57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062E9-1886-240B-E7A5-B69C07003016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28884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4751" y="3044279"/>
            <a:ext cx="765318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жүздөн бир бөлүгүн.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CE123-B944-5573-D9A0-3F0A55BAFD7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5B22E-49F7-623D-90D2-015F6A07850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350301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84544" y="3044279"/>
            <a:ext cx="775359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миңден бир бөлүгүн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9C423-B19F-2D69-4E2C-2E7C8AEBD81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D54BD-968C-D241-3D34-C4C6E8A4670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39780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ECD8F-F1F9-C1FC-BC8C-38E874C46B8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53A89-6A7C-5E6E-2D61-4D85E6BE763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3265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640150" y="3294610"/>
            <a:ext cx="3851583" cy="1130531"/>
            <a:chOff x="731590" y="3294610"/>
            <a:chExt cx="3851583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428281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2741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CC456-BB4A-0E6E-B82E-88C72B335048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F4306-3728-EC12-8F52-03EE3B56178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5670C8-91D3-1C72-5066-46ADAABE6BE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938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DE88E-2775-A3F7-8DDE-571E90931CDA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B054C9-7760-C086-3780-147F12EF10B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DD96D-1B0C-06E5-30C5-AA14A7E6DB0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81501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1089038" y="3294610"/>
            <a:ext cx="3280914" cy="1130531"/>
            <a:chOff x="731590" y="3294610"/>
            <a:chExt cx="3280914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552972" y="3294610"/>
            <a:ext cx="3852937" cy="1130531"/>
            <a:chOff x="5195524" y="3294610"/>
            <a:chExt cx="385293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28866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CEB29-4622-1A8E-D7DD-092830B220DC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C720D7-04E8-BC1C-29A9-8BBA4980F4F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6AAF7-806B-5658-5714-DBD16F66905B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183696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280914" cy="1130531"/>
            <a:chOff x="731590" y="3294610"/>
            <a:chExt cx="3280914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8" cy="1130531"/>
            <a:chOff x="5195524" y="3294610"/>
            <a:chExt cx="3282268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AD37B-3C8E-E715-60DC-CB87F45B2E2A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4B0FB-D731-D94A-EA69-627E93EC27F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4591B-38A4-34AE-AF8B-6E6D81E2931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21732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852937" cy="1130531"/>
            <a:chOff x="5195524" y="3294610"/>
            <a:chExt cx="385293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DC534-9EF0-638B-49C4-5DB54227FED6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8E841-D3EF-2C6B-6CF1-AFC63B8F3F0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13C54-7233-7AA9-A1A2-0726E744B3A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5322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1392" y="3044279"/>
            <a:ext cx="711989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3000ге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96616-541D-DB84-9B2A-E7113795B29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4DFEF-251A-E64D-B509-9292FF0B05A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8350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18788" y="3044279"/>
            <a:ext cx="648511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2000ге бөлүнгөн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98E08-AA1F-EA41-05EF-34BD7C5B0F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B58BD-3739-1142-0F1E-E0DCB7C3349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1140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10439</TotalTime>
  <Words>467</Words>
  <Application>Microsoft Office PowerPoint</Application>
  <PresentationFormat>A4 Paper (210x297 mm)</PresentationFormat>
  <Paragraphs>142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2024-08-25T15:38:44Z</dcterms:modified>
</cp:coreProperties>
</file>