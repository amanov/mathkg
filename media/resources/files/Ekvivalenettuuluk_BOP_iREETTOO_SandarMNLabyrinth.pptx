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2"/>
  </p:notesMasterIdLst>
  <p:sldIdLst>
    <p:sldId id="976" r:id="rId2"/>
    <p:sldId id="977" r:id="rId3"/>
    <p:sldId id="970" r:id="rId4"/>
    <p:sldId id="969" r:id="rId5"/>
    <p:sldId id="973" r:id="rId6"/>
    <p:sldId id="974" r:id="rId7"/>
    <p:sldId id="975" r:id="rId8"/>
    <p:sldId id="978" r:id="rId9"/>
    <p:sldId id="979" r:id="rId10"/>
    <p:sldId id="980" r:id="rId11"/>
  </p:sldIdLst>
  <p:sldSz cx="9906000" cy="6858000" type="A4"/>
  <p:notesSz cx="6889750" cy="10021888"/>
  <p:embeddedFontLst>
    <p:embeddedFont>
      <p:font typeface="Cambria Math" panose="02040503050406030204" pitchFamily="18" charset="0"/>
      <p:regular r:id="rId13"/>
    </p:embeddedFont>
    <p:embeddedFont>
      <p:font typeface="Honeydripper" panose="020B0604020202020204" charset="0"/>
      <p:regular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AFE06ED-B8DA-4059-857E-D6995C42ED2A}">
          <p14:sldIdLst>
            <p14:sldId id="976"/>
          </p14:sldIdLst>
        </p14:section>
        <p14:section name="Титулдук слайд" id="{7F068057-DE81-4BF7-B769-B2BDB5592EDD}">
          <p14:sldIdLst>
            <p14:sldId id="977"/>
          </p14:sldIdLst>
        </p14:section>
        <p14:section name="Көрсөтүү үчүн" id="{5DD39219-C4C8-4F38-A5C2-C8826E0F85D8}">
          <p14:sldIdLst>
            <p14:sldId id="970"/>
          </p14:sldIdLst>
        </p14:section>
        <p14:section name="Жообу" id="{C52BA816-4B9E-4D5C-8AF3-0D1D3A3994B4}">
          <p14:sldIdLst>
            <p14:sldId id="969"/>
            <p14:sldId id="973"/>
          </p14:sldIdLst>
        </p14:section>
        <p14:section name="Иш кагазы" id="{DDE88CB2-32CA-46EC-B0E3-87018E6EBA88}">
          <p14:sldIdLst>
            <p14:sldId id="974"/>
            <p14:sldId id="975"/>
          </p14:sldIdLst>
        </p14:section>
        <p14:section name="Өзүңүздүкүн жаса" id="{458B1208-BA15-4388-B693-A3E79C57B502}">
          <p14:sldIdLst>
            <p14:sldId id="978"/>
            <p14:sldId id="979"/>
          </p14:sldIdLst>
        </p14:section>
        <p14:section name="Кайтарым байланыш" id="{F2EC85F0-F3AC-464A-91E1-FB05C270A02F}">
          <p14:sldIdLst>
            <p14:sldId id="98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0000"/>
    <a:srgbClr val="FFE202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7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0" tIns="46150" rIns="92300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6" y="4823036"/>
            <a:ext cx="5511800" cy="3946118"/>
          </a:xfrm>
          <a:prstGeom prst="rect">
            <a:avLst/>
          </a:prstGeom>
        </p:spPr>
        <p:txBody>
          <a:bodyPr vert="horz" lIns="92300" tIns="46150" rIns="92300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use for students to make their own worksheets for peers.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869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fi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fi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fif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10515600" cy="4351338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Бөлчөктөрдү, ондуктарды жана пайыздарды иреттөө </a:t>
            </a:r>
            <a:r>
              <a:rPr kumimoji="0" lang="ru-RU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Туура же Ката лабиринт 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«Баштадан" "Аягына " чейинки жолду табышы керек,</a:t>
            </a:r>
          </a:p>
          <a:p>
            <a:pPr marL="0" marR="0" lvl="0" indent="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  жооп </a:t>
            </a:r>
            <a:r>
              <a:rPr kumimoji="0" lang="ru-RU" sz="3600" b="0" i="0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болгон бөлмөлөр аркылуу гана өтөт.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дубалдын ачык жерден гана өтө алышат.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3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Окуучарда үчүн "Өзүң</a:t>
            </a:r>
            <a:r>
              <a:rPr kumimoji="0" lang="en-US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жаса" кошулган.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8384B28-3FE5-4D24-8703-BBD52390FBAB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EA651A-79CF-40BC-9B76-5D7451BEAEEE}"/>
              </a:ext>
            </a:extLst>
          </p:cNvPr>
          <p:cNvSpPr/>
          <p:nvPr/>
        </p:nvSpPr>
        <p:spPr>
          <a:xfrm>
            <a:off x="-391921" y="4694967"/>
            <a:ext cx="10702802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000" b="0" i="0" u="none" strike="noStrike" kern="1200" cap="none" spc="0" normalizeH="0" baseline="0" noProof="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Бөлчөктөрдү, ондуктарды жана </a:t>
            </a:r>
            <a:endParaRPr kumimoji="0" lang="en-US" sz="6000" b="0" i="0" u="none" strike="noStrike" kern="1200" cap="none" spc="0" normalizeH="0" baseline="0" noProof="0" dirty="0">
              <a:ln w="28575">
                <a:noFill/>
              </a:ln>
              <a:solidFill>
                <a:srgbClr val="FFE202"/>
              </a:solidFill>
              <a:effectLst>
                <a:reflection blurRad="6350" stA="60000" endA="900" endPos="60000" dist="60007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000" b="0" i="0" u="none" strike="noStrike" kern="1200" cap="none" spc="0" normalizeH="0" baseline="0" noProof="0" dirty="0">
                <a:ln w="28575">
                  <a:noFill/>
                </a:ln>
                <a:solidFill>
                  <a:srgbClr val="FFE202"/>
                </a:solidFill>
                <a:effectLst>
                  <a:reflection blurRad="6350" stA="60000" endA="900" endPos="60000" dist="60007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пайыздарды иреттөө</a:t>
            </a:r>
            <a:endParaRPr kumimoji="0" lang="en-GB" sz="4800" b="0" i="0" u="none" strike="noStrike" kern="1200" cap="none" spc="0" normalizeH="0" baseline="0" noProof="0" dirty="0">
              <a:ln w="28575">
                <a:noFill/>
              </a:ln>
              <a:solidFill>
                <a:srgbClr val="FFE202"/>
              </a:solidFill>
              <a:effectLst>
                <a:reflection blurRad="6350" stA="60000" endA="900" endPos="60000" dist="60007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B4F35D-016B-C180-365F-5A66328341D3}"/>
              </a:ext>
            </a:extLst>
          </p:cNvPr>
          <p:cNvSpPr/>
          <p:nvPr/>
        </p:nvSpPr>
        <p:spPr>
          <a:xfrm>
            <a:off x="695465" y="224041"/>
            <a:ext cx="4645887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жана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ката </a:t>
            </a:r>
            <a:r>
              <a:rPr kumimoji="0" lang="ru-RU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лабиринт</a:t>
            </a:r>
            <a:endParaRPr kumimoji="0" lang="en-US" sz="5400" b="1" i="0" u="none" strike="noStrike" kern="1200" cap="none" spc="0" normalizeH="0" baseline="0" noProof="0" dirty="0">
              <a:ln w="9525">
                <a:solidFill>
                  <a:prstClr val="white"/>
                </a:solidFill>
                <a:prstDash val="solid"/>
              </a:ln>
              <a:solidFill>
                <a:srgbClr val="5B9BD5"/>
              </a:solidFill>
              <a:effectLst>
                <a:outerShdw blurRad="12700" dist="38100" dir="2700000" algn="tl" rotWithShape="0">
                  <a:srgbClr val="5B9BD5">
                    <a:lumMod val="60000"/>
                    <a:lumOff val="40000"/>
                  </a:srgbClr>
                </a:outerShdw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phic 10" descr="Run outline">
            <a:extLst>
              <a:ext uri="{FF2B5EF4-FFF2-40B4-BE49-F238E27FC236}">
                <a16:creationId xmlns:a16="http://schemas.microsoft.com/office/drawing/2014/main" id="{03547A41-AD60-AFFA-4584-AC7678B12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61472" y="1145280"/>
            <a:ext cx="3733800" cy="3733800"/>
          </a:xfrm>
          <a:prstGeom prst="rect">
            <a:avLst/>
          </a:prstGeom>
        </p:spPr>
      </p:pic>
      <p:pic>
        <p:nvPicPr>
          <p:cNvPr id="13" name="Graphic 12" descr="Door Open outline">
            <a:extLst>
              <a:ext uri="{FF2B5EF4-FFF2-40B4-BE49-F238E27FC236}">
                <a16:creationId xmlns:a16="http://schemas.microsoft.com/office/drawing/2014/main" id="{45A6A4BF-3114-EAAA-24FC-6A461FEBA3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8912" y="1031840"/>
            <a:ext cx="2531934" cy="253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778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0985896"/>
                  </p:ext>
                </p:extLst>
              </p:nvPr>
            </p:nvGraphicFramePr>
            <p:xfrm>
              <a:off x="17584" y="35169"/>
              <a:ext cx="9864968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66242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25%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0.3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33%  0.29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25%  0.4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0.5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2.4  </m:t>
                              </m:r>
                            </m:oMath>
                          </a14:m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3%</m:t>
                              </m:r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30%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0.4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77%  0.08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0.44  </m:t>
                              </m:r>
                            </m:oMath>
                          </a14:m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45%</m:t>
                              </m:r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60.6%  0.6</m:t>
                              </m:r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0.11  </m:t>
                              </m:r>
                            </m:oMath>
                          </a14:m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2.0%</m:t>
                              </m:r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99%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0.09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8%  0.77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80%  0.088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50.2%  0.5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0.35  </m:t>
                              </m:r>
                            </m:oMath>
                          </a14:m>
                          <a:r>
                            <a:rPr kumimoji="0" lang="en-GB" sz="2800" b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30.9%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88%  1.5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22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6.5%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0.6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0.2  </m:t>
                              </m:r>
                            </m:oMath>
                          </a14:m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24.5%</m:t>
                              </m:r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1.1%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0.1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12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123%  0.841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1.14  </m:t>
                              </m:r>
                            </m:oMath>
                          </a14:m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120%</m:t>
                              </m:r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60.9%  0.67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0.1  </m:t>
                              </m:r>
                            </m:oMath>
                          </a14:m>
                          <a:r>
                            <a:rPr kumimoji="0" lang="en-GB" sz="2400" b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11.8%</m:t>
                              </m:r>
                            </m:oMath>
                          </a14:m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28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8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num>
                                <m:den>
                                  <m:r>
                                    <a:rPr lang="en-GB" sz="28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200</m:t>
                                  </m:r>
                                </m:den>
                              </m:f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55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55%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0.6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10.5%   0.2 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0.089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12%  0.09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100.4%   1.3 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0985896"/>
                  </p:ext>
                </p:extLst>
              </p:nvPr>
            </p:nvGraphicFramePr>
            <p:xfrm>
              <a:off x="17584" y="35169"/>
              <a:ext cx="9864968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66242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52518" r="-30074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52518" r="-20074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52518" r="-10074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52518" r="-741" b="-6525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153623" r="-30074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153623" r="-20074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153623" r="-10074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153623" r="-741" b="-5572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251799" r="-30074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251799" r="-20074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251799" r="-10074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251799" r="-741" b="-4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351799" r="-30074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351799" r="-20074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351799" r="-10074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351799" r="-741" b="-3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451799" r="-30074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451799" r="-20074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451799" r="-10074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451799" r="-741" b="-2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555797" r="-30074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555797" r="-20074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555797" r="-10074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555797" r="-741" b="-1550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651079" r="-30074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651079" r="-20074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651079" r="-10074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651079" r="-741" b="-53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21" y="62693"/>
            <a:ext cx="365253" cy="398868"/>
          </a:xfrm>
          <a:prstGeom prst="rect">
            <a:avLst/>
          </a:prstGeom>
        </p:spPr>
      </p:pic>
      <p:sp>
        <p:nvSpPr>
          <p:cNvPr id="131" name="Rectangle 130">
            <a:extLst>
              <a:ext uri="{FF2B5EF4-FFF2-40B4-BE49-F238E27FC236}">
                <a16:creationId xmlns:a16="http://schemas.microsoft.com/office/drawing/2014/main" id="{ED0D3992-106D-4F75-92EF-CF331DE4902D}"/>
              </a:ext>
            </a:extLst>
          </p:cNvPr>
          <p:cNvSpPr/>
          <p:nvPr/>
        </p:nvSpPr>
        <p:spPr>
          <a:xfrm>
            <a:off x="819482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EAFDEBD-88F3-4D2B-ADC9-9902C4582293}"/>
              </a:ext>
            </a:extLst>
          </p:cNvPr>
          <p:cNvSpPr/>
          <p:nvPr/>
        </p:nvSpPr>
        <p:spPr>
          <a:xfrm rot="16200000">
            <a:off x="2323453" y="74837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527E24C-DA41-44C0-8FBD-C2A98F84CA17}"/>
              </a:ext>
            </a:extLst>
          </p:cNvPr>
          <p:cNvSpPr/>
          <p:nvPr/>
        </p:nvSpPr>
        <p:spPr>
          <a:xfrm rot="16200000">
            <a:off x="4782173" y="96935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DA73D97-4493-4F88-8DCE-951ECAF1DC6A}"/>
              </a:ext>
            </a:extLst>
          </p:cNvPr>
          <p:cNvSpPr/>
          <p:nvPr/>
        </p:nvSpPr>
        <p:spPr>
          <a:xfrm rot="16200000">
            <a:off x="7245973" y="9236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98EA540-5C39-4C1C-837B-EBC90C390BCD}"/>
              </a:ext>
            </a:extLst>
          </p:cNvPr>
          <p:cNvSpPr/>
          <p:nvPr/>
        </p:nvSpPr>
        <p:spPr>
          <a:xfrm rot="16200000">
            <a:off x="2323453" y="184565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57BAEF2-2ED9-4C00-9E21-1E9E7141C7B9}"/>
              </a:ext>
            </a:extLst>
          </p:cNvPr>
          <p:cNvSpPr/>
          <p:nvPr/>
        </p:nvSpPr>
        <p:spPr>
          <a:xfrm rot="16200000">
            <a:off x="4782173" y="15637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3F24ABA-F10C-4E37-AA96-0E4D1D084A79}"/>
              </a:ext>
            </a:extLst>
          </p:cNvPr>
          <p:cNvSpPr/>
          <p:nvPr/>
        </p:nvSpPr>
        <p:spPr>
          <a:xfrm rot="16200000">
            <a:off x="7245973" y="186089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BA4BBE-BAB4-42B1-BC13-E5CE77C47EA1}"/>
              </a:ext>
            </a:extLst>
          </p:cNvPr>
          <p:cNvSpPr/>
          <p:nvPr/>
        </p:nvSpPr>
        <p:spPr>
          <a:xfrm rot="16200000">
            <a:off x="2323453" y="240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37DF538-B6F3-43C5-ADC1-136A5827E2B4}"/>
              </a:ext>
            </a:extLst>
          </p:cNvPr>
          <p:cNvSpPr/>
          <p:nvPr/>
        </p:nvSpPr>
        <p:spPr>
          <a:xfrm rot="16200000">
            <a:off x="4782173" y="241638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0AE1E82-E94D-4CE9-8454-E33C5ED6BF91}"/>
              </a:ext>
            </a:extLst>
          </p:cNvPr>
          <p:cNvSpPr/>
          <p:nvPr/>
        </p:nvSpPr>
        <p:spPr>
          <a:xfrm rot="16200000">
            <a:off x="7245973" y="26686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495151-FB98-4868-8876-24637F2CDF1B}"/>
              </a:ext>
            </a:extLst>
          </p:cNvPr>
          <p:cNvSpPr/>
          <p:nvPr/>
        </p:nvSpPr>
        <p:spPr>
          <a:xfrm rot="16200000">
            <a:off x="2323453" y="33925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B4EDEB34-9C62-4F03-AF74-84D3D614782E}"/>
              </a:ext>
            </a:extLst>
          </p:cNvPr>
          <p:cNvSpPr/>
          <p:nvPr/>
        </p:nvSpPr>
        <p:spPr>
          <a:xfrm rot="16200000">
            <a:off x="4782173" y="322487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8AA4F35-3E1E-40BC-A083-BB9150036E1A}"/>
              </a:ext>
            </a:extLst>
          </p:cNvPr>
          <p:cNvSpPr/>
          <p:nvPr/>
        </p:nvSpPr>
        <p:spPr>
          <a:xfrm rot="16200000">
            <a:off x="7245973" y="34763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DED2A0A-94E1-4B62-A411-14084B04D18C}"/>
              </a:ext>
            </a:extLst>
          </p:cNvPr>
          <p:cNvSpPr/>
          <p:nvPr/>
        </p:nvSpPr>
        <p:spPr>
          <a:xfrm rot="16200000">
            <a:off x="2323453" y="43526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37B6D2C-9162-4046-AAA3-8A5006E8F897}"/>
              </a:ext>
            </a:extLst>
          </p:cNvPr>
          <p:cNvSpPr/>
          <p:nvPr/>
        </p:nvSpPr>
        <p:spPr>
          <a:xfrm rot="16200000">
            <a:off x="4782173" y="40478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D518CB7-5997-48C2-9E67-8FA5A7FF974D}"/>
              </a:ext>
            </a:extLst>
          </p:cNvPr>
          <p:cNvSpPr/>
          <p:nvPr/>
        </p:nvSpPr>
        <p:spPr>
          <a:xfrm rot="16200000">
            <a:off x="7245973" y="41607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6DA5D64-2951-4681-A81A-349DF4F5A73B}"/>
              </a:ext>
            </a:extLst>
          </p:cNvPr>
          <p:cNvSpPr/>
          <p:nvPr/>
        </p:nvSpPr>
        <p:spPr>
          <a:xfrm rot="16200000">
            <a:off x="2323453" y="497330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DC9BFBD-D0CD-4CFC-89B1-0E2C8E63252C}"/>
              </a:ext>
            </a:extLst>
          </p:cNvPr>
          <p:cNvSpPr/>
          <p:nvPr/>
        </p:nvSpPr>
        <p:spPr>
          <a:xfrm rot="16200000">
            <a:off x="4782173" y="515879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F9FC880-B39E-473E-BD33-B43E696ED46E}"/>
              </a:ext>
            </a:extLst>
          </p:cNvPr>
          <p:cNvSpPr/>
          <p:nvPr/>
        </p:nvSpPr>
        <p:spPr>
          <a:xfrm rot="16200000">
            <a:off x="7245973" y="499799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45A9E4E5-2518-40A2-A731-40803F87DB42}"/>
              </a:ext>
            </a:extLst>
          </p:cNvPr>
          <p:cNvSpPr/>
          <p:nvPr/>
        </p:nvSpPr>
        <p:spPr>
          <a:xfrm rot="16200000">
            <a:off x="2323453" y="60290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78366E8-9FC6-47D1-9958-7B707DCEB46F}"/>
              </a:ext>
            </a:extLst>
          </p:cNvPr>
          <p:cNvSpPr/>
          <p:nvPr/>
        </p:nvSpPr>
        <p:spPr>
          <a:xfrm rot="16200000">
            <a:off x="4782173" y="57928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F640848-35DF-46FE-8130-AB58489C7983}"/>
              </a:ext>
            </a:extLst>
          </p:cNvPr>
          <p:cNvSpPr/>
          <p:nvPr/>
        </p:nvSpPr>
        <p:spPr>
          <a:xfrm rot="16200000">
            <a:off x="7245973" y="603665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5708F39-8820-4ADF-BBCB-0F3EBB2B9704}"/>
              </a:ext>
            </a:extLst>
          </p:cNvPr>
          <p:cNvSpPr/>
          <p:nvPr/>
        </p:nvSpPr>
        <p:spPr>
          <a:xfrm>
            <a:off x="3622914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011A5FF-2E7C-4FF3-873C-4E49B0B58F7E}"/>
              </a:ext>
            </a:extLst>
          </p:cNvPr>
          <p:cNvSpPr/>
          <p:nvPr/>
        </p:nvSpPr>
        <p:spPr>
          <a:xfrm>
            <a:off x="6277277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8960B07-F98D-40E2-9A4D-7D3066380192}"/>
              </a:ext>
            </a:extLst>
          </p:cNvPr>
          <p:cNvSpPr/>
          <p:nvPr/>
        </p:nvSpPr>
        <p:spPr>
          <a:xfrm>
            <a:off x="7992481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BABDA05E-FC57-4FE3-B5B1-E05BB2763191}"/>
              </a:ext>
            </a:extLst>
          </p:cNvPr>
          <p:cNvSpPr/>
          <p:nvPr/>
        </p:nvSpPr>
        <p:spPr>
          <a:xfrm>
            <a:off x="1406222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6C01B4A-B992-44C3-8B51-8F48B2125F4A}"/>
              </a:ext>
            </a:extLst>
          </p:cNvPr>
          <p:cNvSpPr/>
          <p:nvPr/>
        </p:nvSpPr>
        <p:spPr>
          <a:xfrm>
            <a:off x="2927174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04694D59-247A-4CB8-B1FF-04BE7C9A3877}"/>
              </a:ext>
            </a:extLst>
          </p:cNvPr>
          <p:cNvSpPr/>
          <p:nvPr/>
        </p:nvSpPr>
        <p:spPr>
          <a:xfrm>
            <a:off x="5950790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3BD5BAB8-87E4-4BE3-A9CC-126118C46D02}"/>
              </a:ext>
            </a:extLst>
          </p:cNvPr>
          <p:cNvSpPr/>
          <p:nvPr/>
        </p:nvSpPr>
        <p:spPr>
          <a:xfrm>
            <a:off x="8792581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85EE1594-222E-4DFB-B15E-9C77D4D069A2}"/>
              </a:ext>
            </a:extLst>
          </p:cNvPr>
          <p:cNvSpPr/>
          <p:nvPr/>
        </p:nvSpPr>
        <p:spPr>
          <a:xfrm>
            <a:off x="1368962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E6AB20D-E6F7-4789-A661-B0A79D2065D0}"/>
              </a:ext>
            </a:extLst>
          </p:cNvPr>
          <p:cNvSpPr/>
          <p:nvPr/>
        </p:nvSpPr>
        <p:spPr>
          <a:xfrm>
            <a:off x="3056714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6A144E91-E327-40F3-9DD2-EB071F66ED72}"/>
              </a:ext>
            </a:extLst>
          </p:cNvPr>
          <p:cNvSpPr/>
          <p:nvPr/>
        </p:nvSpPr>
        <p:spPr>
          <a:xfrm>
            <a:off x="6628970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876E6BF-EB0E-481A-AED1-B31FDECA70AC}"/>
              </a:ext>
            </a:extLst>
          </p:cNvPr>
          <p:cNvSpPr/>
          <p:nvPr/>
        </p:nvSpPr>
        <p:spPr>
          <a:xfrm>
            <a:off x="7973138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2021C329-8B07-4F10-8C83-949D311A02A8}"/>
              </a:ext>
            </a:extLst>
          </p:cNvPr>
          <p:cNvSpPr/>
          <p:nvPr/>
        </p:nvSpPr>
        <p:spPr>
          <a:xfrm>
            <a:off x="819482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EDF271B-ED0A-4DFF-947D-5A2B69E8CF9D}"/>
              </a:ext>
            </a:extLst>
          </p:cNvPr>
          <p:cNvSpPr/>
          <p:nvPr/>
        </p:nvSpPr>
        <p:spPr>
          <a:xfrm>
            <a:off x="3818714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83830FC-1498-468A-8936-085824367EE5}"/>
              </a:ext>
            </a:extLst>
          </p:cNvPr>
          <p:cNvSpPr/>
          <p:nvPr/>
        </p:nvSpPr>
        <p:spPr>
          <a:xfrm>
            <a:off x="6339410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87AE874-113C-465E-AA6F-AAD298DDC6BB}"/>
              </a:ext>
            </a:extLst>
          </p:cNvPr>
          <p:cNvSpPr/>
          <p:nvPr/>
        </p:nvSpPr>
        <p:spPr>
          <a:xfrm>
            <a:off x="8818958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6C81FE8-B799-4425-9FA8-D4919C777192}"/>
              </a:ext>
            </a:extLst>
          </p:cNvPr>
          <p:cNvSpPr/>
          <p:nvPr/>
        </p:nvSpPr>
        <p:spPr>
          <a:xfrm>
            <a:off x="1436702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1D337FF-14E4-41F0-8DD6-9DF27FD242BF}"/>
              </a:ext>
            </a:extLst>
          </p:cNvPr>
          <p:cNvSpPr/>
          <p:nvPr/>
        </p:nvSpPr>
        <p:spPr>
          <a:xfrm>
            <a:off x="2965274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D1CB8E17-0989-40B0-981C-83CED79DABCB}"/>
              </a:ext>
            </a:extLst>
          </p:cNvPr>
          <p:cNvSpPr/>
          <p:nvPr/>
        </p:nvSpPr>
        <p:spPr>
          <a:xfrm>
            <a:off x="6568010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BE745BB7-5D7F-4DF2-BDDD-71915071B062}"/>
              </a:ext>
            </a:extLst>
          </p:cNvPr>
          <p:cNvSpPr/>
          <p:nvPr/>
        </p:nvSpPr>
        <p:spPr>
          <a:xfrm>
            <a:off x="8056958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CB956DE7-7D9A-4C19-B9FA-468CCC80BA52}"/>
              </a:ext>
            </a:extLst>
          </p:cNvPr>
          <p:cNvSpPr/>
          <p:nvPr/>
        </p:nvSpPr>
        <p:spPr>
          <a:xfrm>
            <a:off x="628982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9FF96340-5DB7-427F-A8FF-05417E3580BA}"/>
              </a:ext>
            </a:extLst>
          </p:cNvPr>
          <p:cNvSpPr/>
          <p:nvPr/>
        </p:nvSpPr>
        <p:spPr>
          <a:xfrm>
            <a:off x="3513914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74BA61E-4463-4327-803F-2C048F3DB874}"/>
              </a:ext>
            </a:extLst>
          </p:cNvPr>
          <p:cNvSpPr/>
          <p:nvPr/>
        </p:nvSpPr>
        <p:spPr>
          <a:xfrm>
            <a:off x="5973650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2B90F37-C0DB-4C37-9AEF-4842818E7E23}"/>
              </a:ext>
            </a:extLst>
          </p:cNvPr>
          <p:cNvSpPr/>
          <p:nvPr/>
        </p:nvSpPr>
        <p:spPr>
          <a:xfrm>
            <a:off x="8803718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EFB28985-35B5-4638-B884-613FB17EC5DF}"/>
              </a:ext>
            </a:extLst>
          </p:cNvPr>
          <p:cNvSpPr/>
          <p:nvPr/>
        </p:nvSpPr>
        <p:spPr>
          <a:xfrm>
            <a:off x="1109042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742BD7E6-F6F1-4104-BFA4-B945DDFB2CF4}"/>
              </a:ext>
            </a:extLst>
          </p:cNvPr>
          <p:cNvSpPr/>
          <p:nvPr/>
        </p:nvSpPr>
        <p:spPr>
          <a:xfrm>
            <a:off x="3209114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2E389B3-4D19-484F-9DBC-D39257C29DEA}"/>
              </a:ext>
            </a:extLst>
          </p:cNvPr>
          <p:cNvSpPr/>
          <p:nvPr/>
        </p:nvSpPr>
        <p:spPr>
          <a:xfrm>
            <a:off x="5371670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C79BB68F-7DF3-464C-9434-8C05EF78473D}"/>
              </a:ext>
            </a:extLst>
          </p:cNvPr>
          <p:cNvSpPr/>
          <p:nvPr/>
        </p:nvSpPr>
        <p:spPr>
          <a:xfrm>
            <a:off x="8110298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CF343EB2-A54B-4904-8E14-2EB510489DF8}"/>
              </a:ext>
            </a:extLst>
          </p:cNvPr>
          <p:cNvSpPr/>
          <p:nvPr/>
        </p:nvSpPr>
        <p:spPr>
          <a:xfrm>
            <a:off x="644222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9C7A03C3-D0A7-47F9-90B5-0B54632BE279}"/>
              </a:ext>
            </a:extLst>
          </p:cNvPr>
          <p:cNvSpPr/>
          <p:nvPr/>
        </p:nvSpPr>
        <p:spPr>
          <a:xfrm>
            <a:off x="3651074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44FA379-6AB1-41FB-A6B9-9370DBCE02EB}"/>
              </a:ext>
            </a:extLst>
          </p:cNvPr>
          <p:cNvSpPr/>
          <p:nvPr/>
        </p:nvSpPr>
        <p:spPr>
          <a:xfrm>
            <a:off x="5866970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5D4CE218-A4A3-4AA2-BCB6-1A42D951B9FD}"/>
              </a:ext>
            </a:extLst>
          </p:cNvPr>
          <p:cNvSpPr/>
          <p:nvPr/>
        </p:nvSpPr>
        <p:spPr>
          <a:xfrm>
            <a:off x="8674178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8D331A-3FBB-431B-9AB4-0411F4A4CC32}"/>
              </a:ext>
            </a:extLst>
          </p:cNvPr>
          <p:cNvSpPr txBox="1"/>
          <p:nvPr/>
        </p:nvSpPr>
        <p:spPr>
          <a:xfrm>
            <a:off x="3455376" y="70912"/>
            <a:ext cx="56516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dirty="0"/>
              <a:t>Эң чоң сан тегеректелгенби? Бөлмөлөр аркылуу гана өтүңүз!</a:t>
            </a:r>
            <a:endParaRPr lang="en-GB" sz="16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694B8B1-51D9-4ECE-84F3-D6171D729F39}"/>
              </a:ext>
            </a:extLst>
          </p:cNvPr>
          <p:cNvSpPr/>
          <p:nvPr/>
        </p:nvSpPr>
        <p:spPr>
          <a:xfrm>
            <a:off x="2905779" y="601725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535387B-3C2D-4FB4-8B02-CAEE035E5318}"/>
              </a:ext>
            </a:extLst>
          </p:cNvPr>
          <p:cNvSpPr/>
          <p:nvPr/>
        </p:nvSpPr>
        <p:spPr>
          <a:xfrm>
            <a:off x="4016541" y="145751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B4CF77-2D8A-429B-AFC0-ED453F484960}"/>
              </a:ext>
            </a:extLst>
          </p:cNvPr>
          <p:cNvSpPr/>
          <p:nvPr/>
        </p:nvSpPr>
        <p:spPr>
          <a:xfrm>
            <a:off x="2779757" y="229571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24FFDC9-3E3C-44EB-AFBB-35D605C93B57}"/>
              </a:ext>
            </a:extLst>
          </p:cNvPr>
          <p:cNvSpPr/>
          <p:nvPr/>
        </p:nvSpPr>
        <p:spPr>
          <a:xfrm>
            <a:off x="783903" y="2304502"/>
            <a:ext cx="807506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444C1F5-2AFF-4BD2-AE37-6CFE74CA04C6}"/>
              </a:ext>
            </a:extLst>
          </p:cNvPr>
          <p:cNvSpPr/>
          <p:nvPr/>
        </p:nvSpPr>
        <p:spPr>
          <a:xfrm>
            <a:off x="1681240" y="3057360"/>
            <a:ext cx="516837" cy="74091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0058BAB-B1AA-4289-8960-05BBC432B3D6}"/>
              </a:ext>
            </a:extLst>
          </p:cNvPr>
          <p:cNvSpPr/>
          <p:nvPr/>
        </p:nvSpPr>
        <p:spPr>
          <a:xfrm>
            <a:off x="1613311" y="401314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E01B883-646E-4E8C-A0F1-C4C2629C90F0}"/>
              </a:ext>
            </a:extLst>
          </p:cNvPr>
          <p:cNvSpPr/>
          <p:nvPr/>
        </p:nvSpPr>
        <p:spPr>
          <a:xfrm>
            <a:off x="3056276" y="3998486"/>
            <a:ext cx="460648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6D5FE81-578F-4C51-9650-5588CF36A338}"/>
              </a:ext>
            </a:extLst>
          </p:cNvPr>
          <p:cNvSpPr/>
          <p:nvPr/>
        </p:nvSpPr>
        <p:spPr>
          <a:xfrm>
            <a:off x="5347110" y="4801518"/>
            <a:ext cx="632685" cy="67609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2425F4A-E437-4604-A89E-B876559BDED1}"/>
              </a:ext>
            </a:extLst>
          </p:cNvPr>
          <p:cNvSpPr/>
          <p:nvPr/>
        </p:nvSpPr>
        <p:spPr>
          <a:xfrm>
            <a:off x="5327623" y="5630925"/>
            <a:ext cx="448924" cy="67316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8EC3103-B875-4C6D-AE2B-BD4FC0C8AACA}"/>
              </a:ext>
            </a:extLst>
          </p:cNvPr>
          <p:cNvSpPr/>
          <p:nvPr/>
        </p:nvSpPr>
        <p:spPr>
          <a:xfrm>
            <a:off x="332563" y="534317"/>
            <a:ext cx="632685" cy="7581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6DC7AF2-40C0-4A5E-87CB-5C03D5231277}"/>
              </a:ext>
            </a:extLst>
          </p:cNvPr>
          <p:cNvSpPr/>
          <p:nvPr/>
        </p:nvSpPr>
        <p:spPr>
          <a:xfrm>
            <a:off x="5871717" y="604655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DDC57FB3-ED5D-495A-B828-DCC9AE744A14}"/>
              </a:ext>
            </a:extLst>
          </p:cNvPr>
          <p:cNvSpPr/>
          <p:nvPr/>
        </p:nvSpPr>
        <p:spPr>
          <a:xfrm>
            <a:off x="8345286" y="616378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68F881F-53B6-4E37-BF37-5B6CEE04864D}"/>
              </a:ext>
            </a:extLst>
          </p:cNvPr>
          <p:cNvSpPr/>
          <p:nvPr/>
        </p:nvSpPr>
        <p:spPr>
          <a:xfrm>
            <a:off x="1766736" y="1410617"/>
            <a:ext cx="501680" cy="708329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CE27A191-6302-4A7A-BF6B-4950B489466B}"/>
              </a:ext>
            </a:extLst>
          </p:cNvPr>
          <p:cNvSpPr/>
          <p:nvPr/>
        </p:nvSpPr>
        <p:spPr>
          <a:xfrm>
            <a:off x="6552684" y="1407686"/>
            <a:ext cx="472370" cy="702468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1CE8CD0-B9E5-44E7-8E52-8544B947207D}"/>
              </a:ext>
            </a:extLst>
          </p:cNvPr>
          <p:cNvSpPr/>
          <p:nvPr/>
        </p:nvSpPr>
        <p:spPr>
          <a:xfrm>
            <a:off x="9145387" y="1390103"/>
            <a:ext cx="632685" cy="72884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C1039789-89F7-4C08-8B75-4442C677C6F9}"/>
              </a:ext>
            </a:extLst>
          </p:cNvPr>
          <p:cNvSpPr/>
          <p:nvPr/>
        </p:nvSpPr>
        <p:spPr>
          <a:xfrm>
            <a:off x="6472525" y="2304502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1D20B0D-FF65-4279-98FE-1646FD4B460F}"/>
              </a:ext>
            </a:extLst>
          </p:cNvPr>
          <p:cNvSpPr/>
          <p:nvPr/>
        </p:nvSpPr>
        <p:spPr>
          <a:xfrm>
            <a:off x="8752664" y="2307432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3F76B80-021F-4D31-9EF4-240C377032F9}"/>
              </a:ext>
            </a:extLst>
          </p:cNvPr>
          <p:cNvSpPr/>
          <p:nvPr/>
        </p:nvSpPr>
        <p:spPr>
          <a:xfrm>
            <a:off x="3313155" y="3172009"/>
            <a:ext cx="828022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B1FFF234-66F0-4152-A0BB-47F36A636608}"/>
              </a:ext>
            </a:extLst>
          </p:cNvPr>
          <p:cNvSpPr/>
          <p:nvPr/>
        </p:nvSpPr>
        <p:spPr>
          <a:xfrm>
            <a:off x="5259189" y="3130979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B2BE9A83-132A-48D2-8CCB-6FB16C1BF814}"/>
              </a:ext>
            </a:extLst>
          </p:cNvPr>
          <p:cNvSpPr/>
          <p:nvPr/>
        </p:nvSpPr>
        <p:spPr>
          <a:xfrm>
            <a:off x="8497688" y="3213042"/>
            <a:ext cx="511590" cy="50610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B1F2AFA7-19F8-4C96-976A-CBC1B3FA0622}"/>
              </a:ext>
            </a:extLst>
          </p:cNvPr>
          <p:cNvSpPr/>
          <p:nvPr/>
        </p:nvSpPr>
        <p:spPr>
          <a:xfrm>
            <a:off x="6578033" y="401021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4F87E0DF-DBD0-4D22-900A-E3863626D9D4}"/>
              </a:ext>
            </a:extLst>
          </p:cNvPr>
          <p:cNvSpPr/>
          <p:nvPr/>
        </p:nvSpPr>
        <p:spPr>
          <a:xfrm>
            <a:off x="8163579" y="3995556"/>
            <a:ext cx="743028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7FC4B11A-C1D3-4DD1-9706-4EB5262716AA}"/>
              </a:ext>
            </a:extLst>
          </p:cNvPr>
          <p:cNvSpPr/>
          <p:nvPr/>
        </p:nvSpPr>
        <p:spPr>
          <a:xfrm>
            <a:off x="1415675" y="4845479"/>
            <a:ext cx="719581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D1844AB-83F7-46EA-862B-BF4AD8F76D1C}"/>
              </a:ext>
            </a:extLst>
          </p:cNvPr>
          <p:cNvSpPr/>
          <p:nvPr/>
        </p:nvSpPr>
        <p:spPr>
          <a:xfrm>
            <a:off x="8969541" y="4827894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7C0C66CB-9447-40B4-AE0F-E39CEA94EE49}"/>
              </a:ext>
            </a:extLst>
          </p:cNvPr>
          <p:cNvSpPr/>
          <p:nvPr/>
        </p:nvSpPr>
        <p:spPr>
          <a:xfrm>
            <a:off x="1696399" y="5692471"/>
            <a:ext cx="466510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914AE2FF-8A0F-4FD3-8F45-985C8D0BE336}"/>
              </a:ext>
            </a:extLst>
          </p:cNvPr>
          <p:cNvSpPr/>
          <p:nvPr/>
        </p:nvSpPr>
        <p:spPr>
          <a:xfrm>
            <a:off x="3236956" y="5698333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7F31CDE2-7F63-466A-86CA-D1540FFC6DD5}"/>
              </a:ext>
            </a:extLst>
          </p:cNvPr>
          <p:cNvSpPr/>
          <p:nvPr/>
        </p:nvSpPr>
        <p:spPr>
          <a:xfrm>
            <a:off x="7697586" y="5771603"/>
            <a:ext cx="980422" cy="453351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36A2246F-73EE-4974-9400-448F64465A0C}"/>
              </a:ext>
            </a:extLst>
          </p:cNvPr>
          <p:cNvSpPr/>
          <p:nvPr/>
        </p:nvSpPr>
        <p:spPr>
          <a:xfrm>
            <a:off x="3658987" y="4836687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8C70A4-581B-29AE-0249-0FF425476689}"/>
              </a:ext>
            </a:extLst>
          </p:cNvPr>
          <p:cNvSpPr txBox="1"/>
          <p:nvPr/>
        </p:nvSpPr>
        <p:spPr>
          <a:xfrm>
            <a:off x="1914349" y="77461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105D2-1941-CCD8-E407-D54984799C4F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37031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7633361"/>
                  </p:ext>
                </p:extLst>
              </p:nvPr>
            </p:nvGraphicFramePr>
            <p:xfrm>
              <a:off x="17584" y="35169"/>
              <a:ext cx="9864968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66242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25%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0.3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33%  0.29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25%  0.4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0.5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2.4  </m:t>
                              </m:r>
                            </m:oMath>
                          </a14:m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3%</m:t>
                              </m:r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30%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0.4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77%  0.08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0.44  </m:t>
                              </m:r>
                            </m:oMath>
                          </a14:m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45%</m:t>
                              </m:r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60.6%  0.6</m:t>
                              </m:r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0.11  </m:t>
                              </m:r>
                            </m:oMath>
                          </a14:m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2.0%</m:t>
                              </m:r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99%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0.09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8%  0.77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80%  0.088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50.2%  0.5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0.35  </m:t>
                              </m:r>
                            </m:oMath>
                          </a14:m>
                          <a:r>
                            <a:rPr kumimoji="0" lang="en-GB" sz="2800" b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30.9%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88%  1.5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22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6.5%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0.6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0.2  </m:t>
                              </m:r>
                            </m:oMath>
                          </a14:m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24.5%</m:t>
                              </m:r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1.1%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0.1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12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123%  0.841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1.14  </m:t>
                              </m:r>
                            </m:oMath>
                          </a14:m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120%</m:t>
                              </m:r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60.9%  0.67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0.1  </m:t>
                              </m:r>
                            </m:oMath>
                          </a14:m>
                          <a:r>
                            <a:rPr kumimoji="0" lang="en-GB" sz="2400" b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11.8%</m:t>
                              </m:r>
                            </m:oMath>
                          </a14:m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28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8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num>
                                <m:den>
                                  <m:r>
                                    <a:rPr lang="en-GB" sz="28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200</m:t>
                                  </m:r>
                                </m:den>
                              </m:f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55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55%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0.6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10.5%   0.2 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0.089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12%  0.09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100.4%   1.3 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7633361"/>
                  </p:ext>
                </p:extLst>
              </p:nvPr>
            </p:nvGraphicFramePr>
            <p:xfrm>
              <a:off x="17584" y="35169"/>
              <a:ext cx="9864968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66242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52518" r="-30074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52518" r="-20074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52518" r="-10074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52518" r="-741" b="-6525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153623" r="-30074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153623" r="-20074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153623" r="-10074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153623" r="-741" b="-5572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251799" r="-30074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251799" r="-20074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251799" r="-10074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251799" r="-741" b="-4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351799" r="-30074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351799" r="-20074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351799" r="-10074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351799" r="-741" b="-3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451799" r="-30074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451799" r="-20074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451799" r="-10074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451799" r="-741" b="-2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555797" r="-30074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555797" r="-20074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555797" r="-10074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555797" r="-741" b="-1550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651079" r="-30074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651079" r="-20074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651079" r="-10074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651079" r="-741" b="-53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21" y="62693"/>
            <a:ext cx="365253" cy="398868"/>
          </a:xfrm>
          <a:prstGeom prst="rect">
            <a:avLst/>
          </a:prstGeom>
        </p:spPr>
      </p:pic>
      <p:sp>
        <p:nvSpPr>
          <p:cNvPr id="131" name="Rectangle 130">
            <a:extLst>
              <a:ext uri="{FF2B5EF4-FFF2-40B4-BE49-F238E27FC236}">
                <a16:creationId xmlns:a16="http://schemas.microsoft.com/office/drawing/2014/main" id="{ED0D3992-106D-4F75-92EF-CF331DE4902D}"/>
              </a:ext>
            </a:extLst>
          </p:cNvPr>
          <p:cNvSpPr/>
          <p:nvPr/>
        </p:nvSpPr>
        <p:spPr>
          <a:xfrm>
            <a:off x="819482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EAFDEBD-88F3-4D2B-ADC9-9902C4582293}"/>
              </a:ext>
            </a:extLst>
          </p:cNvPr>
          <p:cNvSpPr/>
          <p:nvPr/>
        </p:nvSpPr>
        <p:spPr>
          <a:xfrm rot="16200000">
            <a:off x="2323453" y="74837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527E24C-DA41-44C0-8FBD-C2A98F84CA17}"/>
              </a:ext>
            </a:extLst>
          </p:cNvPr>
          <p:cNvSpPr/>
          <p:nvPr/>
        </p:nvSpPr>
        <p:spPr>
          <a:xfrm rot="16200000">
            <a:off x="4782173" y="96935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DA73D97-4493-4F88-8DCE-951ECAF1DC6A}"/>
              </a:ext>
            </a:extLst>
          </p:cNvPr>
          <p:cNvSpPr/>
          <p:nvPr/>
        </p:nvSpPr>
        <p:spPr>
          <a:xfrm rot="16200000">
            <a:off x="7245973" y="9236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98EA540-5C39-4C1C-837B-EBC90C390BCD}"/>
              </a:ext>
            </a:extLst>
          </p:cNvPr>
          <p:cNvSpPr/>
          <p:nvPr/>
        </p:nvSpPr>
        <p:spPr>
          <a:xfrm rot="16200000">
            <a:off x="2323453" y="184565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57BAEF2-2ED9-4C00-9E21-1E9E7141C7B9}"/>
              </a:ext>
            </a:extLst>
          </p:cNvPr>
          <p:cNvSpPr/>
          <p:nvPr/>
        </p:nvSpPr>
        <p:spPr>
          <a:xfrm rot="16200000">
            <a:off x="4782173" y="15637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3F24ABA-F10C-4E37-AA96-0E4D1D084A79}"/>
              </a:ext>
            </a:extLst>
          </p:cNvPr>
          <p:cNvSpPr/>
          <p:nvPr/>
        </p:nvSpPr>
        <p:spPr>
          <a:xfrm rot="16200000">
            <a:off x="7245973" y="186089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BA4BBE-BAB4-42B1-BC13-E5CE77C47EA1}"/>
              </a:ext>
            </a:extLst>
          </p:cNvPr>
          <p:cNvSpPr/>
          <p:nvPr/>
        </p:nvSpPr>
        <p:spPr>
          <a:xfrm rot="16200000">
            <a:off x="2323453" y="240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37DF538-B6F3-43C5-ADC1-136A5827E2B4}"/>
              </a:ext>
            </a:extLst>
          </p:cNvPr>
          <p:cNvSpPr/>
          <p:nvPr/>
        </p:nvSpPr>
        <p:spPr>
          <a:xfrm rot="16200000">
            <a:off x="4782173" y="241638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0AE1E82-E94D-4CE9-8454-E33C5ED6BF91}"/>
              </a:ext>
            </a:extLst>
          </p:cNvPr>
          <p:cNvSpPr/>
          <p:nvPr/>
        </p:nvSpPr>
        <p:spPr>
          <a:xfrm rot="16200000">
            <a:off x="7245973" y="26686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495151-FB98-4868-8876-24637F2CDF1B}"/>
              </a:ext>
            </a:extLst>
          </p:cNvPr>
          <p:cNvSpPr/>
          <p:nvPr/>
        </p:nvSpPr>
        <p:spPr>
          <a:xfrm rot="16200000">
            <a:off x="2323453" y="33925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B4EDEB34-9C62-4F03-AF74-84D3D614782E}"/>
              </a:ext>
            </a:extLst>
          </p:cNvPr>
          <p:cNvSpPr/>
          <p:nvPr/>
        </p:nvSpPr>
        <p:spPr>
          <a:xfrm rot="16200000">
            <a:off x="4782173" y="322487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8AA4F35-3E1E-40BC-A083-BB9150036E1A}"/>
              </a:ext>
            </a:extLst>
          </p:cNvPr>
          <p:cNvSpPr/>
          <p:nvPr/>
        </p:nvSpPr>
        <p:spPr>
          <a:xfrm rot="16200000">
            <a:off x="7245973" y="34763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DED2A0A-94E1-4B62-A411-14084B04D18C}"/>
              </a:ext>
            </a:extLst>
          </p:cNvPr>
          <p:cNvSpPr/>
          <p:nvPr/>
        </p:nvSpPr>
        <p:spPr>
          <a:xfrm rot="16200000">
            <a:off x="2323453" y="43526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37B6D2C-9162-4046-AAA3-8A5006E8F897}"/>
              </a:ext>
            </a:extLst>
          </p:cNvPr>
          <p:cNvSpPr/>
          <p:nvPr/>
        </p:nvSpPr>
        <p:spPr>
          <a:xfrm rot="16200000">
            <a:off x="4782173" y="40478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D518CB7-5997-48C2-9E67-8FA5A7FF974D}"/>
              </a:ext>
            </a:extLst>
          </p:cNvPr>
          <p:cNvSpPr/>
          <p:nvPr/>
        </p:nvSpPr>
        <p:spPr>
          <a:xfrm rot="16200000">
            <a:off x="7245973" y="41607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6DA5D64-2951-4681-A81A-349DF4F5A73B}"/>
              </a:ext>
            </a:extLst>
          </p:cNvPr>
          <p:cNvSpPr/>
          <p:nvPr/>
        </p:nvSpPr>
        <p:spPr>
          <a:xfrm rot="16200000">
            <a:off x="2323453" y="497330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DC9BFBD-D0CD-4CFC-89B1-0E2C8E63252C}"/>
              </a:ext>
            </a:extLst>
          </p:cNvPr>
          <p:cNvSpPr/>
          <p:nvPr/>
        </p:nvSpPr>
        <p:spPr>
          <a:xfrm rot="16200000">
            <a:off x="4782173" y="515879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F9FC880-B39E-473E-BD33-B43E696ED46E}"/>
              </a:ext>
            </a:extLst>
          </p:cNvPr>
          <p:cNvSpPr/>
          <p:nvPr/>
        </p:nvSpPr>
        <p:spPr>
          <a:xfrm rot="16200000">
            <a:off x="7245973" y="499799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45A9E4E5-2518-40A2-A731-40803F87DB42}"/>
              </a:ext>
            </a:extLst>
          </p:cNvPr>
          <p:cNvSpPr/>
          <p:nvPr/>
        </p:nvSpPr>
        <p:spPr>
          <a:xfrm rot="16200000">
            <a:off x="2323453" y="60290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78366E8-9FC6-47D1-9958-7B707DCEB46F}"/>
              </a:ext>
            </a:extLst>
          </p:cNvPr>
          <p:cNvSpPr/>
          <p:nvPr/>
        </p:nvSpPr>
        <p:spPr>
          <a:xfrm rot="16200000">
            <a:off x="4782173" y="57928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F640848-35DF-46FE-8130-AB58489C7983}"/>
              </a:ext>
            </a:extLst>
          </p:cNvPr>
          <p:cNvSpPr/>
          <p:nvPr/>
        </p:nvSpPr>
        <p:spPr>
          <a:xfrm rot="16200000">
            <a:off x="7245973" y="603665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5708F39-8820-4ADF-BBCB-0F3EBB2B9704}"/>
              </a:ext>
            </a:extLst>
          </p:cNvPr>
          <p:cNvSpPr/>
          <p:nvPr/>
        </p:nvSpPr>
        <p:spPr>
          <a:xfrm>
            <a:off x="3622914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011A5FF-2E7C-4FF3-873C-4E49B0B58F7E}"/>
              </a:ext>
            </a:extLst>
          </p:cNvPr>
          <p:cNvSpPr/>
          <p:nvPr/>
        </p:nvSpPr>
        <p:spPr>
          <a:xfrm>
            <a:off x="6277277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8960B07-F98D-40E2-9A4D-7D3066380192}"/>
              </a:ext>
            </a:extLst>
          </p:cNvPr>
          <p:cNvSpPr/>
          <p:nvPr/>
        </p:nvSpPr>
        <p:spPr>
          <a:xfrm>
            <a:off x="7992481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BABDA05E-FC57-4FE3-B5B1-E05BB2763191}"/>
              </a:ext>
            </a:extLst>
          </p:cNvPr>
          <p:cNvSpPr/>
          <p:nvPr/>
        </p:nvSpPr>
        <p:spPr>
          <a:xfrm>
            <a:off x="1406222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6C01B4A-B992-44C3-8B51-8F48B2125F4A}"/>
              </a:ext>
            </a:extLst>
          </p:cNvPr>
          <p:cNvSpPr/>
          <p:nvPr/>
        </p:nvSpPr>
        <p:spPr>
          <a:xfrm>
            <a:off x="2927174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04694D59-247A-4CB8-B1FF-04BE7C9A3877}"/>
              </a:ext>
            </a:extLst>
          </p:cNvPr>
          <p:cNvSpPr/>
          <p:nvPr/>
        </p:nvSpPr>
        <p:spPr>
          <a:xfrm>
            <a:off x="5950790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3BD5BAB8-87E4-4BE3-A9CC-126118C46D02}"/>
              </a:ext>
            </a:extLst>
          </p:cNvPr>
          <p:cNvSpPr/>
          <p:nvPr/>
        </p:nvSpPr>
        <p:spPr>
          <a:xfrm>
            <a:off x="8792581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85EE1594-222E-4DFB-B15E-9C77D4D069A2}"/>
              </a:ext>
            </a:extLst>
          </p:cNvPr>
          <p:cNvSpPr/>
          <p:nvPr/>
        </p:nvSpPr>
        <p:spPr>
          <a:xfrm>
            <a:off x="1368962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E6AB20D-E6F7-4789-A661-B0A79D2065D0}"/>
              </a:ext>
            </a:extLst>
          </p:cNvPr>
          <p:cNvSpPr/>
          <p:nvPr/>
        </p:nvSpPr>
        <p:spPr>
          <a:xfrm>
            <a:off x="3056714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6A144E91-E327-40F3-9DD2-EB071F66ED72}"/>
              </a:ext>
            </a:extLst>
          </p:cNvPr>
          <p:cNvSpPr/>
          <p:nvPr/>
        </p:nvSpPr>
        <p:spPr>
          <a:xfrm>
            <a:off x="6628970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876E6BF-EB0E-481A-AED1-B31FDECA70AC}"/>
              </a:ext>
            </a:extLst>
          </p:cNvPr>
          <p:cNvSpPr/>
          <p:nvPr/>
        </p:nvSpPr>
        <p:spPr>
          <a:xfrm>
            <a:off x="7973138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2021C329-8B07-4F10-8C83-949D311A02A8}"/>
              </a:ext>
            </a:extLst>
          </p:cNvPr>
          <p:cNvSpPr/>
          <p:nvPr/>
        </p:nvSpPr>
        <p:spPr>
          <a:xfrm>
            <a:off x="819482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EDF271B-ED0A-4DFF-947D-5A2B69E8CF9D}"/>
              </a:ext>
            </a:extLst>
          </p:cNvPr>
          <p:cNvSpPr/>
          <p:nvPr/>
        </p:nvSpPr>
        <p:spPr>
          <a:xfrm>
            <a:off x="3818714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83830FC-1498-468A-8936-085824367EE5}"/>
              </a:ext>
            </a:extLst>
          </p:cNvPr>
          <p:cNvSpPr/>
          <p:nvPr/>
        </p:nvSpPr>
        <p:spPr>
          <a:xfrm>
            <a:off x="6339410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87AE874-113C-465E-AA6F-AAD298DDC6BB}"/>
              </a:ext>
            </a:extLst>
          </p:cNvPr>
          <p:cNvSpPr/>
          <p:nvPr/>
        </p:nvSpPr>
        <p:spPr>
          <a:xfrm>
            <a:off x="8818958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6C81FE8-B799-4425-9FA8-D4919C777192}"/>
              </a:ext>
            </a:extLst>
          </p:cNvPr>
          <p:cNvSpPr/>
          <p:nvPr/>
        </p:nvSpPr>
        <p:spPr>
          <a:xfrm>
            <a:off x="1436702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1D337FF-14E4-41F0-8DD6-9DF27FD242BF}"/>
              </a:ext>
            </a:extLst>
          </p:cNvPr>
          <p:cNvSpPr/>
          <p:nvPr/>
        </p:nvSpPr>
        <p:spPr>
          <a:xfrm>
            <a:off x="2965274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D1CB8E17-0989-40B0-981C-83CED79DABCB}"/>
              </a:ext>
            </a:extLst>
          </p:cNvPr>
          <p:cNvSpPr/>
          <p:nvPr/>
        </p:nvSpPr>
        <p:spPr>
          <a:xfrm>
            <a:off x="6568010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BE745BB7-5D7F-4DF2-BDDD-71915071B062}"/>
              </a:ext>
            </a:extLst>
          </p:cNvPr>
          <p:cNvSpPr/>
          <p:nvPr/>
        </p:nvSpPr>
        <p:spPr>
          <a:xfrm>
            <a:off x="8056958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CB956DE7-7D9A-4C19-B9FA-468CCC80BA52}"/>
              </a:ext>
            </a:extLst>
          </p:cNvPr>
          <p:cNvSpPr/>
          <p:nvPr/>
        </p:nvSpPr>
        <p:spPr>
          <a:xfrm>
            <a:off x="628982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9FF96340-5DB7-427F-A8FF-05417E3580BA}"/>
              </a:ext>
            </a:extLst>
          </p:cNvPr>
          <p:cNvSpPr/>
          <p:nvPr/>
        </p:nvSpPr>
        <p:spPr>
          <a:xfrm>
            <a:off x="3513914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74BA61E-4463-4327-803F-2C048F3DB874}"/>
              </a:ext>
            </a:extLst>
          </p:cNvPr>
          <p:cNvSpPr/>
          <p:nvPr/>
        </p:nvSpPr>
        <p:spPr>
          <a:xfrm>
            <a:off x="5973650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2B90F37-C0DB-4C37-9AEF-4842818E7E23}"/>
              </a:ext>
            </a:extLst>
          </p:cNvPr>
          <p:cNvSpPr/>
          <p:nvPr/>
        </p:nvSpPr>
        <p:spPr>
          <a:xfrm>
            <a:off x="8803718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EFB28985-35B5-4638-B884-613FB17EC5DF}"/>
              </a:ext>
            </a:extLst>
          </p:cNvPr>
          <p:cNvSpPr/>
          <p:nvPr/>
        </p:nvSpPr>
        <p:spPr>
          <a:xfrm>
            <a:off x="1109042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742BD7E6-F6F1-4104-BFA4-B945DDFB2CF4}"/>
              </a:ext>
            </a:extLst>
          </p:cNvPr>
          <p:cNvSpPr/>
          <p:nvPr/>
        </p:nvSpPr>
        <p:spPr>
          <a:xfrm>
            <a:off x="3209114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2E389B3-4D19-484F-9DBC-D39257C29DEA}"/>
              </a:ext>
            </a:extLst>
          </p:cNvPr>
          <p:cNvSpPr/>
          <p:nvPr/>
        </p:nvSpPr>
        <p:spPr>
          <a:xfrm>
            <a:off x="5371670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C79BB68F-7DF3-464C-9434-8C05EF78473D}"/>
              </a:ext>
            </a:extLst>
          </p:cNvPr>
          <p:cNvSpPr/>
          <p:nvPr/>
        </p:nvSpPr>
        <p:spPr>
          <a:xfrm>
            <a:off x="8110298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CF343EB2-A54B-4904-8E14-2EB510489DF8}"/>
              </a:ext>
            </a:extLst>
          </p:cNvPr>
          <p:cNvSpPr/>
          <p:nvPr/>
        </p:nvSpPr>
        <p:spPr>
          <a:xfrm>
            <a:off x="644222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9C7A03C3-D0A7-47F9-90B5-0B54632BE279}"/>
              </a:ext>
            </a:extLst>
          </p:cNvPr>
          <p:cNvSpPr/>
          <p:nvPr/>
        </p:nvSpPr>
        <p:spPr>
          <a:xfrm>
            <a:off x="3651074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44FA379-6AB1-41FB-A6B9-9370DBCE02EB}"/>
              </a:ext>
            </a:extLst>
          </p:cNvPr>
          <p:cNvSpPr/>
          <p:nvPr/>
        </p:nvSpPr>
        <p:spPr>
          <a:xfrm>
            <a:off x="5866970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5D4CE218-A4A3-4AA2-BCB6-1A42D951B9FD}"/>
              </a:ext>
            </a:extLst>
          </p:cNvPr>
          <p:cNvSpPr/>
          <p:nvPr/>
        </p:nvSpPr>
        <p:spPr>
          <a:xfrm>
            <a:off x="8674178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694B8B1-51D9-4ECE-84F3-D6171D729F39}"/>
              </a:ext>
            </a:extLst>
          </p:cNvPr>
          <p:cNvSpPr/>
          <p:nvPr/>
        </p:nvSpPr>
        <p:spPr>
          <a:xfrm>
            <a:off x="2905779" y="601725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535387B-3C2D-4FB4-8B02-CAEE035E5318}"/>
              </a:ext>
            </a:extLst>
          </p:cNvPr>
          <p:cNvSpPr/>
          <p:nvPr/>
        </p:nvSpPr>
        <p:spPr>
          <a:xfrm>
            <a:off x="4016541" y="145751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B4CF77-2D8A-429B-AFC0-ED453F484960}"/>
              </a:ext>
            </a:extLst>
          </p:cNvPr>
          <p:cNvSpPr/>
          <p:nvPr/>
        </p:nvSpPr>
        <p:spPr>
          <a:xfrm>
            <a:off x="2779757" y="229571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24FFDC9-3E3C-44EB-AFBB-35D605C93B57}"/>
              </a:ext>
            </a:extLst>
          </p:cNvPr>
          <p:cNvSpPr/>
          <p:nvPr/>
        </p:nvSpPr>
        <p:spPr>
          <a:xfrm>
            <a:off x="783903" y="2304502"/>
            <a:ext cx="807506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444C1F5-2AFF-4BD2-AE37-6CFE74CA04C6}"/>
              </a:ext>
            </a:extLst>
          </p:cNvPr>
          <p:cNvSpPr/>
          <p:nvPr/>
        </p:nvSpPr>
        <p:spPr>
          <a:xfrm>
            <a:off x="1681240" y="3057360"/>
            <a:ext cx="516837" cy="74091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0058BAB-B1AA-4289-8960-05BBC432B3D6}"/>
              </a:ext>
            </a:extLst>
          </p:cNvPr>
          <p:cNvSpPr/>
          <p:nvPr/>
        </p:nvSpPr>
        <p:spPr>
          <a:xfrm>
            <a:off x="1613311" y="401314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E01B883-646E-4E8C-A0F1-C4C2629C90F0}"/>
              </a:ext>
            </a:extLst>
          </p:cNvPr>
          <p:cNvSpPr/>
          <p:nvPr/>
        </p:nvSpPr>
        <p:spPr>
          <a:xfrm>
            <a:off x="3056276" y="3998486"/>
            <a:ext cx="460648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6D5FE81-578F-4C51-9650-5588CF36A338}"/>
              </a:ext>
            </a:extLst>
          </p:cNvPr>
          <p:cNvSpPr/>
          <p:nvPr/>
        </p:nvSpPr>
        <p:spPr>
          <a:xfrm>
            <a:off x="5347110" y="4801518"/>
            <a:ext cx="632685" cy="67609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2425F4A-E437-4604-A89E-B876559BDED1}"/>
              </a:ext>
            </a:extLst>
          </p:cNvPr>
          <p:cNvSpPr/>
          <p:nvPr/>
        </p:nvSpPr>
        <p:spPr>
          <a:xfrm>
            <a:off x="5327623" y="5630925"/>
            <a:ext cx="448924" cy="67316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8EC3103-B875-4C6D-AE2B-BD4FC0C8AACA}"/>
              </a:ext>
            </a:extLst>
          </p:cNvPr>
          <p:cNvSpPr/>
          <p:nvPr/>
        </p:nvSpPr>
        <p:spPr>
          <a:xfrm>
            <a:off x="332563" y="534317"/>
            <a:ext cx="632685" cy="7581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6DC7AF2-40C0-4A5E-87CB-5C03D5231277}"/>
              </a:ext>
            </a:extLst>
          </p:cNvPr>
          <p:cNvSpPr/>
          <p:nvPr/>
        </p:nvSpPr>
        <p:spPr>
          <a:xfrm>
            <a:off x="5871717" y="604655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DDC57FB3-ED5D-495A-B828-DCC9AE744A14}"/>
              </a:ext>
            </a:extLst>
          </p:cNvPr>
          <p:cNvSpPr/>
          <p:nvPr/>
        </p:nvSpPr>
        <p:spPr>
          <a:xfrm>
            <a:off x="8345286" y="616378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68F881F-53B6-4E37-BF37-5B6CEE04864D}"/>
              </a:ext>
            </a:extLst>
          </p:cNvPr>
          <p:cNvSpPr/>
          <p:nvPr/>
        </p:nvSpPr>
        <p:spPr>
          <a:xfrm>
            <a:off x="1766736" y="1410617"/>
            <a:ext cx="501680" cy="708329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CE27A191-6302-4A7A-BF6B-4950B489466B}"/>
              </a:ext>
            </a:extLst>
          </p:cNvPr>
          <p:cNvSpPr/>
          <p:nvPr/>
        </p:nvSpPr>
        <p:spPr>
          <a:xfrm>
            <a:off x="6552684" y="1407686"/>
            <a:ext cx="472370" cy="702468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1CE8CD0-B9E5-44E7-8E52-8544B947207D}"/>
              </a:ext>
            </a:extLst>
          </p:cNvPr>
          <p:cNvSpPr/>
          <p:nvPr/>
        </p:nvSpPr>
        <p:spPr>
          <a:xfrm>
            <a:off x="9145387" y="1390103"/>
            <a:ext cx="632685" cy="72884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C1039789-89F7-4C08-8B75-4442C677C6F9}"/>
              </a:ext>
            </a:extLst>
          </p:cNvPr>
          <p:cNvSpPr/>
          <p:nvPr/>
        </p:nvSpPr>
        <p:spPr>
          <a:xfrm>
            <a:off x="6472525" y="2304502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1D20B0D-FF65-4279-98FE-1646FD4B460F}"/>
              </a:ext>
            </a:extLst>
          </p:cNvPr>
          <p:cNvSpPr/>
          <p:nvPr/>
        </p:nvSpPr>
        <p:spPr>
          <a:xfrm>
            <a:off x="8752664" y="2307432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3F76B80-021F-4D31-9EF4-240C377032F9}"/>
              </a:ext>
            </a:extLst>
          </p:cNvPr>
          <p:cNvSpPr/>
          <p:nvPr/>
        </p:nvSpPr>
        <p:spPr>
          <a:xfrm>
            <a:off x="3313155" y="3172009"/>
            <a:ext cx="828022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B1FFF234-66F0-4152-A0BB-47F36A636608}"/>
              </a:ext>
            </a:extLst>
          </p:cNvPr>
          <p:cNvSpPr/>
          <p:nvPr/>
        </p:nvSpPr>
        <p:spPr>
          <a:xfrm>
            <a:off x="5259189" y="3130979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B2BE9A83-132A-48D2-8CCB-6FB16C1BF814}"/>
              </a:ext>
            </a:extLst>
          </p:cNvPr>
          <p:cNvSpPr/>
          <p:nvPr/>
        </p:nvSpPr>
        <p:spPr>
          <a:xfrm>
            <a:off x="8497688" y="3213042"/>
            <a:ext cx="511590" cy="50610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B1F2AFA7-19F8-4C96-976A-CBC1B3FA0622}"/>
              </a:ext>
            </a:extLst>
          </p:cNvPr>
          <p:cNvSpPr/>
          <p:nvPr/>
        </p:nvSpPr>
        <p:spPr>
          <a:xfrm>
            <a:off x="6578033" y="401021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4F87E0DF-DBD0-4D22-900A-E3863626D9D4}"/>
              </a:ext>
            </a:extLst>
          </p:cNvPr>
          <p:cNvSpPr/>
          <p:nvPr/>
        </p:nvSpPr>
        <p:spPr>
          <a:xfrm>
            <a:off x="8163579" y="3995556"/>
            <a:ext cx="743028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7FC4B11A-C1D3-4DD1-9706-4EB5262716AA}"/>
              </a:ext>
            </a:extLst>
          </p:cNvPr>
          <p:cNvSpPr/>
          <p:nvPr/>
        </p:nvSpPr>
        <p:spPr>
          <a:xfrm>
            <a:off x="1415675" y="4845479"/>
            <a:ext cx="719581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D1844AB-83F7-46EA-862B-BF4AD8F76D1C}"/>
              </a:ext>
            </a:extLst>
          </p:cNvPr>
          <p:cNvSpPr/>
          <p:nvPr/>
        </p:nvSpPr>
        <p:spPr>
          <a:xfrm>
            <a:off x="8969541" y="4827894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7C0C66CB-9447-40B4-AE0F-E39CEA94EE49}"/>
              </a:ext>
            </a:extLst>
          </p:cNvPr>
          <p:cNvSpPr/>
          <p:nvPr/>
        </p:nvSpPr>
        <p:spPr>
          <a:xfrm>
            <a:off x="1696399" y="5692471"/>
            <a:ext cx="466510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914AE2FF-8A0F-4FD3-8F45-985C8D0BE336}"/>
              </a:ext>
            </a:extLst>
          </p:cNvPr>
          <p:cNvSpPr/>
          <p:nvPr/>
        </p:nvSpPr>
        <p:spPr>
          <a:xfrm>
            <a:off x="3236956" y="5698333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7F31CDE2-7F63-466A-86CA-D1540FFC6DD5}"/>
              </a:ext>
            </a:extLst>
          </p:cNvPr>
          <p:cNvSpPr/>
          <p:nvPr/>
        </p:nvSpPr>
        <p:spPr>
          <a:xfrm>
            <a:off x="7697586" y="5771603"/>
            <a:ext cx="980422" cy="453351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36A2246F-73EE-4974-9400-448F64465A0C}"/>
              </a:ext>
            </a:extLst>
          </p:cNvPr>
          <p:cNvSpPr/>
          <p:nvPr/>
        </p:nvSpPr>
        <p:spPr>
          <a:xfrm>
            <a:off x="3658987" y="4836687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E1D4EA-0D5E-8D06-92A6-983695E53DD5}"/>
              </a:ext>
            </a:extLst>
          </p:cNvPr>
          <p:cNvSpPr txBox="1"/>
          <p:nvPr/>
        </p:nvSpPr>
        <p:spPr>
          <a:xfrm>
            <a:off x="3455376" y="70912"/>
            <a:ext cx="56516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dirty="0"/>
              <a:t>Эң чоң сан тегеректелгенби? Бөлмөлөр аркылуу гана өтүңүз!</a:t>
            </a:r>
            <a:endParaRPr lang="en-GB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81E021-87B9-27E1-8C85-B078DADBF2CE}"/>
              </a:ext>
            </a:extLst>
          </p:cNvPr>
          <p:cNvSpPr txBox="1"/>
          <p:nvPr/>
        </p:nvSpPr>
        <p:spPr>
          <a:xfrm>
            <a:off x="1914349" y="77461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A5E814-A51F-BFDD-2666-BBAB3E0A8B63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59120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8C5E97-A371-43A8-87BD-962D16AC1FA4}"/>
              </a:ext>
            </a:extLst>
          </p:cNvPr>
          <p:cNvSpPr/>
          <p:nvPr/>
        </p:nvSpPr>
        <p:spPr>
          <a:xfrm>
            <a:off x="17585" y="26377"/>
            <a:ext cx="9864969" cy="6796454"/>
          </a:xfrm>
          <a:prstGeom prst="roundRect">
            <a:avLst>
              <a:gd name="adj" fmla="val 6529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5031996"/>
                  </p:ext>
                </p:extLst>
              </p:nvPr>
            </p:nvGraphicFramePr>
            <p:xfrm>
              <a:off x="17584" y="35169"/>
              <a:ext cx="9864968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66242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25%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0.3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33%  0.29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25%  0.4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0.5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2.4  </m:t>
                              </m:r>
                            </m:oMath>
                          </a14:m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3%</m:t>
                              </m:r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30%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0.4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77%  0.08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0.44  </m:t>
                              </m:r>
                            </m:oMath>
                          </a14:m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45%</m:t>
                              </m:r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60.6%  0.6</m:t>
                              </m:r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0.11  </m:t>
                              </m:r>
                            </m:oMath>
                          </a14:m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2.0%</m:t>
                              </m:r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19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99%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0.09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8%  0.77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80%  0.088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50.2%  0.5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0.35  </m:t>
                              </m:r>
                            </m:oMath>
                          </a14:m>
                          <a:r>
                            <a:rPr kumimoji="0" lang="en-GB" sz="2800" b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30.9%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88%  1.5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22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6.5%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0.6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0.2  </m:t>
                              </m:r>
                            </m:oMath>
                          </a14:m>
                          <a:r>
                            <a:rPr kumimoji="0" lang="en-GB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24.5%</m:t>
                              </m:r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100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1.1%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0.1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9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12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123%  0.841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1.14  </m:t>
                              </m:r>
                            </m:oMath>
                          </a14:m>
                          <a:r>
                            <a:rPr kumimoji="0" lang="en-GB" sz="2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120%</m:t>
                              </m:r>
                            </m:oMath>
                          </a14:m>
                          <a:endParaRPr kumimoji="0" lang="en-GB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60.9%  0.67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0.1  </m:t>
                              </m:r>
                            </m:oMath>
                          </a14:m>
                          <a:r>
                            <a:rPr kumimoji="0" lang="en-GB" sz="2400" b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1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11.8%</m:t>
                              </m:r>
                            </m:oMath>
                          </a14:m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28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28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num>
                                <m:den>
                                  <m:r>
                                    <a:rPr lang="en-GB" sz="28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200</m:t>
                                  </m:r>
                                </m:den>
                              </m:f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55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50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55%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0.6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10.5%   0.2 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33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75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9%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0.089</m:t>
                              </m:r>
                            </m:oMath>
                          </a14:m>
                          <a:endParaRPr kumimoji="0" lang="en-GB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dirty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12%  0.09</m:t>
                              </m:r>
                            </m:oMath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en-GB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100.4%   1.3 </m:t>
                              </m:r>
                            </m:oMath>
                          </a14:m>
                          <a:r>
                            <a:rPr kumimoji="0" lang="en-GB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+mn-cs"/>
                            </a:rPr>
                            <a:t> 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fPr>
                                <m:num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27</m:t>
                                  </m:r>
                                </m:num>
                                <m:den>
                                  <m:r>
                                    <a:rPr kumimoji="0" lang="en-GB" sz="2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25</m:t>
                                  </m:r>
                                </m:den>
                              </m:f>
                            </m:oMath>
                          </a14:m>
                          <a:endParaRPr kumimoji="0" lang="en-GB" sz="2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FC43E7D-1CBD-4E9B-8C75-AAC2168FBA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5031996"/>
                  </p:ext>
                </p:extLst>
              </p:nvPr>
            </p:nvGraphicFramePr>
            <p:xfrm>
              <a:off x="17584" y="35169"/>
              <a:ext cx="9864968" cy="67876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66242">
                      <a:extLst>
                        <a:ext uri="{9D8B030D-6E8A-4147-A177-3AD203B41FA5}">
                          <a16:colId xmlns:a16="http://schemas.microsoft.com/office/drawing/2014/main" val="921319168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4289437675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2374239729"/>
                        </a:ext>
                      </a:extLst>
                    </a:gridCol>
                    <a:gridCol w="2466242">
                      <a:extLst>
                        <a:ext uri="{9D8B030D-6E8A-4147-A177-3AD203B41FA5}">
                          <a16:colId xmlns:a16="http://schemas.microsoft.com/office/drawing/2014/main" val="1484771037"/>
                        </a:ext>
                      </a:extLst>
                    </a:gridCol>
                  </a:tblGrid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97063453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52518" r="-30074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52518" r="-20074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52518" r="-100741" b="-6525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52518" r="-741" b="-6525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07361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153623" r="-30074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153623" r="-20074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153623" r="-100741" b="-5572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153623" r="-741" b="-5572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792964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251799" r="-30074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251799" r="-20074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251799" r="-100741" b="-4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251799" r="-741" b="-4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407115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351799" r="-30074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351799" r="-20074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351799" r="-100741" b="-3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351799" r="-741" b="-3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9024678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451799" r="-30074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451799" r="-20074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451799" r="-100741" b="-2532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451799" r="-741" b="-2532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3439726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555797" r="-30074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555797" r="-20074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555797" r="-100741" b="-1550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555797" r="-741" b="-1550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6914130"/>
                      </a:ext>
                    </a:extLst>
                  </a:tr>
                  <a:tr h="84486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47" t="-651079" r="-30074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247" t="-651079" r="-20074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247" t="-651079" r="-100741" b="-53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247" t="-651079" r="-741" b="-53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2734302"/>
                      </a:ext>
                    </a:extLst>
                  </a:tr>
                  <a:tr h="436795">
                    <a:tc gridSpan="4">
                      <a:txBody>
                        <a:bodyPr/>
                        <a:lstStyle/>
                        <a:p>
                          <a:pPr algn="ctr"/>
                          <a:endParaRPr lang="en-GB" sz="2800" b="0" dirty="0">
                            <a:solidFill>
                              <a:schemeClr val="tx1"/>
                            </a:solidFill>
                            <a:latin typeface="Honeydripper" panose="00000400000000000000" pitchFamily="2" charset="0"/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9050" cap="flat" cmpd="sng" algn="ctr">
                          <a:solidFill>
                            <a:srgbClr val="FFFFFF">
                              <a:alpha val="0"/>
                            </a:srgb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734628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51AECE2-3256-4F79-8DE8-8C66AB477E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D0D0D0"/>
              </a:clrFrom>
              <a:clrTo>
                <a:srgbClr val="D0D0D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21" y="62693"/>
            <a:ext cx="365253" cy="398868"/>
          </a:xfrm>
          <a:prstGeom prst="rect">
            <a:avLst/>
          </a:prstGeom>
        </p:spPr>
      </p:pic>
      <p:sp>
        <p:nvSpPr>
          <p:cNvPr id="131" name="Rectangle 130">
            <a:extLst>
              <a:ext uri="{FF2B5EF4-FFF2-40B4-BE49-F238E27FC236}">
                <a16:creationId xmlns:a16="http://schemas.microsoft.com/office/drawing/2014/main" id="{ED0D3992-106D-4F75-92EF-CF331DE4902D}"/>
              </a:ext>
            </a:extLst>
          </p:cNvPr>
          <p:cNvSpPr/>
          <p:nvPr/>
        </p:nvSpPr>
        <p:spPr>
          <a:xfrm>
            <a:off x="819482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EAFDEBD-88F3-4D2B-ADC9-9902C4582293}"/>
              </a:ext>
            </a:extLst>
          </p:cNvPr>
          <p:cNvSpPr/>
          <p:nvPr/>
        </p:nvSpPr>
        <p:spPr>
          <a:xfrm rot="16200000">
            <a:off x="2323453" y="74837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527E24C-DA41-44C0-8FBD-C2A98F84CA17}"/>
              </a:ext>
            </a:extLst>
          </p:cNvPr>
          <p:cNvSpPr/>
          <p:nvPr/>
        </p:nvSpPr>
        <p:spPr>
          <a:xfrm rot="16200000">
            <a:off x="4782173" y="96935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DA73D97-4493-4F88-8DCE-951ECAF1DC6A}"/>
              </a:ext>
            </a:extLst>
          </p:cNvPr>
          <p:cNvSpPr/>
          <p:nvPr/>
        </p:nvSpPr>
        <p:spPr>
          <a:xfrm rot="16200000">
            <a:off x="7245973" y="9236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98EA540-5C39-4C1C-837B-EBC90C390BCD}"/>
              </a:ext>
            </a:extLst>
          </p:cNvPr>
          <p:cNvSpPr/>
          <p:nvPr/>
        </p:nvSpPr>
        <p:spPr>
          <a:xfrm rot="16200000">
            <a:off x="2323453" y="184565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57BAEF2-2ED9-4C00-9E21-1E9E7141C7B9}"/>
              </a:ext>
            </a:extLst>
          </p:cNvPr>
          <p:cNvSpPr/>
          <p:nvPr/>
        </p:nvSpPr>
        <p:spPr>
          <a:xfrm rot="16200000">
            <a:off x="4782173" y="15637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3F24ABA-F10C-4E37-AA96-0E4D1D084A79}"/>
              </a:ext>
            </a:extLst>
          </p:cNvPr>
          <p:cNvSpPr/>
          <p:nvPr/>
        </p:nvSpPr>
        <p:spPr>
          <a:xfrm rot="16200000">
            <a:off x="7245973" y="186089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BA4BBE-BAB4-42B1-BC13-E5CE77C47EA1}"/>
              </a:ext>
            </a:extLst>
          </p:cNvPr>
          <p:cNvSpPr/>
          <p:nvPr/>
        </p:nvSpPr>
        <p:spPr>
          <a:xfrm rot="16200000">
            <a:off x="2323453" y="24095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37DF538-B6F3-43C5-ADC1-136A5827E2B4}"/>
              </a:ext>
            </a:extLst>
          </p:cNvPr>
          <p:cNvSpPr/>
          <p:nvPr/>
        </p:nvSpPr>
        <p:spPr>
          <a:xfrm rot="16200000">
            <a:off x="4782173" y="2416382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0AE1E82-E94D-4CE9-8454-E33C5ED6BF91}"/>
              </a:ext>
            </a:extLst>
          </p:cNvPr>
          <p:cNvSpPr/>
          <p:nvPr/>
        </p:nvSpPr>
        <p:spPr>
          <a:xfrm rot="16200000">
            <a:off x="7245973" y="26686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495151-FB98-4868-8876-24637F2CDF1B}"/>
              </a:ext>
            </a:extLst>
          </p:cNvPr>
          <p:cNvSpPr/>
          <p:nvPr/>
        </p:nvSpPr>
        <p:spPr>
          <a:xfrm rot="16200000">
            <a:off x="2323453" y="33925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B4EDEB34-9C62-4F03-AF74-84D3D614782E}"/>
              </a:ext>
            </a:extLst>
          </p:cNvPr>
          <p:cNvSpPr/>
          <p:nvPr/>
        </p:nvSpPr>
        <p:spPr>
          <a:xfrm rot="16200000">
            <a:off x="4782173" y="322487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38AA4F35-3E1E-40BC-A083-BB9150036E1A}"/>
              </a:ext>
            </a:extLst>
          </p:cNvPr>
          <p:cNvSpPr/>
          <p:nvPr/>
        </p:nvSpPr>
        <p:spPr>
          <a:xfrm rot="16200000">
            <a:off x="7245973" y="34763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DED2A0A-94E1-4B62-A411-14084B04D18C}"/>
              </a:ext>
            </a:extLst>
          </p:cNvPr>
          <p:cNvSpPr/>
          <p:nvPr/>
        </p:nvSpPr>
        <p:spPr>
          <a:xfrm rot="16200000">
            <a:off x="2323453" y="43526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37B6D2C-9162-4046-AAA3-8A5006E8F897}"/>
              </a:ext>
            </a:extLst>
          </p:cNvPr>
          <p:cNvSpPr/>
          <p:nvPr/>
        </p:nvSpPr>
        <p:spPr>
          <a:xfrm rot="16200000">
            <a:off x="4782173" y="40478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D518CB7-5997-48C2-9E67-8FA5A7FF974D}"/>
              </a:ext>
            </a:extLst>
          </p:cNvPr>
          <p:cNvSpPr/>
          <p:nvPr/>
        </p:nvSpPr>
        <p:spPr>
          <a:xfrm rot="16200000">
            <a:off x="7245973" y="4160785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6DA5D64-2951-4681-A81A-349DF4F5A73B}"/>
              </a:ext>
            </a:extLst>
          </p:cNvPr>
          <p:cNvSpPr/>
          <p:nvPr/>
        </p:nvSpPr>
        <p:spPr>
          <a:xfrm rot="16200000">
            <a:off x="2323453" y="4973309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DC9BFBD-D0CD-4CFC-89B1-0E2C8E63252C}"/>
              </a:ext>
            </a:extLst>
          </p:cNvPr>
          <p:cNvSpPr/>
          <p:nvPr/>
        </p:nvSpPr>
        <p:spPr>
          <a:xfrm rot="16200000">
            <a:off x="4782173" y="5158791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F9FC880-B39E-473E-BD33-B43E696ED46E}"/>
              </a:ext>
            </a:extLst>
          </p:cNvPr>
          <p:cNvSpPr/>
          <p:nvPr/>
        </p:nvSpPr>
        <p:spPr>
          <a:xfrm rot="16200000">
            <a:off x="7245973" y="4997998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45A9E4E5-2518-40A2-A731-40803F87DB42}"/>
              </a:ext>
            </a:extLst>
          </p:cNvPr>
          <p:cNvSpPr/>
          <p:nvPr/>
        </p:nvSpPr>
        <p:spPr>
          <a:xfrm rot="16200000">
            <a:off x="2323453" y="602903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78366E8-9FC6-47D1-9958-7B707DCEB46F}"/>
              </a:ext>
            </a:extLst>
          </p:cNvPr>
          <p:cNvSpPr/>
          <p:nvPr/>
        </p:nvSpPr>
        <p:spPr>
          <a:xfrm rot="16200000">
            <a:off x="4782173" y="579281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F640848-35DF-46FE-8130-AB58489C7983}"/>
              </a:ext>
            </a:extLst>
          </p:cNvPr>
          <p:cNvSpPr/>
          <p:nvPr/>
        </p:nvSpPr>
        <p:spPr>
          <a:xfrm rot="16200000">
            <a:off x="7245973" y="6036656"/>
            <a:ext cx="321587" cy="56895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5708F39-8820-4ADF-BBCB-0F3EBB2B9704}"/>
              </a:ext>
            </a:extLst>
          </p:cNvPr>
          <p:cNvSpPr/>
          <p:nvPr/>
        </p:nvSpPr>
        <p:spPr>
          <a:xfrm>
            <a:off x="3622914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011A5FF-2E7C-4FF3-873C-4E49B0B58F7E}"/>
              </a:ext>
            </a:extLst>
          </p:cNvPr>
          <p:cNvSpPr/>
          <p:nvPr/>
        </p:nvSpPr>
        <p:spPr>
          <a:xfrm>
            <a:off x="6277277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8960B07-F98D-40E2-9A4D-7D3066380192}"/>
              </a:ext>
            </a:extLst>
          </p:cNvPr>
          <p:cNvSpPr/>
          <p:nvPr/>
        </p:nvSpPr>
        <p:spPr>
          <a:xfrm>
            <a:off x="7992481" y="43776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BABDA05E-FC57-4FE3-B5B1-E05BB2763191}"/>
              </a:ext>
            </a:extLst>
          </p:cNvPr>
          <p:cNvSpPr/>
          <p:nvPr/>
        </p:nvSpPr>
        <p:spPr>
          <a:xfrm>
            <a:off x="1406222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6C01B4A-B992-44C3-8B51-8F48B2125F4A}"/>
              </a:ext>
            </a:extLst>
          </p:cNvPr>
          <p:cNvSpPr/>
          <p:nvPr/>
        </p:nvSpPr>
        <p:spPr>
          <a:xfrm>
            <a:off x="2927174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04694D59-247A-4CB8-B1FF-04BE7C9A3877}"/>
              </a:ext>
            </a:extLst>
          </p:cNvPr>
          <p:cNvSpPr/>
          <p:nvPr/>
        </p:nvSpPr>
        <p:spPr>
          <a:xfrm>
            <a:off x="5950790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3BD5BAB8-87E4-4BE3-A9CC-126118C46D02}"/>
              </a:ext>
            </a:extLst>
          </p:cNvPr>
          <p:cNvSpPr/>
          <p:nvPr/>
        </p:nvSpPr>
        <p:spPr>
          <a:xfrm>
            <a:off x="8792581" y="1291208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85EE1594-222E-4DFB-B15E-9C77D4D069A2}"/>
              </a:ext>
            </a:extLst>
          </p:cNvPr>
          <p:cNvSpPr/>
          <p:nvPr/>
        </p:nvSpPr>
        <p:spPr>
          <a:xfrm>
            <a:off x="1368962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E6AB20D-E6F7-4789-A661-B0A79D2065D0}"/>
              </a:ext>
            </a:extLst>
          </p:cNvPr>
          <p:cNvSpPr/>
          <p:nvPr/>
        </p:nvSpPr>
        <p:spPr>
          <a:xfrm>
            <a:off x="3056714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6A144E91-E327-40F3-9DD2-EB071F66ED72}"/>
              </a:ext>
            </a:extLst>
          </p:cNvPr>
          <p:cNvSpPr/>
          <p:nvPr/>
        </p:nvSpPr>
        <p:spPr>
          <a:xfrm>
            <a:off x="6628970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876E6BF-EB0E-481A-AED1-B31FDECA70AC}"/>
              </a:ext>
            </a:extLst>
          </p:cNvPr>
          <p:cNvSpPr/>
          <p:nvPr/>
        </p:nvSpPr>
        <p:spPr>
          <a:xfrm>
            <a:off x="7973138" y="21324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2021C329-8B07-4F10-8C83-949D311A02A8}"/>
              </a:ext>
            </a:extLst>
          </p:cNvPr>
          <p:cNvSpPr/>
          <p:nvPr/>
        </p:nvSpPr>
        <p:spPr>
          <a:xfrm>
            <a:off x="819482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EDF271B-ED0A-4DFF-947D-5A2B69E8CF9D}"/>
              </a:ext>
            </a:extLst>
          </p:cNvPr>
          <p:cNvSpPr/>
          <p:nvPr/>
        </p:nvSpPr>
        <p:spPr>
          <a:xfrm>
            <a:off x="3818714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183830FC-1498-468A-8936-085824367EE5}"/>
              </a:ext>
            </a:extLst>
          </p:cNvPr>
          <p:cNvSpPr/>
          <p:nvPr/>
        </p:nvSpPr>
        <p:spPr>
          <a:xfrm>
            <a:off x="6339410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87AE874-113C-465E-AA6F-AAD298DDC6BB}"/>
              </a:ext>
            </a:extLst>
          </p:cNvPr>
          <p:cNvSpPr/>
          <p:nvPr/>
        </p:nvSpPr>
        <p:spPr>
          <a:xfrm>
            <a:off x="8818958" y="2973704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6C81FE8-B799-4425-9FA8-D4919C777192}"/>
              </a:ext>
            </a:extLst>
          </p:cNvPr>
          <p:cNvSpPr/>
          <p:nvPr/>
        </p:nvSpPr>
        <p:spPr>
          <a:xfrm>
            <a:off x="1436702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1D337FF-14E4-41F0-8DD6-9DF27FD242BF}"/>
              </a:ext>
            </a:extLst>
          </p:cNvPr>
          <p:cNvSpPr/>
          <p:nvPr/>
        </p:nvSpPr>
        <p:spPr>
          <a:xfrm>
            <a:off x="2965274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D1CB8E17-0989-40B0-981C-83CED79DABCB}"/>
              </a:ext>
            </a:extLst>
          </p:cNvPr>
          <p:cNvSpPr/>
          <p:nvPr/>
        </p:nvSpPr>
        <p:spPr>
          <a:xfrm>
            <a:off x="6568010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BE745BB7-5D7F-4DF2-BDDD-71915071B062}"/>
              </a:ext>
            </a:extLst>
          </p:cNvPr>
          <p:cNvSpPr/>
          <p:nvPr/>
        </p:nvSpPr>
        <p:spPr>
          <a:xfrm>
            <a:off x="8056958" y="3808856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CB956DE7-7D9A-4C19-B9FA-468CCC80BA52}"/>
              </a:ext>
            </a:extLst>
          </p:cNvPr>
          <p:cNvSpPr/>
          <p:nvPr/>
        </p:nvSpPr>
        <p:spPr>
          <a:xfrm>
            <a:off x="628982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9FF96340-5DB7-427F-A8FF-05417E3580BA}"/>
              </a:ext>
            </a:extLst>
          </p:cNvPr>
          <p:cNvSpPr/>
          <p:nvPr/>
        </p:nvSpPr>
        <p:spPr>
          <a:xfrm>
            <a:off x="3513914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74BA61E-4463-4327-803F-2C048F3DB874}"/>
              </a:ext>
            </a:extLst>
          </p:cNvPr>
          <p:cNvSpPr/>
          <p:nvPr/>
        </p:nvSpPr>
        <p:spPr>
          <a:xfrm>
            <a:off x="5973650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2B90F37-C0DB-4C37-9AEF-4842818E7E23}"/>
              </a:ext>
            </a:extLst>
          </p:cNvPr>
          <p:cNvSpPr/>
          <p:nvPr/>
        </p:nvSpPr>
        <p:spPr>
          <a:xfrm>
            <a:off x="8803718" y="46683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EFB28985-35B5-4638-B884-613FB17EC5DF}"/>
              </a:ext>
            </a:extLst>
          </p:cNvPr>
          <p:cNvSpPr/>
          <p:nvPr/>
        </p:nvSpPr>
        <p:spPr>
          <a:xfrm>
            <a:off x="1109042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742BD7E6-F6F1-4104-BFA4-B945DDFB2CF4}"/>
              </a:ext>
            </a:extLst>
          </p:cNvPr>
          <p:cNvSpPr/>
          <p:nvPr/>
        </p:nvSpPr>
        <p:spPr>
          <a:xfrm>
            <a:off x="3209114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2E389B3-4D19-484F-9DBC-D39257C29DEA}"/>
              </a:ext>
            </a:extLst>
          </p:cNvPr>
          <p:cNvSpPr/>
          <p:nvPr/>
        </p:nvSpPr>
        <p:spPr>
          <a:xfrm>
            <a:off x="5371670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C79BB68F-7DF3-464C-9434-8C05EF78473D}"/>
              </a:ext>
            </a:extLst>
          </p:cNvPr>
          <p:cNvSpPr/>
          <p:nvPr/>
        </p:nvSpPr>
        <p:spPr>
          <a:xfrm>
            <a:off x="8110298" y="5509640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CF343EB2-A54B-4904-8E14-2EB510489DF8}"/>
              </a:ext>
            </a:extLst>
          </p:cNvPr>
          <p:cNvSpPr/>
          <p:nvPr/>
        </p:nvSpPr>
        <p:spPr>
          <a:xfrm>
            <a:off x="644222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9C7A03C3-D0A7-47F9-90B5-0B54632BE279}"/>
              </a:ext>
            </a:extLst>
          </p:cNvPr>
          <p:cNvSpPr/>
          <p:nvPr/>
        </p:nvSpPr>
        <p:spPr>
          <a:xfrm>
            <a:off x="3651074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44FA379-6AB1-41FB-A6B9-9370DBCE02EB}"/>
              </a:ext>
            </a:extLst>
          </p:cNvPr>
          <p:cNvSpPr/>
          <p:nvPr/>
        </p:nvSpPr>
        <p:spPr>
          <a:xfrm>
            <a:off x="5866970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5D4CE218-A4A3-4AA2-BCB6-1A42D951B9FD}"/>
              </a:ext>
            </a:extLst>
          </p:cNvPr>
          <p:cNvSpPr/>
          <p:nvPr/>
        </p:nvSpPr>
        <p:spPr>
          <a:xfrm>
            <a:off x="8674178" y="6344792"/>
            <a:ext cx="508127" cy="55246"/>
          </a:xfrm>
          <a:prstGeom prst="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694B8B1-51D9-4ECE-84F3-D6171D729F39}"/>
              </a:ext>
            </a:extLst>
          </p:cNvPr>
          <p:cNvSpPr/>
          <p:nvPr/>
        </p:nvSpPr>
        <p:spPr>
          <a:xfrm>
            <a:off x="2905779" y="601725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535387B-3C2D-4FB4-8B02-CAEE035E5318}"/>
              </a:ext>
            </a:extLst>
          </p:cNvPr>
          <p:cNvSpPr/>
          <p:nvPr/>
        </p:nvSpPr>
        <p:spPr>
          <a:xfrm>
            <a:off x="4016541" y="145751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0B4CF77-2D8A-429B-AFC0-ED453F484960}"/>
              </a:ext>
            </a:extLst>
          </p:cNvPr>
          <p:cNvSpPr/>
          <p:nvPr/>
        </p:nvSpPr>
        <p:spPr>
          <a:xfrm>
            <a:off x="2779757" y="229571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24FFDC9-3E3C-44EB-AFBB-35D605C93B57}"/>
              </a:ext>
            </a:extLst>
          </p:cNvPr>
          <p:cNvSpPr/>
          <p:nvPr/>
        </p:nvSpPr>
        <p:spPr>
          <a:xfrm>
            <a:off x="783903" y="2304502"/>
            <a:ext cx="807506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444C1F5-2AFF-4BD2-AE37-6CFE74CA04C6}"/>
              </a:ext>
            </a:extLst>
          </p:cNvPr>
          <p:cNvSpPr/>
          <p:nvPr/>
        </p:nvSpPr>
        <p:spPr>
          <a:xfrm>
            <a:off x="1681240" y="3057360"/>
            <a:ext cx="516837" cy="74091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0058BAB-B1AA-4289-8960-05BBC432B3D6}"/>
              </a:ext>
            </a:extLst>
          </p:cNvPr>
          <p:cNvSpPr/>
          <p:nvPr/>
        </p:nvSpPr>
        <p:spPr>
          <a:xfrm>
            <a:off x="1613311" y="401314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E01B883-646E-4E8C-A0F1-C4C2629C90F0}"/>
              </a:ext>
            </a:extLst>
          </p:cNvPr>
          <p:cNvSpPr/>
          <p:nvPr/>
        </p:nvSpPr>
        <p:spPr>
          <a:xfrm>
            <a:off x="3056276" y="3998486"/>
            <a:ext cx="460648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6D5FE81-578F-4C51-9650-5588CF36A338}"/>
              </a:ext>
            </a:extLst>
          </p:cNvPr>
          <p:cNvSpPr/>
          <p:nvPr/>
        </p:nvSpPr>
        <p:spPr>
          <a:xfrm>
            <a:off x="5347110" y="4801518"/>
            <a:ext cx="632685" cy="67609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D2425F4A-E437-4604-A89E-B876559BDED1}"/>
              </a:ext>
            </a:extLst>
          </p:cNvPr>
          <p:cNvSpPr/>
          <p:nvPr/>
        </p:nvSpPr>
        <p:spPr>
          <a:xfrm>
            <a:off x="5327623" y="5630925"/>
            <a:ext cx="448924" cy="67316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8EC3103-B875-4C6D-AE2B-BD4FC0C8AACA}"/>
              </a:ext>
            </a:extLst>
          </p:cNvPr>
          <p:cNvSpPr/>
          <p:nvPr/>
        </p:nvSpPr>
        <p:spPr>
          <a:xfrm>
            <a:off x="332563" y="534317"/>
            <a:ext cx="632685" cy="7581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6DC7AF2-40C0-4A5E-87CB-5C03D5231277}"/>
              </a:ext>
            </a:extLst>
          </p:cNvPr>
          <p:cNvSpPr/>
          <p:nvPr/>
        </p:nvSpPr>
        <p:spPr>
          <a:xfrm>
            <a:off x="5871717" y="604655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DDC57FB3-ED5D-495A-B828-DCC9AE744A14}"/>
              </a:ext>
            </a:extLst>
          </p:cNvPr>
          <p:cNvSpPr/>
          <p:nvPr/>
        </p:nvSpPr>
        <p:spPr>
          <a:xfrm>
            <a:off x="8345286" y="616378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68F881F-53B6-4E37-BF37-5B6CEE04864D}"/>
              </a:ext>
            </a:extLst>
          </p:cNvPr>
          <p:cNvSpPr/>
          <p:nvPr/>
        </p:nvSpPr>
        <p:spPr>
          <a:xfrm>
            <a:off x="1766736" y="1410617"/>
            <a:ext cx="501680" cy="708329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CE27A191-6302-4A7A-BF6B-4950B489466B}"/>
              </a:ext>
            </a:extLst>
          </p:cNvPr>
          <p:cNvSpPr/>
          <p:nvPr/>
        </p:nvSpPr>
        <p:spPr>
          <a:xfrm>
            <a:off x="6552684" y="1407686"/>
            <a:ext cx="472370" cy="702468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1CE8CD0-B9E5-44E7-8E52-8544B947207D}"/>
              </a:ext>
            </a:extLst>
          </p:cNvPr>
          <p:cNvSpPr/>
          <p:nvPr/>
        </p:nvSpPr>
        <p:spPr>
          <a:xfrm>
            <a:off x="9145387" y="1390103"/>
            <a:ext cx="632685" cy="72884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C1039789-89F7-4C08-8B75-4442C677C6F9}"/>
              </a:ext>
            </a:extLst>
          </p:cNvPr>
          <p:cNvSpPr/>
          <p:nvPr/>
        </p:nvSpPr>
        <p:spPr>
          <a:xfrm>
            <a:off x="6472525" y="2304502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1D20B0D-FF65-4279-98FE-1646FD4B460F}"/>
              </a:ext>
            </a:extLst>
          </p:cNvPr>
          <p:cNvSpPr/>
          <p:nvPr/>
        </p:nvSpPr>
        <p:spPr>
          <a:xfrm>
            <a:off x="8752664" y="2307432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3F76B80-021F-4D31-9EF4-240C377032F9}"/>
              </a:ext>
            </a:extLst>
          </p:cNvPr>
          <p:cNvSpPr/>
          <p:nvPr/>
        </p:nvSpPr>
        <p:spPr>
          <a:xfrm>
            <a:off x="3313155" y="3172009"/>
            <a:ext cx="828022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B1FFF234-66F0-4152-A0BB-47F36A636608}"/>
              </a:ext>
            </a:extLst>
          </p:cNvPr>
          <p:cNvSpPr/>
          <p:nvPr/>
        </p:nvSpPr>
        <p:spPr>
          <a:xfrm>
            <a:off x="5259189" y="3130979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B2BE9A83-132A-48D2-8CCB-6FB16C1BF814}"/>
              </a:ext>
            </a:extLst>
          </p:cNvPr>
          <p:cNvSpPr/>
          <p:nvPr/>
        </p:nvSpPr>
        <p:spPr>
          <a:xfrm>
            <a:off x="8497688" y="3213042"/>
            <a:ext cx="511590" cy="50610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B1F2AFA7-19F8-4C96-976A-CBC1B3FA0622}"/>
              </a:ext>
            </a:extLst>
          </p:cNvPr>
          <p:cNvSpPr/>
          <p:nvPr/>
        </p:nvSpPr>
        <p:spPr>
          <a:xfrm>
            <a:off x="6578033" y="4010210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4F87E0DF-DBD0-4D22-900A-E3863626D9D4}"/>
              </a:ext>
            </a:extLst>
          </p:cNvPr>
          <p:cNvSpPr/>
          <p:nvPr/>
        </p:nvSpPr>
        <p:spPr>
          <a:xfrm>
            <a:off x="8163579" y="3995556"/>
            <a:ext cx="743028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7FC4B11A-C1D3-4DD1-9706-4EB5262716AA}"/>
              </a:ext>
            </a:extLst>
          </p:cNvPr>
          <p:cNvSpPr/>
          <p:nvPr/>
        </p:nvSpPr>
        <p:spPr>
          <a:xfrm>
            <a:off x="1415675" y="4845479"/>
            <a:ext cx="719581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D1844AB-83F7-46EA-862B-BF4AD8F76D1C}"/>
              </a:ext>
            </a:extLst>
          </p:cNvPr>
          <p:cNvSpPr/>
          <p:nvPr/>
        </p:nvSpPr>
        <p:spPr>
          <a:xfrm>
            <a:off x="8969541" y="4827894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7C0C66CB-9447-40B4-AE0F-E39CEA94EE49}"/>
              </a:ext>
            </a:extLst>
          </p:cNvPr>
          <p:cNvSpPr/>
          <p:nvPr/>
        </p:nvSpPr>
        <p:spPr>
          <a:xfrm>
            <a:off x="1696399" y="5692471"/>
            <a:ext cx="466510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914AE2FF-8A0F-4FD3-8F45-985C8D0BE336}"/>
              </a:ext>
            </a:extLst>
          </p:cNvPr>
          <p:cNvSpPr/>
          <p:nvPr/>
        </p:nvSpPr>
        <p:spPr>
          <a:xfrm>
            <a:off x="3236956" y="5698333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7F31CDE2-7F63-466A-86CA-D1540FFC6DD5}"/>
              </a:ext>
            </a:extLst>
          </p:cNvPr>
          <p:cNvSpPr/>
          <p:nvPr/>
        </p:nvSpPr>
        <p:spPr>
          <a:xfrm>
            <a:off x="7697586" y="5771603"/>
            <a:ext cx="980422" cy="453351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36A2246F-73EE-4974-9400-448F64465A0C}"/>
              </a:ext>
            </a:extLst>
          </p:cNvPr>
          <p:cNvSpPr/>
          <p:nvPr/>
        </p:nvSpPr>
        <p:spPr>
          <a:xfrm>
            <a:off x="3658987" y="4836687"/>
            <a:ext cx="632685" cy="625903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133D09-035D-5B5E-2DF4-87AD7BD5C9ED}"/>
              </a:ext>
            </a:extLst>
          </p:cNvPr>
          <p:cNvSpPr txBox="1"/>
          <p:nvPr/>
        </p:nvSpPr>
        <p:spPr>
          <a:xfrm>
            <a:off x="3455376" y="70912"/>
            <a:ext cx="56516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dirty="0"/>
              <a:t>Эң чоң сан тегеректелгенби? Бөлмөлөр аркылуу гана өтүңүз!</a:t>
            </a:r>
            <a:endParaRPr lang="en-GB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6CD95E-D3E6-C34A-7BAC-026BB6BED330}"/>
              </a:ext>
            </a:extLst>
          </p:cNvPr>
          <p:cNvSpPr txBox="1"/>
          <p:nvPr/>
        </p:nvSpPr>
        <p:spPr>
          <a:xfrm>
            <a:off x="1914349" y="77461"/>
            <a:ext cx="902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БАШТА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8E98A0-8B57-8220-B8FD-99F2AF89EE5B}"/>
              </a:ext>
            </a:extLst>
          </p:cNvPr>
          <p:cNvSpPr txBox="1"/>
          <p:nvPr/>
        </p:nvSpPr>
        <p:spPr>
          <a:xfrm>
            <a:off x="7659306" y="6381186"/>
            <a:ext cx="10277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2400" b="1" i="0" kern="1200" dirty="0">
                <a:solidFill>
                  <a:schemeClr val="dk1"/>
                </a:solidFill>
                <a:effectLst/>
                <a:latin typeface="+mn-lt"/>
                <a:ea typeface="+mn-ea"/>
                <a:cs typeface="+mn-cs"/>
              </a:rPr>
              <a:t>АЯГЫ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0236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6D77B-9674-6C0E-CE01-C95D5F20F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90048" y="991834"/>
            <a:ext cx="6794053" cy="48920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0D289C-582C-763E-E1C4-5D9DB438D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2953" y="991834"/>
            <a:ext cx="6794053" cy="4892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9226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0B5227C-9E13-D8C0-90A7-1D982EB1E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9" y="0"/>
            <a:ext cx="4810603" cy="3387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8C425A-9F77-C11D-09DB-3710781A8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4757" y="0"/>
            <a:ext cx="4810603" cy="33872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B67A38-2991-62C0-3150-35609F89C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9" y="3470748"/>
            <a:ext cx="4810603" cy="3387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AE4B79-1375-1BD5-AC25-446D3583E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4757" y="3470748"/>
            <a:ext cx="4810603" cy="3387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174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AB84947-7A45-4D43-8CBA-4FC99F101DA1}"/>
              </a:ext>
            </a:extLst>
          </p:cNvPr>
          <p:cNvSpPr/>
          <p:nvPr/>
        </p:nvSpPr>
        <p:spPr>
          <a:xfrm>
            <a:off x="765922" y="-74271"/>
            <a:ext cx="339157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400" b="1" cap="none" spc="0" dirty="0">
                <a:ln w="9525">
                  <a:solidFill>
                    <a:schemeClr val="tx1"/>
                  </a:solidFill>
                  <a:prstDash val="solid"/>
                </a:ln>
                <a:solidFill>
                  <a:schemeClr val="bg1">
                    <a:lumMod val="75000"/>
                  </a:schemeClr>
                </a:solidFill>
                <a:effectLst/>
              </a:rPr>
              <a:t>Өз лабиринтиңди жаса!</a:t>
            </a:r>
            <a:endParaRPr lang="en-US" sz="2400" b="1" cap="none" spc="0" dirty="0">
              <a:ln w="9525">
                <a:solidFill>
                  <a:schemeClr val="tx1"/>
                </a:solidFill>
                <a:prstDash val="solid"/>
              </a:ln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6D7185D-EE04-4567-8777-7230CAFC9375}"/>
              </a:ext>
            </a:extLst>
          </p:cNvPr>
          <p:cNvCxnSpPr>
            <a:cxnSpLocks/>
          </p:cNvCxnSpPr>
          <p:nvPr/>
        </p:nvCxnSpPr>
        <p:spPr>
          <a:xfrm>
            <a:off x="60533" y="3982720"/>
            <a:ext cx="487562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CDA7A22-647C-48CE-859B-38B2D345C553}"/>
              </a:ext>
            </a:extLst>
          </p:cNvPr>
          <p:cNvSpPr txBox="1"/>
          <p:nvPr/>
        </p:nvSpPr>
        <p:spPr>
          <a:xfrm>
            <a:off x="40428" y="4991910"/>
            <a:ext cx="7954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Черно</a:t>
            </a:r>
            <a:endParaRPr lang="en-US" dirty="0"/>
          </a:p>
          <a:p>
            <a:pPr algn="ctr"/>
            <a:r>
              <a:rPr lang="ru-RU" dirty="0"/>
              <a:t>вик</a:t>
            </a:r>
            <a:r>
              <a:rPr lang="en-GB" dirty="0"/>
              <a:t> </a:t>
            </a:r>
          </a:p>
          <a:p>
            <a:pPr algn="ctr"/>
            <a:r>
              <a:rPr lang="en-GB" dirty="0"/>
              <a:t>&amp; </a:t>
            </a:r>
          </a:p>
          <a:p>
            <a:pPr algn="ctr"/>
            <a:r>
              <a:rPr lang="ru-RU" dirty="0"/>
              <a:t>Жооп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AABAF9-AD92-4497-A133-3BDC1D035B0E}"/>
              </a:ext>
            </a:extLst>
          </p:cNvPr>
          <p:cNvSpPr txBox="1"/>
          <p:nvPr/>
        </p:nvSpPr>
        <p:spPr>
          <a:xfrm>
            <a:off x="1030174" y="3645822"/>
            <a:ext cx="25779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/>
              <a:t>Түзгөн: </a:t>
            </a:r>
            <a:r>
              <a:rPr lang="en-GB" sz="1400" b="1" dirty="0"/>
              <a:t>____________________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B40523-B265-5C12-EFB8-BC7286BE14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70" y="416514"/>
            <a:ext cx="4815948" cy="32293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4AE409-8DFF-F884-9929-331429624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38" y="4043982"/>
            <a:ext cx="4069479" cy="281401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87FAC3D-5746-E73B-6E11-4856AACFA4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622" y="84820"/>
            <a:ext cx="4825950" cy="677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92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777BF9-EF20-28FC-2B4B-49B095B86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6571" y="1006572"/>
            <a:ext cx="6862238" cy="48490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D3F89E-2364-4FDD-F0BF-F50A27D16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42963" y="1010037"/>
            <a:ext cx="6862238" cy="484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91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9169</TotalTime>
  <Words>520</Words>
  <Application>Microsoft Office PowerPoint</Application>
  <PresentationFormat>A4 Paper (210x297 mm)</PresentationFormat>
  <Paragraphs>129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 Light</vt:lpstr>
      <vt:lpstr>Cambria Math</vt:lpstr>
      <vt:lpstr>Honeydripper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407</cp:revision>
  <cp:lastPrinted>2024-09-03T08:45:14Z</cp:lastPrinted>
  <dcterms:created xsi:type="dcterms:W3CDTF">2017-01-17T16:57:04Z</dcterms:created>
  <dcterms:modified xsi:type="dcterms:W3CDTF">2024-09-03T08:47:05Z</dcterms:modified>
</cp:coreProperties>
</file>