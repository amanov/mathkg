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76" r:id="rId2"/>
    <p:sldId id="977" r:id="rId3"/>
    <p:sldId id="970" r:id="rId4"/>
    <p:sldId id="969" r:id="rId5"/>
    <p:sldId id="973" r:id="rId6"/>
    <p:sldId id="974" r:id="rId7"/>
    <p:sldId id="975" r:id="rId8"/>
    <p:sldId id="978" r:id="rId9"/>
    <p:sldId id="979" r:id="rId10"/>
    <p:sldId id="980" r:id="rId11"/>
  </p:sldIdLst>
  <p:sldSz cx="9906000" cy="6858000" type="A4"/>
  <p:notesSz cx="6889750" cy="10021888"/>
  <p:embeddedFontLst>
    <p:embeddedFont>
      <p:font typeface="Cambria Math" panose="02040503050406030204" pitchFamily="18" charset="0"/>
      <p:regular r:id="rId13"/>
    </p:embeddedFont>
    <p:embeddedFont>
      <p:font typeface="Honeydripp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AFE06ED-B8DA-4059-857E-D6995C42ED2A}">
          <p14:sldIdLst>
            <p14:sldId id="976"/>
          </p14:sldIdLst>
        </p14:section>
        <p14:section name="Титулдук слайд" id="{7F068057-DE81-4BF7-B769-B2BDB5592EDD}">
          <p14:sldIdLst>
            <p14:sldId id="977"/>
          </p14:sldIdLst>
        </p14:section>
        <p14:section name="Көрсөтүү үчүн" id="{5DD39219-C4C8-4F38-A5C2-C8826E0F85D8}">
          <p14:sldIdLst>
            <p14:sldId id="970"/>
          </p14:sldIdLst>
        </p14:section>
        <p14:section name="Жообу" id="{C52BA816-4B9E-4D5C-8AF3-0D1D3A3994B4}">
          <p14:sldIdLst>
            <p14:sldId id="969"/>
            <p14:sldId id="973"/>
          </p14:sldIdLst>
        </p14:section>
        <p14:section name="Иш кагазы" id="{DDE88CB2-32CA-46EC-B0E3-87018E6EBA88}">
          <p14:sldIdLst>
            <p14:sldId id="974"/>
            <p14:sldId id="975"/>
          </p14:sldIdLst>
        </p14:section>
        <p14:section name="Өзүңүздүкүн жаса" id="{458B1208-BA15-4388-B693-A3E79C57B502}">
          <p14:sldIdLst>
            <p14:sldId id="978"/>
            <p14:sldId id="979"/>
          </p14:sldIdLst>
        </p14:section>
        <p14:section name="Кайтарым байланыш" id="{F2EC85F0-F3AC-464A-91E1-FB05C270A02F}">
          <p14:sldIdLst>
            <p14:sldId id="9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00"/>
    <a:srgbClr val="FFE202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ирээттөө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Туура же Ката лабиринт 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жооп </a:t>
            </a: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Окуучарда үчүн "Өзүң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жаса" кошулган.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-391921" y="4694967"/>
            <a:ext cx="10702802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Бөлчөктөрдү, ондуктарды жана </a:t>
            </a:r>
            <a:endParaRPr kumimoji="0" lang="en-US" sz="60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пайыздарды ирээттөө</a:t>
            </a:r>
            <a:endParaRPr kumimoji="0" lang="en-GB" sz="48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жана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ката 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лабиринт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9858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33%  0.29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  0.4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30%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77%  0.08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45%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60.6%  0.6</m:t>
                              </m:r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0.11  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2.0%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8%  0.77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80%  0.088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50.2%  0.5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0.35  </m:t>
                              </m:r>
                            </m:oMath>
                          </a14:m>
                          <a:r>
                            <a:rPr kumimoji="0" lang="en-GB" sz="2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30.9%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88%  1.5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6.5%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24.5%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123%  0.841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1.14  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120%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60.9%  0.67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0.1  </m:t>
                              </m:r>
                            </m:oMath>
                          </a14:m>
                          <a:r>
                            <a:rPr kumimoji="0" lang="en-GB" sz="24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11.8%</m:t>
                              </m:r>
                            </m:oMath>
                          </a14:m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</m:den>
                              </m:f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10.5%   0.2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0.089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12%  0.09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100.4%   1.3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9858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2518" r="-3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2518" r="-2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2518" r="-1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2518" r="-74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153623" r="-3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153623" r="-2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153623" r="-1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153623" r="-74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251799" r="-3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251799" r="-2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251799" r="-1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251799" r="-74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351799" r="-3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351799" r="-2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351799" r="-1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351799" r="-74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451799" r="-3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451799" r="-2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451799" r="-1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451799" r="-74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55797" r="-3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55797" r="-2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55797" r="-1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55797" r="-74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651079" r="-3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651079" r="-2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651079" r="-1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651079" r="-74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1" y="62693"/>
            <a:ext cx="365253" cy="398868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0D3992-106D-4F75-92EF-CF331DE4902D}"/>
              </a:ext>
            </a:extLst>
          </p:cNvPr>
          <p:cNvSpPr/>
          <p:nvPr/>
        </p:nvSpPr>
        <p:spPr>
          <a:xfrm>
            <a:off x="819482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AFDEBD-88F3-4D2B-ADC9-9902C4582293}"/>
              </a:ext>
            </a:extLst>
          </p:cNvPr>
          <p:cNvSpPr/>
          <p:nvPr/>
        </p:nvSpPr>
        <p:spPr>
          <a:xfrm rot="16200000">
            <a:off x="2323453" y="74837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27E24C-DA41-44C0-8FBD-C2A98F84CA17}"/>
              </a:ext>
            </a:extLst>
          </p:cNvPr>
          <p:cNvSpPr/>
          <p:nvPr/>
        </p:nvSpPr>
        <p:spPr>
          <a:xfrm rot="16200000">
            <a:off x="4782173" y="9693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A73D97-4493-4F88-8DCE-951ECAF1DC6A}"/>
              </a:ext>
            </a:extLst>
          </p:cNvPr>
          <p:cNvSpPr/>
          <p:nvPr/>
        </p:nvSpPr>
        <p:spPr>
          <a:xfrm rot="16200000">
            <a:off x="7245973" y="923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8EA540-5C39-4C1C-837B-EBC90C390BCD}"/>
              </a:ext>
            </a:extLst>
          </p:cNvPr>
          <p:cNvSpPr/>
          <p:nvPr/>
        </p:nvSpPr>
        <p:spPr>
          <a:xfrm rot="16200000">
            <a:off x="2323453" y="1845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7BAEF2-2ED9-4C00-9E21-1E9E7141C7B9}"/>
              </a:ext>
            </a:extLst>
          </p:cNvPr>
          <p:cNvSpPr/>
          <p:nvPr/>
        </p:nvSpPr>
        <p:spPr>
          <a:xfrm rot="16200000">
            <a:off x="4782173" y="15637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F24ABA-F10C-4E37-AA96-0E4D1D084A79}"/>
              </a:ext>
            </a:extLst>
          </p:cNvPr>
          <p:cNvSpPr/>
          <p:nvPr/>
        </p:nvSpPr>
        <p:spPr>
          <a:xfrm rot="16200000">
            <a:off x="7245973" y="186089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BA4BBE-BAB4-42B1-BC13-E5CE77C47EA1}"/>
              </a:ext>
            </a:extLst>
          </p:cNvPr>
          <p:cNvSpPr/>
          <p:nvPr/>
        </p:nvSpPr>
        <p:spPr>
          <a:xfrm rot="16200000">
            <a:off x="2323453" y="240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37DF538-B6F3-43C5-ADC1-136A5827E2B4}"/>
              </a:ext>
            </a:extLst>
          </p:cNvPr>
          <p:cNvSpPr/>
          <p:nvPr/>
        </p:nvSpPr>
        <p:spPr>
          <a:xfrm rot="16200000">
            <a:off x="4782173" y="241638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AE1E82-E94D-4CE9-8454-E33C5ED6BF91}"/>
              </a:ext>
            </a:extLst>
          </p:cNvPr>
          <p:cNvSpPr/>
          <p:nvPr/>
        </p:nvSpPr>
        <p:spPr>
          <a:xfrm rot="16200000">
            <a:off x="7245973" y="26686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495151-FB98-4868-8876-24637F2CDF1B}"/>
              </a:ext>
            </a:extLst>
          </p:cNvPr>
          <p:cNvSpPr/>
          <p:nvPr/>
        </p:nvSpPr>
        <p:spPr>
          <a:xfrm rot="16200000">
            <a:off x="2323453" y="33925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EDEB34-9C62-4F03-AF74-84D3D614782E}"/>
              </a:ext>
            </a:extLst>
          </p:cNvPr>
          <p:cNvSpPr/>
          <p:nvPr/>
        </p:nvSpPr>
        <p:spPr>
          <a:xfrm rot="16200000">
            <a:off x="4782173" y="322487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AA4F35-3E1E-40BC-A083-BB9150036E1A}"/>
              </a:ext>
            </a:extLst>
          </p:cNvPr>
          <p:cNvSpPr/>
          <p:nvPr/>
        </p:nvSpPr>
        <p:spPr>
          <a:xfrm rot="16200000">
            <a:off x="7245973" y="34763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ED2A0A-94E1-4B62-A411-14084B04D18C}"/>
              </a:ext>
            </a:extLst>
          </p:cNvPr>
          <p:cNvSpPr/>
          <p:nvPr/>
        </p:nvSpPr>
        <p:spPr>
          <a:xfrm rot="16200000">
            <a:off x="2323453" y="4352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7B6D2C-9162-4046-AAA3-8A5006E8F897}"/>
              </a:ext>
            </a:extLst>
          </p:cNvPr>
          <p:cNvSpPr/>
          <p:nvPr/>
        </p:nvSpPr>
        <p:spPr>
          <a:xfrm rot="16200000">
            <a:off x="4782173" y="40478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D518CB7-5997-48C2-9E67-8FA5A7FF974D}"/>
              </a:ext>
            </a:extLst>
          </p:cNvPr>
          <p:cNvSpPr/>
          <p:nvPr/>
        </p:nvSpPr>
        <p:spPr>
          <a:xfrm rot="16200000">
            <a:off x="7245973" y="41607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DA5D64-2951-4681-A81A-349DF4F5A73B}"/>
              </a:ext>
            </a:extLst>
          </p:cNvPr>
          <p:cNvSpPr/>
          <p:nvPr/>
        </p:nvSpPr>
        <p:spPr>
          <a:xfrm rot="16200000">
            <a:off x="2323453" y="497330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9BFBD-D0CD-4CFC-89B1-0E2C8E63252C}"/>
              </a:ext>
            </a:extLst>
          </p:cNvPr>
          <p:cNvSpPr/>
          <p:nvPr/>
        </p:nvSpPr>
        <p:spPr>
          <a:xfrm rot="16200000">
            <a:off x="4782173" y="515879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9FC880-B39E-473E-BD33-B43E696ED46E}"/>
              </a:ext>
            </a:extLst>
          </p:cNvPr>
          <p:cNvSpPr/>
          <p:nvPr/>
        </p:nvSpPr>
        <p:spPr>
          <a:xfrm rot="16200000">
            <a:off x="7245973" y="499799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A9E4E5-2518-40A2-A731-40803F87DB42}"/>
              </a:ext>
            </a:extLst>
          </p:cNvPr>
          <p:cNvSpPr/>
          <p:nvPr/>
        </p:nvSpPr>
        <p:spPr>
          <a:xfrm rot="16200000">
            <a:off x="2323453" y="60290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66E8-9FC6-47D1-9958-7B707DCEB46F}"/>
              </a:ext>
            </a:extLst>
          </p:cNvPr>
          <p:cNvSpPr/>
          <p:nvPr/>
        </p:nvSpPr>
        <p:spPr>
          <a:xfrm rot="16200000">
            <a:off x="4782173" y="57928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640848-35DF-46FE-8130-AB58489C7983}"/>
              </a:ext>
            </a:extLst>
          </p:cNvPr>
          <p:cNvSpPr/>
          <p:nvPr/>
        </p:nvSpPr>
        <p:spPr>
          <a:xfrm rot="16200000">
            <a:off x="7245973" y="6036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708F39-8820-4ADF-BBCB-0F3EBB2B9704}"/>
              </a:ext>
            </a:extLst>
          </p:cNvPr>
          <p:cNvSpPr/>
          <p:nvPr/>
        </p:nvSpPr>
        <p:spPr>
          <a:xfrm>
            <a:off x="3622914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11A5FF-2E7C-4FF3-873C-4E49B0B58F7E}"/>
              </a:ext>
            </a:extLst>
          </p:cNvPr>
          <p:cNvSpPr/>
          <p:nvPr/>
        </p:nvSpPr>
        <p:spPr>
          <a:xfrm>
            <a:off x="6277277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8960B07-F98D-40E2-9A4D-7D3066380192}"/>
              </a:ext>
            </a:extLst>
          </p:cNvPr>
          <p:cNvSpPr/>
          <p:nvPr/>
        </p:nvSpPr>
        <p:spPr>
          <a:xfrm>
            <a:off x="7992481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BDA05E-FC57-4FE3-B5B1-E05BB2763191}"/>
              </a:ext>
            </a:extLst>
          </p:cNvPr>
          <p:cNvSpPr/>
          <p:nvPr/>
        </p:nvSpPr>
        <p:spPr>
          <a:xfrm>
            <a:off x="1406222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C01B4A-B992-44C3-8B51-8F48B2125F4A}"/>
              </a:ext>
            </a:extLst>
          </p:cNvPr>
          <p:cNvSpPr/>
          <p:nvPr/>
        </p:nvSpPr>
        <p:spPr>
          <a:xfrm>
            <a:off x="2927174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694D59-247A-4CB8-B1FF-04BE7C9A3877}"/>
              </a:ext>
            </a:extLst>
          </p:cNvPr>
          <p:cNvSpPr/>
          <p:nvPr/>
        </p:nvSpPr>
        <p:spPr>
          <a:xfrm>
            <a:off x="5950790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D5BAB8-87E4-4BE3-A9CC-126118C46D02}"/>
              </a:ext>
            </a:extLst>
          </p:cNvPr>
          <p:cNvSpPr/>
          <p:nvPr/>
        </p:nvSpPr>
        <p:spPr>
          <a:xfrm>
            <a:off x="8792581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5EE1594-222E-4DFB-B15E-9C77D4D069A2}"/>
              </a:ext>
            </a:extLst>
          </p:cNvPr>
          <p:cNvSpPr/>
          <p:nvPr/>
        </p:nvSpPr>
        <p:spPr>
          <a:xfrm>
            <a:off x="1368962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E6AB20D-E6F7-4789-A661-B0A79D2065D0}"/>
              </a:ext>
            </a:extLst>
          </p:cNvPr>
          <p:cNvSpPr/>
          <p:nvPr/>
        </p:nvSpPr>
        <p:spPr>
          <a:xfrm>
            <a:off x="3056714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A144E91-E327-40F3-9DD2-EB071F66ED72}"/>
              </a:ext>
            </a:extLst>
          </p:cNvPr>
          <p:cNvSpPr/>
          <p:nvPr/>
        </p:nvSpPr>
        <p:spPr>
          <a:xfrm>
            <a:off x="6628970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76E6BF-EB0E-481A-AED1-B31FDECA70AC}"/>
              </a:ext>
            </a:extLst>
          </p:cNvPr>
          <p:cNvSpPr/>
          <p:nvPr/>
        </p:nvSpPr>
        <p:spPr>
          <a:xfrm>
            <a:off x="7973138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21C329-8B07-4F10-8C83-949D311A02A8}"/>
              </a:ext>
            </a:extLst>
          </p:cNvPr>
          <p:cNvSpPr/>
          <p:nvPr/>
        </p:nvSpPr>
        <p:spPr>
          <a:xfrm>
            <a:off x="819482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EDF271B-ED0A-4DFF-947D-5A2B69E8CF9D}"/>
              </a:ext>
            </a:extLst>
          </p:cNvPr>
          <p:cNvSpPr/>
          <p:nvPr/>
        </p:nvSpPr>
        <p:spPr>
          <a:xfrm>
            <a:off x="3818714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83830FC-1498-468A-8936-085824367EE5}"/>
              </a:ext>
            </a:extLst>
          </p:cNvPr>
          <p:cNvSpPr/>
          <p:nvPr/>
        </p:nvSpPr>
        <p:spPr>
          <a:xfrm>
            <a:off x="6339410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87AE874-113C-465E-AA6F-AAD298DDC6BB}"/>
              </a:ext>
            </a:extLst>
          </p:cNvPr>
          <p:cNvSpPr/>
          <p:nvPr/>
        </p:nvSpPr>
        <p:spPr>
          <a:xfrm>
            <a:off x="8818958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6C81FE8-B799-4425-9FA8-D4919C777192}"/>
              </a:ext>
            </a:extLst>
          </p:cNvPr>
          <p:cNvSpPr/>
          <p:nvPr/>
        </p:nvSpPr>
        <p:spPr>
          <a:xfrm>
            <a:off x="1436702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D337FF-14E4-41F0-8DD6-9DF27FD242BF}"/>
              </a:ext>
            </a:extLst>
          </p:cNvPr>
          <p:cNvSpPr/>
          <p:nvPr/>
        </p:nvSpPr>
        <p:spPr>
          <a:xfrm>
            <a:off x="2965274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1CB8E17-0989-40B0-981C-83CED79DABCB}"/>
              </a:ext>
            </a:extLst>
          </p:cNvPr>
          <p:cNvSpPr/>
          <p:nvPr/>
        </p:nvSpPr>
        <p:spPr>
          <a:xfrm>
            <a:off x="6568010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E745BB7-5D7F-4DF2-BDDD-71915071B062}"/>
              </a:ext>
            </a:extLst>
          </p:cNvPr>
          <p:cNvSpPr/>
          <p:nvPr/>
        </p:nvSpPr>
        <p:spPr>
          <a:xfrm>
            <a:off x="8056958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956DE7-7D9A-4C19-B9FA-468CCC80BA52}"/>
              </a:ext>
            </a:extLst>
          </p:cNvPr>
          <p:cNvSpPr/>
          <p:nvPr/>
        </p:nvSpPr>
        <p:spPr>
          <a:xfrm>
            <a:off x="628982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FF96340-5DB7-427F-A8FF-05417E3580BA}"/>
              </a:ext>
            </a:extLst>
          </p:cNvPr>
          <p:cNvSpPr/>
          <p:nvPr/>
        </p:nvSpPr>
        <p:spPr>
          <a:xfrm>
            <a:off x="3513914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74BA61E-4463-4327-803F-2C048F3DB874}"/>
              </a:ext>
            </a:extLst>
          </p:cNvPr>
          <p:cNvSpPr/>
          <p:nvPr/>
        </p:nvSpPr>
        <p:spPr>
          <a:xfrm>
            <a:off x="5973650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B90F37-C0DB-4C37-9AEF-4842818E7E23}"/>
              </a:ext>
            </a:extLst>
          </p:cNvPr>
          <p:cNvSpPr/>
          <p:nvPr/>
        </p:nvSpPr>
        <p:spPr>
          <a:xfrm>
            <a:off x="8803718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B28985-35B5-4638-B884-613FB17EC5DF}"/>
              </a:ext>
            </a:extLst>
          </p:cNvPr>
          <p:cNvSpPr/>
          <p:nvPr/>
        </p:nvSpPr>
        <p:spPr>
          <a:xfrm>
            <a:off x="1109042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2BD7E6-F6F1-4104-BFA4-B945DDFB2CF4}"/>
              </a:ext>
            </a:extLst>
          </p:cNvPr>
          <p:cNvSpPr/>
          <p:nvPr/>
        </p:nvSpPr>
        <p:spPr>
          <a:xfrm>
            <a:off x="3209114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E389B3-4D19-484F-9DBC-D39257C29DEA}"/>
              </a:ext>
            </a:extLst>
          </p:cNvPr>
          <p:cNvSpPr/>
          <p:nvPr/>
        </p:nvSpPr>
        <p:spPr>
          <a:xfrm>
            <a:off x="5371670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79BB68F-7DF3-464C-9434-8C05EF78473D}"/>
              </a:ext>
            </a:extLst>
          </p:cNvPr>
          <p:cNvSpPr/>
          <p:nvPr/>
        </p:nvSpPr>
        <p:spPr>
          <a:xfrm>
            <a:off x="8110298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F343EB2-A54B-4904-8E14-2EB510489DF8}"/>
              </a:ext>
            </a:extLst>
          </p:cNvPr>
          <p:cNvSpPr/>
          <p:nvPr/>
        </p:nvSpPr>
        <p:spPr>
          <a:xfrm>
            <a:off x="644222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7A03C3-D0A7-47F9-90B5-0B54632BE279}"/>
              </a:ext>
            </a:extLst>
          </p:cNvPr>
          <p:cNvSpPr/>
          <p:nvPr/>
        </p:nvSpPr>
        <p:spPr>
          <a:xfrm>
            <a:off x="3651074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44FA379-6AB1-41FB-A6B9-9370DBCE02EB}"/>
              </a:ext>
            </a:extLst>
          </p:cNvPr>
          <p:cNvSpPr/>
          <p:nvPr/>
        </p:nvSpPr>
        <p:spPr>
          <a:xfrm>
            <a:off x="5866970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4CE218-A4A3-4AA2-BCB6-1A42D951B9FD}"/>
              </a:ext>
            </a:extLst>
          </p:cNvPr>
          <p:cNvSpPr/>
          <p:nvPr/>
        </p:nvSpPr>
        <p:spPr>
          <a:xfrm>
            <a:off x="8674178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8D331A-3FBB-431B-9AB4-0411F4A4CC32}"/>
              </a:ext>
            </a:extLst>
          </p:cNvPr>
          <p:cNvSpPr txBox="1"/>
          <p:nvPr/>
        </p:nvSpPr>
        <p:spPr>
          <a:xfrm>
            <a:off x="3455376" y="70912"/>
            <a:ext cx="5651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Эң чоң сан тегеректелгенби? Бөлмөлөр аркылуу гана өтүңүз!</a:t>
            </a:r>
            <a:endParaRPr lang="en-GB" sz="16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4B8B1-51D9-4ECE-84F3-D6171D729F39}"/>
              </a:ext>
            </a:extLst>
          </p:cNvPr>
          <p:cNvSpPr/>
          <p:nvPr/>
        </p:nvSpPr>
        <p:spPr>
          <a:xfrm>
            <a:off x="2905779" y="60172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5387B-3C2D-4FB4-8B02-CAEE035E5318}"/>
              </a:ext>
            </a:extLst>
          </p:cNvPr>
          <p:cNvSpPr/>
          <p:nvPr/>
        </p:nvSpPr>
        <p:spPr>
          <a:xfrm>
            <a:off x="4016541" y="14575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B4CF77-2D8A-429B-AFC0-ED453F484960}"/>
              </a:ext>
            </a:extLst>
          </p:cNvPr>
          <p:cNvSpPr/>
          <p:nvPr/>
        </p:nvSpPr>
        <p:spPr>
          <a:xfrm>
            <a:off x="2779757" y="22957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4FFDC9-3E3C-44EB-AFBB-35D605C93B57}"/>
              </a:ext>
            </a:extLst>
          </p:cNvPr>
          <p:cNvSpPr/>
          <p:nvPr/>
        </p:nvSpPr>
        <p:spPr>
          <a:xfrm>
            <a:off x="783903" y="2304502"/>
            <a:ext cx="807506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44C1F5-2AFF-4BD2-AE37-6CFE74CA04C6}"/>
              </a:ext>
            </a:extLst>
          </p:cNvPr>
          <p:cNvSpPr/>
          <p:nvPr/>
        </p:nvSpPr>
        <p:spPr>
          <a:xfrm>
            <a:off x="1681240" y="3057360"/>
            <a:ext cx="516837" cy="7409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058BAB-B1AA-4289-8960-05BBC432B3D6}"/>
              </a:ext>
            </a:extLst>
          </p:cNvPr>
          <p:cNvSpPr/>
          <p:nvPr/>
        </p:nvSpPr>
        <p:spPr>
          <a:xfrm>
            <a:off x="1613311" y="401314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01B883-646E-4E8C-A0F1-C4C2629C90F0}"/>
              </a:ext>
            </a:extLst>
          </p:cNvPr>
          <p:cNvSpPr/>
          <p:nvPr/>
        </p:nvSpPr>
        <p:spPr>
          <a:xfrm>
            <a:off x="3056276" y="3998486"/>
            <a:ext cx="46064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6D5FE81-578F-4C51-9650-5588CF36A338}"/>
              </a:ext>
            </a:extLst>
          </p:cNvPr>
          <p:cNvSpPr/>
          <p:nvPr/>
        </p:nvSpPr>
        <p:spPr>
          <a:xfrm>
            <a:off x="5347110" y="4801518"/>
            <a:ext cx="632685" cy="67609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425F4A-E437-4604-A89E-B876559BDED1}"/>
              </a:ext>
            </a:extLst>
          </p:cNvPr>
          <p:cNvSpPr/>
          <p:nvPr/>
        </p:nvSpPr>
        <p:spPr>
          <a:xfrm>
            <a:off x="5327623" y="5630925"/>
            <a:ext cx="448924" cy="6731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EC3103-B875-4C6D-AE2B-BD4FC0C8AACA}"/>
              </a:ext>
            </a:extLst>
          </p:cNvPr>
          <p:cNvSpPr/>
          <p:nvPr/>
        </p:nvSpPr>
        <p:spPr>
          <a:xfrm>
            <a:off x="332563" y="534317"/>
            <a:ext cx="632685" cy="7581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DC7AF2-40C0-4A5E-87CB-5C03D5231277}"/>
              </a:ext>
            </a:extLst>
          </p:cNvPr>
          <p:cNvSpPr/>
          <p:nvPr/>
        </p:nvSpPr>
        <p:spPr>
          <a:xfrm>
            <a:off x="5871717" y="60465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DC57FB3-ED5D-495A-B828-DCC9AE744A14}"/>
              </a:ext>
            </a:extLst>
          </p:cNvPr>
          <p:cNvSpPr/>
          <p:nvPr/>
        </p:nvSpPr>
        <p:spPr>
          <a:xfrm>
            <a:off x="8345286" y="616378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8F881F-53B6-4E37-BF37-5B6CEE04864D}"/>
              </a:ext>
            </a:extLst>
          </p:cNvPr>
          <p:cNvSpPr/>
          <p:nvPr/>
        </p:nvSpPr>
        <p:spPr>
          <a:xfrm>
            <a:off x="1766736" y="1410617"/>
            <a:ext cx="501680" cy="70832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27A191-6302-4A7A-BF6B-4950B489466B}"/>
              </a:ext>
            </a:extLst>
          </p:cNvPr>
          <p:cNvSpPr/>
          <p:nvPr/>
        </p:nvSpPr>
        <p:spPr>
          <a:xfrm>
            <a:off x="6552684" y="1407686"/>
            <a:ext cx="472370" cy="7024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E8CD0-B9E5-44E7-8E52-8544B947207D}"/>
              </a:ext>
            </a:extLst>
          </p:cNvPr>
          <p:cNvSpPr/>
          <p:nvPr/>
        </p:nvSpPr>
        <p:spPr>
          <a:xfrm>
            <a:off x="9145387" y="1390103"/>
            <a:ext cx="632685" cy="7288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039789-89F7-4C08-8B75-4442C677C6F9}"/>
              </a:ext>
            </a:extLst>
          </p:cNvPr>
          <p:cNvSpPr/>
          <p:nvPr/>
        </p:nvSpPr>
        <p:spPr>
          <a:xfrm>
            <a:off x="6472525" y="230450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20B0D-FF65-4279-98FE-1646FD4B460F}"/>
              </a:ext>
            </a:extLst>
          </p:cNvPr>
          <p:cNvSpPr/>
          <p:nvPr/>
        </p:nvSpPr>
        <p:spPr>
          <a:xfrm>
            <a:off x="8752664" y="230743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F76B80-021F-4D31-9EF4-240C377032F9}"/>
              </a:ext>
            </a:extLst>
          </p:cNvPr>
          <p:cNvSpPr/>
          <p:nvPr/>
        </p:nvSpPr>
        <p:spPr>
          <a:xfrm>
            <a:off x="3313155" y="3172009"/>
            <a:ext cx="828022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FFF234-66F0-4152-A0BB-47F36A636608}"/>
              </a:ext>
            </a:extLst>
          </p:cNvPr>
          <p:cNvSpPr/>
          <p:nvPr/>
        </p:nvSpPr>
        <p:spPr>
          <a:xfrm>
            <a:off x="5259189" y="3130979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BE9A83-132A-48D2-8CCB-6FB16C1BF814}"/>
              </a:ext>
            </a:extLst>
          </p:cNvPr>
          <p:cNvSpPr/>
          <p:nvPr/>
        </p:nvSpPr>
        <p:spPr>
          <a:xfrm>
            <a:off x="8497688" y="3213042"/>
            <a:ext cx="511590" cy="50610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F2AFA7-19F8-4C96-976A-CBC1B3FA0622}"/>
              </a:ext>
            </a:extLst>
          </p:cNvPr>
          <p:cNvSpPr/>
          <p:nvPr/>
        </p:nvSpPr>
        <p:spPr>
          <a:xfrm>
            <a:off x="6578033" y="40102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F87E0DF-DBD0-4D22-900A-E3863626D9D4}"/>
              </a:ext>
            </a:extLst>
          </p:cNvPr>
          <p:cNvSpPr/>
          <p:nvPr/>
        </p:nvSpPr>
        <p:spPr>
          <a:xfrm>
            <a:off x="8163579" y="3995556"/>
            <a:ext cx="74302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FC4B11A-C1D3-4DD1-9706-4EB5262716AA}"/>
              </a:ext>
            </a:extLst>
          </p:cNvPr>
          <p:cNvSpPr/>
          <p:nvPr/>
        </p:nvSpPr>
        <p:spPr>
          <a:xfrm>
            <a:off x="1415675" y="4845479"/>
            <a:ext cx="719581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D1844AB-83F7-46EA-862B-BF4AD8F76D1C}"/>
              </a:ext>
            </a:extLst>
          </p:cNvPr>
          <p:cNvSpPr/>
          <p:nvPr/>
        </p:nvSpPr>
        <p:spPr>
          <a:xfrm>
            <a:off x="8969541" y="4827894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0C66CB-9447-40B4-AE0F-E39CEA94EE49}"/>
              </a:ext>
            </a:extLst>
          </p:cNvPr>
          <p:cNvSpPr/>
          <p:nvPr/>
        </p:nvSpPr>
        <p:spPr>
          <a:xfrm>
            <a:off x="1696399" y="5692471"/>
            <a:ext cx="466510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14AE2FF-8A0F-4FD3-8F45-985C8D0BE336}"/>
              </a:ext>
            </a:extLst>
          </p:cNvPr>
          <p:cNvSpPr/>
          <p:nvPr/>
        </p:nvSpPr>
        <p:spPr>
          <a:xfrm>
            <a:off x="3236956" y="5698333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31CDE2-7F63-466A-86CA-D1540FFC6DD5}"/>
              </a:ext>
            </a:extLst>
          </p:cNvPr>
          <p:cNvSpPr/>
          <p:nvPr/>
        </p:nvSpPr>
        <p:spPr>
          <a:xfrm>
            <a:off x="7697586" y="5771603"/>
            <a:ext cx="980422" cy="453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A2246F-73EE-4974-9400-448F64465A0C}"/>
              </a:ext>
            </a:extLst>
          </p:cNvPr>
          <p:cNvSpPr/>
          <p:nvPr/>
        </p:nvSpPr>
        <p:spPr>
          <a:xfrm>
            <a:off x="3658987" y="4836687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C70A4-581B-29AE-0249-0FF425476689}"/>
              </a:ext>
            </a:extLst>
          </p:cNvPr>
          <p:cNvSpPr txBox="1"/>
          <p:nvPr/>
        </p:nvSpPr>
        <p:spPr>
          <a:xfrm>
            <a:off x="1914349" y="77461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105D2-1941-CCD8-E407-D54984799C4F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703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633361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33%  0.29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  0.4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30%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77%  0.08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45%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60.6%  0.6</m:t>
                              </m:r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0.11  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2.0%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8%  0.77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80%  0.088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50.2%  0.5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0.35  </m:t>
                              </m:r>
                            </m:oMath>
                          </a14:m>
                          <a:r>
                            <a:rPr kumimoji="0" lang="en-GB" sz="2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30.9%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88%  1.5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6.5%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24.5%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123%  0.841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1.14  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120%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60.9%  0.67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0.1  </m:t>
                              </m:r>
                            </m:oMath>
                          </a14:m>
                          <a:r>
                            <a:rPr kumimoji="0" lang="en-GB" sz="24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11.8%</m:t>
                              </m:r>
                            </m:oMath>
                          </a14:m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</m:den>
                              </m:f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10.5%   0.2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0.089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12%  0.09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100.4%   1.3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633361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2518" r="-3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2518" r="-2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2518" r="-1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2518" r="-74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153623" r="-3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153623" r="-2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153623" r="-1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153623" r="-74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251799" r="-3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251799" r="-2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251799" r="-1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251799" r="-74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351799" r="-3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351799" r="-2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351799" r="-1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351799" r="-74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451799" r="-3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451799" r="-2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451799" r="-1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451799" r="-74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55797" r="-3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55797" r="-2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55797" r="-1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55797" r="-74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651079" r="-3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651079" r="-2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651079" r="-1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651079" r="-74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1" y="62693"/>
            <a:ext cx="365253" cy="398868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0D3992-106D-4F75-92EF-CF331DE4902D}"/>
              </a:ext>
            </a:extLst>
          </p:cNvPr>
          <p:cNvSpPr/>
          <p:nvPr/>
        </p:nvSpPr>
        <p:spPr>
          <a:xfrm>
            <a:off x="819482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AFDEBD-88F3-4D2B-ADC9-9902C4582293}"/>
              </a:ext>
            </a:extLst>
          </p:cNvPr>
          <p:cNvSpPr/>
          <p:nvPr/>
        </p:nvSpPr>
        <p:spPr>
          <a:xfrm rot="16200000">
            <a:off x="2323453" y="74837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27E24C-DA41-44C0-8FBD-C2A98F84CA17}"/>
              </a:ext>
            </a:extLst>
          </p:cNvPr>
          <p:cNvSpPr/>
          <p:nvPr/>
        </p:nvSpPr>
        <p:spPr>
          <a:xfrm rot="16200000">
            <a:off x="4782173" y="9693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A73D97-4493-4F88-8DCE-951ECAF1DC6A}"/>
              </a:ext>
            </a:extLst>
          </p:cNvPr>
          <p:cNvSpPr/>
          <p:nvPr/>
        </p:nvSpPr>
        <p:spPr>
          <a:xfrm rot="16200000">
            <a:off x="7245973" y="923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8EA540-5C39-4C1C-837B-EBC90C390BCD}"/>
              </a:ext>
            </a:extLst>
          </p:cNvPr>
          <p:cNvSpPr/>
          <p:nvPr/>
        </p:nvSpPr>
        <p:spPr>
          <a:xfrm rot="16200000">
            <a:off x="2323453" y="1845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7BAEF2-2ED9-4C00-9E21-1E9E7141C7B9}"/>
              </a:ext>
            </a:extLst>
          </p:cNvPr>
          <p:cNvSpPr/>
          <p:nvPr/>
        </p:nvSpPr>
        <p:spPr>
          <a:xfrm rot="16200000">
            <a:off x="4782173" y="15637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F24ABA-F10C-4E37-AA96-0E4D1D084A79}"/>
              </a:ext>
            </a:extLst>
          </p:cNvPr>
          <p:cNvSpPr/>
          <p:nvPr/>
        </p:nvSpPr>
        <p:spPr>
          <a:xfrm rot="16200000">
            <a:off x="7245973" y="186089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BA4BBE-BAB4-42B1-BC13-E5CE77C47EA1}"/>
              </a:ext>
            </a:extLst>
          </p:cNvPr>
          <p:cNvSpPr/>
          <p:nvPr/>
        </p:nvSpPr>
        <p:spPr>
          <a:xfrm rot="16200000">
            <a:off x="2323453" y="240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37DF538-B6F3-43C5-ADC1-136A5827E2B4}"/>
              </a:ext>
            </a:extLst>
          </p:cNvPr>
          <p:cNvSpPr/>
          <p:nvPr/>
        </p:nvSpPr>
        <p:spPr>
          <a:xfrm rot="16200000">
            <a:off x="4782173" y="241638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AE1E82-E94D-4CE9-8454-E33C5ED6BF91}"/>
              </a:ext>
            </a:extLst>
          </p:cNvPr>
          <p:cNvSpPr/>
          <p:nvPr/>
        </p:nvSpPr>
        <p:spPr>
          <a:xfrm rot="16200000">
            <a:off x="7245973" y="26686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495151-FB98-4868-8876-24637F2CDF1B}"/>
              </a:ext>
            </a:extLst>
          </p:cNvPr>
          <p:cNvSpPr/>
          <p:nvPr/>
        </p:nvSpPr>
        <p:spPr>
          <a:xfrm rot="16200000">
            <a:off x="2323453" y="33925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EDEB34-9C62-4F03-AF74-84D3D614782E}"/>
              </a:ext>
            </a:extLst>
          </p:cNvPr>
          <p:cNvSpPr/>
          <p:nvPr/>
        </p:nvSpPr>
        <p:spPr>
          <a:xfrm rot="16200000">
            <a:off x="4782173" y="322487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AA4F35-3E1E-40BC-A083-BB9150036E1A}"/>
              </a:ext>
            </a:extLst>
          </p:cNvPr>
          <p:cNvSpPr/>
          <p:nvPr/>
        </p:nvSpPr>
        <p:spPr>
          <a:xfrm rot="16200000">
            <a:off x="7245973" y="34763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ED2A0A-94E1-4B62-A411-14084B04D18C}"/>
              </a:ext>
            </a:extLst>
          </p:cNvPr>
          <p:cNvSpPr/>
          <p:nvPr/>
        </p:nvSpPr>
        <p:spPr>
          <a:xfrm rot="16200000">
            <a:off x="2323453" y="4352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7B6D2C-9162-4046-AAA3-8A5006E8F897}"/>
              </a:ext>
            </a:extLst>
          </p:cNvPr>
          <p:cNvSpPr/>
          <p:nvPr/>
        </p:nvSpPr>
        <p:spPr>
          <a:xfrm rot="16200000">
            <a:off x="4782173" y="40478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D518CB7-5997-48C2-9E67-8FA5A7FF974D}"/>
              </a:ext>
            </a:extLst>
          </p:cNvPr>
          <p:cNvSpPr/>
          <p:nvPr/>
        </p:nvSpPr>
        <p:spPr>
          <a:xfrm rot="16200000">
            <a:off x="7245973" y="41607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DA5D64-2951-4681-A81A-349DF4F5A73B}"/>
              </a:ext>
            </a:extLst>
          </p:cNvPr>
          <p:cNvSpPr/>
          <p:nvPr/>
        </p:nvSpPr>
        <p:spPr>
          <a:xfrm rot="16200000">
            <a:off x="2323453" y="497330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9BFBD-D0CD-4CFC-89B1-0E2C8E63252C}"/>
              </a:ext>
            </a:extLst>
          </p:cNvPr>
          <p:cNvSpPr/>
          <p:nvPr/>
        </p:nvSpPr>
        <p:spPr>
          <a:xfrm rot="16200000">
            <a:off x="4782173" y="515879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9FC880-B39E-473E-BD33-B43E696ED46E}"/>
              </a:ext>
            </a:extLst>
          </p:cNvPr>
          <p:cNvSpPr/>
          <p:nvPr/>
        </p:nvSpPr>
        <p:spPr>
          <a:xfrm rot="16200000">
            <a:off x="7245973" y="499799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A9E4E5-2518-40A2-A731-40803F87DB42}"/>
              </a:ext>
            </a:extLst>
          </p:cNvPr>
          <p:cNvSpPr/>
          <p:nvPr/>
        </p:nvSpPr>
        <p:spPr>
          <a:xfrm rot="16200000">
            <a:off x="2323453" y="60290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66E8-9FC6-47D1-9958-7B707DCEB46F}"/>
              </a:ext>
            </a:extLst>
          </p:cNvPr>
          <p:cNvSpPr/>
          <p:nvPr/>
        </p:nvSpPr>
        <p:spPr>
          <a:xfrm rot="16200000">
            <a:off x="4782173" y="57928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640848-35DF-46FE-8130-AB58489C7983}"/>
              </a:ext>
            </a:extLst>
          </p:cNvPr>
          <p:cNvSpPr/>
          <p:nvPr/>
        </p:nvSpPr>
        <p:spPr>
          <a:xfrm rot="16200000">
            <a:off x="7245973" y="6036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708F39-8820-4ADF-BBCB-0F3EBB2B9704}"/>
              </a:ext>
            </a:extLst>
          </p:cNvPr>
          <p:cNvSpPr/>
          <p:nvPr/>
        </p:nvSpPr>
        <p:spPr>
          <a:xfrm>
            <a:off x="3622914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11A5FF-2E7C-4FF3-873C-4E49B0B58F7E}"/>
              </a:ext>
            </a:extLst>
          </p:cNvPr>
          <p:cNvSpPr/>
          <p:nvPr/>
        </p:nvSpPr>
        <p:spPr>
          <a:xfrm>
            <a:off x="6277277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8960B07-F98D-40E2-9A4D-7D3066380192}"/>
              </a:ext>
            </a:extLst>
          </p:cNvPr>
          <p:cNvSpPr/>
          <p:nvPr/>
        </p:nvSpPr>
        <p:spPr>
          <a:xfrm>
            <a:off x="7992481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BDA05E-FC57-4FE3-B5B1-E05BB2763191}"/>
              </a:ext>
            </a:extLst>
          </p:cNvPr>
          <p:cNvSpPr/>
          <p:nvPr/>
        </p:nvSpPr>
        <p:spPr>
          <a:xfrm>
            <a:off x="1406222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C01B4A-B992-44C3-8B51-8F48B2125F4A}"/>
              </a:ext>
            </a:extLst>
          </p:cNvPr>
          <p:cNvSpPr/>
          <p:nvPr/>
        </p:nvSpPr>
        <p:spPr>
          <a:xfrm>
            <a:off x="2927174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694D59-247A-4CB8-B1FF-04BE7C9A3877}"/>
              </a:ext>
            </a:extLst>
          </p:cNvPr>
          <p:cNvSpPr/>
          <p:nvPr/>
        </p:nvSpPr>
        <p:spPr>
          <a:xfrm>
            <a:off x="5950790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D5BAB8-87E4-4BE3-A9CC-126118C46D02}"/>
              </a:ext>
            </a:extLst>
          </p:cNvPr>
          <p:cNvSpPr/>
          <p:nvPr/>
        </p:nvSpPr>
        <p:spPr>
          <a:xfrm>
            <a:off x="8792581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5EE1594-222E-4DFB-B15E-9C77D4D069A2}"/>
              </a:ext>
            </a:extLst>
          </p:cNvPr>
          <p:cNvSpPr/>
          <p:nvPr/>
        </p:nvSpPr>
        <p:spPr>
          <a:xfrm>
            <a:off x="1368962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E6AB20D-E6F7-4789-A661-B0A79D2065D0}"/>
              </a:ext>
            </a:extLst>
          </p:cNvPr>
          <p:cNvSpPr/>
          <p:nvPr/>
        </p:nvSpPr>
        <p:spPr>
          <a:xfrm>
            <a:off x="3056714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A144E91-E327-40F3-9DD2-EB071F66ED72}"/>
              </a:ext>
            </a:extLst>
          </p:cNvPr>
          <p:cNvSpPr/>
          <p:nvPr/>
        </p:nvSpPr>
        <p:spPr>
          <a:xfrm>
            <a:off x="6628970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76E6BF-EB0E-481A-AED1-B31FDECA70AC}"/>
              </a:ext>
            </a:extLst>
          </p:cNvPr>
          <p:cNvSpPr/>
          <p:nvPr/>
        </p:nvSpPr>
        <p:spPr>
          <a:xfrm>
            <a:off x="7973138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21C329-8B07-4F10-8C83-949D311A02A8}"/>
              </a:ext>
            </a:extLst>
          </p:cNvPr>
          <p:cNvSpPr/>
          <p:nvPr/>
        </p:nvSpPr>
        <p:spPr>
          <a:xfrm>
            <a:off x="819482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EDF271B-ED0A-4DFF-947D-5A2B69E8CF9D}"/>
              </a:ext>
            </a:extLst>
          </p:cNvPr>
          <p:cNvSpPr/>
          <p:nvPr/>
        </p:nvSpPr>
        <p:spPr>
          <a:xfrm>
            <a:off x="3818714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83830FC-1498-468A-8936-085824367EE5}"/>
              </a:ext>
            </a:extLst>
          </p:cNvPr>
          <p:cNvSpPr/>
          <p:nvPr/>
        </p:nvSpPr>
        <p:spPr>
          <a:xfrm>
            <a:off x="6339410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87AE874-113C-465E-AA6F-AAD298DDC6BB}"/>
              </a:ext>
            </a:extLst>
          </p:cNvPr>
          <p:cNvSpPr/>
          <p:nvPr/>
        </p:nvSpPr>
        <p:spPr>
          <a:xfrm>
            <a:off x="8818958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6C81FE8-B799-4425-9FA8-D4919C777192}"/>
              </a:ext>
            </a:extLst>
          </p:cNvPr>
          <p:cNvSpPr/>
          <p:nvPr/>
        </p:nvSpPr>
        <p:spPr>
          <a:xfrm>
            <a:off x="1436702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D337FF-14E4-41F0-8DD6-9DF27FD242BF}"/>
              </a:ext>
            </a:extLst>
          </p:cNvPr>
          <p:cNvSpPr/>
          <p:nvPr/>
        </p:nvSpPr>
        <p:spPr>
          <a:xfrm>
            <a:off x="2965274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1CB8E17-0989-40B0-981C-83CED79DABCB}"/>
              </a:ext>
            </a:extLst>
          </p:cNvPr>
          <p:cNvSpPr/>
          <p:nvPr/>
        </p:nvSpPr>
        <p:spPr>
          <a:xfrm>
            <a:off x="6568010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E745BB7-5D7F-4DF2-BDDD-71915071B062}"/>
              </a:ext>
            </a:extLst>
          </p:cNvPr>
          <p:cNvSpPr/>
          <p:nvPr/>
        </p:nvSpPr>
        <p:spPr>
          <a:xfrm>
            <a:off x="8056958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956DE7-7D9A-4C19-B9FA-468CCC80BA52}"/>
              </a:ext>
            </a:extLst>
          </p:cNvPr>
          <p:cNvSpPr/>
          <p:nvPr/>
        </p:nvSpPr>
        <p:spPr>
          <a:xfrm>
            <a:off x="628982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FF96340-5DB7-427F-A8FF-05417E3580BA}"/>
              </a:ext>
            </a:extLst>
          </p:cNvPr>
          <p:cNvSpPr/>
          <p:nvPr/>
        </p:nvSpPr>
        <p:spPr>
          <a:xfrm>
            <a:off x="3513914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74BA61E-4463-4327-803F-2C048F3DB874}"/>
              </a:ext>
            </a:extLst>
          </p:cNvPr>
          <p:cNvSpPr/>
          <p:nvPr/>
        </p:nvSpPr>
        <p:spPr>
          <a:xfrm>
            <a:off x="5973650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B90F37-C0DB-4C37-9AEF-4842818E7E23}"/>
              </a:ext>
            </a:extLst>
          </p:cNvPr>
          <p:cNvSpPr/>
          <p:nvPr/>
        </p:nvSpPr>
        <p:spPr>
          <a:xfrm>
            <a:off x="8803718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B28985-35B5-4638-B884-613FB17EC5DF}"/>
              </a:ext>
            </a:extLst>
          </p:cNvPr>
          <p:cNvSpPr/>
          <p:nvPr/>
        </p:nvSpPr>
        <p:spPr>
          <a:xfrm>
            <a:off x="1109042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2BD7E6-F6F1-4104-BFA4-B945DDFB2CF4}"/>
              </a:ext>
            </a:extLst>
          </p:cNvPr>
          <p:cNvSpPr/>
          <p:nvPr/>
        </p:nvSpPr>
        <p:spPr>
          <a:xfrm>
            <a:off x="3209114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E389B3-4D19-484F-9DBC-D39257C29DEA}"/>
              </a:ext>
            </a:extLst>
          </p:cNvPr>
          <p:cNvSpPr/>
          <p:nvPr/>
        </p:nvSpPr>
        <p:spPr>
          <a:xfrm>
            <a:off x="5371670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79BB68F-7DF3-464C-9434-8C05EF78473D}"/>
              </a:ext>
            </a:extLst>
          </p:cNvPr>
          <p:cNvSpPr/>
          <p:nvPr/>
        </p:nvSpPr>
        <p:spPr>
          <a:xfrm>
            <a:off x="8110298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F343EB2-A54B-4904-8E14-2EB510489DF8}"/>
              </a:ext>
            </a:extLst>
          </p:cNvPr>
          <p:cNvSpPr/>
          <p:nvPr/>
        </p:nvSpPr>
        <p:spPr>
          <a:xfrm>
            <a:off x="644222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7A03C3-D0A7-47F9-90B5-0B54632BE279}"/>
              </a:ext>
            </a:extLst>
          </p:cNvPr>
          <p:cNvSpPr/>
          <p:nvPr/>
        </p:nvSpPr>
        <p:spPr>
          <a:xfrm>
            <a:off x="3651074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44FA379-6AB1-41FB-A6B9-9370DBCE02EB}"/>
              </a:ext>
            </a:extLst>
          </p:cNvPr>
          <p:cNvSpPr/>
          <p:nvPr/>
        </p:nvSpPr>
        <p:spPr>
          <a:xfrm>
            <a:off x="5866970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4CE218-A4A3-4AA2-BCB6-1A42D951B9FD}"/>
              </a:ext>
            </a:extLst>
          </p:cNvPr>
          <p:cNvSpPr/>
          <p:nvPr/>
        </p:nvSpPr>
        <p:spPr>
          <a:xfrm>
            <a:off x="8674178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4B8B1-51D9-4ECE-84F3-D6171D729F39}"/>
              </a:ext>
            </a:extLst>
          </p:cNvPr>
          <p:cNvSpPr/>
          <p:nvPr/>
        </p:nvSpPr>
        <p:spPr>
          <a:xfrm>
            <a:off x="2905779" y="60172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5387B-3C2D-4FB4-8B02-CAEE035E5318}"/>
              </a:ext>
            </a:extLst>
          </p:cNvPr>
          <p:cNvSpPr/>
          <p:nvPr/>
        </p:nvSpPr>
        <p:spPr>
          <a:xfrm>
            <a:off x="4016541" y="14575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B4CF77-2D8A-429B-AFC0-ED453F484960}"/>
              </a:ext>
            </a:extLst>
          </p:cNvPr>
          <p:cNvSpPr/>
          <p:nvPr/>
        </p:nvSpPr>
        <p:spPr>
          <a:xfrm>
            <a:off x="2779757" y="22957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4FFDC9-3E3C-44EB-AFBB-35D605C93B57}"/>
              </a:ext>
            </a:extLst>
          </p:cNvPr>
          <p:cNvSpPr/>
          <p:nvPr/>
        </p:nvSpPr>
        <p:spPr>
          <a:xfrm>
            <a:off x="783903" y="2304502"/>
            <a:ext cx="807506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44C1F5-2AFF-4BD2-AE37-6CFE74CA04C6}"/>
              </a:ext>
            </a:extLst>
          </p:cNvPr>
          <p:cNvSpPr/>
          <p:nvPr/>
        </p:nvSpPr>
        <p:spPr>
          <a:xfrm>
            <a:off x="1681240" y="3057360"/>
            <a:ext cx="516837" cy="7409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058BAB-B1AA-4289-8960-05BBC432B3D6}"/>
              </a:ext>
            </a:extLst>
          </p:cNvPr>
          <p:cNvSpPr/>
          <p:nvPr/>
        </p:nvSpPr>
        <p:spPr>
          <a:xfrm>
            <a:off x="1613311" y="401314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01B883-646E-4E8C-A0F1-C4C2629C90F0}"/>
              </a:ext>
            </a:extLst>
          </p:cNvPr>
          <p:cNvSpPr/>
          <p:nvPr/>
        </p:nvSpPr>
        <p:spPr>
          <a:xfrm>
            <a:off x="3056276" y="3998486"/>
            <a:ext cx="46064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6D5FE81-578F-4C51-9650-5588CF36A338}"/>
              </a:ext>
            </a:extLst>
          </p:cNvPr>
          <p:cNvSpPr/>
          <p:nvPr/>
        </p:nvSpPr>
        <p:spPr>
          <a:xfrm>
            <a:off x="5347110" y="4801518"/>
            <a:ext cx="632685" cy="67609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425F4A-E437-4604-A89E-B876559BDED1}"/>
              </a:ext>
            </a:extLst>
          </p:cNvPr>
          <p:cNvSpPr/>
          <p:nvPr/>
        </p:nvSpPr>
        <p:spPr>
          <a:xfrm>
            <a:off x="5327623" y="5630925"/>
            <a:ext cx="448924" cy="6731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EC3103-B875-4C6D-AE2B-BD4FC0C8AACA}"/>
              </a:ext>
            </a:extLst>
          </p:cNvPr>
          <p:cNvSpPr/>
          <p:nvPr/>
        </p:nvSpPr>
        <p:spPr>
          <a:xfrm>
            <a:off x="332563" y="534317"/>
            <a:ext cx="632685" cy="7581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DC7AF2-40C0-4A5E-87CB-5C03D5231277}"/>
              </a:ext>
            </a:extLst>
          </p:cNvPr>
          <p:cNvSpPr/>
          <p:nvPr/>
        </p:nvSpPr>
        <p:spPr>
          <a:xfrm>
            <a:off x="5871717" y="60465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DC57FB3-ED5D-495A-B828-DCC9AE744A14}"/>
              </a:ext>
            </a:extLst>
          </p:cNvPr>
          <p:cNvSpPr/>
          <p:nvPr/>
        </p:nvSpPr>
        <p:spPr>
          <a:xfrm>
            <a:off x="8345286" y="616378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8F881F-53B6-4E37-BF37-5B6CEE04864D}"/>
              </a:ext>
            </a:extLst>
          </p:cNvPr>
          <p:cNvSpPr/>
          <p:nvPr/>
        </p:nvSpPr>
        <p:spPr>
          <a:xfrm>
            <a:off x="1766736" y="1410617"/>
            <a:ext cx="501680" cy="70832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27A191-6302-4A7A-BF6B-4950B489466B}"/>
              </a:ext>
            </a:extLst>
          </p:cNvPr>
          <p:cNvSpPr/>
          <p:nvPr/>
        </p:nvSpPr>
        <p:spPr>
          <a:xfrm>
            <a:off x="6552684" y="1407686"/>
            <a:ext cx="472370" cy="7024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E8CD0-B9E5-44E7-8E52-8544B947207D}"/>
              </a:ext>
            </a:extLst>
          </p:cNvPr>
          <p:cNvSpPr/>
          <p:nvPr/>
        </p:nvSpPr>
        <p:spPr>
          <a:xfrm>
            <a:off x="9145387" y="1390103"/>
            <a:ext cx="632685" cy="7288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039789-89F7-4C08-8B75-4442C677C6F9}"/>
              </a:ext>
            </a:extLst>
          </p:cNvPr>
          <p:cNvSpPr/>
          <p:nvPr/>
        </p:nvSpPr>
        <p:spPr>
          <a:xfrm>
            <a:off x="6472525" y="230450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20B0D-FF65-4279-98FE-1646FD4B460F}"/>
              </a:ext>
            </a:extLst>
          </p:cNvPr>
          <p:cNvSpPr/>
          <p:nvPr/>
        </p:nvSpPr>
        <p:spPr>
          <a:xfrm>
            <a:off x="8752664" y="230743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F76B80-021F-4D31-9EF4-240C377032F9}"/>
              </a:ext>
            </a:extLst>
          </p:cNvPr>
          <p:cNvSpPr/>
          <p:nvPr/>
        </p:nvSpPr>
        <p:spPr>
          <a:xfrm>
            <a:off x="3313155" y="3172009"/>
            <a:ext cx="828022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FFF234-66F0-4152-A0BB-47F36A636608}"/>
              </a:ext>
            </a:extLst>
          </p:cNvPr>
          <p:cNvSpPr/>
          <p:nvPr/>
        </p:nvSpPr>
        <p:spPr>
          <a:xfrm>
            <a:off x="5259189" y="3130979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BE9A83-132A-48D2-8CCB-6FB16C1BF814}"/>
              </a:ext>
            </a:extLst>
          </p:cNvPr>
          <p:cNvSpPr/>
          <p:nvPr/>
        </p:nvSpPr>
        <p:spPr>
          <a:xfrm>
            <a:off x="8497688" y="3213042"/>
            <a:ext cx="511590" cy="50610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F2AFA7-19F8-4C96-976A-CBC1B3FA0622}"/>
              </a:ext>
            </a:extLst>
          </p:cNvPr>
          <p:cNvSpPr/>
          <p:nvPr/>
        </p:nvSpPr>
        <p:spPr>
          <a:xfrm>
            <a:off x="6578033" y="40102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F87E0DF-DBD0-4D22-900A-E3863626D9D4}"/>
              </a:ext>
            </a:extLst>
          </p:cNvPr>
          <p:cNvSpPr/>
          <p:nvPr/>
        </p:nvSpPr>
        <p:spPr>
          <a:xfrm>
            <a:off x="8163579" y="3995556"/>
            <a:ext cx="74302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FC4B11A-C1D3-4DD1-9706-4EB5262716AA}"/>
              </a:ext>
            </a:extLst>
          </p:cNvPr>
          <p:cNvSpPr/>
          <p:nvPr/>
        </p:nvSpPr>
        <p:spPr>
          <a:xfrm>
            <a:off x="1415675" y="4845479"/>
            <a:ext cx="719581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D1844AB-83F7-46EA-862B-BF4AD8F76D1C}"/>
              </a:ext>
            </a:extLst>
          </p:cNvPr>
          <p:cNvSpPr/>
          <p:nvPr/>
        </p:nvSpPr>
        <p:spPr>
          <a:xfrm>
            <a:off x="8969541" y="4827894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0C66CB-9447-40B4-AE0F-E39CEA94EE49}"/>
              </a:ext>
            </a:extLst>
          </p:cNvPr>
          <p:cNvSpPr/>
          <p:nvPr/>
        </p:nvSpPr>
        <p:spPr>
          <a:xfrm>
            <a:off x="1696399" y="5692471"/>
            <a:ext cx="466510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14AE2FF-8A0F-4FD3-8F45-985C8D0BE336}"/>
              </a:ext>
            </a:extLst>
          </p:cNvPr>
          <p:cNvSpPr/>
          <p:nvPr/>
        </p:nvSpPr>
        <p:spPr>
          <a:xfrm>
            <a:off x="3236956" y="5698333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31CDE2-7F63-466A-86CA-D1540FFC6DD5}"/>
              </a:ext>
            </a:extLst>
          </p:cNvPr>
          <p:cNvSpPr/>
          <p:nvPr/>
        </p:nvSpPr>
        <p:spPr>
          <a:xfrm>
            <a:off x="7697586" y="5771603"/>
            <a:ext cx="980422" cy="453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A2246F-73EE-4974-9400-448F64465A0C}"/>
              </a:ext>
            </a:extLst>
          </p:cNvPr>
          <p:cNvSpPr/>
          <p:nvPr/>
        </p:nvSpPr>
        <p:spPr>
          <a:xfrm>
            <a:off x="3658987" y="4836687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1D4EA-0D5E-8D06-92A6-983695E53DD5}"/>
              </a:ext>
            </a:extLst>
          </p:cNvPr>
          <p:cNvSpPr txBox="1"/>
          <p:nvPr/>
        </p:nvSpPr>
        <p:spPr>
          <a:xfrm>
            <a:off x="3455376" y="70912"/>
            <a:ext cx="5651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Эң чоң сан тегеректелгенби? Бөлмөлөр аркылуу гана өтүңүз!</a:t>
            </a: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1E021-87B9-27E1-8C85-B078DADBF2CE}"/>
              </a:ext>
            </a:extLst>
          </p:cNvPr>
          <p:cNvSpPr txBox="1"/>
          <p:nvPr/>
        </p:nvSpPr>
        <p:spPr>
          <a:xfrm>
            <a:off x="1914349" y="77461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5E814-A51F-BFDD-2666-BBAB3E0A8B63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912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0319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33%  0.29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  0.4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30%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77%  0.08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45%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60.6%  0.6</m:t>
                              </m:r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0.11  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2.0%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8%  0.77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80%  0.088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50.2%  0.5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0.35  </m:t>
                              </m:r>
                            </m:oMath>
                          </a14:m>
                          <a:r>
                            <a:rPr kumimoji="0" lang="en-GB" sz="2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30.9%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88%  1.5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6.5%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24.5%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123%  0.841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1.14  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120%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60.9%  0.67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0.1  </m:t>
                              </m:r>
                            </m:oMath>
                          </a14:m>
                          <a:r>
                            <a:rPr kumimoji="0" lang="en-GB" sz="24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11.8%</m:t>
                              </m:r>
                            </m:oMath>
                          </a14:m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</m:den>
                              </m:f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10.5%   0.2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0.089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12%  0.09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100.4%   1.3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0319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2518" r="-3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2518" r="-2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2518" r="-1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2518" r="-74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153623" r="-3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153623" r="-2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153623" r="-1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153623" r="-74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251799" r="-3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251799" r="-2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251799" r="-1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251799" r="-74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351799" r="-3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351799" r="-2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351799" r="-1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351799" r="-74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451799" r="-3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451799" r="-2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451799" r="-1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451799" r="-74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55797" r="-3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55797" r="-2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55797" r="-1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55797" r="-74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651079" r="-3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651079" r="-2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651079" r="-1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651079" r="-74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1" y="62693"/>
            <a:ext cx="365253" cy="398868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0D3992-106D-4F75-92EF-CF331DE4902D}"/>
              </a:ext>
            </a:extLst>
          </p:cNvPr>
          <p:cNvSpPr/>
          <p:nvPr/>
        </p:nvSpPr>
        <p:spPr>
          <a:xfrm>
            <a:off x="819482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AFDEBD-88F3-4D2B-ADC9-9902C4582293}"/>
              </a:ext>
            </a:extLst>
          </p:cNvPr>
          <p:cNvSpPr/>
          <p:nvPr/>
        </p:nvSpPr>
        <p:spPr>
          <a:xfrm rot="16200000">
            <a:off x="2323453" y="74837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27E24C-DA41-44C0-8FBD-C2A98F84CA17}"/>
              </a:ext>
            </a:extLst>
          </p:cNvPr>
          <p:cNvSpPr/>
          <p:nvPr/>
        </p:nvSpPr>
        <p:spPr>
          <a:xfrm rot="16200000">
            <a:off x="4782173" y="9693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A73D97-4493-4F88-8DCE-951ECAF1DC6A}"/>
              </a:ext>
            </a:extLst>
          </p:cNvPr>
          <p:cNvSpPr/>
          <p:nvPr/>
        </p:nvSpPr>
        <p:spPr>
          <a:xfrm rot="16200000">
            <a:off x="7245973" y="923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8EA540-5C39-4C1C-837B-EBC90C390BCD}"/>
              </a:ext>
            </a:extLst>
          </p:cNvPr>
          <p:cNvSpPr/>
          <p:nvPr/>
        </p:nvSpPr>
        <p:spPr>
          <a:xfrm rot="16200000">
            <a:off x="2323453" y="1845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7BAEF2-2ED9-4C00-9E21-1E9E7141C7B9}"/>
              </a:ext>
            </a:extLst>
          </p:cNvPr>
          <p:cNvSpPr/>
          <p:nvPr/>
        </p:nvSpPr>
        <p:spPr>
          <a:xfrm rot="16200000">
            <a:off x="4782173" y="15637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F24ABA-F10C-4E37-AA96-0E4D1D084A79}"/>
              </a:ext>
            </a:extLst>
          </p:cNvPr>
          <p:cNvSpPr/>
          <p:nvPr/>
        </p:nvSpPr>
        <p:spPr>
          <a:xfrm rot="16200000">
            <a:off x="7245973" y="186089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BA4BBE-BAB4-42B1-BC13-E5CE77C47EA1}"/>
              </a:ext>
            </a:extLst>
          </p:cNvPr>
          <p:cNvSpPr/>
          <p:nvPr/>
        </p:nvSpPr>
        <p:spPr>
          <a:xfrm rot="16200000">
            <a:off x="2323453" y="240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37DF538-B6F3-43C5-ADC1-136A5827E2B4}"/>
              </a:ext>
            </a:extLst>
          </p:cNvPr>
          <p:cNvSpPr/>
          <p:nvPr/>
        </p:nvSpPr>
        <p:spPr>
          <a:xfrm rot="16200000">
            <a:off x="4782173" y="241638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AE1E82-E94D-4CE9-8454-E33C5ED6BF91}"/>
              </a:ext>
            </a:extLst>
          </p:cNvPr>
          <p:cNvSpPr/>
          <p:nvPr/>
        </p:nvSpPr>
        <p:spPr>
          <a:xfrm rot="16200000">
            <a:off x="7245973" y="26686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495151-FB98-4868-8876-24637F2CDF1B}"/>
              </a:ext>
            </a:extLst>
          </p:cNvPr>
          <p:cNvSpPr/>
          <p:nvPr/>
        </p:nvSpPr>
        <p:spPr>
          <a:xfrm rot="16200000">
            <a:off x="2323453" y="33925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EDEB34-9C62-4F03-AF74-84D3D614782E}"/>
              </a:ext>
            </a:extLst>
          </p:cNvPr>
          <p:cNvSpPr/>
          <p:nvPr/>
        </p:nvSpPr>
        <p:spPr>
          <a:xfrm rot="16200000">
            <a:off x="4782173" y="322487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AA4F35-3E1E-40BC-A083-BB9150036E1A}"/>
              </a:ext>
            </a:extLst>
          </p:cNvPr>
          <p:cNvSpPr/>
          <p:nvPr/>
        </p:nvSpPr>
        <p:spPr>
          <a:xfrm rot="16200000">
            <a:off x="7245973" y="34763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ED2A0A-94E1-4B62-A411-14084B04D18C}"/>
              </a:ext>
            </a:extLst>
          </p:cNvPr>
          <p:cNvSpPr/>
          <p:nvPr/>
        </p:nvSpPr>
        <p:spPr>
          <a:xfrm rot="16200000">
            <a:off x="2323453" y="4352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7B6D2C-9162-4046-AAA3-8A5006E8F897}"/>
              </a:ext>
            </a:extLst>
          </p:cNvPr>
          <p:cNvSpPr/>
          <p:nvPr/>
        </p:nvSpPr>
        <p:spPr>
          <a:xfrm rot="16200000">
            <a:off x="4782173" y="40478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D518CB7-5997-48C2-9E67-8FA5A7FF974D}"/>
              </a:ext>
            </a:extLst>
          </p:cNvPr>
          <p:cNvSpPr/>
          <p:nvPr/>
        </p:nvSpPr>
        <p:spPr>
          <a:xfrm rot="16200000">
            <a:off x="7245973" y="41607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DA5D64-2951-4681-A81A-349DF4F5A73B}"/>
              </a:ext>
            </a:extLst>
          </p:cNvPr>
          <p:cNvSpPr/>
          <p:nvPr/>
        </p:nvSpPr>
        <p:spPr>
          <a:xfrm rot="16200000">
            <a:off x="2323453" y="497330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9BFBD-D0CD-4CFC-89B1-0E2C8E63252C}"/>
              </a:ext>
            </a:extLst>
          </p:cNvPr>
          <p:cNvSpPr/>
          <p:nvPr/>
        </p:nvSpPr>
        <p:spPr>
          <a:xfrm rot="16200000">
            <a:off x="4782173" y="515879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9FC880-B39E-473E-BD33-B43E696ED46E}"/>
              </a:ext>
            </a:extLst>
          </p:cNvPr>
          <p:cNvSpPr/>
          <p:nvPr/>
        </p:nvSpPr>
        <p:spPr>
          <a:xfrm rot="16200000">
            <a:off x="7245973" y="499799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A9E4E5-2518-40A2-A731-40803F87DB42}"/>
              </a:ext>
            </a:extLst>
          </p:cNvPr>
          <p:cNvSpPr/>
          <p:nvPr/>
        </p:nvSpPr>
        <p:spPr>
          <a:xfrm rot="16200000">
            <a:off x="2323453" y="60290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66E8-9FC6-47D1-9958-7B707DCEB46F}"/>
              </a:ext>
            </a:extLst>
          </p:cNvPr>
          <p:cNvSpPr/>
          <p:nvPr/>
        </p:nvSpPr>
        <p:spPr>
          <a:xfrm rot="16200000">
            <a:off x="4782173" y="57928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640848-35DF-46FE-8130-AB58489C7983}"/>
              </a:ext>
            </a:extLst>
          </p:cNvPr>
          <p:cNvSpPr/>
          <p:nvPr/>
        </p:nvSpPr>
        <p:spPr>
          <a:xfrm rot="16200000">
            <a:off x="7245973" y="6036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708F39-8820-4ADF-BBCB-0F3EBB2B9704}"/>
              </a:ext>
            </a:extLst>
          </p:cNvPr>
          <p:cNvSpPr/>
          <p:nvPr/>
        </p:nvSpPr>
        <p:spPr>
          <a:xfrm>
            <a:off x="3622914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11A5FF-2E7C-4FF3-873C-4E49B0B58F7E}"/>
              </a:ext>
            </a:extLst>
          </p:cNvPr>
          <p:cNvSpPr/>
          <p:nvPr/>
        </p:nvSpPr>
        <p:spPr>
          <a:xfrm>
            <a:off x="6277277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8960B07-F98D-40E2-9A4D-7D3066380192}"/>
              </a:ext>
            </a:extLst>
          </p:cNvPr>
          <p:cNvSpPr/>
          <p:nvPr/>
        </p:nvSpPr>
        <p:spPr>
          <a:xfrm>
            <a:off x="7992481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BDA05E-FC57-4FE3-B5B1-E05BB2763191}"/>
              </a:ext>
            </a:extLst>
          </p:cNvPr>
          <p:cNvSpPr/>
          <p:nvPr/>
        </p:nvSpPr>
        <p:spPr>
          <a:xfrm>
            <a:off x="1406222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C01B4A-B992-44C3-8B51-8F48B2125F4A}"/>
              </a:ext>
            </a:extLst>
          </p:cNvPr>
          <p:cNvSpPr/>
          <p:nvPr/>
        </p:nvSpPr>
        <p:spPr>
          <a:xfrm>
            <a:off x="2927174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694D59-247A-4CB8-B1FF-04BE7C9A3877}"/>
              </a:ext>
            </a:extLst>
          </p:cNvPr>
          <p:cNvSpPr/>
          <p:nvPr/>
        </p:nvSpPr>
        <p:spPr>
          <a:xfrm>
            <a:off x="5950790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D5BAB8-87E4-4BE3-A9CC-126118C46D02}"/>
              </a:ext>
            </a:extLst>
          </p:cNvPr>
          <p:cNvSpPr/>
          <p:nvPr/>
        </p:nvSpPr>
        <p:spPr>
          <a:xfrm>
            <a:off x="8792581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5EE1594-222E-4DFB-B15E-9C77D4D069A2}"/>
              </a:ext>
            </a:extLst>
          </p:cNvPr>
          <p:cNvSpPr/>
          <p:nvPr/>
        </p:nvSpPr>
        <p:spPr>
          <a:xfrm>
            <a:off x="1368962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E6AB20D-E6F7-4789-A661-B0A79D2065D0}"/>
              </a:ext>
            </a:extLst>
          </p:cNvPr>
          <p:cNvSpPr/>
          <p:nvPr/>
        </p:nvSpPr>
        <p:spPr>
          <a:xfrm>
            <a:off x="3056714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A144E91-E327-40F3-9DD2-EB071F66ED72}"/>
              </a:ext>
            </a:extLst>
          </p:cNvPr>
          <p:cNvSpPr/>
          <p:nvPr/>
        </p:nvSpPr>
        <p:spPr>
          <a:xfrm>
            <a:off x="6628970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76E6BF-EB0E-481A-AED1-B31FDECA70AC}"/>
              </a:ext>
            </a:extLst>
          </p:cNvPr>
          <p:cNvSpPr/>
          <p:nvPr/>
        </p:nvSpPr>
        <p:spPr>
          <a:xfrm>
            <a:off x="7973138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21C329-8B07-4F10-8C83-949D311A02A8}"/>
              </a:ext>
            </a:extLst>
          </p:cNvPr>
          <p:cNvSpPr/>
          <p:nvPr/>
        </p:nvSpPr>
        <p:spPr>
          <a:xfrm>
            <a:off x="819482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EDF271B-ED0A-4DFF-947D-5A2B69E8CF9D}"/>
              </a:ext>
            </a:extLst>
          </p:cNvPr>
          <p:cNvSpPr/>
          <p:nvPr/>
        </p:nvSpPr>
        <p:spPr>
          <a:xfrm>
            <a:off x="3818714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83830FC-1498-468A-8936-085824367EE5}"/>
              </a:ext>
            </a:extLst>
          </p:cNvPr>
          <p:cNvSpPr/>
          <p:nvPr/>
        </p:nvSpPr>
        <p:spPr>
          <a:xfrm>
            <a:off x="6339410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87AE874-113C-465E-AA6F-AAD298DDC6BB}"/>
              </a:ext>
            </a:extLst>
          </p:cNvPr>
          <p:cNvSpPr/>
          <p:nvPr/>
        </p:nvSpPr>
        <p:spPr>
          <a:xfrm>
            <a:off x="8818958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6C81FE8-B799-4425-9FA8-D4919C777192}"/>
              </a:ext>
            </a:extLst>
          </p:cNvPr>
          <p:cNvSpPr/>
          <p:nvPr/>
        </p:nvSpPr>
        <p:spPr>
          <a:xfrm>
            <a:off x="1436702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D337FF-14E4-41F0-8DD6-9DF27FD242BF}"/>
              </a:ext>
            </a:extLst>
          </p:cNvPr>
          <p:cNvSpPr/>
          <p:nvPr/>
        </p:nvSpPr>
        <p:spPr>
          <a:xfrm>
            <a:off x="2965274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1CB8E17-0989-40B0-981C-83CED79DABCB}"/>
              </a:ext>
            </a:extLst>
          </p:cNvPr>
          <p:cNvSpPr/>
          <p:nvPr/>
        </p:nvSpPr>
        <p:spPr>
          <a:xfrm>
            <a:off x="6568010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E745BB7-5D7F-4DF2-BDDD-71915071B062}"/>
              </a:ext>
            </a:extLst>
          </p:cNvPr>
          <p:cNvSpPr/>
          <p:nvPr/>
        </p:nvSpPr>
        <p:spPr>
          <a:xfrm>
            <a:off x="8056958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956DE7-7D9A-4C19-B9FA-468CCC80BA52}"/>
              </a:ext>
            </a:extLst>
          </p:cNvPr>
          <p:cNvSpPr/>
          <p:nvPr/>
        </p:nvSpPr>
        <p:spPr>
          <a:xfrm>
            <a:off x="628982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FF96340-5DB7-427F-A8FF-05417E3580BA}"/>
              </a:ext>
            </a:extLst>
          </p:cNvPr>
          <p:cNvSpPr/>
          <p:nvPr/>
        </p:nvSpPr>
        <p:spPr>
          <a:xfrm>
            <a:off x="3513914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74BA61E-4463-4327-803F-2C048F3DB874}"/>
              </a:ext>
            </a:extLst>
          </p:cNvPr>
          <p:cNvSpPr/>
          <p:nvPr/>
        </p:nvSpPr>
        <p:spPr>
          <a:xfrm>
            <a:off x="5973650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B90F37-C0DB-4C37-9AEF-4842818E7E23}"/>
              </a:ext>
            </a:extLst>
          </p:cNvPr>
          <p:cNvSpPr/>
          <p:nvPr/>
        </p:nvSpPr>
        <p:spPr>
          <a:xfrm>
            <a:off x="8803718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B28985-35B5-4638-B884-613FB17EC5DF}"/>
              </a:ext>
            </a:extLst>
          </p:cNvPr>
          <p:cNvSpPr/>
          <p:nvPr/>
        </p:nvSpPr>
        <p:spPr>
          <a:xfrm>
            <a:off x="1109042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2BD7E6-F6F1-4104-BFA4-B945DDFB2CF4}"/>
              </a:ext>
            </a:extLst>
          </p:cNvPr>
          <p:cNvSpPr/>
          <p:nvPr/>
        </p:nvSpPr>
        <p:spPr>
          <a:xfrm>
            <a:off x="3209114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E389B3-4D19-484F-9DBC-D39257C29DEA}"/>
              </a:ext>
            </a:extLst>
          </p:cNvPr>
          <p:cNvSpPr/>
          <p:nvPr/>
        </p:nvSpPr>
        <p:spPr>
          <a:xfrm>
            <a:off x="5371670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79BB68F-7DF3-464C-9434-8C05EF78473D}"/>
              </a:ext>
            </a:extLst>
          </p:cNvPr>
          <p:cNvSpPr/>
          <p:nvPr/>
        </p:nvSpPr>
        <p:spPr>
          <a:xfrm>
            <a:off x="8110298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F343EB2-A54B-4904-8E14-2EB510489DF8}"/>
              </a:ext>
            </a:extLst>
          </p:cNvPr>
          <p:cNvSpPr/>
          <p:nvPr/>
        </p:nvSpPr>
        <p:spPr>
          <a:xfrm>
            <a:off x="644222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7A03C3-D0A7-47F9-90B5-0B54632BE279}"/>
              </a:ext>
            </a:extLst>
          </p:cNvPr>
          <p:cNvSpPr/>
          <p:nvPr/>
        </p:nvSpPr>
        <p:spPr>
          <a:xfrm>
            <a:off x="3651074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44FA379-6AB1-41FB-A6B9-9370DBCE02EB}"/>
              </a:ext>
            </a:extLst>
          </p:cNvPr>
          <p:cNvSpPr/>
          <p:nvPr/>
        </p:nvSpPr>
        <p:spPr>
          <a:xfrm>
            <a:off x="5866970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4CE218-A4A3-4AA2-BCB6-1A42D951B9FD}"/>
              </a:ext>
            </a:extLst>
          </p:cNvPr>
          <p:cNvSpPr/>
          <p:nvPr/>
        </p:nvSpPr>
        <p:spPr>
          <a:xfrm>
            <a:off x="8674178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4B8B1-51D9-4ECE-84F3-D6171D729F39}"/>
              </a:ext>
            </a:extLst>
          </p:cNvPr>
          <p:cNvSpPr/>
          <p:nvPr/>
        </p:nvSpPr>
        <p:spPr>
          <a:xfrm>
            <a:off x="2905779" y="60172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5387B-3C2D-4FB4-8B02-CAEE035E5318}"/>
              </a:ext>
            </a:extLst>
          </p:cNvPr>
          <p:cNvSpPr/>
          <p:nvPr/>
        </p:nvSpPr>
        <p:spPr>
          <a:xfrm>
            <a:off x="4016541" y="14575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B4CF77-2D8A-429B-AFC0-ED453F484960}"/>
              </a:ext>
            </a:extLst>
          </p:cNvPr>
          <p:cNvSpPr/>
          <p:nvPr/>
        </p:nvSpPr>
        <p:spPr>
          <a:xfrm>
            <a:off x="2779757" y="22957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4FFDC9-3E3C-44EB-AFBB-35D605C93B57}"/>
              </a:ext>
            </a:extLst>
          </p:cNvPr>
          <p:cNvSpPr/>
          <p:nvPr/>
        </p:nvSpPr>
        <p:spPr>
          <a:xfrm>
            <a:off x="783903" y="2304502"/>
            <a:ext cx="807506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44C1F5-2AFF-4BD2-AE37-6CFE74CA04C6}"/>
              </a:ext>
            </a:extLst>
          </p:cNvPr>
          <p:cNvSpPr/>
          <p:nvPr/>
        </p:nvSpPr>
        <p:spPr>
          <a:xfrm>
            <a:off x="1681240" y="3057360"/>
            <a:ext cx="516837" cy="7409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058BAB-B1AA-4289-8960-05BBC432B3D6}"/>
              </a:ext>
            </a:extLst>
          </p:cNvPr>
          <p:cNvSpPr/>
          <p:nvPr/>
        </p:nvSpPr>
        <p:spPr>
          <a:xfrm>
            <a:off x="1613311" y="401314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01B883-646E-4E8C-A0F1-C4C2629C90F0}"/>
              </a:ext>
            </a:extLst>
          </p:cNvPr>
          <p:cNvSpPr/>
          <p:nvPr/>
        </p:nvSpPr>
        <p:spPr>
          <a:xfrm>
            <a:off x="3056276" y="3998486"/>
            <a:ext cx="46064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6D5FE81-578F-4C51-9650-5588CF36A338}"/>
              </a:ext>
            </a:extLst>
          </p:cNvPr>
          <p:cNvSpPr/>
          <p:nvPr/>
        </p:nvSpPr>
        <p:spPr>
          <a:xfrm>
            <a:off x="5347110" y="4801518"/>
            <a:ext cx="632685" cy="67609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425F4A-E437-4604-A89E-B876559BDED1}"/>
              </a:ext>
            </a:extLst>
          </p:cNvPr>
          <p:cNvSpPr/>
          <p:nvPr/>
        </p:nvSpPr>
        <p:spPr>
          <a:xfrm>
            <a:off x="5327623" y="5630925"/>
            <a:ext cx="448924" cy="6731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EC3103-B875-4C6D-AE2B-BD4FC0C8AACA}"/>
              </a:ext>
            </a:extLst>
          </p:cNvPr>
          <p:cNvSpPr/>
          <p:nvPr/>
        </p:nvSpPr>
        <p:spPr>
          <a:xfrm>
            <a:off x="332563" y="534317"/>
            <a:ext cx="632685" cy="7581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DC7AF2-40C0-4A5E-87CB-5C03D5231277}"/>
              </a:ext>
            </a:extLst>
          </p:cNvPr>
          <p:cNvSpPr/>
          <p:nvPr/>
        </p:nvSpPr>
        <p:spPr>
          <a:xfrm>
            <a:off x="5871717" y="60465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DC57FB3-ED5D-495A-B828-DCC9AE744A14}"/>
              </a:ext>
            </a:extLst>
          </p:cNvPr>
          <p:cNvSpPr/>
          <p:nvPr/>
        </p:nvSpPr>
        <p:spPr>
          <a:xfrm>
            <a:off x="8345286" y="616378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8F881F-53B6-4E37-BF37-5B6CEE04864D}"/>
              </a:ext>
            </a:extLst>
          </p:cNvPr>
          <p:cNvSpPr/>
          <p:nvPr/>
        </p:nvSpPr>
        <p:spPr>
          <a:xfrm>
            <a:off x="1766736" y="1410617"/>
            <a:ext cx="501680" cy="70832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27A191-6302-4A7A-BF6B-4950B489466B}"/>
              </a:ext>
            </a:extLst>
          </p:cNvPr>
          <p:cNvSpPr/>
          <p:nvPr/>
        </p:nvSpPr>
        <p:spPr>
          <a:xfrm>
            <a:off x="6552684" y="1407686"/>
            <a:ext cx="472370" cy="7024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E8CD0-B9E5-44E7-8E52-8544B947207D}"/>
              </a:ext>
            </a:extLst>
          </p:cNvPr>
          <p:cNvSpPr/>
          <p:nvPr/>
        </p:nvSpPr>
        <p:spPr>
          <a:xfrm>
            <a:off x="9145387" y="1390103"/>
            <a:ext cx="632685" cy="7288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039789-89F7-4C08-8B75-4442C677C6F9}"/>
              </a:ext>
            </a:extLst>
          </p:cNvPr>
          <p:cNvSpPr/>
          <p:nvPr/>
        </p:nvSpPr>
        <p:spPr>
          <a:xfrm>
            <a:off x="6472525" y="230450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20B0D-FF65-4279-98FE-1646FD4B460F}"/>
              </a:ext>
            </a:extLst>
          </p:cNvPr>
          <p:cNvSpPr/>
          <p:nvPr/>
        </p:nvSpPr>
        <p:spPr>
          <a:xfrm>
            <a:off x="8752664" y="230743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F76B80-021F-4D31-9EF4-240C377032F9}"/>
              </a:ext>
            </a:extLst>
          </p:cNvPr>
          <p:cNvSpPr/>
          <p:nvPr/>
        </p:nvSpPr>
        <p:spPr>
          <a:xfrm>
            <a:off x="3313155" y="3172009"/>
            <a:ext cx="828022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FFF234-66F0-4152-A0BB-47F36A636608}"/>
              </a:ext>
            </a:extLst>
          </p:cNvPr>
          <p:cNvSpPr/>
          <p:nvPr/>
        </p:nvSpPr>
        <p:spPr>
          <a:xfrm>
            <a:off x="5259189" y="3130979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BE9A83-132A-48D2-8CCB-6FB16C1BF814}"/>
              </a:ext>
            </a:extLst>
          </p:cNvPr>
          <p:cNvSpPr/>
          <p:nvPr/>
        </p:nvSpPr>
        <p:spPr>
          <a:xfrm>
            <a:off x="8497688" y="3213042"/>
            <a:ext cx="511590" cy="50610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F2AFA7-19F8-4C96-976A-CBC1B3FA0622}"/>
              </a:ext>
            </a:extLst>
          </p:cNvPr>
          <p:cNvSpPr/>
          <p:nvPr/>
        </p:nvSpPr>
        <p:spPr>
          <a:xfrm>
            <a:off x="6578033" y="40102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F87E0DF-DBD0-4D22-900A-E3863626D9D4}"/>
              </a:ext>
            </a:extLst>
          </p:cNvPr>
          <p:cNvSpPr/>
          <p:nvPr/>
        </p:nvSpPr>
        <p:spPr>
          <a:xfrm>
            <a:off x="8163579" y="3995556"/>
            <a:ext cx="74302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FC4B11A-C1D3-4DD1-9706-4EB5262716AA}"/>
              </a:ext>
            </a:extLst>
          </p:cNvPr>
          <p:cNvSpPr/>
          <p:nvPr/>
        </p:nvSpPr>
        <p:spPr>
          <a:xfrm>
            <a:off x="1415675" y="4845479"/>
            <a:ext cx="719581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D1844AB-83F7-46EA-862B-BF4AD8F76D1C}"/>
              </a:ext>
            </a:extLst>
          </p:cNvPr>
          <p:cNvSpPr/>
          <p:nvPr/>
        </p:nvSpPr>
        <p:spPr>
          <a:xfrm>
            <a:off x="8969541" y="4827894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0C66CB-9447-40B4-AE0F-E39CEA94EE49}"/>
              </a:ext>
            </a:extLst>
          </p:cNvPr>
          <p:cNvSpPr/>
          <p:nvPr/>
        </p:nvSpPr>
        <p:spPr>
          <a:xfrm>
            <a:off x="1696399" y="5692471"/>
            <a:ext cx="466510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14AE2FF-8A0F-4FD3-8F45-985C8D0BE336}"/>
              </a:ext>
            </a:extLst>
          </p:cNvPr>
          <p:cNvSpPr/>
          <p:nvPr/>
        </p:nvSpPr>
        <p:spPr>
          <a:xfrm>
            <a:off x="3236956" y="5698333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31CDE2-7F63-466A-86CA-D1540FFC6DD5}"/>
              </a:ext>
            </a:extLst>
          </p:cNvPr>
          <p:cNvSpPr/>
          <p:nvPr/>
        </p:nvSpPr>
        <p:spPr>
          <a:xfrm>
            <a:off x="7697586" y="5771603"/>
            <a:ext cx="980422" cy="453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A2246F-73EE-4974-9400-448F64465A0C}"/>
              </a:ext>
            </a:extLst>
          </p:cNvPr>
          <p:cNvSpPr/>
          <p:nvPr/>
        </p:nvSpPr>
        <p:spPr>
          <a:xfrm>
            <a:off x="3658987" y="4836687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33D09-035D-5B5E-2DF4-87AD7BD5C9ED}"/>
              </a:ext>
            </a:extLst>
          </p:cNvPr>
          <p:cNvSpPr txBox="1"/>
          <p:nvPr/>
        </p:nvSpPr>
        <p:spPr>
          <a:xfrm>
            <a:off x="3455376" y="70912"/>
            <a:ext cx="5651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Эң чоң сан тегеректелгенби? Бөлмөлөр аркылуу гана өтүңүз!</a:t>
            </a: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CD95E-D3E6-C34A-7BAC-026BB6BED330}"/>
              </a:ext>
            </a:extLst>
          </p:cNvPr>
          <p:cNvSpPr txBox="1"/>
          <p:nvPr/>
        </p:nvSpPr>
        <p:spPr>
          <a:xfrm>
            <a:off x="1914349" y="77461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E98A0-8B57-8220-B8FD-99F2AF89EE5B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23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6D77B-9674-6C0E-CE01-C95D5F20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0048" y="991834"/>
            <a:ext cx="6794053" cy="4892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0D289C-582C-763E-E1C4-5D9DB438D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2953" y="991834"/>
            <a:ext cx="6794053" cy="489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2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B5227C-9E13-D8C0-90A7-1D982EB1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" y="0"/>
            <a:ext cx="4810603" cy="3387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C425A-9F77-C11D-09DB-3710781A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757" y="0"/>
            <a:ext cx="4810603" cy="3387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B67A38-2991-62C0-3150-35609F89C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" y="3470748"/>
            <a:ext cx="4810603" cy="3387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AE4B79-1375-1BD5-AC25-446D3583E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757" y="3470748"/>
            <a:ext cx="4810603" cy="338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7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40523-B265-5C12-EFB8-BC7286B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" y="416514"/>
            <a:ext cx="4815948" cy="322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AE409-8DFF-F884-9929-33142962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8" y="4043982"/>
            <a:ext cx="4069479" cy="2814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FAC3D-5746-E73B-6E11-4856AACF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22" y="84820"/>
            <a:ext cx="4825950" cy="6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2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7BF9-EF20-28FC-2B4B-49B095B8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6571" y="1006572"/>
            <a:ext cx="6862238" cy="4849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3F89E-2364-4FDD-F0BF-F50A27D1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2963" y="1010037"/>
            <a:ext cx="6862238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9169</TotalTime>
  <Words>520</Words>
  <Application>Microsoft Office PowerPoint</Application>
  <PresentationFormat>A4 Paper (210x297 mm)</PresentationFormat>
  <Paragraphs>129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 Light</vt:lpstr>
      <vt:lpstr>Cambria Math</vt:lpstr>
      <vt:lpstr>Honeydripper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407</cp:revision>
  <cp:lastPrinted>2024-09-03T08:45:14Z</cp:lastPrinted>
  <dcterms:created xsi:type="dcterms:W3CDTF">2017-01-17T16:57:04Z</dcterms:created>
  <dcterms:modified xsi:type="dcterms:W3CDTF">2024-09-03T08:47:05Z</dcterms:modified>
</cp:coreProperties>
</file>