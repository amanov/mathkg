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965" r:id="rId4"/>
    <p:sldId id="952" r:id="rId5"/>
    <p:sldId id="954" r:id="rId6"/>
    <p:sldId id="953" r:id="rId7"/>
    <p:sldId id="961" r:id="rId8"/>
    <p:sldId id="963" r:id="rId9"/>
    <p:sldId id="955" r:id="rId10"/>
    <p:sldId id="958" r:id="rId11"/>
    <p:sldId id="951" r:id="rId12"/>
    <p:sldId id="959" r:id="rId13"/>
    <p:sldId id="957" r:id="rId14"/>
    <p:sldId id="960" r:id="rId15"/>
    <p:sldId id="956" r:id="rId16"/>
    <p:sldId id="964" r:id="rId17"/>
    <p:sldId id="962" r:id="rId18"/>
    <p:sldId id="950" r:id="rId19"/>
    <p:sldId id="947" r:id="rId20"/>
    <p:sldId id="889" r:id="rId21"/>
    <p:sldId id="1061" r:id="rId22"/>
    <p:sldId id="1062" r:id="rId23"/>
    <p:sldId id="967" r:id="rId24"/>
  </p:sldIdLst>
  <p:sldSz cx="9906000" cy="6858000" type="A4"/>
  <p:notesSz cx="7104063" cy="10234613"/>
  <p:embeddedFontLst>
    <p:embeddedFont>
      <p:font typeface="Algerian" panose="04020705040A02060702" pitchFamily="82" charset="0"/>
      <p:regular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965"/>
            <p14:sldId id="952"/>
            <p14:sldId id="954"/>
            <p14:sldId id="953"/>
            <p14:sldId id="961"/>
            <p14:sldId id="963"/>
            <p14:sldId id="955"/>
            <p14:sldId id="958"/>
            <p14:sldId id="951"/>
            <p14:sldId id="959"/>
            <p14:sldId id="957"/>
            <p14:sldId id="960"/>
            <p14:sldId id="956"/>
            <p14:sldId id="964"/>
            <p14:sldId id="962"/>
            <p14:sldId id="950"/>
          </p14:sldIdLst>
        </p14:section>
        <p14:section name="Мугалимдин жооп баракчасы" id="{64D9EF62-CF08-4BFF-B5AD-DEFE555334F2}">
          <p14:sldIdLst>
            <p14:sldId id="947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Бөлчөктөрдү, ондуктарды жана пайыздарды иреттөө </a:t>
            </a:r>
            <a:r>
              <a:rPr lang="en-US" sz="2400" dirty="0"/>
              <a:t>– </a:t>
            </a:r>
            <a:r>
              <a:rPr lang="ky-KG" sz="2400" b="1" dirty="0"/>
              <a:t>Казына Издөө көндүмү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335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236720"/>
            <a:ext cx="9648825" cy="2454181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Бөлчөктөрдү,Ондуктар-ды &amp;Пайыздарды ИРЭЭТТӨӨ</a:t>
            </a:r>
            <a:endParaRPr lang="en-US" sz="60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712443" y="199870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2C0CDD-DC47-4FD7-97A7-6D66E9F45C84}"/>
              </a:ext>
            </a:extLst>
          </p:cNvPr>
          <p:cNvSpPr txBox="1"/>
          <p:nvPr/>
        </p:nvSpPr>
        <p:spPr>
          <a:xfrm>
            <a:off x="80546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E82774-57C5-4AA0-B097-D19E5F2A6E63}"/>
              </a:ext>
            </a:extLst>
          </p:cNvPr>
          <p:cNvSpPr txBox="1"/>
          <p:nvPr/>
        </p:nvSpPr>
        <p:spPr>
          <a:xfrm>
            <a:off x="3400427" y="5930700"/>
            <a:ext cx="2578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Үчүнчү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FFBC8947-369F-493E-8F2E-C633C43AC4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3603455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FFBC8947-369F-493E-8F2E-C633C43AC4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3603455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4018DD5-079E-460A-812A-6D46B13429F5}"/>
                  </a:ext>
                </a:extLst>
              </p:cNvPr>
              <p:cNvSpPr/>
              <p:nvPr/>
            </p:nvSpPr>
            <p:spPr>
              <a:xfrm>
                <a:off x="3416616" y="231645"/>
                <a:ext cx="2545890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59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4018DD5-079E-460A-812A-6D46B13429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616" y="231645"/>
                <a:ext cx="2545890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8151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C44498-6F3B-4D1E-938B-FB95CC08B94C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51058B-D23A-4A97-8204-99CA29BC295B}"/>
              </a:ext>
            </a:extLst>
          </p:cNvPr>
          <p:cNvSpPr txBox="1"/>
          <p:nvPr/>
        </p:nvSpPr>
        <p:spPr>
          <a:xfrm>
            <a:off x="3293955" y="5930700"/>
            <a:ext cx="2791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Ортоңку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5D75379-0B3B-407A-AE64-9E766BA367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4153464"/>
                  </p:ext>
                </p:extLst>
              </p:nvPr>
            </p:nvGraphicFramePr>
            <p:xfrm>
              <a:off x="1809561" y="3218201"/>
              <a:ext cx="5760000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0000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920000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920000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0.84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5D75379-0B3B-407A-AE64-9E766BA367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4153464"/>
                  </p:ext>
                </p:extLst>
              </p:nvPr>
            </p:nvGraphicFramePr>
            <p:xfrm>
              <a:off x="1809561" y="3218201"/>
              <a:ext cx="5760000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0000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920000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920000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003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684" r="-99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9BA00F4-90EE-44E2-9029-BB892B2DAABA}"/>
                  </a:ext>
                </a:extLst>
              </p:cNvPr>
              <p:cNvSpPr/>
              <p:nvPr/>
            </p:nvSpPr>
            <p:spPr>
              <a:xfrm>
                <a:off x="4296665" y="5572"/>
                <a:ext cx="785792" cy="18209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9BA00F4-90EE-44E2-9029-BB892B2DAA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665" y="5572"/>
                <a:ext cx="785792" cy="18209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4180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1B27B6-B7F7-42E6-9F11-3CCB0DE1C916}"/>
              </a:ext>
            </a:extLst>
          </p:cNvPr>
          <p:cNvSpPr txBox="1"/>
          <p:nvPr/>
        </p:nvSpPr>
        <p:spPr>
          <a:xfrm>
            <a:off x="80546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2C5ED4-32A5-40E9-AA24-DE8166BDE79A}"/>
              </a:ext>
            </a:extLst>
          </p:cNvPr>
          <p:cNvSpPr txBox="1"/>
          <p:nvPr/>
        </p:nvSpPr>
        <p:spPr>
          <a:xfrm>
            <a:off x="3365165" y="5930700"/>
            <a:ext cx="2648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Экинчи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3E49EF7A-0AC9-4265-A624-F32C0FFC60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851243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0.46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0.72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3E49EF7A-0AC9-4265-A624-F32C0FFC60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851243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50" t="-235" r="-400000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702" t="-235" r="-301404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235" r="-200350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1053" t="-235" r="-10105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9650" t="-235" r="-699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E3421F-0498-42E8-B3B7-0A8802C4F9B9}"/>
                  </a:ext>
                </a:extLst>
              </p:cNvPr>
              <p:cNvSpPr/>
              <p:nvPr/>
            </p:nvSpPr>
            <p:spPr>
              <a:xfrm>
                <a:off x="3870267" y="5572"/>
                <a:ext cx="1638590" cy="1826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67</m:t>
                          </m:r>
                        </m:num>
                        <m:den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E3421F-0498-42E8-B3B7-0A8802C4F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267" y="5572"/>
                <a:ext cx="1638590" cy="18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096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5E398C-B2AE-4D94-8E08-F96CFA84E8C4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AF30BC-128D-42EF-AD1C-1D7787F76040}"/>
              </a:ext>
            </a:extLst>
          </p:cNvPr>
          <p:cNvSpPr txBox="1"/>
          <p:nvPr/>
        </p:nvSpPr>
        <p:spPr>
          <a:xfrm>
            <a:off x="3365162" y="5930700"/>
            <a:ext cx="2648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Экинчи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61CF497A-20F3-4243-AC5D-191CB586D8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303370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67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76%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61CF497A-20F3-4243-AC5D-191CB586D8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303370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A384FE3-86EA-4C1C-934F-A0F6A164D833}"/>
                  </a:ext>
                </a:extLst>
              </p:cNvPr>
              <p:cNvSpPr/>
              <p:nvPr/>
            </p:nvSpPr>
            <p:spPr>
              <a:xfrm>
                <a:off x="3342878" y="231645"/>
                <a:ext cx="2693366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75%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A384FE3-86EA-4C1C-934F-A0F6A164D8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878" y="231645"/>
                <a:ext cx="2693366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9186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c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6A0B82-A2C0-4464-BDAC-903CF2829CB8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9A7E20-4E29-4DB6-AADB-22D5772333A3}"/>
              </a:ext>
            </a:extLst>
          </p:cNvPr>
          <p:cNvSpPr txBox="1"/>
          <p:nvPr/>
        </p:nvSpPr>
        <p:spPr>
          <a:xfrm>
            <a:off x="3400427" y="5930700"/>
            <a:ext cx="2578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Үчүнчү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A6DA57C2-7166-4D98-9552-DD147E1E5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185048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0.68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A6DA57C2-7166-4D98-9552-DD147E1E5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185048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48611BA-14A3-42E1-B9C8-93CF396702E3}"/>
                  </a:ext>
                </a:extLst>
              </p:cNvPr>
              <p:cNvSpPr/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48611BA-14A3-42E1-B9C8-93CF396702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3592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690F1E-C49E-42D4-9265-9AE545827686}"/>
              </a:ext>
            </a:extLst>
          </p:cNvPr>
          <p:cNvSpPr txBox="1"/>
          <p:nvPr/>
        </p:nvSpPr>
        <p:spPr>
          <a:xfrm>
            <a:off x="80546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B027B3-0159-46D3-BCB8-CF8C320DD673}"/>
              </a:ext>
            </a:extLst>
          </p:cNvPr>
          <p:cNvSpPr txBox="1"/>
          <p:nvPr/>
        </p:nvSpPr>
        <p:spPr>
          <a:xfrm>
            <a:off x="3167993" y="5930700"/>
            <a:ext cx="3043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кичине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6AF4C7A1-9388-46E9-905E-52B5670850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5037236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74%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6AF4C7A1-9388-46E9-905E-52B5670850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5037236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399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51" r="-3007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65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93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7778E72-DF8A-4222-89A6-E305E377CD0E}"/>
                  </a:ext>
                </a:extLst>
              </p:cNvPr>
              <p:cNvSpPr/>
              <p:nvPr/>
            </p:nvSpPr>
            <p:spPr>
              <a:xfrm>
                <a:off x="3416616" y="231645"/>
                <a:ext cx="2545890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67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7778E72-DF8A-4222-89A6-E305E377CD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616" y="231645"/>
                <a:ext cx="2545890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318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6689FE-8333-45EF-88CB-F5D9C2B32598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018E28-BF4D-43D7-860C-6BE7F38EEC7F}"/>
              </a:ext>
            </a:extLst>
          </p:cNvPr>
          <p:cNvSpPr txBox="1"/>
          <p:nvPr/>
        </p:nvSpPr>
        <p:spPr>
          <a:xfrm>
            <a:off x="3398825" y="5930700"/>
            <a:ext cx="2581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чоң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535E5F9A-2E7D-4D0D-B23B-12534F684A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4950584"/>
                  </p:ext>
                </p:extLst>
              </p:nvPr>
            </p:nvGraphicFramePr>
            <p:xfrm>
              <a:off x="2079602" y="3218201"/>
              <a:ext cx="5219919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0.85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535E5F9A-2E7D-4D0D-B23B-12534F684A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4950584"/>
                  </p:ext>
                </p:extLst>
              </p:nvPr>
            </p:nvGraphicFramePr>
            <p:xfrm>
              <a:off x="2079602" y="3218201"/>
              <a:ext cx="5219919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51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1F07D74-7425-47D8-860E-BE4B66BF5D9D}"/>
                  </a:ext>
                </a:extLst>
              </p:cNvPr>
              <p:cNvSpPr/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1F07D74-7425-47D8-860E-BE4B66BF5D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709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q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9EF24E-4015-466C-A055-0E2AD21E4497}"/>
              </a:ext>
            </a:extLst>
          </p:cNvPr>
          <p:cNvSpPr txBox="1"/>
          <p:nvPr/>
        </p:nvSpPr>
        <p:spPr>
          <a:xfrm>
            <a:off x="80546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A7F425-4819-43B6-9BF7-F956247AFBA1}"/>
              </a:ext>
            </a:extLst>
          </p:cNvPr>
          <p:cNvSpPr txBox="1"/>
          <p:nvPr/>
        </p:nvSpPr>
        <p:spPr>
          <a:xfrm>
            <a:off x="3365165" y="5930700"/>
            <a:ext cx="2648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Экинчи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B6448260-58B6-4D96-B763-ACA0B4454E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230080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B6448260-58B6-4D96-B763-ACA0B4454E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230080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399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51" r="-3007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65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93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5887945-C780-43A9-9CD4-8A51F9B730EA}"/>
                  </a:ext>
                </a:extLst>
              </p:cNvPr>
              <p:cNvSpPr/>
              <p:nvPr/>
            </p:nvSpPr>
            <p:spPr>
              <a:xfrm>
                <a:off x="3729201" y="245502"/>
                <a:ext cx="1920719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1.1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5887945-C780-43A9-9CD4-8A51F9B730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201" y="245502"/>
                <a:ext cx="1920719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9706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062242-579C-4BB9-AFB1-C3E69C9F47D8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01013-070F-4C5D-B2B1-DD81A892D12A}"/>
              </a:ext>
            </a:extLst>
          </p:cNvPr>
          <p:cNvSpPr txBox="1"/>
          <p:nvPr/>
        </p:nvSpPr>
        <p:spPr>
          <a:xfrm>
            <a:off x="3398825" y="5930700"/>
            <a:ext cx="2581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чоң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44E1789-884C-4F47-BD26-F0A9A10C1F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70974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44E1789-884C-4F47-BD26-F0A9A10C1F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70974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408BFFD-B2E0-471F-BE42-FE655429229E}"/>
                  </a:ext>
                </a:extLst>
              </p:cNvPr>
              <p:cNvSpPr/>
              <p:nvPr/>
            </p:nvSpPr>
            <p:spPr>
              <a:xfrm>
                <a:off x="3729202" y="245502"/>
                <a:ext cx="1920718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408BFFD-B2E0-471F-BE42-FE65542922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202" y="245502"/>
                <a:ext cx="1920718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6888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b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CBE588-B0B7-4DDE-A662-3F4303B3724F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7499C9-C84F-4175-B166-90F2D28D16B3}"/>
              </a:ext>
            </a:extLst>
          </p:cNvPr>
          <p:cNvSpPr txBox="1"/>
          <p:nvPr/>
        </p:nvSpPr>
        <p:spPr>
          <a:xfrm>
            <a:off x="3400427" y="5930700"/>
            <a:ext cx="2578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Үчүнчү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7F93450A-8823-4213-A0E3-EA6725D738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2494130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0.45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7F93450A-8823-4213-A0E3-EA6725D738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2494130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FDE1C0B-C1C7-450F-B253-5B7237E174C8}"/>
                  </a:ext>
                </a:extLst>
              </p:cNvPr>
              <p:cNvSpPr/>
              <p:nvPr/>
            </p:nvSpPr>
            <p:spPr>
              <a:xfrm>
                <a:off x="3342878" y="231645"/>
                <a:ext cx="2693366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15%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FDE1C0B-C1C7-450F-B253-5B7237E174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878" y="231645"/>
                <a:ext cx="2693366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088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y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AF7462-F97C-42A4-A687-9E3135C9D394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377960-0329-4CD3-AA89-D6A038192806}"/>
              </a:ext>
            </a:extLst>
          </p:cNvPr>
          <p:cNvSpPr txBox="1"/>
          <p:nvPr/>
        </p:nvSpPr>
        <p:spPr>
          <a:xfrm>
            <a:off x="3398825" y="5930700"/>
            <a:ext cx="2581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чоң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F5CC43EF-FA5F-496E-954A-04C4CED128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3273933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605731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874215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11%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1.1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F5CC43EF-FA5F-496E-954A-04C4CED128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3273933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605731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874215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7490" r="-1171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711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F323A06-9120-4C79-8DF3-8217DC31B852}"/>
                  </a:ext>
                </a:extLst>
              </p:cNvPr>
              <p:cNvSpPr/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F323A06-9120-4C79-8DF3-8217DC31B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1492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C3A1B8-D3FE-49F1-AA0C-43EAEA9F67E2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DDF427-E2B8-4541-B4C7-88E3C68F1121}"/>
              </a:ext>
            </a:extLst>
          </p:cNvPr>
          <p:cNvSpPr txBox="1"/>
          <p:nvPr/>
        </p:nvSpPr>
        <p:spPr>
          <a:xfrm>
            <a:off x="3398825" y="5930700"/>
            <a:ext cx="2581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чоң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4DED0B48-14E1-41D8-8C9A-F3A3F6E12F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5039379"/>
                  </p:ext>
                </p:extLst>
              </p:nvPr>
            </p:nvGraphicFramePr>
            <p:xfrm>
              <a:off x="2079602" y="3218201"/>
              <a:ext cx="5219919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0.65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4DED0B48-14E1-41D8-8C9A-F3A3F6E12F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5039379"/>
                  </p:ext>
                </p:extLst>
              </p:nvPr>
            </p:nvGraphicFramePr>
            <p:xfrm>
              <a:off x="2079602" y="3218201"/>
              <a:ext cx="5219919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51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5EE5320-C4D7-4AC3-9A57-E0E776FB5B52}"/>
                  </a:ext>
                </a:extLst>
              </p:cNvPr>
              <p:cNvSpPr/>
              <p:nvPr/>
            </p:nvSpPr>
            <p:spPr>
              <a:xfrm>
                <a:off x="3416616" y="231645"/>
                <a:ext cx="2545890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5EE5320-C4D7-4AC3-9A57-E0E776FB5B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616" y="231645"/>
                <a:ext cx="2545890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5126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D34F1A-563D-4FAF-A4DF-BDE32172E6FA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942739-08EF-4BB1-AFE8-B3A431374BF4}"/>
              </a:ext>
            </a:extLst>
          </p:cNvPr>
          <p:cNvSpPr txBox="1"/>
          <p:nvPr/>
        </p:nvSpPr>
        <p:spPr>
          <a:xfrm>
            <a:off x="3167990" y="5930700"/>
            <a:ext cx="3043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кичине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0E2829D6-1573-4F00-933C-257AB22229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796888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0.56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66%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0E2829D6-1573-4F00-933C-257AB22229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796888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AC92793-300C-42D3-BD0D-459B82B05C18}"/>
                  </a:ext>
                </a:extLst>
              </p:cNvPr>
              <p:cNvSpPr/>
              <p:nvPr/>
            </p:nvSpPr>
            <p:spPr>
              <a:xfrm>
                <a:off x="3416616" y="245502"/>
                <a:ext cx="2545890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85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AC92793-300C-42D3-BD0D-459B82B05C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616" y="245502"/>
                <a:ext cx="2545890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2650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40B27B-8E29-4F47-B99C-C3163156EEC2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D2B8B6-8956-445F-BC2B-535577EBD388}"/>
              </a:ext>
            </a:extLst>
          </p:cNvPr>
          <p:cNvSpPr txBox="1"/>
          <p:nvPr/>
        </p:nvSpPr>
        <p:spPr>
          <a:xfrm>
            <a:off x="3398825" y="5930700"/>
            <a:ext cx="2581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чоң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8DE6B7DD-65E1-4D2A-9EA1-E8E8910477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0634280"/>
                  </p:ext>
                </p:extLst>
              </p:nvPr>
            </p:nvGraphicFramePr>
            <p:xfrm>
              <a:off x="2079602" y="3218201"/>
              <a:ext cx="5219919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0.59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8DE6B7DD-65E1-4D2A-9EA1-E8E8910477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0634280"/>
                  </p:ext>
                </p:extLst>
              </p:nvPr>
            </p:nvGraphicFramePr>
            <p:xfrm>
              <a:off x="2079602" y="3218201"/>
              <a:ext cx="5219919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51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6E234A-7F52-44A4-A37E-29A4D001B11B}"/>
                  </a:ext>
                </a:extLst>
              </p:cNvPr>
              <p:cNvSpPr/>
              <p:nvPr/>
            </p:nvSpPr>
            <p:spPr>
              <a:xfrm>
                <a:off x="4083466" y="5572"/>
                <a:ext cx="1212191" cy="18209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6E234A-7F52-44A4-A37E-29A4D001B1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466" y="5572"/>
                <a:ext cx="1212191" cy="18209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124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z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DB6BA8-34B8-4F84-B45E-7BD61B1111D6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B7D6AB-4781-468E-B00A-C3F8619A1961}"/>
              </a:ext>
            </a:extLst>
          </p:cNvPr>
          <p:cNvSpPr txBox="1"/>
          <p:nvPr/>
        </p:nvSpPr>
        <p:spPr>
          <a:xfrm>
            <a:off x="3398825" y="5930700"/>
            <a:ext cx="2581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чоң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E5A76310-689D-48DF-9B83-224ED0E41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5549952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num>
                                  <m:den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0.67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E5A76310-689D-48DF-9B83-224ED0E41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5549952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FF5387B-955B-4DEB-B5B0-29C56295670C}"/>
                  </a:ext>
                </a:extLst>
              </p:cNvPr>
              <p:cNvSpPr/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FF5387B-955B-4DEB-B5B0-29C5629567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4458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u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F6709A-DBBB-4074-9747-EAA23A41DB6C}"/>
              </a:ext>
            </a:extLst>
          </p:cNvPr>
          <p:cNvSpPr txBox="1"/>
          <p:nvPr/>
        </p:nvSpPr>
        <p:spPr>
          <a:xfrm>
            <a:off x="80546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C0AFCC-4D75-46E4-920B-466705045A5A}"/>
              </a:ext>
            </a:extLst>
          </p:cNvPr>
          <p:cNvSpPr txBox="1"/>
          <p:nvPr/>
        </p:nvSpPr>
        <p:spPr>
          <a:xfrm>
            <a:off x="3167993" y="5930700"/>
            <a:ext cx="3043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кичине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90DCA89-2A2D-4E7D-970C-74DF03E3CE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426960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80%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90DCA89-2A2D-4E7D-970C-74DF03E3CE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426960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399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51" r="-3007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65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93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4790A5B-D270-4EF7-A13C-8C3ABC91A71E}"/>
                  </a:ext>
                </a:extLst>
              </p:cNvPr>
              <p:cNvSpPr/>
              <p:nvPr/>
            </p:nvSpPr>
            <p:spPr>
              <a:xfrm>
                <a:off x="3655463" y="231645"/>
                <a:ext cx="2068195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9%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4790A5B-D270-4EF7-A13C-8C3ABC91A7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463" y="231645"/>
                <a:ext cx="2068195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2860351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600" b="1" dirty="0"/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Q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15%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0.67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600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0.85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0.45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75%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0.59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67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1.1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9%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2860351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600" b="1" dirty="0"/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0579" r="-318876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Q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15%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0.67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130579" r="-477912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600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0.85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0.45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130579" r="-803" b="-2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75%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231535" r="-318876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231535" r="-159839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0.59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30165" r="-477912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1.1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30165" r="-159839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9%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174580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032545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u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k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r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t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E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A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d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Y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Q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z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c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p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b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2878169" y="54354"/>
            <a:ext cx="414966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8380</TotalTime>
  <Words>532</Words>
  <Application>Microsoft Office PowerPoint</Application>
  <PresentationFormat>A4 Paper (210x297 mm)</PresentationFormat>
  <Paragraphs>219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Cambria Math</vt:lpstr>
      <vt:lpstr>Calibri Light</vt:lpstr>
      <vt:lpstr>Arial</vt:lpstr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365</cp:revision>
  <cp:lastPrinted>2024-09-03T15:56:55Z</cp:lastPrinted>
  <dcterms:created xsi:type="dcterms:W3CDTF">2017-01-17T16:57:04Z</dcterms:created>
  <dcterms:modified xsi:type="dcterms:W3CDTF">2024-09-03T15:58:28Z</dcterms:modified>
</cp:coreProperties>
</file>