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0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0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Таратуу үчүн" id="{627A7875-ACBC-4333-B580-4A1285613FDF}">
          <p14:sldIdLst>
            <p14:sldId id="946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көбөйтүү жана бөлүү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608442" y="1186222"/>
            <a:ext cx="671369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latin typeface="Comic Sans MS" panose="030F0702030302020204" pitchFamily="66" charset="0"/>
              </a:rPr>
              <a:t>Ондуктарды  көбөйтүү </a:t>
            </a:r>
          </a:p>
          <a:p>
            <a:pPr algn="ctr"/>
            <a:r>
              <a:rPr lang="ru-RU" sz="4400" b="1" dirty="0">
                <a:latin typeface="Comic Sans MS" panose="030F0702030302020204" pitchFamily="66" charset="0"/>
              </a:rPr>
              <a:t>жана бөлүү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2072791" y="2755377"/>
            <a:ext cx="5784997" cy="4058658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8CAF776-C693-DC7C-7E59-BD86ECCEFEE9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1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F79EBF-0700-C97E-B9FB-C57BA6DF4403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Эсептеңиз: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97232-1C3A-3428-324C-5BBBFA7DBC16}"/>
              </a:ext>
            </a:extLst>
          </p:cNvPr>
          <p:cNvSpPr txBox="1"/>
          <p:nvPr/>
        </p:nvSpPr>
        <p:spPr>
          <a:xfrm>
            <a:off x="691523" y="752426"/>
            <a:ext cx="2005677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14 ÷ 0.7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FD36D-CA15-E273-0DC0-D06736B2D2C2}"/>
              </a:ext>
            </a:extLst>
          </p:cNvPr>
          <p:cNvSpPr txBox="1"/>
          <p:nvPr/>
        </p:nvSpPr>
        <p:spPr>
          <a:xfrm>
            <a:off x="7241949" y="752426"/>
            <a:ext cx="2005677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 ÷ 0.05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BE1FC-C6FA-1DEA-A94B-4EABC363574E}"/>
              </a:ext>
            </a:extLst>
          </p:cNvPr>
          <p:cNvSpPr txBox="1"/>
          <p:nvPr/>
        </p:nvSpPr>
        <p:spPr>
          <a:xfrm>
            <a:off x="7027951" y="3055052"/>
            <a:ext cx="2433679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51.8 ÷ 1.4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3CDE5E-5879-C20E-3528-BDA84FBB1A3E}"/>
              </a:ext>
            </a:extLst>
          </p:cNvPr>
          <p:cNvSpPr txBox="1"/>
          <p:nvPr/>
        </p:nvSpPr>
        <p:spPr>
          <a:xfrm>
            <a:off x="477523" y="5332739"/>
            <a:ext cx="2433679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0.9 ÷ 0.18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037F43-B365-B2CC-EA8D-1729C939EE6F}"/>
              </a:ext>
            </a:extLst>
          </p:cNvPr>
          <p:cNvSpPr txBox="1"/>
          <p:nvPr/>
        </p:nvSpPr>
        <p:spPr>
          <a:xfrm>
            <a:off x="3601754" y="5332739"/>
            <a:ext cx="2719014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5.44 ÷ 0.32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06F43-89A9-A2E7-595D-664B5EB43D5C}"/>
              </a:ext>
            </a:extLst>
          </p:cNvPr>
          <p:cNvSpPr txBox="1"/>
          <p:nvPr/>
        </p:nvSpPr>
        <p:spPr>
          <a:xfrm>
            <a:off x="3744422" y="752426"/>
            <a:ext cx="2433679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0.27 × 0.7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A5591-8688-4182-E97D-7B00B8EB6268}"/>
              </a:ext>
            </a:extLst>
          </p:cNvPr>
          <p:cNvSpPr txBox="1"/>
          <p:nvPr/>
        </p:nvSpPr>
        <p:spPr>
          <a:xfrm>
            <a:off x="620189" y="3055052"/>
            <a:ext cx="2148345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1.3 × 1.6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CD1E1B-D7D1-B191-D4BC-545BF8D9FF06}"/>
              </a:ext>
            </a:extLst>
          </p:cNvPr>
          <p:cNvSpPr txBox="1"/>
          <p:nvPr/>
        </p:nvSpPr>
        <p:spPr>
          <a:xfrm>
            <a:off x="3601755" y="3055052"/>
            <a:ext cx="2719014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0.14 × 0.28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086D4B-CF26-00D3-C51F-57022499BC5C}"/>
              </a:ext>
            </a:extLst>
          </p:cNvPr>
          <p:cNvSpPr txBox="1"/>
          <p:nvPr/>
        </p:nvSpPr>
        <p:spPr>
          <a:xfrm>
            <a:off x="7170616" y="5332739"/>
            <a:ext cx="2148345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2.4 × 0.6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86314" y="2339197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32987" y="-91067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82473" y="-16415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8123" y="-56803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33995" y="2255638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26587" y="4469526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76798" y="4450949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12967" y="4507708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64125" y="-45739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469624" y="-71955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59436" y="2001944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74135" y="226201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8179" y="4465863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09061" y="4547595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58904" y="446586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719612" y="-8044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31394" y="2243309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16004" y="2185372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8AEF4C-F14A-686F-7D18-46A01F4D3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67" y="0"/>
            <a:ext cx="9258466" cy="64842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9FB06B-EAFE-F3F3-F09D-4F713697C582}"/>
              </a:ext>
            </a:extLst>
          </p:cNvPr>
          <p:cNvSpPr txBox="1"/>
          <p:nvPr/>
        </p:nvSpPr>
        <p:spPr>
          <a:xfrm>
            <a:off x="3293749" y="6472066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99D429-71FE-541D-6D1B-9683A2CA9251}"/>
              </a:ext>
            </a:extLst>
          </p:cNvPr>
          <p:cNvSpPr/>
          <p:nvPr/>
        </p:nvSpPr>
        <p:spPr>
          <a:xfrm>
            <a:off x="1302327" y="124691"/>
            <a:ext cx="1288473" cy="4572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B7704-2034-3621-A1B5-6089E5BB98D5}"/>
              </a:ext>
            </a:extLst>
          </p:cNvPr>
          <p:cNvSpPr txBox="1"/>
          <p:nvPr/>
        </p:nvSpPr>
        <p:spPr>
          <a:xfrm>
            <a:off x="1138232" y="83357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Эсептеңиз: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4269AA-7533-4666-9DF9-F0183B509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84" y="0"/>
            <a:ext cx="4837715" cy="3341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1C7F2E-D6B4-334E-B038-011F401A7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285" y="0"/>
            <a:ext cx="4837715" cy="334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C814F6-B3D0-E44D-628A-DED4D3AC1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84" y="3516487"/>
            <a:ext cx="4837715" cy="334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11F773-80B7-1E6C-9B48-D9A972184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285" y="3516487"/>
            <a:ext cx="4837715" cy="334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8553</TotalTime>
  <Words>154</Words>
  <Application>Microsoft Office PowerPoint</Application>
  <PresentationFormat>A4 Paper (210x297 mm)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Comic Sans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383</cp:revision>
  <cp:lastPrinted>2017-12-31T22:38:51Z</cp:lastPrinted>
  <dcterms:created xsi:type="dcterms:W3CDTF">2017-01-17T16:57:04Z</dcterms:created>
  <dcterms:modified xsi:type="dcterms:W3CDTF">2024-08-20T07:06:01Z</dcterms:modified>
</cp:coreProperties>
</file>