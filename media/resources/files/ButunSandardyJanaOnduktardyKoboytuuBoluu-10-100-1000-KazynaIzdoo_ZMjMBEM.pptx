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953" r:id="rId4"/>
    <p:sldId id="954" r:id="rId5"/>
    <p:sldId id="955" r:id="rId6"/>
    <p:sldId id="959" r:id="rId7"/>
    <p:sldId id="950" r:id="rId8"/>
    <p:sldId id="952" r:id="rId9"/>
    <p:sldId id="957" r:id="rId10"/>
    <p:sldId id="958" r:id="rId11"/>
    <p:sldId id="951" r:id="rId12"/>
    <p:sldId id="960" r:id="rId13"/>
    <p:sldId id="961" r:id="rId14"/>
    <p:sldId id="965" r:id="rId15"/>
    <p:sldId id="962" r:id="rId16"/>
    <p:sldId id="963" r:id="rId17"/>
    <p:sldId id="964" r:id="rId18"/>
    <p:sldId id="956" r:id="rId19"/>
    <p:sldId id="966" r:id="rId20"/>
    <p:sldId id="889" r:id="rId21"/>
    <p:sldId id="948" r:id="rId22"/>
    <p:sldId id="946" r:id="rId23"/>
    <p:sldId id="967" r:id="rId24"/>
  </p:sldIdLst>
  <p:sldSz cx="9906000" cy="6858000" type="A4"/>
  <p:notesSz cx="6669088" cy="9926638"/>
  <p:embeddedFontLst>
    <p:embeddedFont>
      <p:font typeface="Algerian" panose="04020705040A02060702" pitchFamily="82" charset="0"/>
      <p:regular r:id="rId2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ADB636F4-2F91-4A82-9DC2-91168C8A1509}">
          <p14:sldIdLst>
            <p14:sldId id="1059"/>
          </p14:sldIdLst>
        </p14:section>
        <p14:section name="Тутилды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953"/>
            <p14:sldId id="954"/>
            <p14:sldId id="955"/>
            <p14:sldId id="959"/>
            <p14:sldId id="950"/>
            <p14:sldId id="952"/>
            <p14:sldId id="957"/>
            <p14:sldId id="958"/>
            <p14:sldId id="951"/>
            <p14:sldId id="960"/>
            <p14:sldId id="961"/>
            <p14:sldId id="965"/>
            <p14:sldId id="962"/>
            <p14:sldId id="963"/>
            <p14:sldId id="964"/>
            <p14:sldId id="956"/>
          </p14:sldIdLst>
        </p14:section>
        <p14:section name="Мугалимдин жооп барагы" id="{64D9EF62-CF08-4BFF-B5AD-DEFE555334F2}">
          <p14:sldIdLst>
            <p14:sldId id="966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1229D97B-7AD4-4172-843E-8573209DA75B}">
          <p14:sldIdLst>
            <p14:sldId id="948"/>
            <p14:sldId id="946"/>
          </p14:sldIdLst>
        </p14:section>
        <p14:section name="Кайтарым байланыш" id="{F3D720CF-F566-46A6-9361-125255B68FA6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26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6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0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5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Бүтүн жана ондук сандар – 10, 100, 1000гө көбөйтүү жана бөлүү – </a:t>
            </a:r>
            <a:r>
              <a:rPr lang="en-US" sz="2400" dirty="0"/>
              <a:t>– </a:t>
            </a:r>
            <a:r>
              <a:rPr lang="ky-KG" sz="2400" b="1" dirty="0"/>
              <a:t>Казынанын Издөө көндүмү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314960" y="31019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750" y="251503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962525"/>
            <a:ext cx="9394585" cy="1728376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Көбөйтүү жана бөлүү:</a:t>
            </a:r>
          </a:p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10, 100, 1000</a:t>
            </a:r>
            <a:endParaRPr lang="en-US" sz="14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712443" y="199870"/>
            <a:ext cx="7931980" cy="144655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800" b="0" i="0" dirty="0">
                <a:solidFill>
                  <a:srgbClr val="FFDE59"/>
                </a:solidFill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8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794A1F-9FC3-9878-C4D9-4B3D4104F9F2}"/>
              </a:ext>
            </a:extLst>
          </p:cNvPr>
          <p:cNvSpPr txBox="1"/>
          <p:nvPr/>
        </p:nvSpPr>
        <p:spPr>
          <a:xfrm>
            <a:off x="2666135" y="412209"/>
            <a:ext cx="2993127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517000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3CDFFC-AEEF-9A4E-F44D-846090166CFF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5,17 ÷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78962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F6845-D3DE-5786-C721-A3E5F3C3F46F}"/>
              </a:ext>
            </a:extLst>
          </p:cNvPr>
          <p:cNvSpPr txBox="1"/>
          <p:nvPr/>
        </p:nvSpPr>
        <p:spPr>
          <a:xfrm>
            <a:off x="2783956" y="412209"/>
            <a:ext cx="2757486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0,0517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021768-B554-B4F6-9B3F-DBBC37A97BE6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0,571 × 10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090041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604A73-0247-9C61-7D98-9F5469464187}"/>
              </a:ext>
            </a:extLst>
          </p:cNvPr>
          <p:cNvSpPr txBox="1"/>
          <p:nvPr/>
        </p:nvSpPr>
        <p:spPr>
          <a:xfrm>
            <a:off x="3252034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5,71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35B25B-39EC-B9DC-1820-68C6300ED8D7}"/>
              </a:ext>
            </a:extLst>
          </p:cNvPr>
          <p:cNvSpPr txBox="1"/>
          <p:nvPr/>
        </p:nvSpPr>
        <p:spPr>
          <a:xfrm>
            <a:off x="1915412" y="3779057"/>
            <a:ext cx="5548314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5,17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48392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W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B9FC9-86AA-4628-E1FE-FC2C44AFCCBC}"/>
              </a:ext>
            </a:extLst>
          </p:cNvPr>
          <p:cNvSpPr txBox="1"/>
          <p:nvPr/>
        </p:nvSpPr>
        <p:spPr>
          <a:xfrm>
            <a:off x="2315881" y="412209"/>
            <a:ext cx="3693640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0,000571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2D8F7-2D9F-9DE9-95A4-FCCBE636AB87}"/>
              </a:ext>
            </a:extLst>
          </p:cNvPr>
          <p:cNvSpPr txBox="1"/>
          <p:nvPr/>
        </p:nvSpPr>
        <p:spPr>
          <a:xfrm>
            <a:off x="1915411" y="3779057"/>
            <a:ext cx="5548315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57,1 ×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0080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A93357-9DDA-750E-5D62-347F9DB49770}"/>
              </a:ext>
            </a:extLst>
          </p:cNvPr>
          <p:cNvSpPr txBox="1"/>
          <p:nvPr/>
        </p:nvSpPr>
        <p:spPr>
          <a:xfrm>
            <a:off x="3252031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/>
              <a:t>57,1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35809D-6D5D-5E44-B4A1-1496E12B68F3}"/>
              </a:ext>
            </a:extLst>
          </p:cNvPr>
          <p:cNvSpPr txBox="1"/>
          <p:nvPr/>
        </p:nvSpPr>
        <p:spPr>
          <a:xfrm>
            <a:off x="2201547" y="3779057"/>
            <a:ext cx="4976042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5,17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192774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BFED15-47C4-F8C1-10A2-91DA49AA77C1}"/>
              </a:ext>
            </a:extLst>
          </p:cNvPr>
          <p:cNvSpPr txBox="1"/>
          <p:nvPr/>
        </p:nvSpPr>
        <p:spPr>
          <a:xfrm>
            <a:off x="3017995" y="412209"/>
            <a:ext cx="2289409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0,571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20F48-1205-D3F6-BB9D-F4FF1B378066}"/>
              </a:ext>
            </a:extLst>
          </p:cNvPr>
          <p:cNvSpPr txBox="1"/>
          <p:nvPr/>
        </p:nvSpPr>
        <p:spPr>
          <a:xfrm>
            <a:off x="2058079" y="3779057"/>
            <a:ext cx="5262979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517 ×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290223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B08AA2-D21C-29E3-8223-D5700B1A72DD}"/>
              </a:ext>
            </a:extLst>
          </p:cNvPr>
          <p:cNvSpPr txBox="1"/>
          <p:nvPr/>
        </p:nvSpPr>
        <p:spPr>
          <a:xfrm>
            <a:off x="3134211" y="412209"/>
            <a:ext cx="2056974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5170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259E4F-8C7A-7A3F-1719-A7048ED32147}"/>
              </a:ext>
            </a:extLst>
          </p:cNvPr>
          <p:cNvSpPr txBox="1"/>
          <p:nvPr/>
        </p:nvSpPr>
        <p:spPr>
          <a:xfrm>
            <a:off x="2058079" y="3779057"/>
            <a:ext cx="5262979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517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4779622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T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B6E0B-52D7-B112-2AFE-5CC6F2028F2E}"/>
              </a:ext>
            </a:extLst>
          </p:cNvPr>
          <p:cNvSpPr txBox="1"/>
          <p:nvPr/>
        </p:nvSpPr>
        <p:spPr>
          <a:xfrm>
            <a:off x="3017996" y="412209"/>
            <a:ext cx="2289409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0,517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3DBC-E5D3-14E4-74FB-F90F2B21DB49}"/>
              </a:ext>
            </a:extLst>
          </p:cNvPr>
          <p:cNvSpPr txBox="1"/>
          <p:nvPr/>
        </p:nvSpPr>
        <p:spPr>
          <a:xfrm>
            <a:off x="1629276" y="3779057"/>
            <a:ext cx="6120586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0,571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68135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F8FD3-451C-D8D4-26CC-CFE59DA2396A}"/>
              </a:ext>
            </a:extLst>
          </p:cNvPr>
          <p:cNvSpPr txBox="1"/>
          <p:nvPr/>
        </p:nvSpPr>
        <p:spPr>
          <a:xfrm>
            <a:off x="3368249" y="412209"/>
            <a:ext cx="1588898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6B279-E613-C4D4-CA15-82AC1E13351C}"/>
              </a:ext>
            </a:extLst>
          </p:cNvPr>
          <p:cNvSpPr txBox="1"/>
          <p:nvPr/>
        </p:nvSpPr>
        <p:spPr>
          <a:xfrm>
            <a:off x="2201547" y="3779057"/>
            <a:ext cx="4976042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57,1 ÷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885863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E21F70-45C5-9926-6CAD-AFB916778759}"/>
              </a:ext>
            </a:extLst>
          </p:cNvPr>
          <p:cNvSpPr txBox="1"/>
          <p:nvPr/>
        </p:nvSpPr>
        <p:spPr>
          <a:xfrm>
            <a:off x="2900173" y="412209"/>
            <a:ext cx="2525050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57100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7C54F-B1C3-B266-F9C5-120CEFA706D2}"/>
              </a:ext>
            </a:extLst>
          </p:cNvPr>
          <p:cNvSpPr txBox="1"/>
          <p:nvPr/>
        </p:nvSpPr>
        <p:spPr>
          <a:xfrm>
            <a:off x="1915411" y="3779057"/>
            <a:ext cx="5548315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5,71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100039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X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7B070-24F8-0F4A-CD96-0F77A2F9D6D8}"/>
              </a:ext>
            </a:extLst>
          </p:cNvPr>
          <p:cNvSpPr txBox="1"/>
          <p:nvPr/>
        </p:nvSpPr>
        <p:spPr>
          <a:xfrm>
            <a:off x="2549918" y="412209"/>
            <a:ext cx="3225563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0,00571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24ECB-93B8-9B49-AC76-CC1B3B715C50}"/>
              </a:ext>
            </a:extLst>
          </p:cNvPr>
          <p:cNvSpPr txBox="1"/>
          <p:nvPr/>
        </p:nvSpPr>
        <p:spPr>
          <a:xfrm>
            <a:off x="1771943" y="3779057"/>
            <a:ext cx="5835252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5170 ÷ 1000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9808930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  <a:endParaRPr lang="en-GB" sz="8000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1F3509-39D5-F645-AE8B-F8390A4C49F3}"/>
              </a:ext>
            </a:extLst>
          </p:cNvPr>
          <p:cNvSpPr txBox="1"/>
          <p:nvPr/>
        </p:nvSpPr>
        <p:spPr>
          <a:xfrm>
            <a:off x="3134214" y="412209"/>
            <a:ext cx="2056973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5710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919FA4-0815-B23B-0597-441FCF3CFFF4}"/>
              </a:ext>
            </a:extLst>
          </p:cNvPr>
          <p:cNvSpPr txBox="1"/>
          <p:nvPr/>
        </p:nvSpPr>
        <p:spPr>
          <a:xfrm>
            <a:off x="1915412" y="3779057"/>
            <a:ext cx="5548314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0,571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308025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Q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851DCB-5AFD-DE7B-0151-53684A9635BC}"/>
              </a:ext>
            </a:extLst>
          </p:cNvPr>
          <p:cNvSpPr txBox="1"/>
          <p:nvPr/>
        </p:nvSpPr>
        <p:spPr>
          <a:xfrm>
            <a:off x="3252033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5,17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C8C063-2D60-8E87-9704-10E71680AA69}"/>
              </a:ext>
            </a:extLst>
          </p:cNvPr>
          <p:cNvSpPr txBox="1"/>
          <p:nvPr/>
        </p:nvSpPr>
        <p:spPr>
          <a:xfrm>
            <a:off x="2487683" y="3779057"/>
            <a:ext cx="440377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5,17 × 10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2422240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S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3C6C24-1559-8313-1531-6CF82FEA05C7}"/>
              </a:ext>
            </a:extLst>
          </p:cNvPr>
          <p:cNvSpPr txBox="1"/>
          <p:nvPr/>
        </p:nvSpPr>
        <p:spPr>
          <a:xfrm>
            <a:off x="3252032" y="412209"/>
            <a:ext cx="182133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51,7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524D6E-3BCC-F8AA-C1EE-609600EE0A3B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5,71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674398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3A9B4F-EB3C-8644-B14F-5EB3CEF2CD74}"/>
              </a:ext>
            </a:extLst>
          </p:cNvPr>
          <p:cNvSpPr txBox="1"/>
          <p:nvPr/>
        </p:nvSpPr>
        <p:spPr>
          <a:xfrm>
            <a:off x="3368249" y="412209"/>
            <a:ext cx="1588898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571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166AAD-597E-0F28-69D5-187ADFF0F952}"/>
              </a:ext>
            </a:extLst>
          </p:cNvPr>
          <p:cNvSpPr txBox="1"/>
          <p:nvPr/>
        </p:nvSpPr>
        <p:spPr>
          <a:xfrm>
            <a:off x="1485807" y="3779057"/>
            <a:ext cx="6407523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571000 ÷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15133664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52251" y="2168434"/>
            <a:ext cx="9274629" cy="4667796"/>
          </a:xfrm>
          <a:prstGeom prst="roundRect">
            <a:avLst>
              <a:gd name="adj" fmla="val 8458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330926" y="26126"/>
            <a:ext cx="7663543" cy="1972491"/>
          </a:xfrm>
          <a:prstGeom prst="roundRect">
            <a:avLst>
              <a:gd name="adj" fmla="val 11369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3827312" y="1495046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8061313" y="95794"/>
            <a:ext cx="1775858" cy="1824444"/>
          </a:xfrm>
          <a:prstGeom prst="verticalScroll">
            <a:avLst>
              <a:gd name="adj" fmla="val 19104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>
                <a:solidFill>
                  <a:schemeClr val="tx1"/>
                </a:solidFill>
                <a:latin typeface="Algerian" panose="04020705040A02060702" pitchFamily="82" charset="0"/>
              </a:rPr>
              <a:t>V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B61C199C-C6DC-4D8A-A29D-B0BDB6835F02}"/>
              </a:ext>
            </a:extLst>
          </p:cNvPr>
          <p:cNvSpPr/>
          <p:nvPr/>
        </p:nvSpPr>
        <p:spPr>
          <a:xfrm>
            <a:off x="9235231" y="3750565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32F0566-D3B8-4CDC-B464-13F41553EAD7}"/>
              </a:ext>
            </a:extLst>
          </p:cNvPr>
          <p:cNvSpPr/>
          <p:nvPr/>
        </p:nvSpPr>
        <p:spPr>
          <a:xfrm>
            <a:off x="68829" y="256249"/>
            <a:ext cx="670769" cy="1503534"/>
          </a:xfrm>
          <a:prstGeom prst="rightArrow">
            <a:avLst>
              <a:gd name="adj1" fmla="val 65639"/>
              <a:gd name="adj2" fmla="val 78767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F1EA32-EF6E-D4EF-DFAD-E1F93360817D}"/>
              </a:ext>
            </a:extLst>
          </p:cNvPr>
          <p:cNvSpPr txBox="1"/>
          <p:nvPr/>
        </p:nvSpPr>
        <p:spPr>
          <a:xfrm>
            <a:off x="2549918" y="412209"/>
            <a:ext cx="3225562" cy="120032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7200" dirty="0"/>
              <a:t>0,00517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5770B-7E75-B4D2-8BC2-6EB3649E43CB}"/>
              </a:ext>
            </a:extLst>
          </p:cNvPr>
          <p:cNvSpPr txBox="1"/>
          <p:nvPr/>
        </p:nvSpPr>
        <p:spPr>
          <a:xfrm>
            <a:off x="2201548" y="3779057"/>
            <a:ext cx="4976041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 dirty="0"/>
              <a:t>51,7 × 100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25868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890166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R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5,71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0,000571</a:t>
                      </a:r>
                      <a:endParaRPr kumimoji="0" lang="en-GB" sz="2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Q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0,00517</a:t>
                      </a:r>
                      <a:endParaRPr kumimoji="0" lang="en-GB" sz="2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W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57100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517000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V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5170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0,00571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0,0517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0,517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5,17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57,1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2543F6E-4978-46E1-B062-F1D3A5125429}"/>
              </a:ext>
            </a:extLst>
          </p:cNvPr>
          <p:cNvSpPr txBox="1"/>
          <p:nvPr/>
        </p:nvSpPr>
        <p:spPr>
          <a:xfrm>
            <a:off x="-31342" y="-26118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</p:spTree>
    <p:extLst>
      <p:ext uri="{BB962C8B-B14F-4D97-AF65-F5344CB8AC3E}">
        <p14:creationId xmlns:p14="http://schemas.microsoft.com/office/powerpoint/2010/main" val="30809151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197836"/>
              </p:ext>
            </p:extLst>
          </p:nvPr>
        </p:nvGraphicFramePr>
        <p:xfrm>
          <a:off x="1524440" y="1162106"/>
          <a:ext cx="6857120" cy="5497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R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F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V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M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T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S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Q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X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J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latin typeface="Algerian" panose="04020705040A02060702" pitchFamily="82" charset="0"/>
                        </a:rPr>
                        <a:t>W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96846" y="54354"/>
            <a:ext cx="3512307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6F3053-918E-491C-ABAD-C495771EB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9351453"/>
              </p:ext>
            </p:extLst>
          </p:nvPr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0563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329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8368</TotalTime>
  <Words>282</Words>
  <Application>Microsoft Office PowerPoint</Application>
  <PresentationFormat>A4 Paper (210x297 mm)</PresentationFormat>
  <Paragraphs>140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Calibri Light</vt:lpstr>
      <vt:lpstr>Arial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375</cp:revision>
  <cp:lastPrinted>2023-07-25T11:10:43Z</cp:lastPrinted>
  <dcterms:created xsi:type="dcterms:W3CDTF">2017-01-17T16:57:04Z</dcterms:created>
  <dcterms:modified xsi:type="dcterms:W3CDTF">2024-08-29T08:34:26Z</dcterms:modified>
</cp:coreProperties>
</file>