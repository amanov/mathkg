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54" r:id="rId5"/>
    <p:sldId id="955" r:id="rId6"/>
    <p:sldId id="959" r:id="rId7"/>
    <p:sldId id="950" r:id="rId8"/>
    <p:sldId id="952" r:id="rId9"/>
    <p:sldId id="957" r:id="rId10"/>
    <p:sldId id="958" r:id="rId11"/>
    <p:sldId id="951" r:id="rId12"/>
    <p:sldId id="960" r:id="rId13"/>
    <p:sldId id="961" r:id="rId14"/>
    <p:sldId id="965" r:id="rId15"/>
    <p:sldId id="962" r:id="rId16"/>
    <p:sldId id="963" r:id="rId17"/>
    <p:sldId id="964" r:id="rId18"/>
    <p:sldId id="956" r:id="rId19"/>
    <p:sldId id="966" r:id="rId20"/>
    <p:sldId id="889" r:id="rId21"/>
    <p:sldId id="948" r:id="rId22"/>
    <p:sldId id="946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ADB636F4-2F91-4A82-9DC2-91168C8A1509}">
          <p14:sldIdLst>
            <p14:sldId id="1059"/>
          </p14:sldIdLst>
        </p14:section>
        <p14:section name="Тутилды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54"/>
            <p14:sldId id="955"/>
            <p14:sldId id="959"/>
            <p14:sldId id="950"/>
            <p14:sldId id="952"/>
            <p14:sldId id="957"/>
            <p14:sldId id="958"/>
            <p14:sldId id="951"/>
            <p14:sldId id="960"/>
            <p14:sldId id="961"/>
            <p14:sldId id="965"/>
            <p14:sldId id="962"/>
            <p14:sldId id="963"/>
            <p14:sldId id="964"/>
            <p14:sldId id="956"/>
          </p14:sldIdLst>
        </p14:section>
        <p14:section name="Мугалимдин жооп барагы" id="{64D9EF62-CF08-4BFF-B5AD-DEFE555334F2}">
          <p14:sldIdLst>
            <p14:sldId id="966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1229D97B-7AD4-4172-843E-8573209DA75B}">
          <p14:sldIdLst>
            <p14:sldId id="948"/>
            <p14:sldId id="946"/>
          </p14:sldIdLst>
        </p14:section>
        <p14:section name="Кайтарым байланыш" id="{F3D720CF-F566-46A6-9361-125255B68FA6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2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6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Бүтүн жана ондук сандар – 10, 100, 1000гө көбөйтүү жана бөлүү – </a:t>
            </a:r>
            <a:r>
              <a:rPr lang="en-US" sz="2400" dirty="0"/>
              <a:t>– </a:t>
            </a:r>
            <a:r>
              <a:rPr lang="ky-KG" sz="2400" b="1" dirty="0"/>
              <a:t>Казынанын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0" y="251503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962525"/>
            <a:ext cx="9394585" cy="1728376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Көбөйтүү жана бөлүү:</a:t>
            </a:r>
          </a:p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10, 100, 1000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94A1F-9FC3-9878-C4D9-4B3D4104F9F2}"/>
              </a:ext>
            </a:extLst>
          </p:cNvPr>
          <p:cNvSpPr txBox="1"/>
          <p:nvPr/>
        </p:nvSpPr>
        <p:spPr>
          <a:xfrm>
            <a:off x="2666135" y="412209"/>
            <a:ext cx="2993127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517 000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CDFFC-AEEF-9A4E-F44D-846090166CFF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5,17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78962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F6845-D3DE-5786-C721-A3E5F3C3F46F}"/>
              </a:ext>
            </a:extLst>
          </p:cNvPr>
          <p:cNvSpPr txBox="1"/>
          <p:nvPr/>
        </p:nvSpPr>
        <p:spPr>
          <a:xfrm>
            <a:off x="2783956" y="412209"/>
            <a:ext cx="2757486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0,0517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21768-B554-B4F6-9B3F-DBBC37A97BE6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0,571 × 10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090041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04A73-0247-9C61-7D98-9F5469464187}"/>
              </a:ext>
            </a:extLst>
          </p:cNvPr>
          <p:cNvSpPr txBox="1"/>
          <p:nvPr/>
        </p:nvSpPr>
        <p:spPr>
          <a:xfrm>
            <a:off x="3252034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5,71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5B25B-39EC-B9DC-1820-68C6300ED8D7}"/>
              </a:ext>
            </a:extLst>
          </p:cNvPr>
          <p:cNvSpPr txBox="1"/>
          <p:nvPr/>
        </p:nvSpPr>
        <p:spPr>
          <a:xfrm>
            <a:off x="1915412" y="3779057"/>
            <a:ext cx="55483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5,17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4839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W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B9FC9-86AA-4628-E1FE-FC2C44AFCCBC}"/>
              </a:ext>
            </a:extLst>
          </p:cNvPr>
          <p:cNvSpPr txBox="1"/>
          <p:nvPr/>
        </p:nvSpPr>
        <p:spPr>
          <a:xfrm>
            <a:off x="2315881" y="412209"/>
            <a:ext cx="3693640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0,000 571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2D8F7-2D9F-9DE9-95A4-FCCBE636AB87}"/>
              </a:ext>
            </a:extLst>
          </p:cNvPr>
          <p:cNvSpPr txBox="1"/>
          <p:nvPr/>
        </p:nvSpPr>
        <p:spPr>
          <a:xfrm>
            <a:off x="1915411" y="3779057"/>
            <a:ext cx="554831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57,1 ×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0080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93357-9DDA-750E-5D62-347F9DB49770}"/>
              </a:ext>
            </a:extLst>
          </p:cNvPr>
          <p:cNvSpPr txBox="1"/>
          <p:nvPr/>
        </p:nvSpPr>
        <p:spPr>
          <a:xfrm>
            <a:off x="3252031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/>
              <a:t>57,1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5809D-6D5D-5E44-B4A1-1496E12B68F3}"/>
              </a:ext>
            </a:extLst>
          </p:cNvPr>
          <p:cNvSpPr txBox="1"/>
          <p:nvPr/>
        </p:nvSpPr>
        <p:spPr>
          <a:xfrm>
            <a:off x="2201547" y="3779057"/>
            <a:ext cx="497604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5,17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FED15-47C4-F8C1-10A2-91DA49AA77C1}"/>
              </a:ext>
            </a:extLst>
          </p:cNvPr>
          <p:cNvSpPr txBox="1"/>
          <p:nvPr/>
        </p:nvSpPr>
        <p:spPr>
          <a:xfrm>
            <a:off x="3017995" y="412209"/>
            <a:ext cx="228940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20F48-1205-D3F6-BB9D-F4FF1B378066}"/>
              </a:ext>
            </a:extLst>
          </p:cNvPr>
          <p:cNvSpPr txBox="1"/>
          <p:nvPr/>
        </p:nvSpPr>
        <p:spPr>
          <a:xfrm>
            <a:off x="2058079" y="3779057"/>
            <a:ext cx="5262979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 ×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90223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08AA2-D21C-29E3-8223-D5700B1A72DD}"/>
              </a:ext>
            </a:extLst>
          </p:cNvPr>
          <p:cNvSpPr txBox="1"/>
          <p:nvPr/>
        </p:nvSpPr>
        <p:spPr>
          <a:xfrm>
            <a:off x="3134211" y="412209"/>
            <a:ext cx="2056974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59E4F-8C7A-7A3F-1719-A7048ED32147}"/>
              </a:ext>
            </a:extLst>
          </p:cNvPr>
          <p:cNvSpPr txBox="1"/>
          <p:nvPr/>
        </p:nvSpPr>
        <p:spPr>
          <a:xfrm>
            <a:off x="2058079" y="3779057"/>
            <a:ext cx="5262979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477962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B6E0B-52D7-B112-2AFE-5CC6F2028F2E}"/>
              </a:ext>
            </a:extLst>
          </p:cNvPr>
          <p:cNvSpPr txBox="1"/>
          <p:nvPr/>
        </p:nvSpPr>
        <p:spPr>
          <a:xfrm>
            <a:off x="3017996" y="412209"/>
            <a:ext cx="2289409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A3DBC-E5D3-14E4-74FB-F90F2B21DB49}"/>
              </a:ext>
            </a:extLst>
          </p:cNvPr>
          <p:cNvSpPr txBox="1"/>
          <p:nvPr/>
        </p:nvSpPr>
        <p:spPr>
          <a:xfrm>
            <a:off x="1629276" y="3779057"/>
            <a:ext cx="6120586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0,571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68135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F8FD3-451C-D8D4-26CC-CFE59DA2396A}"/>
              </a:ext>
            </a:extLst>
          </p:cNvPr>
          <p:cNvSpPr txBox="1"/>
          <p:nvPr/>
        </p:nvSpPr>
        <p:spPr>
          <a:xfrm>
            <a:off x="3368249" y="412209"/>
            <a:ext cx="158889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6B279-E613-C4D4-CA15-82AC1E13351C}"/>
              </a:ext>
            </a:extLst>
          </p:cNvPr>
          <p:cNvSpPr txBox="1"/>
          <p:nvPr/>
        </p:nvSpPr>
        <p:spPr>
          <a:xfrm>
            <a:off x="2201547" y="3779057"/>
            <a:ext cx="497604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57,1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885863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21F70-45C5-9926-6CAD-AFB916778759}"/>
              </a:ext>
            </a:extLst>
          </p:cNvPr>
          <p:cNvSpPr txBox="1"/>
          <p:nvPr/>
        </p:nvSpPr>
        <p:spPr>
          <a:xfrm>
            <a:off x="2900173" y="412209"/>
            <a:ext cx="2525050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57 100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7C54F-B1C3-B266-F9C5-120CEFA706D2}"/>
              </a:ext>
            </a:extLst>
          </p:cNvPr>
          <p:cNvSpPr txBox="1"/>
          <p:nvPr/>
        </p:nvSpPr>
        <p:spPr>
          <a:xfrm>
            <a:off x="1915411" y="3779057"/>
            <a:ext cx="5548315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5,71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10003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X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7B070-24F8-0F4A-CD96-0F77A2F9D6D8}"/>
              </a:ext>
            </a:extLst>
          </p:cNvPr>
          <p:cNvSpPr txBox="1"/>
          <p:nvPr/>
        </p:nvSpPr>
        <p:spPr>
          <a:xfrm>
            <a:off x="2549918" y="412209"/>
            <a:ext cx="322556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0,00 571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24ECB-93B8-9B49-AC76-CC1B3B715C50}"/>
              </a:ext>
            </a:extLst>
          </p:cNvPr>
          <p:cNvSpPr txBox="1"/>
          <p:nvPr/>
        </p:nvSpPr>
        <p:spPr>
          <a:xfrm>
            <a:off x="1771943" y="3779057"/>
            <a:ext cx="5835252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5170 ÷ 1000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98089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  <a:endParaRPr lang="en-GB" sz="80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1F3509-39D5-F645-AE8B-F8390A4C49F3}"/>
              </a:ext>
            </a:extLst>
          </p:cNvPr>
          <p:cNvSpPr txBox="1"/>
          <p:nvPr/>
        </p:nvSpPr>
        <p:spPr>
          <a:xfrm>
            <a:off x="3134214" y="412209"/>
            <a:ext cx="2056973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5710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919FA4-0815-B23B-0597-441FCF3CFFF4}"/>
              </a:ext>
            </a:extLst>
          </p:cNvPr>
          <p:cNvSpPr txBox="1"/>
          <p:nvPr/>
        </p:nvSpPr>
        <p:spPr>
          <a:xfrm>
            <a:off x="1915412" y="3779057"/>
            <a:ext cx="5548314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0,571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08025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51DCB-5AFD-DE7B-0151-53684A9635BC}"/>
              </a:ext>
            </a:extLst>
          </p:cNvPr>
          <p:cNvSpPr txBox="1"/>
          <p:nvPr/>
        </p:nvSpPr>
        <p:spPr>
          <a:xfrm>
            <a:off x="3252033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5,17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8C063-2D60-8E87-9704-10E71680AA69}"/>
              </a:ext>
            </a:extLst>
          </p:cNvPr>
          <p:cNvSpPr txBox="1"/>
          <p:nvPr/>
        </p:nvSpPr>
        <p:spPr>
          <a:xfrm>
            <a:off x="2487683" y="3779057"/>
            <a:ext cx="4403770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5,17 × 10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22240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C6C24-1559-8313-1531-6CF82FEA05C7}"/>
              </a:ext>
            </a:extLst>
          </p:cNvPr>
          <p:cNvSpPr txBox="1"/>
          <p:nvPr/>
        </p:nvSpPr>
        <p:spPr>
          <a:xfrm>
            <a:off x="3252032" y="412209"/>
            <a:ext cx="182133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51,7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24D6E-3BCC-F8AA-C1EE-609600EE0A3B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5,71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67439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A9B4F-EB3C-8644-B14F-5EB3CEF2CD74}"/>
              </a:ext>
            </a:extLst>
          </p:cNvPr>
          <p:cNvSpPr txBox="1"/>
          <p:nvPr/>
        </p:nvSpPr>
        <p:spPr>
          <a:xfrm>
            <a:off x="3368249" y="412209"/>
            <a:ext cx="1588898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571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66AAD-597E-0F28-69D5-187ADFF0F952}"/>
              </a:ext>
            </a:extLst>
          </p:cNvPr>
          <p:cNvSpPr txBox="1"/>
          <p:nvPr/>
        </p:nvSpPr>
        <p:spPr>
          <a:xfrm>
            <a:off x="1485807" y="3779057"/>
            <a:ext cx="6407523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571 000 ÷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513366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V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1EA32-EF6E-D4EF-DFAD-E1F93360817D}"/>
              </a:ext>
            </a:extLst>
          </p:cNvPr>
          <p:cNvSpPr txBox="1"/>
          <p:nvPr/>
        </p:nvSpPr>
        <p:spPr>
          <a:xfrm>
            <a:off x="2549918" y="412209"/>
            <a:ext cx="322556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7200" dirty="0"/>
              <a:t>0,00 517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5770B-7E75-B4D2-8BC2-6EB3649E43CB}"/>
              </a:ext>
            </a:extLst>
          </p:cNvPr>
          <p:cNvSpPr txBox="1"/>
          <p:nvPr/>
        </p:nvSpPr>
        <p:spPr>
          <a:xfrm>
            <a:off x="2201548" y="3779057"/>
            <a:ext cx="4976041" cy="144655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sz="8800" dirty="0"/>
              <a:t>51,7 × 100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25868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90166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0,000 571</a:t>
                      </a:r>
                      <a:endParaRPr kumimoji="0" lang="en-GB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Q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0,00 517</a:t>
                      </a:r>
                      <a:endParaRPr kumimoji="0" lang="en-GB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W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57 100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517 000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5170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0,00 571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0,0517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0,517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5,17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57,1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3080915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197836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V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X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W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96846" y="54354"/>
            <a:ext cx="351230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351453"/>
              </p:ext>
            </p:extLst>
          </p:nvPr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6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29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282</Words>
  <Application>Microsoft Office PowerPoint</Application>
  <PresentationFormat>A4 Paper (210x297 mm)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375</cp:revision>
  <cp:lastPrinted>2023-07-25T11:10:43Z</cp:lastPrinted>
  <dcterms:created xsi:type="dcterms:W3CDTF">2017-01-17T16:57:04Z</dcterms:created>
  <dcterms:modified xsi:type="dcterms:W3CDTF">2024-08-29T08:34:26Z</dcterms:modified>
</cp:coreProperties>
</file>