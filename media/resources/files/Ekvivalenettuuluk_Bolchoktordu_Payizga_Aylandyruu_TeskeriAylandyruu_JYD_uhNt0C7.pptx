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1"/>
  </p:notesMasterIdLst>
  <p:sldIdLst>
    <p:sldId id="992" r:id="rId2"/>
    <p:sldId id="993" r:id="rId3"/>
    <p:sldId id="995" r:id="rId4"/>
    <p:sldId id="996" r:id="rId5"/>
    <p:sldId id="944" r:id="rId6"/>
    <p:sldId id="997" r:id="rId7"/>
    <p:sldId id="967" r:id="rId8"/>
    <p:sldId id="998" r:id="rId9"/>
    <p:sldId id="963" r:id="rId10"/>
    <p:sldId id="999" r:id="rId11"/>
    <p:sldId id="972" r:id="rId12"/>
    <p:sldId id="1000" r:id="rId13"/>
    <p:sldId id="973" r:id="rId14"/>
    <p:sldId id="1001" r:id="rId15"/>
    <p:sldId id="966" r:id="rId16"/>
    <p:sldId id="1002" r:id="rId17"/>
    <p:sldId id="974" r:id="rId18"/>
    <p:sldId id="1003" r:id="rId19"/>
    <p:sldId id="957" r:id="rId20"/>
    <p:sldId id="1004" r:id="rId21"/>
    <p:sldId id="970" r:id="rId22"/>
    <p:sldId id="1005" r:id="rId23"/>
    <p:sldId id="946" r:id="rId24"/>
    <p:sldId id="1006" r:id="rId25"/>
    <p:sldId id="958" r:id="rId26"/>
    <p:sldId id="1007" r:id="rId27"/>
    <p:sldId id="969" r:id="rId28"/>
    <p:sldId id="1008" r:id="rId29"/>
    <p:sldId id="975" r:id="rId30"/>
    <p:sldId id="1009" r:id="rId31"/>
    <p:sldId id="949" r:id="rId32"/>
    <p:sldId id="1010" r:id="rId33"/>
    <p:sldId id="952" r:id="rId34"/>
    <p:sldId id="1011" r:id="rId35"/>
    <p:sldId id="955" r:id="rId36"/>
    <p:sldId id="1012" r:id="rId37"/>
    <p:sldId id="971" r:id="rId38"/>
    <p:sldId id="833" r:id="rId39"/>
    <p:sldId id="1013" r:id="rId4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2"/>
    </p:embeddedFont>
    <p:embeddedFont>
      <p:font typeface="Bernard MT Condensed" panose="02050806060905020404" pitchFamily="18" charset="0"/>
      <p:regular r:id="rId43"/>
    </p:embeddedFont>
    <p:embeddedFont>
      <p:font typeface="Cambria Math" panose="02040503050406030204" pitchFamily="18" charset="0"/>
      <p:regular r:id="rId4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92"/>
          </p14:sldIdLst>
        </p14:section>
        <p14:section name="Титулдук слайд" id="{942499A6-327B-410B-9EF0-9C14FB66AB89}">
          <p14:sldIdLst>
            <p14:sldId id="993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67"/>
            <p14:sldId id="998"/>
            <p14:sldId id="963"/>
            <p14:sldId id="999"/>
            <p14:sldId id="972"/>
            <p14:sldId id="1000"/>
            <p14:sldId id="973"/>
            <p14:sldId id="1001"/>
            <p14:sldId id="966"/>
            <p14:sldId id="1002"/>
            <p14:sldId id="974"/>
            <p14:sldId id="1003"/>
            <p14:sldId id="957"/>
            <p14:sldId id="1004"/>
            <p14:sldId id="970"/>
            <p14:sldId id="1005"/>
            <p14:sldId id="946"/>
            <p14:sldId id="1006"/>
            <p14:sldId id="958"/>
            <p14:sldId id="1007"/>
            <p14:sldId id="969"/>
            <p14:sldId id="1008"/>
            <p14:sldId id="975"/>
            <p14:sldId id="1009"/>
            <p14:sldId id="949"/>
            <p14:sldId id="1010"/>
            <p14:sldId id="952"/>
            <p14:sldId id="1011"/>
            <p14:sldId id="955"/>
            <p14:sldId id="1012"/>
            <p14:sldId id="971"/>
            <p14:sldId id="833"/>
          </p14:sldIdLst>
        </p14:section>
        <p14:section name="Кайтарым байланыш" id="{03B37114-DCDE-48DC-B038-E57F20627236}">
          <p14:sldIdLst>
            <p14:sldId id="10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пайыздар–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537199" y="82008"/>
            <a:ext cx="9268884" cy="2378237"/>
            <a:chOff x="389677" y="1829441"/>
            <a:chExt cx="9268884" cy="23782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872483" y="1952790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89677" y="182944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550198" y="1487203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3" y="2797402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 жана пайыздарды бир -бирине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3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01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46337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76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514461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002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85893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85893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990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48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282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55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1264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969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706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25192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22%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25192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663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008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26479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26479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3661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4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6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517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954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9620148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9620148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1705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408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1121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1121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5934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09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894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17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870474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1.7%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870474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964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92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17.5%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22377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22377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5485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33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520424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520424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3021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617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901323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901323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124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82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9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11306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78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324</Words>
  <Application>Microsoft Office PowerPoint</Application>
  <PresentationFormat>A4 Paper (210x297 mm)</PresentationFormat>
  <Paragraphs>112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369</cp:revision>
  <cp:lastPrinted>2017-12-31T22:38:51Z</cp:lastPrinted>
  <dcterms:created xsi:type="dcterms:W3CDTF">2017-01-17T16:57:04Z</dcterms:created>
  <dcterms:modified xsi:type="dcterms:W3CDTF">2024-09-01T15:27:06Z</dcterms:modified>
</cp:coreProperties>
</file>