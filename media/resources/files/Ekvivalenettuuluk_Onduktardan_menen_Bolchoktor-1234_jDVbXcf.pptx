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4DDE3D0-C040-43F5-A64B-B8441042CBC4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" id="{A78D9305-6AAE-4715-A210-52F6908F30F7}">
          <p14:sldIdLst>
            <p14:sldId id="945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77679" y="283463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0,1ди бөлчөккө айландыр.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F88AE-0982-AC63-9551-52518F3A0AA6}"/>
              </a:ext>
            </a:extLst>
          </p:cNvPr>
          <p:cNvSpPr txBox="1"/>
          <p:nvPr/>
        </p:nvSpPr>
        <p:spPr>
          <a:xfrm>
            <a:off x="77679" y="1318397"/>
            <a:ext cx="2786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0,9ду бөлчөккө айландыр.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0381E7-ED93-BB29-7802-65C5A6DC22B2}"/>
              </a:ext>
            </a:extLst>
          </p:cNvPr>
          <p:cNvSpPr txBox="1"/>
          <p:nvPr/>
        </p:nvSpPr>
        <p:spPr>
          <a:xfrm>
            <a:off x="77679" y="2353332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0,5ти бөлчөккө айландыр.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494A02-DF1C-3FB6-7CE8-24AC6E88EC0A}"/>
              </a:ext>
            </a:extLst>
          </p:cNvPr>
          <p:cNvSpPr txBox="1"/>
          <p:nvPr/>
        </p:nvSpPr>
        <p:spPr>
          <a:xfrm>
            <a:off x="5048689" y="283463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0,2ди жөнөкөйлөтүлгөн бөлчөккө айландыр.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ACA702-FCF6-01E3-580B-68499802A318}"/>
              </a:ext>
            </a:extLst>
          </p:cNvPr>
          <p:cNvSpPr txBox="1"/>
          <p:nvPr/>
        </p:nvSpPr>
        <p:spPr>
          <a:xfrm>
            <a:off x="5048689" y="1318397"/>
            <a:ext cx="4666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0,14тү жөнөкөйлөтүлгөн бөлчөккө айландыр.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469104-B625-FDC1-98BC-5E845F5E6DB8}"/>
              </a:ext>
            </a:extLst>
          </p:cNvPr>
          <p:cNvSpPr txBox="1"/>
          <p:nvPr/>
        </p:nvSpPr>
        <p:spPr>
          <a:xfrm>
            <a:off x="5048689" y="2353332"/>
            <a:ext cx="3000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0,09ду бөлчөккө айландыр.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2E33E-78E0-5DA8-C292-CE20BB609A4C}"/>
              </a:ext>
            </a:extLst>
          </p:cNvPr>
          <p:cNvSpPr txBox="1"/>
          <p:nvPr/>
        </p:nvSpPr>
        <p:spPr>
          <a:xfrm>
            <a:off x="2864" y="3442298"/>
            <a:ext cx="4268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Ар бир ондукту жөнөкөй бөлчөк түрүндө </a:t>
            </a:r>
          </a:p>
          <a:p>
            <a:r>
              <a:rPr lang="ky-KG" dirty="0"/>
              <a:t>көрсөтүңүз.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9E585A-6BC9-E1C4-2F40-FB61D28315F1}"/>
              </a:ext>
            </a:extLst>
          </p:cNvPr>
          <p:cNvSpPr txBox="1"/>
          <p:nvPr/>
        </p:nvSpPr>
        <p:spPr>
          <a:xfrm>
            <a:off x="1183271" y="411563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0.28  =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B32EA6-8769-344A-87B5-ACDEEDF82DBC}"/>
              </a:ext>
            </a:extLst>
          </p:cNvPr>
          <p:cNvSpPr txBox="1"/>
          <p:nvPr/>
        </p:nvSpPr>
        <p:spPr>
          <a:xfrm>
            <a:off x="1183271" y="508821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0.45 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5FD18B-18E0-8857-726C-5B39EC598455}"/>
              </a:ext>
            </a:extLst>
          </p:cNvPr>
          <p:cNvSpPr txBox="1"/>
          <p:nvPr/>
        </p:nvSpPr>
        <p:spPr>
          <a:xfrm>
            <a:off x="1183271" y="60608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0.029 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B68D09-41D4-1737-1A1D-0246FCC24C6C}"/>
              </a:ext>
            </a:extLst>
          </p:cNvPr>
          <p:cNvSpPr txBox="1"/>
          <p:nvPr/>
        </p:nvSpPr>
        <p:spPr>
          <a:xfrm>
            <a:off x="4973875" y="3442298"/>
            <a:ext cx="4268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Ар бир ондукту жөнөкөй бөлчөк түрүндө </a:t>
            </a:r>
          </a:p>
          <a:p>
            <a:r>
              <a:rPr lang="ky-KG" dirty="0"/>
              <a:t>көрсөтүңүз.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28EEC5-CDCE-4A63-A199-C6CA2B117A61}"/>
              </a:ext>
            </a:extLst>
          </p:cNvPr>
          <p:cNvSpPr txBox="1"/>
          <p:nvPr/>
        </p:nvSpPr>
        <p:spPr>
          <a:xfrm>
            <a:off x="6154282" y="411563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1.35 =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ED8AE4-2277-2A81-C305-87DF74A7DD50}"/>
              </a:ext>
            </a:extLst>
          </p:cNvPr>
          <p:cNvSpPr txBox="1"/>
          <p:nvPr/>
        </p:nvSpPr>
        <p:spPr>
          <a:xfrm>
            <a:off x="6154282" y="508821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0.468  =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E0CA88-0507-CB5C-E401-16D812B34548}"/>
              </a:ext>
            </a:extLst>
          </p:cNvPr>
          <p:cNvSpPr txBox="1"/>
          <p:nvPr/>
        </p:nvSpPr>
        <p:spPr>
          <a:xfrm>
            <a:off x="6154282" y="60608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0.375  = </a:t>
            </a:r>
          </a:p>
        </p:txBody>
      </p:sp>
    </p:spTree>
    <p:extLst>
      <p:ext uri="{BB962C8B-B14F-4D97-AF65-F5344CB8AC3E}">
        <p14:creationId xmlns:p14="http://schemas.microsoft.com/office/powerpoint/2010/main" val="424565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2960258" y="155259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258" y="155259"/>
                <a:ext cx="527709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41CF82-300C-51F0-FB79-0D69E23C6904}"/>
                  </a:ext>
                </a:extLst>
              </p:cNvPr>
              <p:cNvSpPr txBox="1"/>
              <p:nvPr/>
            </p:nvSpPr>
            <p:spPr>
              <a:xfrm>
                <a:off x="3166829" y="1210177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41CF82-300C-51F0-FB79-0D69E23C6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829" y="1210177"/>
                <a:ext cx="527709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F558CC-9ABC-E8B5-5AB4-32FA43826AC1}"/>
                  </a:ext>
                </a:extLst>
              </p:cNvPr>
              <p:cNvSpPr txBox="1"/>
              <p:nvPr/>
            </p:nvSpPr>
            <p:spPr>
              <a:xfrm>
                <a:off x="3166829" y="2203740"/>
                <a:ext cx="1005212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F558CC-9ABC-E8B5-5AB4-32FA43826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829" y="2203740"/>
                <a:ext cx="1005212" cy="676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E497F6-9401-50E3-DB79-C925F48873CA}"/>
                  </a:ext>
                </a:extLst>
              </p:cNvPr>
              <p:cNvSpPr txBox="1"/>
              <p:nvPr/>
            </p:nvSpPr>
            <p:spPr>
              <a:xfrm>
                <a:off x="8967126" y="599708"/>
                <a:ext cx="385042" cy="6705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E497F6-9401-50E3-DB79-C925F4887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126" y="599708"/>
                <a:ext cx="385042" cy="670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0EBE92-0C0C-7230-16D4-5E38D832621B}"/>
                  </a:ext>
                </a:extLst>
              </p:cNvPr>
              <p:cNvSpPr txBox="1"/>
              <p:nvPr/>
            </p:nvSpPr>
            <p:spPr>
              <a:xfrm>
                <a:off x="9159647" y="1524623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0EBE92-0C0C-7230-16D4-5E38D8326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647" y="1524623"/>
                <a:ext cx="527709" cy="6705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500DD6-302B-07A3-2257-82CB27B1AA27}"/>
                  </a:ext>
                </a:extLst>
              </p:cNvPr>
              <p:cNvSpPr txBox="1"/>
              <p:nvPr/>
            </p:nvSpPr>
            <p:spPr>
              <a:xfrm>
                <a:off x="7894053" y="2483461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500DD6-302B-07A3-2257-82CB27B1A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053" y="2483461"/>
                <a:ext cx="670376" cy="6705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F1C448-CC23-C771-DF23-B7EC98F2571C}"/>
                  </a:ext>
                </a:extLst>
              </p:cNvPr>
              <p:cNvSpPr txBox="1"/>
              <p:nvPr/>
            </p:nvSpPr>
            <p:spPr>
              <a:xfrm>
                <a:off x="2052169" y="3966038"/>
                <a:ext cx="527709" cy="6685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F1C448-CC23-C771-DF23-B7EC98F25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169" y="3966038"/>
                <a:ext cx="527709" cy="6685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FC6732B-5CF2-235F-5B41-28868A01F6E0}"/>
                  </a:ext>
                </a:extLst>
              </p:cNvPr>
              <p:cNvSpPr txBox="1"/>
              <p:nvPr/>
            </p:nvSpPr>
            <p:spPr>
              <a:xfrm>
                <a:off x="2077106" y="4938627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FC6732B-5CF2-235F-5B41-28868A01F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06" y="4938627"/>
                <a:ext cx="527709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AE6E40-270B-262E-0EE3-1FA793880CFE}"/>
                  </a:ext>
                </a:extLst>
              </p:cNvPr>
              <p:cNvSpPr txBox="1"/>
              <p:nvPr/>
            </p:nvSpPr>
            <p:spPr>
              <a:xfrm>
                <a:off x="2170833" y="5911216"/>
                <a:ext cx="813043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AE6E40-270B-262E-0EE3-1FA793880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833" y="5911216"/>
                <a:ext cx="813043" cy="6768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D25DC57-6AAA-E046-31C4-8E8D4A1F5CC6}"/>
                  </a:ext>
                </a:extLst>
              </p:cNvPr>
              <p:cNvSpPr txBox="1"/>
              <p:nvPr/>
            </p:nvSpPr>
            <p:spPr>
              <a:xfrm>
                <a:off x="7032705" y="3966038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D25DC57-6AAA-E046-31C4-8E8D4A1F5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705" y="3966038"/>
                <a:ext cx="527709" cy="670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2FF20E-97E4-D458-4BED-2DFEA2B34219}"/>
                  </a:ext>
                </a:extLst>
              </p:cNvPr>
              <p:cNvSpPr txBox="1"/>
              <p:nvPr/>
            </p:nvSpPr>
            <p:spPr>
              <a:xfrm>
                <a:off x="7119658" y="4938627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117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2FF20E-97E4-D458-4BED-2DFEA2B34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658" y="4938627"/>
                <a:ext cx="670376" cy="67056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B6EA78-7347-BDD9-A03D-FCC6A32FFB80}"/>
                  </a:ext>
                </a:extLst>
              </p:cNvPr>
              <p:cNvSpPr txBox="1"/>
              <p:nvPr/>
            </p:nvSpPr>
            <p:spPr>
              <a:xfrm>
                <a:off x="7119658" y="5911216"/>
                <a:ext cx="385041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B6EA78-7347-BDD9-A03D-FCC6A32FF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658" y="5911216"/>
                <a:ext cx="385041" cy="6705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7B92691-BE8B-D319-EF54-EFF6EE0FEBCF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D9772DA-5408-54E9-8CE6-89EB29D0FCB9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0ADA53E-E607-28CA-C970-228894E18C53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8BA4BF-B228-D3E8-176E-A3B88DEF1CC1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92B8CA-7AC4-A225-7E17-DE070E1F4633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831D42-4A12-1ED7-37C1-DB77ED75FCF5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8A879C-5EB3-8073-41BD-A259D950B8EB}"/>
              </a:ext>
            </a:extLst>
          </p:cNvPr>
          <p:cNvSpPr txBox="1"/>
          <p:nvPr/>
        </p:nvSpPr>
        <p:spPr>
          <a:xfrm>
            <a:off x="77679" y="283463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0,1ди бөлчөккө айландыр.</a:t>
            </a:r>
            <a:endParaRPr lang="en-GB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E6573F-7CB0-58EC-4E11-FB291ACCDCE9}"/>
              </a:ext>
            </a:extLst>
          </p:cNvPr>
          <p:cNvSpPr txBox="1"/>
          <p:nvPr/>
        </p:nvSpPr>
        <p:spPr>
          <a:xfrm>
            <a:off x="77679" y="1318397"/>
            <a:ext cx="2895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0,9ду бөлчөккө айландырю</a:t>
            </a:r>
            <a:endParaRPr lang="en-GB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C353D9-F516-8A37-47A6-3188B6B4E183}"/>
              </a:ext>
            </a:extLst>
          </p:cNvPr>
          <p:cNvSpPr txBox="1"/>
          <p:nvPr/>
        </p:nvSpPr>
        <p:spPr>
          <a:xfrm>
            <a:off x="77679" y="2353332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0,5ти бөлчөккө айландырю</a:t>
            </a:r>
            <a:endParaRPr lang="en-GB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0242E5-97E2-C19B-AAAB-043453185BA2}"/>
              </a:ext>
            </a:extLst>
          </p:cNvPr>
          <p:cNvSpPr txBox="1"/>
          <p:nvPr/>
        </p:nvSpPr>
        <p:spPr>
          <a:xfrm>
            <a:off x="5048689" y="283463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0,2ди жөнөкөйлөтүлгөн бөлчөккө айландыр.</a:t>
            </a:r>
            <a:endParaRPr lang="en-GB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CAF853-F079-B7BB-1BC4-40BEC5360140}"/>
              </a:ext>
            </a:extLst>
          </p:cNvPr>
          <p:cNvSpPr txBox="1"/>
          <p:nvPr/>
        </p:nvSpPr>
        <p:spPr>
          <a:xfrm>
            <a:off x="5056238" y="1216586"/>
            <a:ext cx="4666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0,14тү жөнөкөйлөтүлгөн бөлчөккө айландыр.</a:t>
            </a:r>
            <a:endParaRPr lang="en-GB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FC452C-15CD-B4C5-1B67-E63C228F55A4}"/>
              </a:ext>
            </a:extLst>
          </p:cNvPr>
          <p:cNvSpPr txBox="1"/>
          <p:nvPr/>
        </p:nvSpPr>
        <p:spPr>
          <a:xfrm>
            <a:off x="5048689" y="2353332"/>
            <a:ext cx="3000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0,09ду бөлчөккө айландыр.</a:t>
            </a:r>
            <a:endParaRPr lang="en-GB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61DB09-E1B8-8462-61A7-C596F6995D8E}"/>
              </a:ext>
            </a:extLst>
          </p:cNvPr>
          <p:cNvSpPr txBox="1"/>
          <p:nvPr/>
        </p:nvSpPr>
        <p:spPr>
          <a:xfrm>
            <a:off x="2864" y="3442298"/>
            <a:ext cx="4268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Ар бир ондукту жөнөкөй бөлчөк түрүндө </a:t>
            </a:r>
          </a:p>
          <a:p>
            <a:r>
              <a:rPr lang="ky-KG" dirty="0"/>
              <a:t>көрсөтүңүз.</a:t>
            </a:r>
            <a:endParaRPr lang="en-GB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0A7792-4057-3794-CD51-F0D7B18A7717}"/>
              </a:ext>
            </a:extLst>
          </p:cNvPr>
          <p:cNvSpPr txBox="1"/>
          <p:nvPr/>
        </p:nvSpPr>
        <p:spPr>
          <a:xfrm>
            <a:off x="1183271" y="411563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0.28  =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1E7BF6-B2CC-8DD5-48AB-A9967B458613}"/>
              </a:ext>
            </a:extLst>
          </p:cNvPr>
          <p:cNvSpPr txBox="1"/>
          <p:nvPr/>
        </p:nvSpPr>
        <p:spPr>
          <a:xfrm>
            <a:off x="1183271" y="508821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0.45  =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872CCF-1322-63D2-CAEF-4ACF8EB67179}"/>
              </a:ext>
            </a:extLst>
          </p:cNvPr>
          <p:cNvSpPr txBox="1"/>
          <p:nvPr/>
        </p:nvSpPr>
        <p:spPr>
          <a:xfrm>
            <a:off x="1183271" y="60608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0.029  =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340F2C-C30D-884C-F3D6-257EA03F1081}"/>
              </a:ext>
            </a:extLst>
          </p:cNvPr>
          <p:cNvSpPr txBox="1"/>
          <p:nvPr/>
        </p:nvSpPr>
        <p:spPr>
          <a:xfrm>
            <a:off x="4973875" y="3442298"/>
            <a:ext cx="4268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Ар бир ондукту жөнөкөй бөлчөк түрүндө </a:t>
            </a:r>
          </a:p>
          <a:p>
            <a:r>
              <a:rPr lang="ky-KG" dirty="0"/>
              <a:t>көрсөтүңүз.</a:t>
            </a:r>
            <a:endParaRPr lang="en-GB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8A1E20-3E04-061C-D633-0572A2B4F273}"/>
              </a:ext>
            </a:extLst>
          </p:cNvPr>
          <p:cNvSpPr txBox="1"/>
          <p:nvPr/>
        </p:nvSpPr>
        <p:spPr>
          <a:xfrm>
            <a:off x="6154282" y="411563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1.35 =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0439C44-94F5-7913-3940-A1707088B997}"/>
              </a:ext>
            </a:extLst>
          </p:cNvPr>
          <p:cNvSpPr txBox="1"/>
          <p:nvPr/>
        </p:nvSpPr>
        <p:spPr>
          <a:xfrm>
            <a:off x="6154282" y="508821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0.468  =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A5B3E7B-F5AD-B9D5-7720-D601D4E3893A}"/>
              </a:ext>
            </a:extLst>
          </p:cNvPr>
          <p:cNvSpPr txBox="1"/>
          <p:nvPr/>
        </p:nvSpPr>
        <p:spPr>
          <a:xfrm>
            <a:off x="6154282" y="60608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0.375  = 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0" grpId="0" animBg="1"/>
      <p:bldP spid="12" grpId="0" animBg="1"/>
      <p:bldP spid="18" grpId="0" animBg="1"/>
      <p:bldP spid="22" grpId="0" animBg="1"/>
      <p:bldP spid="25" grpId="0" animBg="1"/>
      <p:bldP spid="29" grpId="0" animBg="1"/>
      <p:bldP spid="35" grpId="0" animBg="1"/>
      <p:bldP spid="38" grpId="0" animBg="1"/>
      <p:bldP spid="41" grpId="0" animBg="1"/>
      <p:bldP spid="43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43432D-A516-4F21-EAE8-B2EB66BE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0908" y="1052140"/>
            <a:ext cx="6743543" cy="4781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EE8C87-5DAB-7431-D87C-C9B27ABBE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3368" y="980909"/>
            <a:ext cx="6743543" cy="478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7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10584</TotalTime>
  <Words>187</Words>
  <Application>Microsoft Office PowerPoint</Application>
  <PresentationFormat>A4 Paper (210x297 mm)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547</cp:revision>
  <cp:lastPrinted>2017-12-31T22:38:51Z</cp:lastPrinted>
  <dcterms:created xsi:type="dcterms:W3CDTF">2017-01-17T16:57:04Z</dcterms:created>
  <dcterms:modified xsi:type="dcterms:W3CDTF">2024-08-29T03:20:54Z</dcterms:modified>
</cp:coreProperties>
</file>