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4" r:id="rId3"/>
    <p:sldId id="946" r:id="rId21"/>
    <p:sldId id="943" r:id="rId4"/>
    <p:sldId id="947" r:id="rId22"/>
    <p:sldId id="945" r:id="rId5"/>
    <p:sldId id="948" r:id="rId23"/>
    <p:sldId id="938" r:id="rId6"/>
  </p:sldIdLst>
  <p:sldSz cx="9906000" cy="6858000" type="A4"/>
  <p:notesSz cx="7104063" cy="10234613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 Math" panose="02040503050406030204" pitchFamily="18" charset="0"/>
      <p:regular r:id="rId12"/>
    </p:embeddedFont>
    <p:embeddedFont>
      <p:font typeface="Helvetica" panose="020B0604020202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To Display" id="{059544AC-2C27-45B1-9F95-F87DF8854DD6}">
          <p14:sldIdLst>
            <p14:sldId id="944"/>
          </p14:sldIdLst>
        </p14:section>
        <p14:section name="Answers" id="{1FEDB314-42DC-4694-9B04-D4A4AAE625F7}">
          <p14:sldIdLst>
            <p14:sldId id="943"/>
          </p14:sldIdLst>
        </p14:section>
        <p14:section name="Worksheets" id="{A78D9305-6AAE-4715-A210-52F6908F30F7}">
          <p14:sldIdLst>
            <p14:sldId id="945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13/07/2023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800" u="none" dirty="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тартиби: Өзүң түз</a:t>
            </a:r>
            <a:endParaRPr lang="ky-KG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БККК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4 – ABC</a:t>
            </a:r>
            <a:endParaRPr lang="ky-KG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 көбөйтүүнү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көбөйтүү бөлүү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Негизги амалдардын тартиби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(12−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198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6436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495" y="371345"/>
                <a:ext cx="1416157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363" y="371345"/>
                <a:ext cx="186519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/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(12−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31" y="3812814"/>
                <a:ext cx="2668487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/>
              <p:nvPr/>
            </p:nvSpPr>
            <p:spPr>
              <a:xfrm>
                <a:off x="3914823" y="3782694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823" y="3782694"/>
                <a:ext cx="90813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474" y="3812814"/>
                <a:ext cx="2610971" cy="670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10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/>
              <p:nvPr/>
            </p:nvSpPr>
            <p:spPr>
              <a:xfrm>
                <a:off x="8770764" y="3924010"/>
                <a:ext cx="96744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64" y="3924010"/>
                <a:ext cx="96744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 animBg="1"/>
      <p:bldP spid="16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817981-6064-4483-AE2E-2FE562A4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16200000">
            <a:off x="-683961" y="1700652"/>
            <a:ext cx="4944618" cy="34566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BA3958-B7AB-45C6-B1C0-057B40E3E86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16200000">
            <a:off x="4269039" y="1700652"/>
            <a:ext cx="4944618" cy="3456696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3516696" y="956691"/>
            <a:ext cx="0" cy="494461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6200000">
            <a:off x="1747539" y="2785848"/>
            <a:ext cx="4944618" cy="128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1">
                <a:latin typeface="Calibri"/>
              </a:rPr>
              <a:t>⑤ Create: Use the numbers 4, 2, 3 and 6 and any operations to make an expression equal to 10.</a:t>
            </a:r>
          </a:p>
          <a:p>
            <a:pPr algn="l">
              <a:spcBef>
                <a:spcPts val="500"/>
              </a:spcBef>
            </a:pPr>
            <a:r>
              <a:rPr sz="1100" b="0">
                <a:latin typeface="Calibri"/>
              </a:rPr>
              <a:t>Each number once.  ________________________________ = 10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E5496"/>
                </a:solidFill>
                <a:latin typeface="Calibri"/>
              </a:rPr>
              <a:t>Make another one using brackets.  ______________________ = 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69696" y="956691"/>
            <a:ext cx="0" cy="494461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16200000">
            <a:off x="6700539" y="2785848"/>
            <a:ext cx="4944618" cy="128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1">
                <a:latin typeface="Calibri"/>
              </a:rPr>
              <a:t>⑤ Create: Use the numbers 4, 2, 3 and 6 and any operations to make an expression equal to 10.</a:t>
            </a:r>
          </a:p>
          <a:p>
            <a:pPr algn="l">
              <a:spcBef>
                <a:spcPts val="500"/>
              </a:spcBef>
            </a:pPr>
            <a:r>
              <a:rPr sz="1100" b="0">
                <a:latin typeface="Calibri"/>
              </a:rPr>
              <a:t>Each number once.  ________________________________ = 10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2E5496"/>
                </a:solidFill>
                <a:latin typeface="Calibri"/>
              </a:rPr>
              <a:t>Make another one using brackets.  ______________________ = 10</a:t>
            </a:r>
          </a:p>
        </p:txBody>
      </p:sp>
    </p:spTree>
    <p:extLst>
      <p:ext uri="{BB962C8B-B14F-4D97-AF65-F5344CB8AC3E}">
        <p14:creationId xmlns:p14="http://schemas.microsoft.com/office/powerpoint/2010/main" val="12748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Суроолор барбы?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Комментарийлер?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…же ката таптыңызбы!?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Баардык учун рахмат айтабыз.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Сураныч, электрондук кат жөнөтүңүз:</a:t>
            </a:r>
            <a:endParaRPr lang="en-US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en-US" sz="2000" b="1" i="0">
                <a:solidFill>
                  <a:srgbClr val="44474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mathtrainer2022@gmail.com</a:t>
            </a:r>
            <a:endParaRPr lang="ru-RU" sz="2000" b="1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78" y="6707"/>
            <a:ext cx="4000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/>
              <a:t>Түз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latin typeface="Calibri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87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/>
              <a:t>4, 2, 3 жана 6 сандарын жана каалаган амалдарды колдонуп, жообу 10 болгон мисал түз.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560000"/>
            <a:ext cx="87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E5496"/>
                </a:solidFill>
              </a:rPr>
              <a:t>Дагы бир мисал түз: кашааларды колдон.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000000"/>
            <a:ext cx="8700000" cy="3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D99AA"/>
                </a:solidFill>
              </a:rPr>
              <a:t>Ар бир сан бир жолу гана колдонулат.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0000" y="29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0000" y="36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0000" y="43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0000" y="50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0000" y="57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78" y="6707"/>
            <a:ext cx="4000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/>
              <a:t>Create: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latin typeface="Calibri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87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/>
              <a:t>Use the numbers 4, 2, 3 and 6 and any operations to make an expression equal to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560000"/>
            <a:ext cx="87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E5496"/>
                </a:solidFill>
              </a:rPr>
              <a:t>Make another one using brackets.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000000"/>
            <a:ext cx="8700000" cy="3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D99AA"/>
                </a:solidFill>
              </a:rPr>
              <a:t>Use each number exactly once.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0000" y="29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0000" y="36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0000" y="43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0000" y="50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0000" y="5700000"/>
            <a:ext cx="85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50000"/>
            <a:ext cx="9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/>
              <a:t>Мугалим үчүн: жооптор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00" y="800000"/>
            <a:ext cx="45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5496"/>
                </a:solidFill>
              </a:rPr>
              <a:t>Эсептеңиз</a:t>
            </a:r>
          </a:p>
          <a:p>
            <a:pPr algn="l"/>
            <a:r>
              <a:rPr sz="2200" b="0"/>
              <a:t>①  10 − 2 × 4 = 2</a:t>
            </a:r>
          </a:p>
          <a:p>
            <a:pPr algn="l"/>
            <a:r>
              <a:rPr sz="2200" b="0"/>
              <a:t>②  12 ÷ 2 + 4 × 3 = 18</a:t>
            </a:r>
          </a:p>
          <a:p>
            <a:pPr algn="l"/>
            <a:r>
              <a:rPr sz="2200" b="0"/>
              <a:t>③  12 + 8 ÷ (12 − 4 × 2) = 14</a:t>
            </a:r>
          </a:p>
          <a:p>
            <a:pPr algn="l"/>
            <a:r>
              <a:rPr sz="2200" b="0"/>
              <a:t>④  (3 + 3 × 7) ÷ 3 − 2 × 4 − 3 = −3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000" y="800000"/>
            <a:ext cx="4600000" cy="5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5496"/>
                </a:solidFill>
              </a:rPr>
              <a:t>⑤ Түз: мисал чечимдер (= 10)</a:t>
            </a:r>
          </a:p>
          <a:p>
            <a:pPr algn="l"/>
            <a:r>
              <a:rPr sz="2200" b="0"/>
              <a:t>4 × 2 + 6 ÷ 3 = 10</a:t>
            </a:r>
          </a:p>
          <a:p>
            <a:pPr algn="l"/>
            <a:r>
              <a:rPr sz="2200" b="0"/>
              <a:t>3 × 6 − 4 × 2 = 10</a:t>
            </a:r>
          </a:p>
          <a:p>
            <a:pPr algn="l"/>
            <a:r>
              <a:rPr sz="2200" b="0"/>
              <a:t>2 + 4 × 6 ÷ 3 = 10</a:t>
            </a:r>
          </a:p>
          <a:p>
            <a:pPr algn="l"/>
            <a:r>
              <a:rPr sz="2200" b="0"/>
              <a:t>4 + 3 + 6 ÷ 2 = 10</a:t>
            </a:r>
          </a:p>
          <a:p>
            <a:pPr algn="l"/>
            <a:r>
              <a:rPr sz="2200" b="0"/>
              <a:t>6 + 4 × (3 − 2) = 10</a:t>
            </a:r>
          </a:p>
          <a:p>
            <a:pPr algn="l"/>
            <a:r>
              <a:rPr sz="2200" b="0"/>
              <a:t>(6 − 3) × 2 + 4 = 10</a:t>
            </a:r>
          </a:p>
          <a:p>
            <a:pPr algn="l"/>
            <a:r>
              <a:rPr sz="2200" b="0"/>
              <a:t>6 ÷ (3 − 2) + 4 = 10</a:t>
            </a:r>
          </a:p>
          <a:p>
            <a:pPr algn="l"/>
            <a:r>
              <a:rPr sz="2200" b="0"/>
              <a:t>2 × (6 + 3 − 4) =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3000" y="800000"/>
            <a:ext cx="0" cy="560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10524</TotalTime>
  <Words>119</Words>
  <Application>Microsoft Office PowerPoint</Application>
  <PresentationFormat>A4 Paper (210x297 mm)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Helvetica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515</cp:revision>
  <cp:lastPrinted>2017-12-31T22:38:51Z</cp:lastPrinted>
  <dcterms:created xsi:type="dcterms:W3CDTF">2017-01-17T16:57:04Z</dcterms:created>
  <dcterms:modified xsi:type="dcterms:W3CDTF">2023-07-13T09:02:14Z</dcterms:modified>
</cp:coreProperties>
</file>