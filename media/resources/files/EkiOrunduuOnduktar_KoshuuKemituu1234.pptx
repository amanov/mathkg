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  <p:sldMasterId id="2147483719" r:id="rId3"/>
  </p:sldMasterIdLst>
  <p:notesMasterIdLst>
    <p:notesMasterId r:id="rId9"/>
  </p:notesMasterIdLst>
  <p:sldIdLst>
    <p:sldId id="947" r:id="rId4"/>
    <p:sldId id="944" r:id="rId5"/>
    <p:sldId id="943" r:id="rId6"/>
    <p:sldId id="945" r:id="rId7"/>
    <p:sldId id="948" r:id="rId8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47"/>
          </p14:sldIdLst>
        </p14:section>
        <p14:section name="Көрсөтүү" id="{059544AC-2C27-45B1-9F95-F87DF8854DD6}">
          <p14:sldIdLst>
            <p14:sldId id="944"/>
          </p14:sldIdLst>
        </p14:section>
        <p14:section name="Жообу" id="{1FEDB314-42DC-4694-9B04-D4A4AAE625F7}">
          <p14:sldIdLst>
            <p14:sldId id="943"/>
          </p14:sldIdLst>
        </p14:section>
        <p14:section name="Иш кагаздар" id="{A78D9305-6AAE-4715-A210-52F6908F30F7}">
          <p14:sldIdLst>
            <p14:sldId id="945"/>
          </p14:sldIdLst>
        </p14:section>
        <p14:section name="Кайтарым байланыш" id="{F3D720CF-F566-46A6-9361-125255B68FA6}">
          <p14:sldIdLst>
            <p14:sldId id="94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4999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9" d="100"/>
          <a:sy n="69" d="100"/>
        </p:scale>
        <p:origin x="1410" y="6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viewProps" Target="viewProps.xml"/><Relationship Id="rId5" Type="http://schemas.openxmlformats.org/officeDocument/2006/relationships/slide" Target="slides/slide2.xml"/><Relationship Id="rId1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03/06/2024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8844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3889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6963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8707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423AB513-652E-C3BF-2C4E-383119CB0C3B}"/>
              </a:ext>
            </a:extLst>
          </p:cNvPr>
          <p:cNvSpPr txBox="1">
            <a:spLocks/>
          </p:cNvSpPr>
          <p:nvPr/>
        </p:nvSpPr>
        <p:spPr>
          <a:xfrm>
            <a:off x="74930" y="1767839"/>
            <a:ext cx="9292590" cy="404336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Эки орундуу ондуктар Кошуу жана кемитүү– 1234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Проектордо чагылдырып койсо болот же принтерден чыгарып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таркатып койсо болот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02B12FE2-8A2D-1F09-EA87-1A4639F06177}"/>
              </a:ext>
            </a:extLst>
          </p:cNvPr>
          <p:cNvSpPr txBox="1">
            <a:spLocks/>
          </p:cNvSpPr>
          <p:nvPr/>
        </p:nvSpPr>
        <p:spPr>
          <a:xfrm>
            <a:off x="426720" y="26955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958182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BAA9CE-D193-47DD-BE65-1AF84E30DE53}"/>
              </a:ext>
            </a:extLst>
          </p:cNvPr>
          <p:cNvCxnSpPr>
            <a:cxnSpLocks/>
          </p:cNvCxnSpPr>
          <p:nvPr/>
        </p:nvCxnSpPr>
        <p:spPr>
          <a:xfrm>
            <a:off x="4953000" y="-8791"/>
            <a:ext cx="0" cy="6866791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2236D4-0054-4ED5-8FBC-824B234FEBA0}"/>
              </a:ext>
            </a:extLst>
          </p:cNvPr>
          <p:cNvCxnSpPr>
            <a:cxnSpLocks/>
          </p:cNvCxnSpPr>
          <p:nvPr/>
        </p:nvCxnSpPr>
        <p:spPr>
          <a:xfrm flipH="1">
            <a:off x="0" y="3429000"/>
            <a:ext cx="99060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ECB9742-88CC-40B3-B3DD-9DCD4BC07A47}"/>
              </a:ext>
            </a:extLst>
          </p:cNvPr>
          <p:cNvSpPr txBox="1"/>
          <p:nvPr/>
        </p:nvSpPr>
        <p:spPr>
          <a:xfrm>
            <a:off x="1616938" y="504349"/>
            <a:ext cx="15792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/>
              <a:t>0,16 + 0,23 =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25D0E11-A039-4717-B475-46A31B5D1EAC}"/>
              </a:ext>
            </a:extLst>
          </p:cNvPr>
          <p:cNvSpPr txBox="1"/>
          <p:nvPr/>
        </p:nvSpPr>
        <p:spPr>
          <a:xfrm>
            <a:off x="11178" y="6707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4B59711-1E13-476D-8D5A-656CA39EAB0B}"/>
              </a:ext>
            </a:extLst>
          </p:cNvPr>
          <p:cNvSpPr txBox="1"/>
          <p:nvPr/>
        </p:nvSpPr>
        <p:spPr>
          <a:xfrm>
            <a:off x="-8341" y="3042133"/>
            <a:ext cx="593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4755514-76BC-403D-A0F3-6171806C9378}"/>
              </a:ext>
            </a:extLst>
          </p:cNvPr>
          <p:cNvSpPr txBox="1"/>
          <p:nvPr/>
        </p:nvSpPr>
        <p:spPr>
          <a:xfrm>
            <a:off x="4924142" y="304213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70C037-0EE2-4F4C-9F28-A0677567F837}"/>
              </a:ext>
            </a:extLst>
          </p:cNvPr>
          <p:cNvSpPr txBox="1"/>
          <p:nvPr/>
        </p:nvSpPr>
        <p:spPr>
          <a:xfrm>
            <a:off x="-8341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C3B5B4-D0B7-49F2-ABBE-D42CC1F94024}"/>
              </a:ext>
            </a:extLst>
          </p:cNvPr>
          <p:cNvSpPr txBox="1"/>
          <p:nvPr/>
        </p:nvSpPr>
        <p:spPr>
          <a:xfrm>
            <a:off x="4924142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④</a:t>
            </a:r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F38784-A260-A1B5-0BA5-32D8E85A128F}"/>
              </a:ext>
            </a:extLst>
          </p:cNvPr>
          <p:cNvSpPr txBox="1"/>
          <p:nvPr/>
        </p:nvSpPr>
        <p:spPr>
          <a:xfrm>
            <a:off x="1616938" y="1851011"/>
            <a:ext cx="15792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/>
              <a:t>0,86 − 0,24 =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566FA1-12DD-4E62-FC2E-F7587369DA22}"/>
              </a:ext>
            </a:extLst>
          </p:cNvPr>
          <p:cNvSpPr txBox="1"/>
          <p:nvPr/>
        </p:nvSpPr>
        <p:spPr>
          <a:xfrm>
            <a:off x="6579636" y="504349"/>
            <a:ext cx="15792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/>
              <a:t>0,28 + 0,34 =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897353-727C-5BF2-8EFC-E4A896F86155}"/>
              </a:ext>
            </a:extLst>
          </p:cNvPr>
          <p:cNvSpPr txBox="1"/>
          <p:nvPr/>
        </p:nvSpPr>
        <p:spPr>
          <a:xfrm>
            <a:off x="4973876" y="6707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0DC0B5-F549-AF68-E215-EB794DF496B5}"/>
              </a:ext>
            </a:extLst>
          </p:cNvPr>
          <p:cNvSpPr txBox="1"/>
          <p:nvPr/>
        </p:nvSpPr>
        <p:spPr>
          <a:xfrm>
            <a:off x="6579636" y="1851011"/>
            <a:ext cx="15792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/>
              <a:t>0,43 − 0,07 =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9A719E-785F-3ECA-2CC9-248B95B463AF}"/>
              </a:ext>
            </a:extLst>
          </p:cNvPr>
          <p:cNvSpPr txBox="1"/>
          <p:nvPr/>
        </p:nvSpPr>
        <p:spPr>
          <a:xfrm>
            <a:off x="1049474" y="3937505"/>
            <a:ext cx="21467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/>
              <a:t>2,37 + 1,18 + 0,2 =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E47D14-445D-A669-AFFC-2BA6180B114E}"/>
              </a:ext>
            </a:extLst>
          </p:cNvPr>
          <p:cNvSpPr txBox="1"/>
          <p:nvPr/>
        </p:nvSpPr>
        <p:spPr>
          <a:xfrm>
            <a:off x="11178" y="3439863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3B1557-F973-AEC8-119E-F87958714AE4}"/>
              </a:ext>
            </a:extLst>
          </p:cNvPr>
          <p:cNvSpPr txBox="1"/>
          <p:nvPr/>
        </p:nvSpPr>
        <p:spPr>
          <a:xfrm>
            <a:off x="1616938" y="5284167"/>
            <a:ext cx="15792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/>
              <a:t>6,45 − 3,58 =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12073B-973A-ED46-764D-B3AAE4FDCEDC}"/>
              </a:ext>
            </a:extLst>
          </p:cNvPr>
          <p:cNvSpPr txBox="1"/>
          <p:nvPr/>
        </p:nvSpPr>
        <p:spPr>
          <a:xfrm>
            <a:off x="6449792" y="3937505"/>
            <a:ext cx="17091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/>
              <a:t>8,52 + 3,791 =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273B5AF-1825-26B2-676C-486E937DFF79}"/>
              </a:ext>
            </a:extLst>
          </p:cNvPr>
          <p:cNvSpPr txBox="1"/>
          <p:nvPr/>
        </p:nvSpPr>
        <p:spPr>
          <a:xfrm>
            <a:off x="4973876" y="3439863"/>
            <a:ext cx="13143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  <a:p>
            <a:endParaRPr lang="en-GB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0A01C95-0DC4-7117-3030-754E08505500}"/>
              </a:ext>
            </a:extLst>
          </p:cNvPr>
          <p:cNvSpPr txBox="1"/>
          <p:nvPr/>
        </p:nvSpPr>
        <p:spPr>
          <a:xfrm>
            <a:off x="5683786" y="5284167"/>
            <a:ext cx="29738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/>
              <a:t>7,63 − 1,85 + 1,5 – 0,003 = </a:t>
            </a:r>
          </a:p>
        </p:txBody>
      </p:sp>
    </p:spTree>
    <p:extLst>
      <p:ext uri="{BB962C8B-B14F-4D97-AF65-F5344CB8AC3E}">
        <p14:creationId xmlns:p14="http://schemas.microsoft.com/office/powerpoint/2010/main" val="338644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BAA9CE-D193-47DD-BE65-1AF84E30DE53}"/>
              </a:ext>
            </a:extLst>
          </p:cNvPr>
          <p:cNvCxnSpPr>
            <a:cxnSpLocks/>
          </p:cNvCxnSpPr>
          <p:nvPr/>
        </p:nvCxnSpPr>
        <p:spPr>
          <a:xfrm>
            <a:off x="4953000" y="-8791"/>
            <a:ext cx="0" cy="6866791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2236D4-0054-4ED5-8FBC-824B234FEBA0}"/>
              </a:ext>
            </a:extLst>
          </p:cNvPr>
          <p:cNvCxnSpPr>
            <a:cxnSpLocks/>
          </p:cNvCxnSpPr>
          <p:nvPr/>
        </p:nvCxnSpPr>
        <p:spPr>
          <a:xfrm flipH="1">
            <a:off x="0" y="3429000"/>
            <a:ext cx="99060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ECB9742-88CC-40B3-B3DD-9DCD4BC07A47}"/>
              </a:ext>
            </a:extLst>
          </p:cNvPr>
          <p:cNvSpPr txBox="1"/>
          <p:nvPr/>
        </p:nvSpPr>
        <p:spPr>
          <a:xfrm>
            <a:off x="1616938" y="504349"/>
            <a:ext cx="15792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/>
              <a:t>0,16 + 0,23 =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25D0E11-A039-4717-B475-46A31B5D1EAC}"/>
              </a:ext>
            </a:extLst>
          </p:cNvPr>
          <p:cNvSpPr txBox="1"/>
          <p:nvPr/>
        </p:nvSpPr>
        <p:spPr>
          <a:xfrm>
            <a:off x="11178" y="6707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4B59711-1E13-476D-8D5A-656CA39EAB0B}"/>
              </a:ext>
            </a:extLst>
          </p:cNvPr>
          <p:cNvSpPr txBox="1"/>
          <p:nvPr/>
        </p:nvSpPr>
        <p:spPr>
          <a:xfrm>
            <a:off x="-8341" y="3042133"/>
            <a:ext cx="593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4755514-76BC-403D-A0F3-6171806C9378}"/>
              </a:ext>
            </a:extLst>
          </p:cNvPr>
          <p:cNvSpPr txBox="1"/>
          <p:nvPr/>
        </p:nvSpPr>
        <p:spPr>
          <a:xfrm>
            <a:off x="4924142" y="304213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70C037-0EE2-4F4C-9F28-A0677567F837}"/>
              </a:ext>
            </a:extLst>
          </p:cNvPr>
          <p:cNvSpPr txBox="1"/>
          <p:nvPr/>
        </p:nvSpPr>
        <p:spPr>
          <a:xfrm>
            <a:off x="-8341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C3B5B4-D0B7-49F2-ABBE-D42CC1F94024}"/>
              </a:ext>
            </a:extLst>
          </p:cNvPr>
          <p:cNvSpPr txBox="1"/>
          <p:nvPr/>
        </p:nvSpPr>
        <p:spPr>
          <a:xfrm>
            <a:off x="4924142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④</a:t>
            </a:r>
            <a:endParaRPr lang="en-GB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12BB8E9-F020-4BDB-BE08-EC24F9534C91}"/>
              </a:ext>
            </a:extLst>
          </p:cNvPr>
          <p:cNvSpPr txBox="1"/>
          <p:nvPr/>
        </p:nvSpPr>
        <p:spPr>
          <a:xfrm>
            <a:off x="3226775" y="524105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0,39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F38784-A260-A1B5-0BA5-32D8E85A128F}"/>
              </a:ext>
            </a:extLst>
          </p:cNvPr>
          <p:cNvSpPr txBox="1"/>
          <p:nvPr/>
        </p:nvSpPr>
        <p:spPr>
          <a:xfrm>
            <a:off x="1616938" y="1851011"/>
            <a:ext cx="15792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/>
              <a:t>0,86 − 0,24 =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43831A-BDAE-87F9-B0A4-CEF6685159A0}"/>
              </a:ext>
            </a:extLst>
          </p:cNvPr>
          <p:cNvSpPr txBox="1"/>
          <p:nvPr/>
        </p:nvSpPr>
        <p:spPr>
          <a:xfrm>
            <a:off x="3226775" y="1870767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0,62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566FA1-12DD-4E62-FC2E-F7587369DA22}"/>
              </a:ext>
            </a:extLst>
          </p:cNvPr>
          <p:cNvSpPr txBox="1"/>
          <p:nvPr/>
        </p:nvSpPr>
        <p:spPr>
          <a:xfrm>
            <a:off x="6579636" y="504349"/>
            <a:ext cx="15792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/>
              <a:t>0,28 + 0,34 =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897353-727C-5BF2-8EFC-E4A896F86155}"/>
              </a:ext>
            </a:extLst>
          </p:cNvPr>
          <p:cNvSpPr txBox="1"/>
          <p:nvPr/>
        </p:nvSpPr>
        <p:spPr>
          <a:xfrm>
            <a:off x="4973876" y="6707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34F1BD-7D04-DC10-5329-CAEB6D211754}"/>
              </a:ext>
            </a:extLst>
          </p:cNvPr>
          <p:cNvSpPr txBox="1"/>
          <p:nvPr/>
        </p:nvSpPr>
        <p:spPr>
          <a:xfrm>
            <a:off x="8189473" y="524105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0,62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0DC0B5-F549-AF68-E215-EB794DF496B5}"/>
              </a:ext>
            </a:extLst>
          </p:cNvPr>
          <p:cNvSpPr txBox="1"/>
          <p:nvPr/>
        </p:nvSpPr>
        <p:spPr>
          <a:xfrm>
            <a:off x="6579636" y="1851011"/>
            <a:ext cx="15792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/>
              <a:t>0,43 − 0,07 =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579191-0A4C-44F8-2D2A-B761D8C93416}"/>
              </a:ext>
            </a:extLst>
          </p:cNvPr>
          <p:cNvSpPr txBox="1"/>
          <p:nvPr/>
        </p:nvSpPr>
        <p:spPr>
          <a:xfrm>
            <a:off x="8189473" y="1870767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0,36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9A719E-785F-3ECA-2CC9-248B95B463AF}"/>
              </a:ext>
            </a:extLst>
          </p:cNvPr>
          <p:cNvSpPr txBox="1"/>
          <p:nvPr/>
        </p:nvSpPr>
        <p:spPr>
          <a:xfrm>
            <a:off x="1049474" y="3937505"/>
            <a:ext cx="21467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/>
              <a:t>2,37 + 1,18 + 0,2 =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E47D14-445D-A669-AFFC-2BA6180B114E}"/>
              </a:ext>
            </a:extLst>
          </p:cNvPr>
          <p:cNvSpPr txBox="1"/>
          <p:nvPr/>
        </p:nvSpPr>
        <p:spPr>
          <a:xfrm>
            <a:off x="11178" y="3439863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1F2478-448A-DB96-E674-8025389FFC21}"/>
              </a:ext>
            </a:extLst>
          </p:cNvPr>
          <p:cNvSpPr txBox="1"/>
          <p:nvPr/>
        </p:nvSpPr>
        <p:spPr>
          <a:xfrm>
            <a:off x="3226775" y="3957261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3,75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3B1557-F973-AEC8-119E-F87958714AE4}"/>
              </a:ext>
            </a:extLst>
          </p:cNvPr>
          <p:cNvSpPr txBox="1"/>
          <p:nvPr/>
        </p:nvSpPr>
        <p:spPr>
          <a:xfrm>
            <a:off x="1616938" y="5284167"/>
            <a:ext cx="15792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/>
              <a:t>6,45 − 3,58 =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73FBEC-238B-A236-67FD-857A17A7E7E2}"/>
              </a:ext>
            </a:extLst>
          </p:cNvPr>
          <p:cNvSpPr txBox="1"/>
          <p:nvPr/>
        </p:nvSpPr>
        <p:spPr>
          <a:xfrm>
            <a:off x="3226775" y="5303923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2,87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12073B-973A-ED46-764D-B3AAE4FDCEDC}"/>
              </a:ext>
            </a:extLst>
          </p:cNvPr>
          <p:cNvSpPr txBox="1"/>
          <p:nvPr/>
        </p:nvSpPr>
        <p:spPr>
          <a:xfrm>
            <a:off x="6449792" y="3937505"/>
            <a:ext cx="17091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/>
              <a:t>8,52 + 3,791 =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273B5AF-1825-26B2-676C-486E937DFF79}"/>
              </a:ext>
            </a:extLst>
          </p:cNvPr>
          <p:cNvSpPr txBox="1"/>
          <p:nvPr/>
        </p:nvSpPr>
        <p:spPr>
          <a:xfrm>
            <a:off x="4973876" y="3439863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5C2276A-7EA6-245B-EEC2-F0D7A618C2CD}"/>
              </a:ext>
            </a:extLst>
          </p:cNvPr>
          <p:cNvSpPr txBox="1"/>
          <p:nvPr/>
        </p:nvSpPr>
        <p:spPr>
          <a:xfrm>
            <a:off x="8059630" y="3957261"/>
            <a:ext cx="898003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12,311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0A01C95-0DC4-7117-3030-754E08505500}"/>
              </a:ext>
            </a:extLst>
          </p:cNvPr>
          <p:cNvSpPr txBox="1"/>
          <p:nvPr/>
        </p:nvSpPr>
        <p:spPr>
          <a:xfrm>
            <a:off x="5683786" y="5284167"/>
            <a:ext cx="29738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dirty="0"/>
              <a:t>7,63 − 1,85 + 1,5 – 0,003 =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2A76A60-FEF7-4AF8-ADBD-986D8977F337}"/>
              </a:ext>
            </a:extLst>
          </p:cNvPr>
          <p:cNvSpPr txBox="1"/>
          <p:nvPr/>
        </p:nvSpPr>
        <p:spPr>
          <a:xfrm>
            <a:off x="8623315" y="5303923"/>
            <a:ext cx="768159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7,277</a:t>
            </a:r>
          </a:p>
        </p:txBody>
      </p:sp>
    </p:spTree>
    <p:extLst>
      <p:ext uri="{BB962C8B-B14F-4D97-AF65-F5344CB8AC3E}">
        <p14:creationId xmlns:p14="http://schemas.microsoft.com/office/powerpoint/2010/main" val="1736692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3" grpId="0" animBg="1"/>
      <p:bldP spid="7" grpId="0" animBg="1"/>
      <p:bldP spid="9" grpId="0" animBg="1"/>
      <p:bldP spid="12" grpId="0" animBg="1"/>
      <p:bldP spid="17" grpId="0" animBg="1"/>
      <p:bldP spid="21" grpId="0" animBg="1"/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22DF02C-0301-9BF8-5B4A-A999DAC08E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852959" y="1118541"/>
            <a:ext cx="6673616" cy="46209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A8E42C-F135-984D-8E1E-72E9267F44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85346" y="1118542"/>
            <a:ext cx="6673616" cy="4620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954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24600"/>
            <a:ext cx="9240883" cy="52014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3021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50000"/>
            </a:schemeClr>
          </a:solidFill>
          <a:headEnd type="arrow" w="sm" len="sm"/>
          <a:tailEnd type="arrow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10533</TotalTime>
  <Words>171</Words>
  <Application>Microsoft Office PowerPoint</Application>
  <PresentationFormat>A4 Paper (210x297 mm)</PresentationFormat>
  <Paragraphs>58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Calibri Light</vt:lpstr>
      <vt:lpstr>Arial</vt:lpstr>
      <vt:lpstr>Calibri</vt:lpstr>
      <vt:lpstr>Office Theme</vt:lpstr>
      <vt:lpstr>1_Office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526</cp:revision>
  <cp:lastPrinted>2017-12-31T22:38:51Z</cp:lastPrinted>
  <dcterms:created xsi:type="dcterms:W3CDTF">2017-01-17T16:57:04Z</dcterms:created>
  <dcterms:modified xsi:type="dcterms:W3CDTF">2024-06-03T08:30:11Z</dcterms:modified>
</cp:coreProperties>
</file>