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7" r:id="rId2"/>
    <p:sldMasterId id="2147483719" r:id="rId3"/>
  </p:sldMasterIdLst>
  <p:notesMasterIdLst>
    <p:notesMasterId r:id="rId9"/>
  </p:notesMasterIdLst>
  <p:sldIdLst>
    <p:sldId id="947" r:id="rId4"/>
    <p:sldId id="944" r:id="rId5"/>
    <p:sldId id="943" r:id="rId6"/>
    <p:sldId id="945" r:id="rId7"/>
    <p:sldId id="948" r:id="rId8"/>
  </p:sldIdLst>
  <p:sldSz cx="9906000" cy="6858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D4999"/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9" d="100"/>
          <a:sy n="69" d="100"/>
        </p:scale>
        <p:origin x="1410" y="60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viewProps" Target="viewProps.xml"/><Relationship Id="rId5" Type="http://schemas.openxmlformats.org/officeDocument/2006/relationships/slide" Target="slides/slide2.xml"/><Relationship Id="rId10" Type="http://schemas.openxmlformats.org/officeDocument/2006/relationships/presProps" Target="presProps.xml"/><Relationship Id="rId4" Type="http://schemas.openxmlformats.org/officeDocument/2006/relationships/slide" Target="slides/slide1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11/05/2024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387564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91234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683007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435823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0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423AB513-652E-C3BF-2C4E-383119CB0C3B}"/>
              </a:ext>
            </a:extLst>
          </p:cNvPr>
          <p:cNvSpPr txBox="1">
            <a:spLocks/>
          </p:cNvSpPr>
          <p:nvPr/>
        </p:nvSpPr>
        <p:spPr>
          <a:xfrm>
            <a:off x="74930" y="1767839"/>
            <a:ext cx="9292590" cy="4043363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Бир орундуу ондуктар – Көбөйтүү жана Бөлүү – 1234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Проектордо чагылдырып койсо болот же принтерден чыгарып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таркатып койсо болот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02B12FE2-8A2D-1F09-EA87-1A4639F06177}"/>
              </a:ext>
            </a:extLst>
          </p:cNvPr>
          <p:cNvSpPr txBox="1">
            <a:spLocks/>
          </p:cNvSpPr>
          <p:nvPr/>
        </p:nvSpPr>
        <p:spPr>
          <a:xfrm>
            <a:off x="426720" y="269558"/>
            <a:ext cx="9404350" cy="14001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9581825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6BAA9CE-D193-47DD-BE65-1AF84E30DE53}"/>
              </a:ext>
            </a:extLst>
          </p:cNvPr>
          <p:cNvCxnSpPr>
            <a:cxnSpLocks/>
          </p:cNvCxnSpPr>
          <p:nvPr/>
        </p:nvCxnSpPr>
        <p:spPr>
          <a:xfrm>
            <a:off x="4953000" y="-8791"/>
            <a:ext cx="0" cy="6866791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72236D4-0054-4ED5-8FBC-824B234FEBA0}"/>
              </a:ext>
            </a:extLst>
          </p:cNvPr>
          <p:cNvCxnSpPr>
            <a:cxnSpLocks/>
          </p:cNvCxnSpPr>
          <p:nvPr/>
        </p:nvCxnSpPr>
        <p:spPr>
          <a:xfrm flipH="1">
            <a:off x="0" y="3429000"/>
            <a:ext cx="9906000" cy="0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ECB9742-88CC-40B3-B3DD-9DCD4BC07A47}"/>
              </a:ext>
            </a:extLst>
          </p:cNvPr>
          <p:cNvSpPr txBox="1"/>
          <p:nvPr/>
        </p:nvSpPr>
        <p:spPr>
          <a:xfrm>
            <a:off x="818946" y="670603"/>
            <a:ext cx="8819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6 × 0.4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25D0E11-A039-4717-B475-46A31B5D1EAC}"/>
              </a:ext>
            </a:extLst>
          </p:cNvPr>
          <p:cNvSpPr txBox="1"/>
          <p:nvPr/>
        </p:nvSpPr>
        <p:spPr>
          <a:xfrm>
            <a:off x="11178" y="6707"/>
            <a:ext cx="13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4B59711-1E13-476D-8D5A-656CA39EAB0B}"/>
              </a:ext>
            </a:extLst>
          </p:cNvPr>
          <p:cNvSpPr txBox="1"/>
          <p:nvPr/>
        </p:nvSpPr>
        <p:spPr>
          <a:xfrm>
            <a:off x="-8341" y="3042133"/>
            <a:ext cx="593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4755514-76BC-403D-A0F3-6171806C9378}"/>
              </a:ext>
            </a:extLst>
          </p:cNvPr>
          <p:cNvSpPr txBox="1"/>
          <p:nvPr/>
        </p:nvSpPr>
        <p:spPr>
          <a:xfrm>
            <a:off x="4924142" y="3042133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270C037-0EE2-4F4C-9F28-A0677567F837}"/>
              </a:ext>
            </a:extLst>
          </p:cNvPr>
          <p:cNvSpPr txBox="1"/>
          <p:nvPr/>
        </p:nvSpPr>
        <p:spPr>
          <a:xfrm>
            <a:off x="-8341" y="6479927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③</a:t>
            </a:r>
            <a:endParaRPr lang="en-GB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AC3B5B4-D0B7-49F2-ABBE-D42CC1F94024}"/>
              </a:ext>
            </a:extLst>
          </p:cNvPr>
          <p:cNvSpPr txBox="1"/>
          <p:nvPr/>
        </p:nvSpPr>
        <p:spPr>
          <a:xfrm>
            <a:off x="4924142" y="6479927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④</a:t>
            </a:r>
            <a:endParaRPr lang="en-GB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3A10E4-1681-A434-ACB9-1EB32444C33B}"/>
              </a:ext>
            </a:extLst>
          </p:cNvPr>
          <p:cNvSpPr txBox="1"/>
          <p:nvPr/>
        </p:nvSpPr>
        <p:spPr>
          <a:xfrm>
            <a:off x="5676352" y="670603"/>
            <a:ext cx="1075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3.1 × 0.3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0E9F8E-81DC-7701-82CF-5069E031DDE8}"/>
              </a:ext>
            </a:extLst>
          </p:cNvPr>
          <p:cNvSpPr txBox="1"/>
          <p:nvPr/>
        </p:nvSpPr>
        <p:spPr>
          <a:xfrm>
            <a:off x="4965564" y="6707"/>
            <a:ext cx="13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FA2AA8-0096-28AC-9E36-282FC1F88747}"/>
              </a:ext>
            </a:extLst>
          </p:cNvPr>
          <p:cNvSpPr txBox="1"/>
          <p:nvPr/>
        </p:nvSpPr>
        <p:spPr>
          <a:xfrm>
            <a:off x="721964" y="4103760"/>
            <a:ext cx="1075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1.4 × 1.2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6CC3A2-6139-8998-85CC-2947981955D0}"/>
              </a:ext>
            </a:extLst>
          </p:cNvPr>
          <p:cNvSpPr txBox="1"/>
          <p:nvPr/>
        </p:nvSpPr>
        <p:spPr>
          <a:xfrm>
            <a:off x="11178" y="3439864"/>
            <a:ext cx="13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B64D7C-959A-5B40-52E6-331D2E9CC644}"/>
              </a:ext>
            </a:extLst>
          </p:cNvPr>
          <p:cNvSpPr txBox="1"/>
          <p:nvPr/>
        </p:nvSpPr>
        <p:spPr>
          <a:xfrm>
            <a:off x="5611429" y="4103760"/>
            <a:ext cx="12057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0.27 × 2.6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0D3157-7CE3-C987-C30D-9127EEEA5636}"/>
              </a:ext>
            </a:extLst>
          </p:cNvPr>
          <p:cNvSpPr txBox="1"/>
          <p:nvPr/>
        </p:nvSpPr>
        <p:spPr>
          <a:xfrm>
            <a:off x="4965564" y="3439864"/>
            <a:ext cx="13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EFBA2C-BF3A-B27B-8EAD-6B3F5C48DA02}"/>
              </a:ext>
            </a:extLst>
          </p:cNvPr>
          <p:cNvSpPr txBox="1"/>
          <p:nvPr/>
        </p:nvSpPr>
        <p:spPr>
          <a:xfrm>
            <a:off x="3171449" y="670603"/>
            <a:ext cx="8819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9 ÷ 0.1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44D1CF1-68C8-83BE-0648-A24F7A06FD9B}"/>
              </a:ext>
            </a:extLst>
          </p:cNvPr>
          <p:cNvSpPr txBox="1"/>
          <p:nvPr/>
        </p:nvSpPr>
        <p:spPr>
          <a:xfrm>
            <a:off x="8060915" y="670603"/>
            <a:ext cx="10118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12 ÷ 0.8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921BE64-E147-3012-60CA-76BBFB4CB694}"/>
              </a:ext>
            </a:extLst>
          </p:cNvPr>
          <p:cNvSpPr txBox="1"/>
          <p:nvPr/>
        </p:nvSpPr>
        <p:spPr>
          <a:xfrm>
            <a:off x="3009545" y="4103760"/>
            <a:ext cx="12057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54.6 ÷ 1.3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8806BD4-6A84-C6C7-3635-51F1547ADE0D}"/>
              </a:ext>
            </a:extLst>
          </p:cNvPr>
          <p:cNvSpPr txBox="1"/>
          <p:nvPr/>
        </p:nvSpPr>
        <p:spPr>
          <a:xfrm>
            <a:off x="7899010" y="4103760"/>
            <a:ext cx="13356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109.2 ÷ 4.2</a:t>
            </a:r>
          </a:p>
        </p:txBody>
      </p:sp>
    </p:spTree>
    <p:extLst>
      <p:ext uri="{BB962C8B-B14F-4D97-AF65-F5344CB8AC3E}">
        <p14:creationId xmlns:p14="http://schemas.microsoft.com/office/powerpoint/2010/main" val="383002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6BAA9CE-D193-47DD-BE65-1AF84E30DE53}"/>
              </a:ext>
            </a:extLst>
          </p:cNvPr>
          <p:cNvCxnSpPr>
            <a:cxnSpLocks/>
          </p:cNvCxnSpPr>
          <p:nvPr/>
        </p:nvCxnSpPr>
        <p:spPr>
          <a:xfrm>
            <a:off x="4953000" y="-8791"/>
            <a:ext cx="0" cy="6866791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72236D4-0054-4ED5-8FBC-824B234FEBA0}"/>
              </a:ext>
            </a:extLst>
          </p:cNvPr>
          <p:cNvCxnSpPr>
            <a:cxnSpLocks/>
          </p:cNvCxnSpPr>
          <p:nvPr/>
        </p:nvCxnSpPr>
        <p:spPr>
          <a:xfrm flipH="1">
            <a:off x="0" y="3429000"/>
            <a:ext cx="9906000" cy="0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ECB9742-88CC-40B3-B3DD-9DCD4BC07A47}"/>
              </a:ext>
            </a:extLst>
          </p:cNvPr>
          <p:cNvSpPr txBox="1"/>
          <p:nvPr/>
        </p:nvSpPr>
        <p:spPr>
          <a:xfrm>
            <a:off x="818946" y="670603"/>
            <a:ext cx="8819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6 × 0.4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25D0E11-A039-4717-B475-46A31B5D1EAC}"/>
              </a:ext>
            </a:extLst>
          </p:cNvPr>
          <p:cNvSpPr txBox="1"/>
          <p:nvPr/>
        </p:nvSpPr>
        <p:spPr>
          <a:xfrm>
            <a:off x="11178" y="6707"/>
            <a:ext cx="13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4B59711-1E13-476D-8D5A-656CA39EAB0B}"/>
              </a:ext>
            </a:extLst>
          </p:cNvPr>
          <p:cNvSpPr txBox="1"/>
          <p:nvPr/>
        </p:nvSpPr>
        <p:spPr>
          <a:xfrm>
            <a:off x="-8341" y="3042133"/>
            <a:ext cx="593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4755514-76BC-403D-A0F3-6171806C9378}"/>
              </a:ext>
            </a:extLst>
          </p:cNvPr>
          <p:cNvSpPr txBox="1"/>
          <p:nvPr/>
        </p:nvSpPr>
        <p:spPr>
          <a:xfrm>
            <a:off x="4924142" y="3042133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270C037-0EE2-4F4C-9F28-A0677567F837}"/>
              </a:ext>
            </a:extLst>
          </p:cNvPr>
          <p:cNvSpPr txBox="1"/>
          <p:nvPr/>
        </p:nvSpPr>
        <p:spPr>
          <a:xfrm>
            <a:off x="-8341" y="6479927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③</a:t>
            </a:r>
            <a:endParaRPr lang="en-GB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AC3B5B4-D0B7-49F2-ABBE-D42CC1F94024}"/>
              </a:ext>
            </a:extLst>
          </p:cNvPr>
          <p:cNvSpPr txBox="1"/>
          <p:nvPr/>
        </p:nvSpPr>
        <p:spPr>
          <a:xfrm>
            <a:off x="4924142" y="6479927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④</a:t>
            </a:r>
            <a:endParaRPr lang="en-GB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12BB8E9-F020-4BDB-BE08-EC24F9534C91}"/>
              </a:ext>
            </a:extLst>
          </p:cNvPr>
          <p:cNvSpPr txBox="1"/>
          <p:nvPr/>
        </p:nvSpPr>
        <p:spPr>
          <a:xfrm>
            <a:off x="941577" y="1230687"/>
            <a:ext cx="636713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dirty="0"/>
              <a:t>=2.4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3A10E4-1681-A434-ACB9-1EB32444C33B}"/>
              </a:ext>
            </a:extLst>
          </p:cNvPr>
          <p:cNvSpPr txBox="1"/>
          <p:nvPr/>
        </p:nvSpPr>
        <p:spPr>
          <a:xfrm>
            <a:off x="5676352" y="670603"/>
            <a:ext cx="1075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3.1 × 0.3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0E9F8E-81DC-7701-82CF-5069E031DDE8}"/>
              </a:ext>
            </a:extLst>
          </p:cNvPr>
          <p:cNvSpPr txBox="1"/>
          <p:nvPr/>
        </p:nvSpPr>
        <p:spPr>
          <a:xfrm>
            <a:off x="4965564" y="6707"/>
            <a:ext cx="13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0BF887-9CF9-425D-0873-F3DE78E06164}"/>
              </a:ext>
            </a:extLst>
          </p:cNvPr>
          <p:cNvSpPr txBox="1"/>
          <p:nvPr/>
        </p:nvSpPr>
        <p:spPr>
          <a:xfrm>
            <a:off x="5831042" y="1230687"/>
            <a:ext cx="766557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dirty="0"/>
              <a:t>=0.93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FA2AA8-0096-28AC-9E36-282FC1F88747}"/>
              </a:ext>
            </a:extLst>
          </p:cNvPr>
          <p:cNvSpPr txBox="1"/>
          <p:nvPr/>
        </p:nvSpPr>
        <p:spPr>
          <a:xfrm>
            <a:off x="721964" y="4103760"/>
            <a:ext cx="1075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1.4 × 1.2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6CC3A2-6139-8998-85CC-2947981955D0}"/>
              </a:ext>
            </a:extLst>
          </p:cNvPr>
          <p:cNvSpPr txBox="1"/>
          <p:nvPr/>
        </p:nvSpPr>
        <p:spPr>
          <a:xfrm>
            <a:off x="11178" y="3439864"/>
            <a:ext cx="13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179DBD2-BBA3-0E31-04E2-41EB16DCF4F0}"/>
              </a:ext>
            </a:extLst>
          </p:cNvPr>
          <p:cNvSpPr txBox="1"/>
          <p:nvPr/>
        </p:nvSpPr>
        <p:spPr>
          <a:xfrm>
            <a:off x="876657" y="4663844"/>
            <a:ext cx="766557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dirty="0"/>
              <a:t>=1.68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B64D7C-959A-5B40-52E6-331D2E9CC644}"/>
              </a:ext>
            </a:extLst>
          </p:cNvPr>
          <p:cNvSpPr txBox="1"/>
          <p:nvPr/>
        </p:nvSpPr>
        <p:spPr>
          <a:xfrm>
            <a:off x="5611429" y="4103760"/>
            <a:ext cx="12057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0.27 × 2.6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0D3157-7CE3-C987-C30D-9127EEEA5636}"/>
              </a:ext>
            </a:extLst>
          </p:cNvPr>
          <p:cNvSpPr txBox="1"/>
          <p:nvPr/>
        </p:nvSpPr>
        <p:spPr>
          <a:xfrm>
            <a:off x="4965564" y="3439864"/>
            <a:ext cx="13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67D0D5-E98C-EA64-D13F-DC9234B98613}"/>
              </a:ext>
            </a:extLst>
          </p:cNvPr>
          <p:cNvSpPr txBox="1"/>
          <p:nvPr/>
        </p:nvSpPr>
        <p:spPr>
          <a:xfrm>
            <a:off x="5766122" y="4663844"/>
            <a:ext cx="896399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dirty="0"/>
              <a:t>=0.702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EFBA2C-BF3A-B27B-8EAD-6B3F5C48DA02}"/>
              </a:ext>
            </a:extLst>
          </p:cNvPr>
          <p:cNvSpPr txBox="1"/>
          <p:nvPr/>
        </p:nvSpPr>
        <p:spPr>
          <a:xfrm>
            <a:off x="3171449" y="670603"/>
            <a:ext cx="8819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9 ÷ 0.1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4BC6A43-27A5-DEEF-F51E-DD86A124AD2B}"/>
              </a:ext>
            </a:extLst>
          </p:cNvPr>
          <p:cNvSpPr txBox="1"/>
          <p:nvPr/>
        </p:nvSpPr>
        <p:spPr>
          <a:xfrm>
            <a:off x="3326140" y="1230687"/>
            <a:ext cx="572593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dirty="0"/>
              <a:t>=90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44D1CF1-68C8-83BE-0648-A24F7A06FD9B}"/>
              </a:ext>
            </a:extLst>
          </p:cNvPr>
          <p:cNvSpPr txBox="1"/>
          <p:nvPr/>
        </p:nvSpPr>
        <p:spPr>
          <a:xfrm>
            <a:off x="8060915" y="670603"/>
            <a:ext cx="10118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12 ÷ 0.8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45672B8-643A-A7D5-0128-DE0ABB1168CB}"/>
              </a:ext>
            </a:extLst>
          </p:cNvPr>
          <p:cNvSpPr txBox="1"/>
          <p:nvPr/>
        </p:nvSpPr>
        <p:spPr>
          <a:xfrm>
            <a:off x="8280527" y="1230687"/>
            <a:ext cx="572593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dirty="0"/>
              <a:t>=15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921BE64-E147-3012-60CA-76BBFB4CB694}"/>
              </a:ext>
            </a:extLst>
          </p:cNvPr>
          <p:cNvSpPr txBox="1"/>
          <p:nvPr/>
        </p:nvSpPr>
        <p:spPr>
          <a:xfrm>
            <a:off x="3009545" y="4103760"/>
            <a:ext cx="12057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54.6 ÷ 1.3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E1C406B-9AF9-F030-2B66-5CD3921F0A98}"/>
              </a:ext>
            </a:extLst>
          </p:cNvPr>
          <p:cNvSpPr txBox="1"/>
          <p:nvPr/>
        </p:nvSpPr>
        <p:spPr>
          <a:xfrm>
            <a:off x="3326141" y="4663844"/>
            <a:ext cx="572593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dirty="0"/>
              <a:t>=42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8806BD4-6A84-C6C7-3635-51F1547ADE0D}"/>
              </a:ext>
            </a:extLst>
          </p:cNvPr>
          <p:cNvSpPr txBox="1"/>
          <p:nvPr/>
        </p:nvSpPr>
        <p:spPr>
          <a:xfrm>
            <a:off x="7899010" y="4103760"/>
            <a:ext cx="13356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109.2 ÷ 4.2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1585CEA-38F2-9CBF-1B48-2F09891FAB5B}"/>
              </a:ext>
            </a:extLst>
          </p:cNvPr>
          <p:cNvSpPr txBox="1"/>
          <p:nvPr/>
        </p:nvSpPr>
        <p:spPr>
          <a:xfrm>
            <a:off x="8280527" y="4663844"/>
            <a:ext cx="572593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dirty="0"/>
              <a:t>=26</a:t>
            </a:r>
          </a:p>
        </p:txBody>
      </p:sp>
    </p:spTree>
    <p:extLst>
      <p:ext uri="{BB962C8B-B14F-4D97-AF65-F5344CB8AC3E}">
        <p14:creationId xmlns:p14="http://schemas.microsoft.com/office/powerpoint/2010/main" val="1736692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5" grpId="0" animBg="1"/>
      <p:bldP spid="8" grpId="0" animBg="1"/>
      <p:bldP spid="11" grpId="0" animBg="1"/>
      <p:bldP spid="13" grpId="0" animBg="1"/>
      <p:bldP spid="15" grpId="0" animBg="1"/>
      <p:bldP spid="17" grpId="0" animBg="1"/>
      <p:bldP spid="2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22C3B74-DA65-D9EE-D62E-17CAB9478A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1031844" y="1031847"/>
            <a:ext cx="6857998" cy="479430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28DDAF3-387C-7B75-2FA0-8CE7C2547D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3921157" y="1031845"/>
            <a:ext cx="6857998" cy="4794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21478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524600"/>
            <a:ext cx="9240883" cy="52014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30215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  <a:headEnd type="none" w="sm" len="sm"/>
          <a:tailEnd type="none" w="sm" len="sm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lumMod val="95000"/>
          </a:schemeClr>
        </a:solidFill>
        <a:ln w="12700">
          <a:solidFill>
            <a:schemeClr val="tx1"/>
          </a:solidFill>
        </a:ln>
      </a:spPr>
      <a:bodyPr rot="0" spcFirstLastPara="0" vertOverflow="overflow" horzOverflow="overflow" vert="horz" wrap="square" lIns="0" tIns="0" rIns="0" bIns="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  <a:headEnd type="none" w="sm" len="sm"/>
          <a:tailEnd type="none" w="sm" len="sm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bg1">
              <a:lumMod val="50000"/>
            </a:schemeClr>
          </a:solidFill>
          <a:headEnd type="arrow" w="sm" len="sm"/>
          <a:tailEnd type="arrow" w="sm" len="sm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10546</TotalTime>
  <Words>152</Words>
  <Application>Microsoft Office PowerPoint</Application>
  <PresentationFormat>A4 Paper (210x297 mm)</PresentationFormat>
  <Paragraphs>58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Arial</vt:lpstr>
      <vt:lpstr>Calibri Light</vt:lpstr>
      <vt:lpstr>Calibri</vt:lpstr>
      <vt:lpstr>Office Theme</vt:lpstr>
      <vt:lpstr>1_Office Theme</vt:lpstr>
      <vt:lpstr>2_Office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530</cp:revision>
  <cp:lastPrinted>2017-12-31T22:38:51Z</cp:lastPrinted>
  <dcterms:created xsi:type="dcterms:W3CDTF">2017-01-17T16:57:04Z</dcterms:created>
  <dcterms:modified xsi:type="dcterms:W3CDTF">2024-05-11T07:49:39Z</dcterms:modified>
</cp:coreProperties>
</file>