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7"/>
  </p:notesMasterIdLst>
  <p:sldIdLst>
    <p:sldId id="941" r:id="rId2"/>
    <p:sldId id="850" r:id="rId3"/>
    <p:sldId id="939" r:id="rId4"/>
    <p:sldId id="940" r:id="rId5"/>
    <p:sldId id="274" r:id="rId6"/>
  </p:sldIdLst>
  <p:sldSz cx="9906000" cy="6858000" type="A4"/>
  <p:notesSz cx="6669088" cy="9926638"/>
  <p:embeddedFontLst>
    <p:embeddedFont>
      <p:font typeface="Cambria Math" panose="02040503050406030204" pitchFamily="18" charset="0"/>
      <p:regular r:id="rId8"/>
    </p:embeddedFont>
    <p:embeddedFont>
      <p:font typeface="Ravie" panose="04040805050809020602" pitchFamily="82" charset="0"/>
      <p:regular r:id="rId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41"/>
          </p14:sldIdLst>
        </p14:section>
        <p14:section name="Суроолор" id="{A762EA83-E639-46EB-896F-C5F39615FAD1}">
          <p14:sldIdLst>
            <p14:sldId id="850"/>
            <p14:sldId id="939"/>
            <p14:sldId id="940"/>
          </p14:sldIdLst>
        </p14:section>
        <p14:section name="Кайтарым байланыш" id="{F3D720CF-F566-46A6-9361-125255B68FA6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B183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04/09/2024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7141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25EA81-A56A-F313-A57E-1902D826223E}"/>
              </a:ext>
            </a:extLst>
          </p:cNvPr>
          <p:cNvSpPr txBox="1"/>
          <p:nvPr/>
        </p:nvSpPr>
        <p:spPr>
          <a:xfrm>
            <a:off x="538480" y="1361441"/>
            <a:ext cx="8605520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Эквиваленттүүлүк – Бөлчөктөр, Ондуктар жана </a:t>
            </a:r>
            <a:r>
              <a:rPr lang="ky-KG" dirty="0">
                <a:solidFill>
                  <a:prstClr val="black"/>
                </a:solidFill>
                <a:latin typeface="Calibri" panose="020F0502020204030204"/>
              </a:rPr>
              <a:t>Пайыздар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–– 3тү Туташтыр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окуучулардын эки командасын сыноо үчүн тез оюн.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 команданын окуучусу суроону тандап, андан кийин тиешелүү жоопту бериши керек.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Ошол команда үчүн квадратты талап кылуу үчүн жооп кутучасынын тиешелүү көлөкө тарабын чыкылдатыңыз/тийиңиз.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катары менен туташтырган утат!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 слайддарынын кыйынчылык деңгээли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барган сайын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жогорулайт.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A5549679-E227-A24B-8160-3267950C6BC5}"/>
              </a:ext>
            </a:extLst>
          </p:cNvPr>
          <p:cNvSpPr txBox="1">
            <a:spLocks/>
          </p:cNvSpPr>
          <p:nvPr/>
        </p:nvSpPr>
        <p:spPr>
          <a:xfrm>
            <a:off x="71120" y="27971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73566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8" name="Table 87">
                <a:extLst>
                  <a:ext uri="{FF2B5EF4-FFF2-40B4-BE49-F238E27FC236}">
                    <a16:creationId xmlns:a16="http://schemas.microsoft.com/office/drawing/2014/main" id="{F0FB5B1D-69AC-483C-9C68-E5E31C8B58D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35220251"/>
                  </p:ext>
                </p:extLst>
              </p:nvPr>
            </p:nvGraphicFramePr>
            <p:xfrm>
              <a:off x="4608496" y="1531911"/>
              <a:ext cx="5168552" cy="51854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2138">
                      <a:extLst>
                        <a:ext uri="{9D8B030D-6E8A-4147-A177-3AD203B41FA5}">
                          <a16:colId xmlns:a16="http://schemas.microsoft.com/office/drawing/2014/main" val="3926725342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146485823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3088939633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3508545897"/>
                        </a:ext>
                      </a:extLst>
                    </a:gridCol>
                  </a:tblGrid>
                  <a:tr h="129635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60%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0.05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0.7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28675500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0.25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37%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8309862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90%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num>
                                  <m:den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20%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1593046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54%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0.67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65639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8" name="Table 87">
                <a:extLst>
                  <a:ext uri="{FF2B5EF4-FFF2-40B4-BE49-F238E27FC236}">
                    <a16:creationId xmlns:a16="http://schemas.microsoft.com/office/drawing/2014/main" id="{F0FB5B1D-69AC-483C-9C68-E5E31C8B58D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35220251"/>
                  </p:ext>
                </p:extLst>
              </p:nvPr>
            </p:nvGraphicFramePr>
            <p:xfrm>
              <a:off x="4608496" y="1531911"/>
              <a:ext cx="5168552" cy="51854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2138">
                      <a:extLst>
                        <a:ext uri="{9D8B030D-6E8A-4147-A177-3AD203B41FA5}">
                          <a16:colId xmlns:a16="http://schemas.microsoft.com/office/drawing/2014/main" val="3926725342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146485823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3088939633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3508545897"/>
                        </a:ext>
                      </a:extLst>
                    </a:gridCol>
                  </a:tblGrid>
                  <a:tr h="12963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r="-300943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531" r="-199531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r="-100472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72" r="-472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28675500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100000" r="-300943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531" t="-100000" r="-199531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100000" r="-10047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72" t="-100000" r="-472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8309862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00943" r="-300943" b="-1009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531" t="-200943" r="-199531" b="-1009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200943" r="-100472" b="-1009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72" t="-200943" r="-472" b="-1009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593046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99531" r="-300943" b="-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531" t="-299531" r="-199531" b="-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299531" r="-100472" b="-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72" t="-299531" r="-472" b="-4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4656392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86" name="Rectangle 185">
            <a:extLst>
              <a:ext uri="{FF2B5EF4-FFF2-40B4-BE49-F238E27FC236}">
                <a16:creationId xmlns:a16="http://schemas.microsoft.com/office/drawing/2014/main" id="{62675465-07BE-4C08-AFCE-7FEF3769919F}"/>
              </a:ext>
            </a:extLst>
          </p:cNvPr>
          <p:cNvSpPr/>
          <p:nvPr/>
        </p:nvSpPr>
        <p:spPr>
          <a:xfrm>
            <a:off x="9138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A39AFF5B-617B-4C69-AE20-062BB534C4AA}"/>
              </a:ext>
            </a:extLst>
          </p:cNvPr>
          <p:cNvSpPr/>
          <p:nvPr/>
        </p:nvSpPr>
        <p:spPr>
          <a:xfrm rot="10800000">
            <a:off x="8490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7F4031DD-441E-4A13-95AE-9DB7C32715C0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62F740BD-84DF-4C95-89B8-9E769E123519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6F6E4B9A-CCC4-408A-92D6-AF0A7B46DF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5389577"/>
                  </p:ext>
                </p:extLst>
              </p:nvPr>
            </p:nvGraphicFramePr>
            <p:xfrm>
              <a:off x="146447" y="61547"/>
              <a:ext cx="4317999" cy="613703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39333">
                      <a:extLst>
                        <a:ext uri="{9D8B030D-6E8A-4147-A177-3AD203B41FA5}">
                          <a16:colId xmlns:a16="http://schemas.microsoft.com/office/drawing/2014/main" val="1783487117"/>
                        </a:ext>
                      </a:extLst>
                    </a:gridCol>
                    <a:gridCol w="1439333">
                      <a:extLst>
                        <a:ext uri="{9D8B030D-6E8A-4147-A177-3AD203B41FA5}">
                          <a16:colId xmlns:a16="http://schemas.microsoft.com/office/drawing/2014/main" val="287481676"/>
                        </a:ext>
                      </a:extLst>
                    </a:gridCol>
                    <a:gridCol w="1439333">
                      <a:extLst>
                        <a:ext uri="{9D8B030D-6E8A-4147-A177-3AD203B41FA5}">
                          <a16:colId xmlns:a16="http://schemas.microsoft.com/office/drawing/2014/main" val="1215249565"/>
                        </a:ext>
                      </a:extLst>
                    </a:gridCol>
                  </a:tblGrid>
                  <a:tr h="597697">
                    <a:tc gridSpan="3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3200" dirty="0">
                              <a:solidFill>
                                <a:schemeClr val="tx1"/>
                              </a:solidFill>
                              <a:latin typeface="Ravie" panose="04040805050809020602" pitchFamily="82" charset="0"/>
                            </a:rPr>
                            <a:t>Суроолор</a:t>
                          </a:r>
                          <a:endParaRPr lang="en-GB" sz="32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24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32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40666071"/>
                      </a:ext>
                    </a:extLst>
                  </a:tr>
                  <a:tr h="98617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46%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66825991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50%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67%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0.1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9722879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0.54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5%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696694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75%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0.8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67597803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0.4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0.37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10141422"/>
                      </a:ext>
                    </a:extLst>
                  </a:tr>
                  <a:tr h="910631">
                    <a:tc grid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034096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6F6E4B9A-CCC4-408A-92D6-AF0A7B46DF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5389577"/>
                  </p:ext>
                </p:extLst>
              </p:nvPr>
            </p:nvGraphicFramePr>
            <p:xfrm>
              <a:off x="146447" y="61547"/>
              <a:ext cx="4317999" cy="613703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39333">
                      <a:extLst>
                        <a:ext uri="{9D8B030D-6E8A-4147-A177-3AD203B41FA5}">
                          <a16:colId xmlns:a16="http://schemas.microsoft.com/office/drawing/2014/main" val="1783487117"/>
                        </a:ext>
                      </a:extLst>
                    </a:gridCol>
                    <a:gridCol w="1439333">
                      <a:extLst>
                        <a:ext uri="{9D8B030D-6E8A-4147-A177-3AD203B41FA5}">
                          <a16:colId xmlns:a16="http://schemas.microsoft.com/office/drawing/2014/main" val="287481676"/>
                        </a:ext>
                      </a:extLst>
                    </a:gridCol>
                    <a:gridCol w="1439333">
                      <a:extLst>
                        <a:ext uri="{9D8B030D-6E8A-4147-A177-3AD203B41FA5}">
                          <a16:colId xmlns:a16="http://schemas.microsoft.com/office/drawing/2014/main" val="1215249565"/>
                        </a:ext>
                      </a:extLst>
                    </a:gridCol>
                  </a:tblGrid>
                  <a:tr h="597697">
                    <a:tc gridSpan="3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3200" dirty="0">
                              <a:solidFill>
                                <a:schemeClr val="tx1"/>
                              </a:solidFill>
                              <a:latin typeface="Ravie" panose="04040805050809020602" pitchFamily="82" charset="0"/>
                            </a:rPr>
                            <a:t>Суроолор</a:t>
                          </a:r>
                          <a:endParaRPr lang="en-GB" sz="32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24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32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40666071"/>
                      </a:ext>
                    </a:extLst>
                  </a:tr>
                  <a:tr h="98617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67284" r="-202966" b="-4641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67284" r="-102110" b="-4641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67284" r="-2542" b="-46419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66825991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181879" r="-202966" b="-4046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181879" r="-102110" b="-4046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181879" r="-2542" b="-40469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9722879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280000" r="-202966" b="-30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280000" r="-102110" b="-30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280000" r="-2542" b="-30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696694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382550" r="-202966" b="-2040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382550" r="-102110" b="-2040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382550" r="-2542" b="-2040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67597803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479333" r="-202966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479333" r="-102110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479333" r="-2542" b="-10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10141422"/>
                      </a:ext>
                    </a:extLst>
                  </a:tr>
                  <a:tr h="910631">
                    <a:tc gridSpan="3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64" t="-583221" r="-846" b="-3356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034096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23F9E95B-D71B-4C19-BEF1-A48C15169383}"/>
              </a:ext>
            </a:extLst>
          </p:cNvPr>
          <p:cNvSpPr txBox="1"/>
          <p:nvPr/>
        </p:nvSpPr>
        <p:spPr>
          <a:xfrm>
            <a:off x="4987400" y="70090"/>
            <a:ext cx="47990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latin typeface="Ravie" panose="04040805050809020602" pitchFamily="82" charset="0"/>
              </a:rPr>
              <a:t>3-тү Туташ</a:t>
            </a:r>
            <a:r>
              <a:rPr lang="ky-KG" sz="4800" dirty="0">
                <a:latin typeface="Ravie" panose="04040805050809020602" pitchFamily="82" charset="0"/>
              </a:rPr>
              <a:t>тыр</a:t>
            </a:r>
            <a:endParaRPr lang="en-GB" sz="4800" dirty="0">
              <a:latin typeface="Ravie" panose="04040805050809020602" pitchFamily="82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50162D6-872D-43BB-9FEF-EECF6FC53B01}"/>
              </a:ext>
            </a:extLst>
          </p:cNvPr>
          <p:cNvSpPr/>
          <p:nvPr/>
        </p:nvSpPr>
        <p:spPr>
          <a:xfrm>
            <a:off x="5250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64FDF907-EF28-4FA8-8214-DDF40006FA84}"/>
              </a:ext>
            </a:extLst>
          </p:cNvPr>
          <p:cNvSpPr/>
          <p:nvPr/>
        </p:nvSpPr>
        <p:spPr>
          <a:xfrm rot="10800000">
            <a:off x="4602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A4302C5-5B05-4159-A145-31D9AD79CE61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1A255DF-0050-467E-81DC-5CD96909E865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F82E250-B4E6-4F44-811E-26FA95B46E2A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7BF7E733-249B-4CBA-842C-4D6E70A095B5}"/>
              </a:ext>
            </a:extLst>
          </p:cNvPr>
          <p:cNvSpPr/>
          <p:nvPr/>
        </p:nvSpPr>
        <p:spPr>
          <a:xfrm>
            <a:off x="6546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1F6D0ADE-F371-4DF0-842D-8C6E6B3C5D47}"/>
              </a:ext>
            </a:extLst>
          </p:cNvPr>
          <p:cNvSpPr/>
          <p:nvPr/>
        </p:nvSpPr>
        <p:spPr>
          <a:xfrm rot="10800000">
            <a:off x="5898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44E0094D-73D1-4761-8ABB-8170AECFF4DB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87F3274F-9FF0-4C63-9343-26746FC3C570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9EBF7F7-DF54-4AEE-B7C5-08111334F2BA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47C2D886-F92B-4C9E-8604-8174D9A21FF1}"/>
              </a:ext>
            </a:extLst>
          </p:cNvPr>
          <p:cNvSpPr/>
          <p:nvPr/>
        </p:nvSpPr>
        <p:spPr>
          <a:xfrm>
            <a:off x="7842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F26F8B55-0FC0-4EBC-8D87-E3F9D10C2C87}"/>
              </a:ext>
            </a:extLst>
          </p:cNvPr>
          <p:cNvSpPr/>
          <p:nvPr/>
        </p:nvSpPr>
        <p:spPr>
          <a:xfrm rot="10800000">
            <a:off x="7194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2E58798-CC68-4003-B4FD-98ACB5F1946A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FC3E2E6B-7D6C-474B-905C-D87E4A28155D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AF37C3D8-FE98-4586-B07E-36D0C77CD1F7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F6A9050-67F2-4DD6-B6D2-F6E0B9B81288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745BDC5-5118-4308-8A0F-FF6CE7C21039}"/>
              </a:ext>
            </a:extLst>
          </p:cNvPr>
          <p:cNvSpPr/>
          <p:nvPr/>
        </p:nvSpPr>
        <p:spPr>
          <a:xfrm>
            <a:off x="5250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A8431C4F-B658-41DF-B38E-41E35B92C9B2}"/>
              </a:ext>
            </a:extLst>
          </p:cNvPr>
          <p:cNvSpPr/>
          <p:nvPr/>
        </p:nvSpPr>
        <p:spPr>
          <a:xfrm rot="10800000">
            <a:off x="4602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EF3A9D6-6028-4428-9A9E-ECB34F25236C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DA7DDAC3-FDE4-44ED-9ECC-2B8D88E943C1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6209B313-12BE-4570-91BA-E37087F0DFEF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C41B541-3831-4072-9CF4-43E2AB8DA60B}"/>
              </a:ext>
            </a:extLst>
          </p:cNvPr>
          <p:cNvSpPr/>
          <p:nvPr/>
        </p:nvSpPr>
        <p:spPr>
          <a:xfrm>
            <a:off x="6546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4C3F6B52-8E19-4679-B22F-5D70EC60FB54}"/>
              </a:ext>
            </a:extLst>
          </p:cNvPr>
          <p:cNvSpPr/>
          <p:nvPr/>
        </p:nvSpPr>
        <p:spPr>
          <a:xfrm rot="10800000">
            <a:off x="5898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A0F7FC00-144A-45F0-8E6F-0212A7320C7B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67502935-F92F-4E3E-8C5C-634FED415A09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3D51DE75-3A96-4ADC-ACE3-69ECB71F5BB1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1D9427D-74D7-4851-AEB0-1E5E3E662EAB}"/>
              </a:ext>
            </a:extLst>
          </p:cNvPr>
          <p:cNvSpPr/>
          <p:nvPr/>
        </p:nvSpPr>
        <p:spPr>
          <a:xfrm>
            <a:off x="7842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2579F212-214E-4F53-BC3E-3C9E46090A1E}"/>
              </a:ext>
            </a:extLst>
          </p:cNvPr>
          <p:cNvSpPr/>
          <p:nvPr/>
        </p:nvSpPr>
        <p:spPr>
          <a:xfrm rot="10800000">
            <a:off x="7194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02A43986-452C-4CDB-A02E-EDAC834D5316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D933DA31-F906-4730-8C7D-35541A1B2F5C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B72613C6-CC1D-49B4-BBB0-A335552CE214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00253ECC-47DD-40D7-9C6B-9C831B97C771}"/>
              </a:ext>
            </a:extLst>
          </p:cNvPr>
          <p:cNvSpPr/>
          <p:nvPr/>
        </p:nvSpPr>
        <p:spPr>
          <a:xfrm>
            <a:off x="9138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D6A24C6B-2E3D-4CBA-BC56-61EFFF2983EC}"/>
              </a:ext>
            </a:extLst>
          </p:cNvPr>
          <p:cNvSpPr/>
          <p:nvPr/>
        </p:nvSpPr>
        <p:spPr>
          <a:xfrm rot="10800000">
            <a:off x="8490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B781F274-9E62-466C-A49A-77767D9C6C9F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E0587DD8-365D-43E1-BEE9-43A0953A9AEC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930C9A1A-2F97-4936-9A43-1EAFB05FFE7E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8E0C0616-1816-4BAB-A5CC-5F9D81E195AA}"/>
              </a:ext>
            </a:extLst>
          </p:cNvPr>
          <p:cNvSpPr/>
          <p:nvPr/>
        </p:nvSpPr>
        <p:spPr>
          <a:xfrm>
            <a:off x="5250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3BEA8652-F4A1-4135-B6BB-4510F7D864F6}"/>
              </a:ext>
            </a:extLst>
          </p:cNvPr>
          <p:cNvSpPr/>
          <p:nvPr/>
        </p:nvSpPr>
        <p:spPr>
          <a:xfrm rot="10800000">
            <a:off x="4602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429BC56-AA10-4CED-B781-D76B75CB561B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8F73407F-B942-48B7-A721-2C2A5525E170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A2EDED72-99F8-46FC-AF54-CC91185214B3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98AFD714-EF72-46E2-A088-4DE8E97880D3}"/>
              </a:ext>
            </a:extLst>
          </p:cNvPr>
          <p:cNvSpPr/>
          <p:nvPr/>
        </p:nvSpPr>
        <p:spPr>
          <a:xfrm>
            <a:off x="6546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79BA726C-860E-4DA5-B28F-408BA987FA0A}"/>
              </a:ext>
            </a:extLst>
          </p:cNvPr>
          <p:cNvSpPr/>
          <p:nvPr/>
        </p:nvSpPr>
        <p:spPr>
          <a:xfrm rot="10800000">
            <a:off x="5898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4A74B3A9-6C18-4CBD-B06A-4B2D2A6E3006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B6858F78-0EC9-427A-8F27-04B2A1D55CF0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D16CFF13-63D2-4329-80E6-EA884914E7BE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30A269F0-311A-4552-9F92-B739B32D3064}"/>
              </a:ext>
            </a:extLst>
          </p:cNvPr>
          <p:cNvSpPr/>
          <p:nvPr/>
        </p:nvSpPr>
        <p:spPr>
          <a:xfrm>
            <a:off x="7842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ACD9DC23-0D2E-48D0-AAF4-02C07A7CC218}"/>
              </a:ext>
            </a:extLst>
          </p:cNvPr>
          <p:cNvSpPr/>
          <p:nvPr/>
        </p:nvSpPr>
        <p:spPr>
          <a:xfrm rot="10800000">
            <a:off x="7194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F03A175-B6AE-4AEF-9D9C-D50883B3CA60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2029D8D7-B216-4F69-8DA3-4293BA7AC175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953C0EF6-FD77-4BD6-BC04-E92315694807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CD97CEA9-78E6-4C36-9F71-91C33E1CFE3A}"/>
              </a:ext>
            </a:extLst>
          </p:cNvPr>
          <p:cNvSpPr/>
          <p:nvPr/>
        </p:nvSpPr>
        <p:spPr>
          <a:xfrm>
            <a:off x="9138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27167918-0B36-4CB5-958B-CE6F9D4CF9C7}"/>
              </a:ext>
            </a:extLst>
          </p:cNvPr>
          <p:cNvSpPr/>
          <p:nvPr/>
        </p:nvSpPr>
        <p:spPr>
          <a:xfrm rot="10800000">
            <a:off x="8490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B835D401-E094-4FE3-9A1F-E1DC8A9E7EFB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FC907535-5639-4C56-B074-CF05EED59705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610185A1-337C-4699-96BF-E45792DC4DE2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08C87F22-DDC5-4DD7-99B1-5E447E9A0AEA}"/>
              </a:ext>
            </a:extLst>
          </p:cNvPr>
          <p:cNvSpPr/>
          <p:nvPr/>
        </p:nvSpPr>
        <p:spPr>
          <a:xfrm>
            <a:off x="5250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CBB470AB-7C30-4B58-BE8B-F38C5E2ADE95}"/>
              </a:ext>
            </a:extLst>
          </p:cNvPr>
          <p:cNvSpPr/>
          <p:nvPr/>
        </p:nvSpPr>
        <p:spPr>
          <a:xfrm rot="10800000">
            <a:off x="4602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148343C4-9B0F-4935-8BBF-EF567C3EAFAD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D4FAFFEB-90D7-4261-86F7-B7F1CBCD1925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B2278E52-1E8A-4EA3-8C0F-301FF2D237D7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1A7D40EA-D897-4680-9C9E-95A604B071C1}"/>
              </a:ext>
            </a:extLst>
          </p:cNvPr>
          <p:cNvSpPr/>
          <p:nvPr/>
        </p:nvSpPr>
        <p:spPr>
          <a:xfrm>
            <a:off x="6546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249900C4-E900-4A37-BDAF-8BBD95ED7237}"/>
              </a:ext>
            </a:extLst>
          </p:cNvPr>
          <p:cNvSpPr/>
          <p:nvPr/>
        </p:nvSpPr>
        <p:spPr>
          <a:xfrm rot="10800000">
            <a:off x="5898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F819064D-457F-4548-9487-87B9BC359777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FED612D4-82F5-4C76-8AED-8B3D8ED7FACB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FFE32A8D-5943-425C-81DA-F38EB64F768F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462F9E53-909C-46DA-AF56-7E521EEBD4EE}"/>
              </a:ext>
            </a:extLst>
          </p:cNvPr>
          <p:cNvSpPr/>
          <p:nvPr/>
        </p:nvSpPr>
        <p:spPr>
          <a:xfrm>
            <a:off x="7842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D680835F-6065-49CA-AAFD-A1448B22C9DD}"/>
              </a:ext>
            </a:extLst>
          </p:cNvPr>
          <p:cNvSpPr/>
          <p:nvPr/>
        </p:nvSpPr>
        <p:spPr>
          <a:xfrm rot="10800000">
            <a:off x="7194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5EABF406-9F9F-493F-9EB6-D2EB05CFB153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E4F8540D-149F-4543-B466-669FBA807515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9547475C-A21F-4004-8D13-F978BFC4BD9A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187F359F-1075-411A-8C13-B652493C90E5}"/>
              </a:ext>
            </a:extLst>
          </p:cNvPr>
          <p:cNvSpPr/>
          <p:nvPr/>
        </p:nvSpPr>
        <p:spPr>
          <a:xfrm>
            <a:off x="9138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C4E5959-B853-41E9-A0C0-8EB4EEB3C0D0}"/>
              </a:ext>
            </a:extLst>
          </p:cNvPr>
          <p:cNvSpPr/>
          <p:nvPr/>
        </p:nvSpPr>
        <p:spPr>
          <a:xfrm rot="10800000">
            <a:off x="8490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C98E1FD5-DE2E-4592-8960-D494F3F78556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5D65DBB2-4EE8-411D-AB9D-E71C65147B0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B833D34C-F502-4A90-A9C9-34645AB7A27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46DC06-2922-4CC5-A10D-AE0DECC6F007}"/>
              </a:ext>
            </a:extLst>
          </p:cNvPr>
          <p:cNvSpPr/>
          <p:nvPr/>
        </p:nvSpPr>
        <p:spPr>
          <a:xfrm>
            <a:off x="4602440" y="957957"/>
            <a:ext cx="5183999" cy="57569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9564FC8-ABD0-4D18-9DA1-698A14DDCD30}"/>
              </a:ext>
            </a:extLst>
          </p:cNvPr>
          <p:cNvSpPr txBox="1"/>
          <p:nvPr/>
        </p:nvSpPr>
        <p:spPr>
          <a:xfrm>
            <a:off x="5190659" y="964311"/>
            <a:ext cx="45688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Ravie" panose="04040805050809020602" pitchFamily="82" charset="0"/>
              </a:rPr>
              <a:t>Жооптор торчолору</a:t>
            </a:r>
            <a:endParaRPr lang="en-GB" sz="3200" b="1" dirty="0">
              <a:latin typeface="Ravie" panose="04040805050809020602" pitchFamily="82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2FB5A516-FF28-4C2E-8BE7-5D27E23FE889}"/>
              </a:ext>
            </a:extLst>
          </p:cNvPr>
          <p:cNvSpPr/>
          <p:nvPr/>
        </p:nvSpPr>
        <p:spPr>
          <a:xfrm>
            <a:off x="426476" y="6211666"/>
            <a:ext cx="367222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Жооптор торчосунан </a:t>
            </a:r>
          </a:p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эквиваленттүү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санды табыңыз.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7900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6"/>
                  </p:tgtEl>
                </p:cond>
              </p:nextCondLst>
            </p:seq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10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5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7"/>
                  </p:tgtEl>
                </p:cond>
              </p:nextCondLst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7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6"/>
                  </p:tgtEl>
                </p:cond>
              </p:nextCondLst>
            </p:seq>
            <p:seq concurrent="1" nextAc="seek">
              <p:cTn id="54" restart="whenNotActive" fill="hold" evtFilter="cancelBubble" nodeType="interactiveSeq">
                <p:stCondLst>
                  <p:cond evt="onClick" delay="0">
                    <p:tgtEl>
                      <p:spTgt spid="18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2"/>
                  </p:tgtEl>
                </p:cond>
              </p:nextCondLst>
            </p:seq>
            <p:seq concurrent="1" nextAc="seek">
              <p:cTn id="67" restart="whenNotActive" fill="hold" evtFilter="cancelBubble" nodeType="interactiveSeq">
                <p:stCondLst>
                  <p:cond evt="onClick" delay="0">
                    <p:tgtEl>
                      <p:spTgt spid="1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00"/>
                            </p:stCondLst>
                            <p:childTnLst>
                              <p:par>
                                <p:cTn id="7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1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18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500"/>
                            </p:stCondLst>
                            <p:childTnLst>
                              <p:par>
                                <p:cTn id="8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7"/>
                  </p:tgtEl>
                </p:cond>
              </p:nextCondLst>
            </p:seq>
            <p:seq concurrent="1" nextAc="seek">
              <p:cTn id="93" restart="whenNotActive" fill="hold" evtFilter="cancelBubble" nodeType="interactiveSeq">
                <p:stCondLst>
                  <p:cond evt="onClick" delay="0">
                    <p:tgtEl>
                      <p:spTgt spid="1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" fill="hold">
                      <p:stCondLst>
                        <p:cond delay="0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00"/>
                            </p:stCondLst>
                            <p:childTnLst>
                              <p:par>
                                <p:cTn id="10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6"/>
                  </p:tgtEl>
                </p:cond>
              </p:nextCondLst>
            </p:seq>
            <p:seq concurrent="1" nextAc="seek">
              <p:cTn id="106" restart="whenNotActive" fill="hold" evtFilter="cancelBubble" nodeType="interactiveSeq">
                <p:stCondLst>
                  <p:cond evt="onClick" delay="0">
                    <p:tgtEl>
                      <p:spTgt spid="19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1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00"/>
                            </p:stCondLst>
                            <p:childTnLst>
                              <p:par>
                                <p:cTn id="11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2"/>
                  </p:tgtEl>
                </p:cond>
              </p:nextCondLst>
            </p:seq>
            <p:seq concurrent="1" nextAc="seek">
              <p:cTn id="119" restart="whenNotActive" fill="hold" evtFilter="cancelBubble" nodeType="interactiveSeq">
                <p:stCondLst>
                  <p:cond evt="onClick" delay="0">
                    <p:tgtEl>
                      <p:spTgt spid="19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4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0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1"/>
                  </p:tgtEl>
                </p:cond>
              </p:nextCondLst>
            </p:seq>
            <p:seq concurrent="1" nextAc="seek">
              <p:cTn id="132" restart="whenNotActive" fill="hold" evtFilter="cancelBubble" nodeType="interactiveSeq">
                <p:stCondLst>
                  <p:cond evt="onClick" delay="0">
                    <p:tgtEl>
                      <p:spTgt spid="19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3" fill="hold">
                      <p:stCondLst>
                        <p:cond delay="0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500"/>
                            </p:stCondLst>
                            <p:childTnLst>
                              <p:par>
                                <p:cTn id="13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7"/>
                  </p:tgtEl>
                </p:cond>
              </p:nextCondLst>
            </p:seq>
            <p:seq concurrent="1" nextAc="seek">
              <p:cTn id="145" restart="whenNotActive" fill="hold" evtFilter="cancelBubble" nodeType="interactiveSeq">
                <p:stCondLst>
                  <p:cond evt="onClick" delay="0">
                    <p:tgtEl>
                      <p:spTgt spid="19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6" fill="hold">
                      <p:stCondLst>
                        <p:cond delay="0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0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500"/>
                            </p:stCondLst>
                            <p:childTnLst>
                              <p:par>
                                <p:cTn id="15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6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20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3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500"/>
                            </p:stCondLst>
                            <p:childTnLst>
                              <p:par>
                                <p:cTn id="16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2"/>
                  </p:tgtEl>
                </p:cond>
              </p:nextCondLst>
            </p:seq>
            <p:seq concurrent="1" nextAc="seek">
              <p:cTn id="171" restart="whenNotActive" fill="hold" evtFilter="cancelBubble" nodeType="interactiveSeq">
                <p:stCondLst>
                  <p:cond evt="onClick" delay="0">
                    <p:tgtEl>
                      <p:spTgt spid="20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2" fill="hold">
                      <p:stCondLst>
                        <p:cond delay="0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500"/>
                            </p:stCondLst>
                            <p:childTnLst>
                              <p:par>
                                <p:cTn id="17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1"/>
                  </p:tgtEl>
                </p:cond>
              </p:nextCondLst>
            </p:seq>
            <p:seq concurrent="1" nextAc="seek">
              <p:cTn id="184" restart="whenNotActive" fill="hold" evtFilter="cancelBubble" nodeType="interactiveSeq">
                <p:stCondLst>
                  <p:cond evt="onClick" delay="0">
                    <p:tgtEl>
                      <p:spTgt spid="20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5" fill="hold">
                      <p:stCondLst>
                        <p:cond delay="0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9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500"/>
                            </p:stCondLst>
                            <p:childTnLst>
                              <p:par>
                                <p:cTn id="19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2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7"/>
                  </p:tgtEl>
                </p:cond>
              </p:nextCondLst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2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2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500"/>
                            </p:stCondLst>
                            <p:childTnLst>
                              <p:par>
                                <p:cTn id="20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5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8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6"/>
                  </p:tgtEl>
                </p:cond>
              </p:nextCondLst>
            </p:seq>
            <p:seq concurrent="1" nextAc="seek">
              <p:cTn id="210" restart="whenNotActive" fill="hold" evtFilter="cancelBubble" nodeType="interactiveSeq">
                <p:stCondLst>
                  <p:cond evt="onClick" delay="0">
                    <p:tgtEl>
                      <p:spTgt spid="2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1" fill="hold">
                      <p:stCondLst>
                        <p:cond delay="0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5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6" fill="hold">
                            <p:stCondLst>
                              <p:cond delay="500"/>
                            </p:stCondLst>
                            <p:childTnLst>
                              <p:par>
                                <p:cTn id="21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8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2"/>
                  </p:tgtEl>
                </p:cond>
              </p:nextCondLst>
            </p:seq>
            <p:seq concurrent="1" nextAc="seek">
              <p:cTn id="223" restart="whenNotActive" fill="hold" evtFilter="cancelBubble" nodeType="interactiveSeq">
                <p:stCondLst>
                  <p:cond evt="onClick" delay="0">
                    <p:tgtEl>
                      <p:spTgt spid="2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4" fill="hold">
                      <p:stCondLst>
                        <p:cond delay="0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8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9" fill="hold">
                            <p:stCondLst>
                              <p:cond delay="500"/>
                            </p:stCondLst>
                            <p:childTnLst>
                              <p:par>
                                <p:cTn id="23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1"/>
                  </p:tgtEl>
                </p:cond>
              </p:nextCondLst>
            </p:seq>
            <p:seq concurrent="1" nextAc="seek">
              <p:cTn id="236" restart="whenNotActive" fill="hold" evtFilter="cancelBubble" nodeType="interactiveSeq">
                <p:stCondLst>
                  <p:cond evt="onClick" delay="0">
                    <p:tgtEl>
                      <p:spTgt spid="2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7" fill="hold">
                      <p:stCondLst>
                        <p:cond delay="0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2" fill="hold">
                            <p:stCondLst>
                              <p:cond delay="500"/>
                            </p:stCondLst>
                            <p:childTnLst>
                              <p:par>
                                <p:cTn id="24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7"/>
                  </p:tgtEl>
                </p:cond>
              </p:nextCondLst>
            </p:seq>
            <p:seq concurrent="1" nextAc="seek">
              <p:cTn id="249" restart="whenNotActive" fill="hold" evtFilter="cancelBubble" nodeType="interactiveSeq">
                <p:stCondLst>
                  <p:cond evt="onClick" delay="0">
                    <p:tgtEl>
                      <p:spTgt spid="2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0" fill="hold">
                      <p:stCondLst>
                        <p:cond delay="0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5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4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5" fill="hold">
                            <p:stCondLst>
                              <p:cond delay="500"/>
                            </p:stCondLst>
                            <p:childTnLst>
                              <p:par>
                                <p:cTn id="25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6"/>
                  </p:tgtEl>
                </p:cond>
              </p:nextCondLst>
            </p:seq>
            <p:seq concurrent="1" nextAc="seek">
              <p:cTn id="262" restart="whenNotActive" fill="hold" evtFilter="cancelBubble" nodeType="interactiveSeq">
                <p:stCondLst>
                  <p:cond evt="onClick" delay="0">
                    <p:tgtEl>
                      <p:spTgt spid="2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3" fill="hold">
                      <p:stCondLst>
                        <p:cond delay="0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7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500"/>
                            </p:stCondLst>
                            <p:childTnLst>
                              <p:par>
                                <p:cTn id="26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0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3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2"/>
                  </p:tgtEl>
                </p:cond>
              </p:nextCondLst>
            </p:seq>
            <p:seq concurrent="1" nextAc="seek">
              <p:cTn id="275" restart="whenNotActive" fill="hold" evtFilter="cancelBubble" nodeType="interactiveSeq">
                <p:stCondLst>
                  <p:cond evt="onClick" delay="0">
                    <p:tgtEl>
                      <p:spTgt spid="2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6" fill="hold">
                      <p:stCondLst>
                        <p:cond delay="0"/>
                      </p:stCondLst>
                      <p:childTnLst>
                        <p:par>
                          <p:cTn id="277" fill="hold">
                            <p:stCondLst>
                              <p:cond delay="0"/>
                            </p:stCondLst>
                            <p:childTnLst>
                              <p:par>
                                <p:cTn id="27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0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500"/>
                            </p:stCondLst>
                            <p:childTnLst>
                              <p:par>
                                <p:cTn id="28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6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"/>
                  </p:tgtEl>
                </p:cond>
              </p:nextCondLst>
            </p:seq>
            <p:seq concurrent="1" nextAc="seek">
              <p:cTn id="288" restart="whenNotActive" fill="hold" evtFilter="cancelBubble" nodeType="interactiveSeq">
                <p:stCondLst>
                  <p:cond evt="onClick" delay="0">
                    <p:tgtEl>
                      <p:spTgt spid="2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9" fill="hold">
                      <p:stCondLst>
                        <p:cond delay="0"/>
                      </p:stCondLst>
                      <p:childTnLst>
                        <p:par>
                          <p:cTn id="290" fill="hold">
                            <p:stCondLst>
                              <p:cond delay="0"/>
                            </p:stCondLst>
                            <p:childTnLst>
                              <p:par>
                                <p:cTn id="29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3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4" fill="hold">
                            <p:stCondLst>
                              <p:cond delay="500"/>
                            </p:stCondLst>
                            <p:childTnLst>
                              <p:par>
                                <p:cTn id="29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6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7"/>
                  </p:tgtEl>
                </p:cond>
              </p:nextCondLst>
            </p:seq>
            <p:seq concurrent="1" nextAc="seek">
              <p:cTn id="301" restart="whenNotActive" fill="hold" evtFilter="cancelBubble" nodeType="interactiveSeq">
                <p:stCondLst>
                  <p:cond evt="onClick" delay="0">
                    <p:tgtEl>
                      <p:spTgt spid="2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2" fill="hold">
                      <p:stCondLst>
                        <p:cond delay="0"/>
                      </p:stCondLst>
                      <p:childTnLst>
                        <p:par>
                          <p:cTn id="303" fill="hold">
                            <p:stCondLst>
                              <p:cond delay="0"/>
                            </p:stCondLst>
                            <p:childTnLst>
                              <p:par>
                                <p:cTn id="30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6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7" fill="hold">
                            <p:stCondLst>
                              <p:cond delay="500"/>
                            </p:stCondLst>
                            <p:childTnLst>
                              <p:par>
                                <p:cTn id="30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9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2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6"/>
                  </p:tgtEl>
                </p:cond>
              </p:nextCondLst>
            </p:seq>
            <p:seq concurrent="1" nextAc="seek">
              <p:cTn id="314" restart="whenNotActive" fill="hold" evtFilter="cancelBubble" nodeType="interactiveSeq">
                <p:stCondLst>
                  <p:cond evt="onClick" delay="0">
                    <p:tgtEl>
                      <p:spTgt spid="2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5" fill="hold">
                      <p:stCondLst>
                        <p:cond delay="0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9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0" fill="hold">
                            <p:stCondLst>
                              <p:cond delay="500"/>
                            </p:stCondLst>
                            <p:childTnLst>
                              <p:par>
                                <p:cTn id="32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2"/>
                  </p:tgtEl>
                </p:cond>
              </p:nextCondLst>
            </p:seq>
            <p:seq concurrent="1" nextAc="seek">
              <p:cTn id="327" restart="whenNotActive" fill="hold" evtFilter="cancelBubble" nodeType="interactiveSeq">
                <p:stCondLst>
                  <p:cond evt="onClick" delay="0">
                    <p:tgtEl>
                      <p:spTgt spid="2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8" fill="hold">
                      <p:stCondLst>
                        <p:cond delay="0"/>
                      </p:stCondLst>
                      <p:childTnLst>
                        <p:par>
                          <p:cTn id="329" fill="hold">
                            <p:stCondLst>
                              <p:cond delay="0"/>
                            </p:stCondLst>
                            <p:childTnLst>
                              <p:par>
                                <p:cTn id="33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2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3" fill="hold">
                            <p:stCondLst>
                              <p:cond delay="500"/>
                            </p:stCondLst>
                            <p:childTnLst>
                              <p:par>
                                <p:cTn id="33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8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1"/>
                  </p:tgtEl>
                </p:cond>
              </p:nextCondLst>
            </p:seq>
            <p:seq concurrent="1" nextAc="seek">
              <p:cTn id="340" restart="whenNotActive" fill="hold" evtFilter="cancelBubble" nodeType="interactiveSeq">
                <p:stCondLst>
                  <p:cond evt="onClick" delay="0">
                    <p:tgtEl>
                      <p:spTgt spid="2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1" fill="hold">
                      <p:stCondLst>
                        <p:cond delay="0"/>
                      </p:stCondLst>
                      <p:childTnLst>
                        <p:par>
                          <p:cTn id="342" fill="hold">
                            <p:stCondLst>
                              <p:cond delay="0"/>
                            </p:stCondLst>
                            <p:childTnLst>
                              <p:par>
                                <p:cTn id="3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5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6" fill="hold">
                            <p:stCondLst>
                              <p:cond delay="500"/>
                            </p:stCondLst>
                            <p:childTnLst>
                              <p:par>
                                <p:cTn id="34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7"/>
                  </p:tgtEl>
                </p:cond>
              </p:nextCondLst>
            </p:seq>
            <p:seq concurrent="1" nextAc="seek">
              <p:cTn id="353" restart="whenNotActive" fill="hold" evtFilter="cancelBubble" nodeType="interactiveSeq">
                <p:stCondLst>
                  <p:cond evt="onClick" delay="0">
                    <p:tgtEl>
                      <p:spTgt spid="2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4" fill="hold">
                      <p:stCondLst>
                        <p:cond delay="0"/>
                      </p:stCondLst>
                      <p:childTnLst>
                        <p:par>
                          <p:cTn id="355" fill="hold">
                            <p:stCondLst>
                              <p:cond delay="0"/>
                            </p:stCondLst>
                            <p:childTnLst>
                              <p:par>
                                <p:cTn id="35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8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9" fill="hold">
                            <p:stCondLst>
                              <p:cond delay="500"/>
                            </p:stCondLst>
                            <p:childTnLst>
                              <p:par>
                                <p:cTn id="36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4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6"/>
                  </p:tgtEl>
                </p:cond>
              </p:nextCondLst>
            </p:seq>
            <p:seq concurrent="1" nextAc="seek">
              <p:cTn id="366" restart="whenNotActive" fill="hold" evtFilter="cancelBubble" nodeType="interactiveSeq">
                <p:stCondLst>
                  <p:cond evt="onClick" delay="0">
                    <p:tgtEl>
                      <p:spTgt spid="2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7" fill="hold">
                      <p:stCondLst>
                        <p:cond delay="0"/>
                      </p:stCondLst>
                      <p:childTnLst>
                        <p:par>
                          <p:cTn id="368" fill="hold">
                            <p:stCondLst>
                              <p:cond delay="0"/>
                            </p:stCondLst>
                            <p:childTnLst>
                              <p:par>
                                <p:cTn id="3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1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2" fill="hold">
                            <p:stCondLst>
                              <p:cond delay="500"/>
                            </p:stCondLst>
                            <p:childTnLst>
                              <p:par>
                                <p:cTn id="37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4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2"/>
                  </p:tgtEl>
                </p:cond>
              </p:nextCondLst>
            </p:seq>
            <p:seq concurrent="1" nextAc="seek">
              <p:cTn id="379" restart="whenNotActive" fill="hold" evtFilter="cancelBubble" nodeType="interactiveSeq">
                <p:stCondLst>
                  <p:cond evt="onClick" delay="0">
                    <p:tgtEl>
                      <p:spTgt spid="2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0" fill="hold">
                      <p:stCondLst>
                        <p:cond delay="0"/>
                      </p:stCondLst>
                      <p:childTnLst>
                        <p:par>
                          <p:cTn id="381" fill="hold">
                            <p:stCondLst>
                              <p:cond delay="0"/>
                            </p:stCondLst>
                            <p:childTnLst>
                              <p:par>
                                <p:cTn id="38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4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5" fill="hold">
                            <p:stCondLst>
                              <p:cond delay="500"/>
                            </p:stCondLst>
                            <p:childTnLst>
                              <p:par>
                                <p:cTn id="38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7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0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1"/>
                  </p:tgtEl>
                </p:cond>
              </p:nextCondLst>
            </p:seq>
            <p:seq concurrent="1" nextAc="seek">
              <p:cTn id="392" restart="whenNotActive" fill="hold" evtFilter="cancelBubble" nodeType="interactiveSeq">
                <p:stCondLst>
                  <p:cond evt="onClick" delay="0">
                    <p:tgtEl>
                      <p:spTgt spid="2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3" fill="hold">
                      <p:stCondLst>
                        <p:cond delay="0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id="3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7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8" fill="hold">
                            <p:stCondLst>
                              <p:cond delay="500"/>
                            </p:stCondLst>
                            <p:childTnLst>
                              <p:par>
                                <p:cTn id="39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0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3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7"/>
                  </p:tgtEl>
                </p:cond>
              </p:nextCondLst>
            </p:seq>
            <p:seq concurrent="1" nextAc="seek">
              <p:cTn id="405" restart="whenNotActive" fill="hold" evtFilter="cancelBubble" nodeType="interactiveSeq">
                <p:stCondLst>
                  <p:cond evt="onClick" delay="0">
                    <p:tgtEl>
                      <p:spTgt spid="2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6" fill="hold">
                      <p:stCondLst>
                        <p:cond delay="0"/>
                      </p:stCondLst>
                      <p:childTnLst>
                        <p:par>
                          <p:cTn id="407" fill="hold">
                            <p:stCondLst>
                              <p:cond delay="0"/>
                            </p:stCondLst>
                            <p:childTnLst>
                              <p:par>
                                <p:cTn id="40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0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1" fill="hold">
                            <p:stCondLst>
                              <p:cond delay="500"/>
                            </p:stCondLst>
                            <p:childTnLst>
                              <p:par>
                                <p:cTn id="41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6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6"/>
                  </p:tgtEl>
                </p:cond>
              </p:nextCondLst>
            </p:seq>
          </p:childTnLst>
        </p:cTn>
      </p:par>
    </p:tnLst>
    <p:bldLst>
      <p:bldP spid="186" grpId="0" animBg="1"/>
      <p:bldP spid="186" grpId="1" animBg="1"/>
      <p:bldP spid="187" grpId="0" animBg="1"/>
      <p:bldP spid="187" grpId="1" animBg="1"/>
      <p:bldP spid="188" grpId="0" animBg="1"/>
      <p:bldP spid="189" grpId="0" animBg="1"/>
      <p:bldP spid="105" grpId="0" animBg="1"/>
      <p:bldP spid="105" grpId="1" animBg="1"/>
      <p:bldP spid="106" grpId="0" animBg="1"/>
      <p:bldP spid="106" grpId="1" animBg="1"/>
      <p:bldP spid="107" grpId="0" animBg="1"/>
      <p:bldP spid="108" grpId="0" animBg="1"/>
      <p:bldP spid="176" grpId="0" animBg="1"/>
      <p:bldP spid="176" grpId="1" animBg="1"/>
      <p:bldP spid="177" grpId="0" animBg="1"/>
      <p:bldP spid="177" grpId="1" animBg="1"/>
      <p:bldP spid="178" grpId="0" animBg="1"/>
      <p:bldP spid="179" grpId="0" animBg="1"/>
      <p:bldP spid="181" grpId="0" animBg="1"/>
      <p:bldP spid="181" grpId="1" animBg="1"/>
      <p:bldP spid="182" grpId="0" animBg="1"/>
      <p:bldP spid="182" grpId="1" animBg="1"/>
      <p:bldP spid="183" grpId="0" animBg="1"/>
      <p:bldP spid="184" grpId="0" animBg="1"/>
      <p:bldP spid="191" grpId="0" animBg="1"/>
      <p:bldP spid="191" grpId="1" animBg="1"/>
      <p:bldP spid="192" grpId="0" animBg="1"/>
      <p:bldP spid="192" grpId="1" animBg="1"/>
      <p:bldP spid="193" grpId="0" animBg="1"/>
      <p:bldP spid="194" grpId="0" animBg="1"/>
      <p:bldP spid="196" grpId="0" animBg="1"/>
      <p:bldP spid="196" grpId="1" animBg="1"/>
      <p:bldP spid="197" grpId="0" animBg="1"/>
      <p:bldP spid="197" grpId="1" animBg="1"/>
      <p:bldP spid="198" grpId="0" animBg="1"/>
      <p:bldP spid="199" grpId="0" animBg="1"/>
      <p:bldP spid="201" grpId="0" animBg="1"/>
      <p:bldP spid="201" grpId="1" animBg="1"/>
      <p:bldP spid="202" grpId="0" animBg="1"/>
      <p:bldP spid="202" grpId="1" animBg="1"/>
      <p:bldP spid="203" grpId="0" animBg="1"/>
      <p:bldP spid="204" grpId="0" animBg="1"/>
      <p:bldP spid="206" grpId="0" animBg="1"/>
      <p:bldP spid="206" grpId="1" animBg="1"/>
      <p:bldP spid="207" grpId="0" animBg="1"/>
      <p:bldP spid="207" grpId="1" animBg="1"/>
      <p:bldP spid="208" grpId="0" animBg="1"/>
      <p:bldP spid="209" grpId="0" animBg="1"/>
      <p:bldP spid="211" grpId="0" animBg="1"/>
      <p:bldP spid="211" grpId="1" animBg="1"/>
      <p:bldP spid="212" grpId="0" animBg="1"/>
      <p:bldP spid="212" grpId="1" animBg="1"/>
      <p:bldP spid="213" grpId="0" animBg="1"/>
      <p:bldP spid="214" grpId="0" animBg="1"/>
      <p:bldP spid="216" grpId="0" animBg="1"/>
      <p:bldP spid="216" grpId="1" animBg="1"/>
      <p:bldP spid="217" grpId="0" animBg="1"/>
      <p:bldP spid="217" grpId="1" animBg="1"/>
      <p:bldP spid="218" grpId="0" animBg="1"/>
      <p:bldP spid="219" grpId="0" animBg="1"/>
      <p:bldP spid="221" grpId="0" animBg="1"/>
      <p:bldP spid="221" grpId="1" animBg="1"/>
      <p:bldP spid="222" grpId="0" animBg="1"/>
      <p:bldP spid="222" grpId="1" animBg="1"/>
      <p:bldP spid="223" grpId="0" animBg="1"/>
      <p:bldP spid="224" grpId="0" animBg="1"/>
      <p:bldP spid="226" grpId="0" animBg="1"/>
      <p:bldP spid="226" grpId="1" animBg="1"/>
      <p:bldP spid="227" grpId="0" animBg="1"/>
      <p:bldP spid="227" grpId="1" animBg="1"/>
      <p:bldP spid="228" grpId="0" animBg="1"/>
      <p:bldP spid="229" grpId="0" animBg="1"/>
      <p:bldP spid="231" grpId="0" animBg="1"/>
      <p:bldP spid="231" grpId="1" animBg="1"/>
      <p:bldP spid="232" grpId="0" animBg="1"/>
      <p:bldP spid="232" grpId="1" animBg="1"/>
      <p:bldP spid="233" grpId="0" animBg="1"/>
      <p:bldP spid="234" grpId="0" animBg="1"/>
      <p:bldP spid="236" grpId="0" animBg="1"/>
      <p:bldP spid="236" grpId="1" animBg="1"/>
      <p:bldP spid="237" grpId="0" animBg="1"/>
      <p:bldP spid="237" grpId="1" animBg="1"/>
      <p:bldP spid="238" grpId="0" animBg="1"/>
      <p:bldP spid="239" grpId="0" animBg="1"/>
      <p:bldP spid="241" grpId="0" animBg="1"/>
      <p:bldP spid="241" grpId="1" animBg="1"/>
      <p:bldP spid="242" grpId="0" animBg="1"/>
      <p:bldP spid="242" grpId="1" animBg="1"/>
      <p:bldP spid="243" grpId="0" animBg="1"/>
      <p:bldP spid="244" grpId="0" animBg="1"/>
      <p:bldP spid="246" grpId="0" animBg="1"/>
      <p:bldP spid="246" grpId="1" animBg="1"/>
      <p:bldP spid="247" grpId="0" animBg="1"/>
      <p:bldP spid="247" grpId="1" animBg="1"/>
      <p:bldP spid="248" grpId="0" animBg="1"/>
      <p:bldP spid="24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8" name="Table 87">
                <a:extLst>
                  <a:ext uri="{FF2B5EF4-FFF2-40B4-BE49-F238E27FC236}">
                    <a16:creationId xmlns:a16="http://schemas.microsoft.com/office/drawing/2014/main" id="{F0FB5B1D-69AC-483C-9C68-E5E31C8B58D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17337317"/>
                  </p:ext>
                </p:extLst>
              </p:nvPr>
            </p:nvGraphicFramePr>
            <p:xfrm>
              <a:off x="4608496" y="1531911"/>
              <a:ext cx="5168552" cy="51854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2138">
                      <a:extLst>
                        <a:ext uri="{9D8B030D-6E8A-4147-A177-3AD203B41FA5}">
                          <a16:colId xmlns:a16="http://schemas.microsoft.com/office/drawing/2014/main" val="3926725342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146485823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3088939633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3508545897"/>
                        </a:ext>
                      </a:extLst>
                    </a:gridCol>
                  </a:tblGrid>
                  <a:tr h="129635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28%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28675500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0.9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70%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0.1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60%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8309862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45%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0.72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0.03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1593046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0.14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9%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65639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8" name="Table 87">
                <a:extLst>
                  <a:ext uri="{FF2B5EF4-FFF2-40B4-BE49-F238E27FC236}">
                    <a16:creationId xmlns:a16="http://schemas.microsoft.com/office/drawing/2014/main" id="{F0FB5B1D-69AC-483C-9C68-E5E31C8B58D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17337317"/>
                  </p:ext>
                </p:extLst>
              </p:nvPr>
            </p:nvGraphicFramePr>
            <p:xfrm>
              <a:off x="4608496" y="1531911"/>
              <a:ext cx="5168552" cy="51854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2138">
                      <a:extLst>
                        <a:ext uri="{9D8B030D-6E8A-4147-A177-3AD203B41FA5}">
                          <a16:colId xmlns:a16="http://schemas.microsoft.com/office/drawing/2014/main" val="3926725342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146485823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3088939633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3508545897"/>
                        </a:ext>
                      </a:extLst>
                    </a:gridCol>
                  </a:tblGrid>
                  <a:tr h="12963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r="-300943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531" r="-199531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r="-100472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72" r="-472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28675500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100000" r="-300943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531" t="-100000" r="-199531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100000" r="-10047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72" t="-100000" r="-472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8309862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00943" r="-300943" b="-1009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531" t="-200943" r="-199531" b="-1009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200943" r="-100472" b="-1009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72" t="-200943" r="-472" b="-1009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593046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99531" r="-300943" b="-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531" t="-299531" r="-199531" b="-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299531" r="-100472" b="-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72" t="-299531" r="-472" b="-4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4656392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86" name="Rectangle 185">
            <a:extLst>
              <a:ext uri="{FF2B5EF4-FFF2-40B4-BE49-F238E27FC236}">
                <a16:creationId xmlns:a16="http://schemas.microsoft.com/office/drawing/2014/main" id="{62675465-07BE-4C08-AFCE-7FEF3769919F}"/>
              </a:ext>
            </a:extLst>
          </p:cNvPr>
          <p:cNvSpPr/>
          <p:nvPr/>
        </p:nvSpPr>
        <p:spPr>
          <a:xfrm>
            <a:off x="9138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A39AFF5B-617B-4C69-AE20-062BB534C4AA}"/>
              </a:ext>
            </a:extLst>
          </p:cNvPr>
          <p:cNvSpPr/>
          <p:nvPr/>
        </p:nvSpPr>
        <p:spPr>
          <a:xfrm rot="10800000">
            <a:off x="8490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7F4031DD-441E-4A13-95AE-9DB7C32715C0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62F740BD-84DF-4C95-89B8-9E769E123519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6F6E4B9A-CCC4-408A-92D6-AF0A7B46DF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19004979"/>
                  </p:ext>
                </p:extLst>
              </p:nvPr>
            </p:nvGraphicFramePr>
            <p:xfrm>
              <a:off x="146447" y="61547"/>
              <a:ext cx="4317999" cy="613703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39333">
                      <a:extLst>
                        <a:ext uri="{9D8B030D-6E8A-4147-A177-3AD203B41FA5}">
                          <a16:colId xmlns:a16="http://schemas.microsoft.com/office/drawing/2014/main" val="1783487117"/>
                        </a:ext>
                      </a:extLst>
                    </a:gridCol>
                    <a:gridCol w="1439333">
                      <a:extLst>
                        <a:ext uri="{9D8B030D-6E8A-4147-A177-3AD203B41FA5}">
                          <a16:colId xmlns:a16="http://schemas.microsoft.com/office/drawing/2014/main" val="287481676"/>
                        </a:ext>
                      </a:extLst>
                    </a:gridCol>
                    <a:gridCol w="1439333">
                      <a:extLst>
                        <a:ext uri="{9D8B030D-6E8A-4147-A177-3AD203B41FA5}">
                          <a16:colId xmlns:a16="http://schemas.microsoft.com/office/drawing/2014/main" val="1215249565"/>
                        </a:ext>
                      </a:extLst>
                    </a:gridCol>
                  </a:tblGrid>
                  <a:tr h="597697">
                    <a:tc gridSpan="3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3200" dirty="0">
                              <a:solidFill>
                                <a:schemeClr val="tx1"/>
                              </a:solidFill>
                              <a:latin typeface="Ravie" panose="04040805050809020602" pitchFamily="82" charset="0"/>
                            </a:rPr>
                            <a:t>Суроолор</a:t>
                          </a:r>
                          <a:endParaRPr lang="en-GB" sz="32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24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32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40666071"/>
                      </a:ext>
                    </a:extLst>
                  </a:tr>
                  <a:tr h="98617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20%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0.09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66825991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0.4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9722879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35%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696694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65%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0.8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72%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67597803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90%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0.25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10141422"/>
                      </a:ext>
                    </a:extLst>
                  </a:tr>
                  <a:tr h="910631">
                    <a:tc grid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0.6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034096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6F6E4B9A-CCC4-408A-92D6-AF0A7B46DF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19004979"/>
                  </p:ext>
                </p:extLst>
              </p:nvPr>
            </p:nvGraphicFramePr>
            <p:xfrm>
              <a:off x="146447" y="61547"/>
              <a:ext cx="4317999" cy="613703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39333">
                      <a:extLst>
                        <a:ext uri="{9D8B030D-6E8A-4147-A177-3AD203B41FA5}">
                          <a16:colId xmlns:a16="http://schemas.microsoft.com/office/drawing/2014/main" val="1783487117"/>
                        </a:ext>
                      </a:extLst>
                    </a:gridCol>
                    <a:gridCol w="1439333">
                      <a:extLst>
                        <a:ext uri="{9D8B030D-6E8A-4147-A177-3AD203B41FA5}">
                          <a16:colId xmlns:a16="http://schemas.microsoft.com/office/drawing/2014/main" val="287481676"/>
                        </a:ext>
                      </a:extLst>
                    </a:gridCol>
                    <a:gridCol w="1439333">
                      <a:extLst>
                        <a:ext uri="{9D8B030D-6E8A-4147-A177-3AD203B41FA5}">
                          <a16:colId xmlns:a16="http://schemas.microsoft.com/office/drawing/2014/main" val="1215249565"/>
                        </a:ext>
                      </a:extLst>
                    </a:gridCol>
                  </a:tblGrid>
                  <a:tr h="597697">
                    <a:tc gridSpan="3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3200" dirty="0">
                              <a:solidFill>
                                <a:schemeClr val="tx1"/>
                              </a:solidFill>
                              <a:latin typeface="Ravie" panose="04040805050809020602" pitchFamily="82" charset="0"/>
                            </a:rPr>
                            <a:t>Суроолор</a:t>
                          </a:r>
                          <a:endParaRPr lang="en-GB" sz="32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24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32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40666071"/>
                      </a:ext>
                    </a:extLst>
                  </a:tr>
                  <a:tr h="98617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67284" r="-202966" b="-4641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67284" r="-102110" b="-4641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67284" r="-2542" b="-46419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66825991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181879" r="-202966" b="-4046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181879" r="-102110" b="-4046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181879" r="-2542" b="-40469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9722879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280000" r="-202966" b="-30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280000" r="-102110" b="-30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280000" r="-2542" b="-30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696694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382550" r="-202966" b="-2040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382550" r="-102110" b="-2040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382550" r="-2542" b="-2040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67597803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479333" r="-202966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479333" r="-102110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479333" r="-2542" b="-10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10141422"/>
                      </a:ext>
                    </a:extLst>
                  </a:tr>
                  <a:tr h="910631">
                    <a:tc gridSpan="3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64" t="-583221" r="-846" b="-3356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034096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23F9E95B-D71B-4C19-BEF1-A48C15169383}"/>
              </a:ext>
            </a:extLst>
          </p:cNvPr>
          <p:cNvSpPr txBox="1"/>
          <p:nvPr/>
        </p:nvSpPr>
        <p:spPr>
          <a:xfrm>
            <a:off x="4987400" y="70090"/>
            <a:ext cx="47990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latin typeface="Ravie" panose="04040805050809020602" pitchFamily="82" charset="0"/>
              </a:rPr>
              <a:t>3-тү Туташ</a:t>
            </a:r>
            <a:r>
              <a:rPr lang="ky-KG" sz="4800" dirty="0">
                <a:latin typeface="Ravie" panose="04040805050809020602" pitchFamily="82" charset="0"/>
              </a:rPr>
              <a:t>тыр</a:t>
            </a:r>
            <a:endParaRPr lang="en-GB" sz="4800" dirty="0">
              <a:latin typeface="Ravie" panose="04040805050809020602" pitchFamily="82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50162D6-872D-43BB-9FEF-EECF6FC53B01}"/>
              </a:ext>
            </a:extLst>
          </p:cNvPr>
          <p:cNvSpPr/>
          <p:nvPr/>
        </p:nvSpPr>
        <p:spPr>
          <a:xfrm>
            <a:off x="5250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64FDF907-EF28-4FA8-8214-DDF40006FA84}"/>
              </a:ext>
            </a:extLst>
          </p:cNvPr>
          <p:cNvSpPr/>
          <p:nvPr/>
        </p:nvSpPr>
        <p:spPr>
          <a:xfrm rot="10800000">
            <a:off x="4602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A4302C5-5B05-4159-A145-31D9AD79CE61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1A255DF-0050-467E-81DC-5CD96909E865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F82E250-B4E6-4F44-811E-26FA95B46E2A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7BF7E733-249B-4CBA-842C-4D6E70A095B5}"/>
              </a:ext>
            </a:extLst>
          </p:cNvPr>
          <p:cNvSpPr/>
          <p:nvPr/>
        </p:nvSpPr>
        <p:spPr>
          <a:xfrm>
            <a:off x="6546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1F6D0ADE-F371-4DF0-842D-8C6E6B3C5D47}"/>
              </a:ext>
            </a:extLst>
          </p:cNvPr>
          <p:cNvSpPr/>
          <p:nvPr/>
        </p:nvSpPr>
        <p:spPr>
          <a:xfrm rot="10800000">
            <a:off x="5898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44E0094D-73D1-4761-8ABB-8170AECFF4DB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87F3274F-9FF0-4C63-9343-26746FC3C570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9EBF7F7-DF54-4AEE-B7C5-08111334F2BA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47C2D886-F92B-4C9E-8604-8174D9A21FF1}"/>
              </a:ext>
            </a:extLst>
          </p:cNvPr>
          <p:cNvSpPr/>
          <p:nvPr/>
        </p:nvSpPr>
        <p:spPr>
          <a:xfrm>
            <a:off x="7842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F26F8B55-0FC0-4EBC-8D87-E3F9D10C2C87}"/>
              </a:ext>
            </a:extLst>
          </p:cNvPr>
          <p:cNvSpPr/>
          <p:nvPr/>
        </p:nvSpPr>
        <p:spPr>
          <a:xfrm rot="10800000">
            <a:off x="7194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2E58798-CC68-4003-B4FD-98ACB5F1946A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FC3E2E6B-7D6C-474B-905C-D87E4A28155D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AF37C3D8-FE98-4586-B07E-36D0C77CD1F7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F6A9050-67F2-4DD6-B6D2-F6E0B9B81288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745BDC5-5118-4308-8A0F-FF6CE7C21039}"/>
              </a:ext>
            </a:extLst>
          </p:cNvPr>
          <p:cNvSpPr/>
          <p:nvPr/>
        </p:nvSpPr>
        <p:spPr>
          <a:xfrm>
            <a:off x="5250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A8431C4F-B658-41DF-B38E-41E35B92C9B2}"/>
              </a:ext>
            </a:extLst>
          </p:cNvPr>
          <p:cNvSpPr/>
          <p:nvPr/>
        </p:nvSpPr>
        <p:spPr>
          <a:xfrm rot="10800000">
            <a:off x="4602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EF3A9D6-6028-4428-9A9E-ECB34F25236C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DA7DDAC3-FDE4-44ED-9ECC-2B8D88E943C1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6209B313-12BE-4570-91BA-E37087F0DFEF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C41B541-3831-4072-9CF4-43E2AB8DA60B}"/>
              </a:ext>
            </a:extLst>
          </p:cNvPr>
          <p:cNvSpPr/>
          <p:nvPr/>
        </p:nvSpPr>
        <p:spPr>
          <a:xfrm>
            <a:off x="6546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4C3F6B52-8E19-4679-B22F-5D70EC60FB54}"/>
              </a:ext>
            </a:extLst>
          </p:cNvPr>
          <p:cNvSpPr/>
          <p:nvPr/>
        </p:nvSpPr>
        <p:spPr>
          <a:xfrm rot="10800000">
            <a:off x="5898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A0F7FC00-144A-45F0-8E6F-0212A7320C7B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67502935-F92F-4E3E-8C5C-634FED415A09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3D51DE75-3A96-4ADC-ACE3-69ECB71F5BB1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1D9427D-74D7-4851-AEB0-1E5E3E662EAB}"/>
              </a:ext>
            </a:extLst>
          </p:cNvPr>
          <p:cNvSpPr/>
          <p:nvPr/>
        </p:nvSpPr>
        <p:spPr>
          <a:xfrm>
            <a:off x="7842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2579F212-214E-4F53-BC3E-3C9E46090A1E}"/>
              </a:ext>
            </a:extLst>
          </p:cNvPr>
          <p:cNvSpPr/>
          <p:nvPr/>
        </p:nvSpPr>
        <p:spPr>
          <a:xfrm rot="10800000">
            <a:off x="7194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02A43986-452C-4CDB-A02E-EDAC834D5316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D933DA31-F906-4730-8C7D-35541A1B2F5C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B72613C6-CC1D-49B4-BBB0-A335552CE214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00253ECC-47DD-40D7-9C6B-9C831B97C771}"/>
              </a:ext>
            </a:extLst>
          </p:cNvPr>
          <p:cNvSpPr/>
          <p:nvPr/>
        </p:nvSpPr>
        <p:spPr>
          <a:xfrm>
            <a:off x="9138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D6A24C6B-2E3D-4CBA-BC56-61EFFF2983EC}"/>
              </a:ext>
            </a:extLst>
          </p:cNvPr>
          <p:cNvSpPr/>
          <p:nvPr/>
        </p:nvSpPr>
        <p:spPr>
          <a:xfrm rot="10800000">
            <a:off x="8490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B781F274-9E62-466C-A49A-77767D9C6C9F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E0587DD8-365D-43E1-BEE9-43A0953A9AEC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930C9A1A-2F97-4936-9A43-1EAFB05FFE7E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8E0C0616-1816-4BAB-A5CC-5F9D81E195AA}"/>
              </a:ext>
            </a:extLst>
          </p:cNvPr>
          <p:cNvSpPr/>
          <p:nvPr/>
        </p:nvSpPr>
        <p:spPr>
          <a:xfrm>
            <a:off x="5250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3BEA8652-F4A1-4135-B6BB-4510F7D864F6}"/>
              </a:ext>
            </a:extLst>
          </p:cNvPr>
          <p:cNvSpPr/>
          <p:nvPr/>
        </p:nvSpPr>
        <p:spPr>
          <a:xfrm rot="10800000">
            <a:off x="4602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429BC56-AA10-4CED-B781-D76B75CB561B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8F73407F-B942-48B7-A721-2C2A5525E170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A2EDED72-99F8-46FC-AF54-CC91185214B3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98AFD714-EF72-46E2-A088-4DE8E97880D3}"/>
              </a:ext>
            </a:extLst>
          </p:cNvPr>
          <p:cNvSpPr/>
          <p:nvPr/>
        </p:nvSpPr>
        <p:spPr>
          <a:xfrm>
            <a:off x="6546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79BA726C-860E-4DA5-B28F-408BA987FA0A}"/>
              </a:ext>
            </a:extLst>
          </p:cNvPr>
          <p:cNvSpPr/>
          <p:nvPr/>
        </p:nvSpPr>
        <p:spPr>
          <a:xfrm rot="10800000">
            <a:off x="5898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4A74B3A9-6C18-4CBD-B06A-4B2D2A6E3006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B6858F78-0EC9-427A-8F27-04B2A1D55CF0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D16CFF13-63D2-4329-80E6-EA884914E7BE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30A269F0-311A-4552-9F92-B739B32D3064}"/>
              </a:ext>
            </a:extLst>
          </p:cNvPr>
          <p:cNvSpPr/>
          <p:nvPr/>
        </p:nvSpPr>
        <p:spPr>
          <a:xfrm>
            <a:off x="7842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ACD9DC23-0D2E-48D0-AAF4-02C07A7CC218}"/>
              </a:ext>
            </a:extLst>
          </p:cNvPr>
          <p:cNvSpPr/>
          <p:nvPr/>
        </p:nvSpPr>
        <p:spPr>
          <a:xfrm rot="10800000">
            <a:off x="7194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F03A175-B6AE-4AEF-9D9C-D50883B3CA60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2029D8D7-B216-4F69-8DA3-4293BA7AC175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953C0EF6-FD77-4BD6-BC04-E92315694807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CD97CEA9-78E6-4C36-9F71-91C33E1CFE3A}"/>
              </a:ext>
            </a:extLst>
          </p:cNvPr>
          <p:cNvSpPr/>
          <p:nvPr/>
        </p:nvSpPr>
        <p:spPr>
          <a:xfrm>
            <a:off x="9138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27167918-0B36-4CB5-958B-CE6F9D4CF9C7}"/>
              </a:ext>
            </a:extLst>
          </p:cNvPr>
          <p:cNvSpPr/>
          <p:nvPr/>
        </p:nvSpPr>
        <p:spPr>
          <a:xfrm rot="10800000">
            <a:off x="8490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B835D401-E094-4FE3-9A1F-E1DC8A9E7EFB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FC907535-5639-4C56-B074-CF05EED59705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610185A1-337C-4699-96BF-E45792DC4DE2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08C87F22-DDC5-4DD7-99B1-5E447E9A0AEA}"/>
              </a:ext>
            </a:extLst>
          </p:cNvPr>
          <p:cNvSpPr/>
          <p:nvPr/>
        </p:nvSpPr>
        <p:spPr>
          <a:xfrm>
            <a:off x="5250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CBB470AB-7C30-4B58-BE8B-F38C5E2ADE95}"/>
              </a:ext>
            </a:extLst>
          </p:cNvPr>
          <p:cNvSpPr/>
          <p:nvPr/>
        </p:nvSpPr>
        <p:spPr>
          <a:xfrm rot="10800000">
            <a:off x="4602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148343C4-9B0F-4935-8BBF-EF567C3EAFAD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D4FAFFEB-90D7-4261-86F7-B7F1CBCD1925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B2278E52-1E8A-4EA3-8C0F-301FF2D237D7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1A7D40EA-D897-4680-9C9E-95A604B071C1}"/>
              </a:ext>
            </a:extLst>
          </p:cNvPr>
          <p:cNvSpPr/>
          <p:nvPr/>
        </p:nvSpPr>
        <p:spPr>
          <a:xfrm>
            <a:off x="6546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249900C4-E900-4A37-BDAF-8BBD95ED7237}"/>
              </a:ext>
            </a:extLst>
          </p:cNvPr>
          <p:cNvSpPr/>
          <p:nvPr/>
        </p:nvSpPr>
        <p:spPr>
          <a:xfrm rot="10800000">
            <a:off x="5898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F819064D-457F-4548-9487-87B9BC359777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FED612D4-82F5-4C76-8AED-8B3D8ED7FACB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FFE32A8D-5943-425C-81DA-F38EB64F768F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462F9E53-909C-46DA-AF56-7E521EEBD4EE}"/>
              </a:ext>
            </a:extLst>
          </p:cNvPr>
          <p:cNvSpPr/>
          <p:nvPr/>
        </p:nvSpPr>
        <p:spPr>
          <a:xfrm>
            <a:off x="7842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D680835F-6065-49CA-AAFD-A1448B22C9DD}"/>
              </a:ext>
            </a:extLst>
          </p:cNvPr>
          <p:cNvSpPr/>
          <p:nvPr/>
        </p:nvSpPr>
        <p:spPr>
          <a:xfrm rot="10800000">
            <a:off x="7194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5EABF406-9F9F-493F-9EB6-D2EB05CFB153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E4F8540D-149F-4543-B466-669FBA807515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9547475C-A21F-4004-8D13-F978BFC4BD9A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187F359F-1075-411A-8C13-B652493C90E5}"/>
              </a:ext>
            </a:extLst>
          </p:cNvPr>
          <p:cNvSpPr/>
          <p:nvPr/>
        </p:nvSpPr>
        <p:spPr>
          <a:xfrm>
            <a:off x="9138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C4E5959-B853-41E9-A0C0-8EB4EEB3C0D0}"/>
              </a:ext>
            </a:extLst>
          </p:cNvPr>
          <p:cNvSpPr/>
          <p:nvPr/>
        </p:nvSpPr>
        <p:spPr>
          <a:xfrm rot="10800000">
            <a:off x="8490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C98E1FD5-DE2E-4592-8960-D494F3F78556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5D65DBB2-4EE8-411D-AB9D-E71C65147B0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B833D34C-F502-4A90-A9C9-34645AB7A27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46DC06-2922-4CC5-A10D-AE0DECC6F007}"/>
              </a:ext>
            </a:extLst>
          </p:cNvPr>
          <p:cNvSpPr/>
          <p:nvPr/>
        </p:nvSpPr>
        <p:spPr>
          <a:xfrm>
            <a:off x="4602440" y="957957"/>
            <a:ext cx="5183999" cy="57569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9564FC8-ABD0-4D18-9DA1-698A14DDCD30}"/>
              </a:ext>
            </a:extLst>
          </p:cNvPr>
          <p:cNvSpPr txBox="1"/>
          <p:nvPr/>
        </p:nvSpPr>
        <p:spPr>
          <a:xfrm>
            <a:off x="5190658" y="964311"/>
            <a:ext cx="44613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Ravie" panose="04040805050809020602" pitchFamily="82" charset="0"/>
              </a:rPr>
              <a:t>Жооптор торчолору</a:t>
            </a:r>
            <a:endParaRPr lang="en-GB" sz="3200" b="1" dirty="0">
              <a:latin typeface="Ravie" panose="04040805050809020602" pitchFamily="8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CA6902E-989D-14F0-D409-7E4E685F4231}"/>
              </a:ext>
            </a:extLst>
          </p:cNvPr>
          <p:cNvSpPr/>
          <p:nvPr/>
        </p:nvSpPr>
        <p:spPr>
          <a:xfrm>
            <a:off x="426476" y="6211666"/>
            <a:ext cx="367222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Жооптор торчосунан </a:t>
            </a:r>
          </a:p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эквиваленттүү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санды табыңыз.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6215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6"/>
                  </p:tgtEl>
                </p:cond>
              </p:nextCondLst>
            </p:seq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10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5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7"/>
                  </p:tgtEl>
                </p:cond>
              </p:nextCondLst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7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6"/>
                  </p:tgtEl>
                </p:cond>
              </p:nextCondLst>
            </p:seq>
            <p:seq concurrent="1" nextAc="seek">
              <p:cTn id="54" restart="whenNotActive" fill="hold" evtFilter="cancelBubble" nodeType="interactiveSeq">
                <p:stCondLst>
                  <p:cond evt="onClick" delay="0">
                    <p:tgtEl>
                      <p:spTgt spid="18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2"/>
                  </p:tgtEl>
                </p:cond>
              </p:nextCondLst>
            </p:seq>
            <p:seq concurrent="1" nextAc="seek">
              <p:cTn id="67" restart="whenNotActive" fill="hold" evtFilter="cancelBubble" nodeType="interactiveSeq">
                <p:stCondLst>
                  <p:cond evt="onClick" delay="0">
                    <p:tgtEl>
                      <p:spTgt spid="1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00"/>
                            </p:stCondLst>
                            <p:childTnLst>
                              <p:par>
                                <p:cTn id="7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1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18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500"/>
                            </p:stCondLst>
                            <p:childTnLst>
                              <p:par>
                                <p:cTn id="8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7"/>
                  </p:tgtEl>
                </p:cond>
              </p:nextCondLst>
            </p:seq>
            <p:seq concurrent="1" nextAc="seek">
              <p:cTn id="93" restart="whenNotActive" fill="hold" evtFilter="cancelBubble" nodeType="interactiveSeq">
                <p:stCondLst>
                  <p:cond evt="onClick" delay="0">
                    <p:tgtEl>
                      <p:spTgt spid="1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" fill="hold">
                      <p:stCondLst>
                        <p:cond delay="0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00"/>
                            </p:stCondLst>
                            <p:childTnLst>
                              <p:par>
                                <p:cTn id="10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6"/>
                  </p:tgtEl>
                </p:cond>
              </p:nextCondLst>
            </p:seq>
            <p:seq concurrent="1" nextAc="seek">
              <p:cTn id="106" restart="whenNotActive" fill="hold" evtFilter="cancelBubble" nodeType="interactiveSeq">
                <p:stCondLst>
                  <p:cond evt="onClick" delay="0">
                    <p:tgtEl>
                      <p:spTgt spid="19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1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00"/>
                            </p:stCondLst>
                            <p:childTnLst>
                              <p:par>
                                <p:cTn id="11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2"/>
                  </p:tgtEl>
                </p:cond>
              </p:nextCondLst>
            </p:seq>
            <p:seq concurrent="1" nextAc="seek">
              <p:cTn id="119" restart="whenNotActive" fill="hold" evtFilter="cancelBubble" nodeType="interactiveSeq">
                <p:stCondLst>
                  <p:cond evt="onClick" delay="0">
                    <p:tgtEl>
                      <p:spTgt spid="19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4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0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1"/>
                  </p:tgtEl>
                </p:cond>
              </p:nextCondLst>
            </p:seq>
            <p:seq concurrent="1" nextAc="seek">
              <p:cTn id="132" restart="whenNotActive" fill="hold" evtFilter="cancelBubble" nodeType="interactiveSeq">
                <p:stCondLst>
                  <p:cond evt="onClick" delay="0">
                    <p:tgtEl>
                      <p:spTgt spid="19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3" fill="hold">
                      <p:stCondLst>
                        <p:cond delay="0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500"/>
                            </p:stCondLst>
                            <p:childTnLst>
                              <p:par>
                                <p:cTn id="13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7"/>
                  </p:tgtEl>
                </p:cond>
              </p:nextCondLst>
            </p:seq>
            <p:seq concurrent="1" nextAc="seek">
              <p:cTn id="145" restart="whenNotActive" fill="hold" evtFilter="cancelBubble" nodeType="interactiveSeq">
                <p:stCondLst>
                  <p:cond evt="onClick" delay="0">
                    <p:tgtEl>
                      <p:spTgt spid="19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6" fill="hold">
                      <p:stCondLst>
                        <p:cond delay="0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0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500"/>
                            </p:stCondLst>
                            <p:childTnLst>
                              <p:par>
                                <p:cTn id="15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6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20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3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500"/>
                            </p:stCondLst>
                            <p:childTnLst>
                              <p:par>
                                <p:cTn id="16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2"/>
                  </p:tgtEl>
                </p:cond>
              </p:nextCondLst>
            </p:seq>
            <p:seq concurrent="1" nextAc="seek">
              <p:cTn id="171" restart="whenNotActive" fill="hold" evtFilter="cancelBubble" nodeType="interactiveSeq">
                <p:stCondLst>
                  <p:cond evt="onClick" delay="0">
                    <p:tgtEl>
                      <p:spTgt spid="20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2" fill="hold">
                      <p:stCondLst>
                        <p:cond delay="0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500"/>
                            </p:stCondLst>
                            <p:childTnLst>
                              <p:par>
                                <p:cTn id="17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1"/>
                  </p:tgtEl>
                </p:cond>
              </p:nextCondLst>
            </p:seq>
            <p:seq concurrent="1" nextAc="seek">
              <p:cTn id="184" restart="whenNotActive" fill="hold" evtFilter="cancelBubble" nodeType="interactiveSeq">
                <p:stCondLst>
                  <p:cond evt="onClick" delay="0">
                    <p:tgtEl>
                      <p:spTgt spid="20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5" fill="hold">
                      <p:stCondLst>
                        <p:cond delay="0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9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500"/>
                            </p:stCondLst>
                            <p:childTnLst>
                              <p:par>
                                <p:cTn id="19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2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7"/>
                  </p:tgtEl>
                </p:cond>
              </p:nextCondLst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2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2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500"/>
                            </p:stCondLst>
                            <p:childTnLst>
                              <p:par>
                                <p:cTn id="20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5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8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6"/>
                  </p:tgtEl>
                </p:cond>
              </p:nextCondLst>
            </p:seq>
            <p:seq concurrent="1" nextAc="seek">
              <p:cTn id="210" restart="whenNotActive" fill="hold" evtFilter="cancelBubble" nodeType="interactiveSeq">
                <p:stCondLst>
                  <p:cond evt="onClick" delay="0">
                    <p:tgtEl>
                      <p:spTgt spid="2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1" fill="hold">
                      <p:stCondLst>
                        <p:cond delay="0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5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6" fill="hold">
                            <p:stCondLst>
                              <p:cond delay="500"/>
                            </p:stCondLst>
                            <p:childTnLst>
                              <p:par>
                                <p:cTn id="21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8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2"/>
                  </p:tgtEl>
                </p:cond>
              </p:nextCondLst>
            </p:seq>
            <p:seq concurrent="1" nextAc="seek">
              <p:cTn id="223" restart="whenNotActive" fill="hold" evtFilter="cancelBubble" nodeType="interactiveSeq">
                <p:stCondLst>
                  <p:cond evt="onClick" delay="0">
                    <p:tgtEl>
                      <p:spTgt spid="2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4" fill="hold">
                      <p:stCondLst>
                        <p:cond delay="0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8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9" fill="hold">
                            <p:stCondLst>
                              <p:cond delay="500"/>
                            </p:stCondLst>
                            <p:childTnLst>
                              <p:par>
                                <p:cTn id="23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1"/>
                  </p:tgtEl>
                </p:cond>
              </p:nextCondLst>
            </p:seq>
            <p:seq concurrent="1" nextAc="seek">
              <p:cTn id="236" restart="whenNotActive" fill="hold" evtFilter="cancelBubble" nodeType="interactiveSeq">
                <p:stCondLst>
                  <p:cond evt="onClick" delay="0">
                    <p:tgtEl>
                      <p:spTgt spid="2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7" fill="hold">
                      <p:stCondLst>
                        <p:cond delay="0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2" fill="hold">
                            <p:stCondLst>
                              <p:cond delay="500"/>
                            </p:stCondLst>
                            <p:childTnLst>
                              <p:par>
                                <p:cTn id="24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7"/>
                  </p:tgtEl>
                </p:cond>
              </p:nextCondLst>
            </p:seq>
            <p:seq concurrent="1" nextAc="seek">
              <p:cTn id="249" restart="whenNotActive" fill="hold" evtFilter="cancelBubble" nodeType="interactiveSeq">
                <p:stCondLst>
                  <p:cond evt="onClick" delay="0">
                    <p:tgtEl>
                      <p:spTgt spid="2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0" fill="hold">
                      <p:stCondLst>
                        <p:cond delay="0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5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4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5" fill="hold">
                            <p:stCondLst>
                              <p:cond delay="500"/>
                            </p:stCondLst>
                            <p:childTnLst>
                              <p:par>
                                <p:cTn id="25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6"/>
                  </p:tgtEl>
                </p:cond>
              </p:nextCondLst>
            </p:seq>
            <p:seq concurrent="1" nextAc="seek">
              <p:cTn id="262" restart="whenNotActive" fill="hold" evtFilter="cancelBubble" nodeType="interactiveSeq">
                <p:stCondLst>
                  <p:cond evt="onClick" delay="0">
                    <p:tgtEl>
                      <p:spTgt spid="2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3" fill="hold">
                      <p:stCondLst>
                        <p:cond delay="0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7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500"/>
                            </p:stCondLst>
                            <p:childTnLst>
                              <p:par>
                                <p:cTn id="26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0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3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2"/>
                  </p:tgtEl>
                </p:cond>
              </p:nextCondLst>
            </p:seq>
            <p:seq concurrent="1" nextAc="seek">
              <p:cTn id="275" restart="whenNotActive" fill="hold" evtFilter="cancelBubble" nodeType="interactiveSeq">
                <p:stCondLst>
                  <p:cond evt="onClick" delay="0">
                    <p:tgtEl>
                      <p:spTgt spid="2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6" fill="hold">
                      <p:stCondLst>
                        <p:cond delay="0"/>
                      </p:stCondLst>
                      <p:childTnLst>
                        <p:par>
                          <p:cTn id="277" fill="hold">
                            <p:stCondLst>
                              <p:cond delay="0"/>
                            </p:stCondLst>
                            <p:childTnLst>
                              <p:par>
                                <p:cTn id="27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0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500"/>
                            </p:stCondLst>
                            <p:childTnLst>
                              <p:par>
                                <p:cTn id="28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6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"/>
                  </p:tgtEl>
                </p:cond>
              </p:nextCondLst>
            </p:seq>
            <p:seq concurrent="1" nextAc="seek">
              <p:cTn id="288" restart="whenNotActive" fill="hold" evtFilter="cancelBubble" nodeType="interactiveSeq">
                <p:stCondLst>
                  <p:cond evt="onClick" delay="0">
                    <p:tgtEl>
                      <p:spTgt spid="2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9" fill="hold">
                      <p:stCondLst>
                        <p:cond delay="0"/>
                      </p:stCondLst>
                      <p:childTnLst>
                        <p:par>
                          <p:cTn id="290" fill="hold">
                            <p:stCondLst>
                              <p:cond delay="0"/>
                            </p:stCondLst>
                            <p:childTnLst>
                              <p:par>
                                <p:cTn id="29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3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4" fill="hold">
                            <p:stCondLst>
                              <p:cond delay="500"/>
                            </p:stCondLst>
                            <p:childTnLst>
                              <p:par>
                                <p:cTn id="29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6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7"/>
                  </p:tgtEl>
                </p:cond>
              </p:nextCondLst>
            </p:seq>
            <p:seq concurrent="1" nextAc="seek">
              <p:cTn id="301" restart="whenNotActive" fill="hold" evtFilter="cancelBubble" nodeType="interactiveSeq">
                <p:stCondLst>
                  <p:cond evt="onClick" delay="0">
                    <p:tgtEl>
                      <p:spTgt spid="2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2" fill="hold">
                      <p:stCondLst>
                        <p:cond delay="0"/>
                      </p:stCondLst>
                      <p:childTnLst>
                        <p:par>
                          <p:cTn id="303" fill="hold">
                            <p:stCondLst>
                              <p:cond delay="0"/>
                            </p:stCondLst>
                            <p:childTnLst>
                              <p:par>
                                <p:cTn id="30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6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7" fill="hold">
                            <p:stCondLst>
                              <p:cond delay="500"/>
                            </p:stCondLst>
                            <p:childTnLst>
                              <p:par>
                                <p:cTn id="30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9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2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6"/>
                  </p:tgtEl>
                </p:cond>
              </p:nextCondLst>
            </p:seq>
            <p:seq concurrent="1" nextAc="seek">
              <p:cTn id="314" restart="whenNotActive" fill="hold" evtFilter="cancelBubble" nodeType="interactiveSeq">
                <p:stCondLst>
                  <p:cond evt="onClick" delay="0">
                    <p:tgtEl>
                      <p:spTgt spid="2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5" fill="hold">
                      <p:stCondLst>
                        <p:cond delay="0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9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0" fill="hold">
                            <p:stCondLst>
                              <p:cond delay="500"/>
                            </p:stCondLst>
                            <p:childTnLst>
                              <p:par>
                                <p:cTn id="32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2"/>
                  </p:tgtEl>
                </p:cond>
              </p:nextCondLst>
            </p:seq>
            <p:seq concurrent="1" nextAc="seek">
              <p:cTn id="327" restart="whenNotActive" fill="hold" evtFilter="cancelBubble" nodeType="interactiveSeq">
                <p:stCondLst>
                  <p:cond evt="onClick" delay="0">
                    <p:tgtEl>
                      <p:spTgt spid="2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8" fill="hold">
                      <p:stCondLst>
                        <p:cond delay="0"/>
                      </p:stCondLst>
                      <p:childTnLst>
                        <p:par>
                          <p:cTn id="329" fill="hold">
                            <p:stCondLst>
                              <p:cond delay="0"/>
                            </p:stCondLst>
                            <p:childTnLst>
                              <p:par>
                                <p:cTn id="33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2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3" fill="hold">
                            <p:stCondLst>
                              <p:cond delay="500"/>
                            </p:stCondLst>
                            <p:childTnLst>
                              <p:par>
                                <p:cTn id="33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8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1"/>
                  </p:tgtEl>
                </p:cond>
              </p:nextCondLst>
            </p:seq>
            <p:seq concurrent="1" nextAc="seek">
              <p:cTn id="340" restart="whenNotActive" fill="hold" evtFilter="cancelBubble" nodeType="interactiveSeq">
                <p:stCondLst>
                  <p:cond evt="onClick" delay="0">
                    <p:tgtEl>
                      <p:spTgt spid="2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1" fill="hold">
                      <p:stCondLst>
                        <p:cond delay="0"/>
                      </p:stCondLst>
                      <p:childTnLst>
                        <p:par>
                          <p:cTn id="342" fill="hold">
                            <p:stCondLst>
                              <p:cond delay="0"/>
                            </p:stCondLst>
                            <p:childTnLst>
                              <p:par>
                                <p:cTn id="3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5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6" fill="hold">
                            <p:stCondLst>
                              <p:cond delay="500"/>
                            </p:stCondLst>
                            <p:childTnLst>
                              <p:par>
                                <p:cTn id="34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7"/>
                  </p:tgtEl>
                </p:cond>
              </p:nextCondLst>
            </p:seq>
            <p:seq concurrent="1" nextAc="seek">
              <p:cTn id="353" restart="whenNotActive" fill="hold" evtFilter="cancelBubble" nodeType="interactiveSeq">
                <p:stCondLst>
                  <p:cond evt="onClick" delay="0">
                    <p:tgtEl>
                      <p:spTgt spid="2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4" fill="hold">
                      <p:stCondLst>
                        <p:cond delay="0"/>
                      </p:stCondLst>
                      <p:childTnLst>
                        <p:par>
                          <p:cTn id="355" fill="hold">
                            <p:stCondLst>
                              <p:cond delay="0"/>
                            </p:stCondLst>
                            <p:childTnLst>
                              <p:par>
                                <p:cTn id="35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8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9" fill="hold">
                            <p:stCondLst>
                              <p:cond delay="500"/>
                            </p:stCondLst>
                            <p:childTnLst>
                              <p:par>
                                <p:cTn id="36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4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6"/>
                  </p:tgtEl>
                </p:cond>
              </p:nextCondLst>
            </p:seq>
            <p:seq concurrent="1" nextAc="seek">
              <p:cTn id="366" restart="whenNotActive" fill="hold" evtFilter="cancelBubble" nodeType="interactiveSeq">
                <p:stCondLst>
                  <p:cond evt="onClick" delay="0">
                    <p:tgtEl>
                      <p:spTgt spid="2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7" fill="hold">
                      <p:stCondLst>
                        <p:cond delay="0"/>
                      </p:stCondLst>
                      <p:childTnLst>
                        <p:par>
                          <p:cTn id="368" fill="hold">
                            <p:stCondLst>
                              <p:cond delay="0"/>
                            </p:stCondLst>
                            <p:childTnLst>
                              <p:par>
                                <p:cTn id="3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1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2" fill="hold">
                            <p:stCondLst>
                              <p:cond delay="500"/>
                            </p:stCondLst>
                            <p:childTnLst>
                              <p:par>
                                <p:cTn id="37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4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2"/>
                  </p:tgtEl>
                </p:cond>
              </p:nextCondLst>
            </p:seq>
            <p:seq concurrent="1" nextAc="seek">
              <p:cTn id="379" restart="whenNotActive" fill="hold" evtFilter="cancelBubble" nodeType="interactiveSeq">
                <p:stCondLst>
                  <p:cond evt="onClick" delay="0">
                    <p:tgtEl>
                      <p:spTgt spid="2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0" fill="hold">
                      <p:stCondLst>
                        <p:cond delay="0"/>
                      </p:stCondLst>
                      <p:childTnLst>
                        <p:par>
                          <p:cTn id="381" fill="hold">
                            <p:stCondLst>
                              <p:cond delay="0"/>
                            </p:stCondLst>
                            <p:childTnLst>
                              <p:par>
                                <p:cTn id="38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4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5" fill="hold">
                            <p:stCondLst>
                              <p:cond delay="500"/>
                            </p:stCondLst>
                            <p:childTnLst>
                              <p:par>
                                <p:cTn id="38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7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0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1"/>
                  </p:tgtEl>
                </p:cond>
              </p:nextCondLst>
            </p:seq>
            <p:seq concurrent="1" nextAc="seek">
              <p:cTn id="392" restart="whenNotActive" fill="hold" evtFilter="cancelBubble" nodeType="interactiveSeq">
                <p:stCondLst>
                  <p:cond evt="onClick" delay="0">
                    <p:tgtEl>
                      <p:spTgt spid="2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3" fill="hold">
                      <p:stCondLst>
                        <p:cond delay="0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id="3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7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8" fill="hold">
                            <p:stCondLst>
                              <p:cond delay="500"/>
                            </p:stCondLst>
                            <p:childTnLst>
                              <p:par>
                                <p:cTn id="39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0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3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7"/>
                  </p:tgtEl>
                </p:cond>
              </p:nextCondLst>
            </p:seq>
            <p:seq concurrent="1" nextAc="seek">
              <p:cTn id="405" restart="whenNotActive" fill="hold" evtFilter="cancelBubble" nodeType="interactiveSeq">
                <p:stCondLst>
                  <p:cond evt="onClick" delay="0">
                    <p:tgtEl>
                      <p:spTgt spid="2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6" fill="hold">
                      <p:stCondLst>
                        <p:cond delay="0"/>
                      </p:stCondLst>
                      <p:childTnLst>
                        <p:par>
                          <p:cTn id="407" fill="hold">
                            <p:stCondLst>
                              <p:cond delay="0"/>
                            </p:stCondLst>
                            <p:childTnLst>
                              <p:par>
                                <p:cTn id="40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0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1" fill="hold">
                            <p:stCondLst>
                              <p:cond delay="500"/>
                            </p:stCondLst>
                            <p:childTnLst>
                              <p:par>
                                <p:cTn id="41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6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6"/>
                  </p:tgtEl>
                </p:cond>
              </p:nextCondLst>
            </p:seq>
          </p:childTnLst>
        </p:cTn>
      </p:par>
    </p:tnLst>
    <p:bldLst>
      <p:bldP spid="186" grpId="0" animBg="1"/>
      <p:bldP spid="186" grpId="1" animBg="1"/>
      <p:bldP spid="187" grpId="0" animBg="1"/>
      <p:bldP spid="187" grpId="1" animBg="1"/>
      <p:bldP spid="188" grpId="0" animBg="1"/>
      <p:bldP spid="189" grpId="0" animBg="1"/>
      <p:bldP spid="105" grpId="0" animBg="1"/>
      <p:bldP spid="105" grpId="1" animBg="1"/>
      <p:bldP spid="106" grpId="0" animBg="1"/>
      <p:bldP spid="106" grpId="1" animBg="1"/>
      <p:bldP spid="107" grpId="0" animBg="1"/>
      <p:bldP spid="108" grpId="0" animBg="1"/>
      <p:bldP spid="176" grpId="0" animBg="1"/>
      <p:bldP spid="176" grpId="1" animBg="1"/>
      <p:bldP spid="177" grpId="0" animBg="1"/>
      <p:bldP spid="177" grpId="1" animBg="1"/>
      <p:bldP spid="178" grpId="0" animBg="1"/>
      <p:bldP spid="179" grpId="0" animBg="1"/>
      <p:bldP spid="181" grpId="0" animBg="1"/>
      <p:bldP spid="181" grpId="1" animBg="1"/>
      <p:bldP spid="182" grpId="0" animBg="1"/>
      <p:bldP spid="182" grpId="1" animBg="1"/>
      <p:bldP spid="183" grpId="0" animBg="1"/>
      <p:bldP spid="184" grpId="0" animBg="1"/>
      <p:bldP spid="191" grpId="0" animBg="1"/>
      <p:bldP spid="191" grpId="1" animBg="1"/>
      <p:bldP spid="192" grpId="0" animBg="1"/>
      <p:bldP spid="192" grpId="1" animBg="1"/>
      <p:bldP spid="193" grpId="0" animBg="1"/>
      <p:bldP spid="194" grpId="0" animBg="1"/>
      <p:bldP spid="196" grpId="0" animBg="1"/>
      <p:bldP spid="196" grpId="1" animBg="1"/>
      <p:bldP spid="197" grpId="0" animBg="1"/>
      <p:bldP spid="197" grpId="1" animBg="1"/>
      <p:bldP spid="198" grpId="0" animBg="1"/>
      <p:bldP spid="199" grpId="0" animBg="1"/>
      <p:bldP spid="201" grpId="0" animBg="1"/>
      <p:bldP spid="201" grpId="1" animBg="1"/>
      <p:bldP spid="202" grpId="0" animBg="1"/>
      <p:bldP spid="202" grpId="1" animBg="1"/>
      <p:bldP spid="203" grpId="0" animBg="1"/>
      <p:bldP spid="204" grpId="0" animBg="1"/>
      <p:bldP spid="206" grpId="0" animBg="1"/>
      <p:bldP spid="206" grpId="1" animBg="1"/>
      <p:bldP spid="207" grpId="0" animBg="1"/>
      <p:bldP spid="207" grpId="1" animBg="1"/>
      <p:bldP spid="208" grpId="0" animBg="1"/>
      <p:bldP spid="209" grpId="0" animBg="1"/>
      <p:bldP spid="211" grpId="0" animBg="1"/>
      <p:bldP spid="211" grpId="1" animBg="1"/>
      <p:bldP spid="212" grpId="0" animBg="1"/>
      <p:bldP spid="212" grpId="1" animBg="1"/>
      <p:bldP spid="213" grpId="0" animBg="1"/>
      <p:bldP spid="214" grpId="0" animBg="1"/>
      <p:bldP spid="216" grpId="0" animBg="1"/>
      <p:bldP spid="216" grpId="1" animBg="1"/>
      <p:bldP spid="217" grpId="0" animBg="1"/>
      <p:bldP spid="217" grpId="1" animBg="1"/>
      <p:bldP spid="218" grpId="0" animBg="1"/>
      <p:bldP spid="219" grpId="0" animBg="1"/>
      <p:bldP spid="221" grpId="0" animBg="1"/>
      <p:bldP spid="221" grpId="1" animBg="1"/>
      <p:bldP spid="222" grpId="0" animBg="1"/>
      <p:bldP spid="222" grpId="1" animBg="1"/>
      <p:bldP spid="223" grpId="0" animBg="1"/>
      <p:bldP spid="224" grpId="0" animBg="1"/>
      <p:bldP spid="226" grpId="0" animBg="1"/>
      <p:bldP spid="226" grpId="1" animBg="1"/>
      <p:bldP spid="227" grpId="0" animBg="1"/>
      <p:bldP spid="227" grpId="1" animBg="1"/>
      <p:bldP spid="228" grpId="0" animBg="1"/>
      <p:bldP spid="229" grpId="0" animBg="1"/>
      <p:bldP spid="231" grpId="0" animBg="1"/>
      <p:bldP spid="231" grpId="1" animBg="1"/>
      <p:bldP spid="232" grpId="0" animBg="1"/>
      <p:bldP spid="232" grpId="1" animBg="1"/>
      <p:bldP spid="233" grpId="0" animBg="1"/>
      <p:bldP spid="234" grpId="0" animBg="1"/>
      <p:bldP spid="236" grpId="0" animBg="1"/>
      <p:bldP spid="236" grpId="1" animBg="1"/>
      <p:bldP spid="237" grpId="0" animBg="1"/>
      <p:bldP spid="237" grpId="1" animBg="1"/>
      <p:bldP spid="238" grpId="0" animBg="1"/>
      <p:bldP spid="239" grpId="0" animBg="1"/>
      <p:bldP spid="241" grpId="0" animBg="1"/>
      <p:bldP spid="241" grpId="1" animBg="1"/>
      <p:bldP spid="242" grpId="0" animBg="1"/>
      <p:bldP spid="242" grpId="1" animBg="1"/>
      <p:bldP spid="243" grpId="0" animBg="1"/>
      <p:bldP spid="244" grpId="0" animBg="1"/>
      <p:bldP spid="246" grpId="0" animBg="1"/>
      <p:bldP spid="246" grpId="1" animBg="1"/>
      <p:bldP spid="247" grpId="0" animBg="1"/>
      <p:bldP spid="247" grpId="1" animBg="1"/>
      <p:bldP spid="248" grpId="0" animBg="1"/>
      <p:bldP spid="24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8" name="Table 87">
                <a:extLst>
                  <a:ext uri="{FF2B5EF4-FFF2-40B4-BE49-F238E27FC236}">
                    <a16:creationId xmlns:a16="http://schemas.microsoft.com/office/drawing/2014/main" id="{F0FB5B1D-69AC-483C-9C68-E5E31C8B58D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97003018"/>
                  </p:ext>
                </p:extLst>
              </p:nvPr>
            </p:nvGraphicFramePr>
            <p:xfrm>
              <a:off x="4608496" y="1531911"/>
              <a:ext cx="5168552" cy="51854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2138">
                      <a:extLst>
                        <a:ext uri="{9D8B030D-6E8A-4147-A177-3AD203B41FA5}">
                          <a16:colId xmlns:a16="http://schemas.microsoft.com/office/drawing/2014/main" val="3926725342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146485823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3088939633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3508545897"/>
                        </a:ext>
                      </a:extLst>
                    </a:gridCol>
                  </a:tblGrid>
                  <a:tr h="129635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68%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6%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0.35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28675500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24</m:t>
                                    </m:r>
                                  </m:num>
                                  <m:den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0.12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55%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8309862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0.03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72%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1593046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0.45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0.94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76%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65639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8" name="Table 87">
                <a:extLst>
                  <a:ext uri="{FF2B5EF4-FFF2-40B4-BE49-F238E27FC236}">
                    <a16:creationId xmlns:a16="http://schemas.microsoft.com/office/drawing/2014/main" id="{F0FB5B1D-69AC-483C-9C68-E5E31C8B58D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97003018"/>
                  </p:ext>
                </p:extLst>
              </p:nvPr>
            </p:nvGraphicFramePr>
            <p:xfrm>
              <a:off x="4608496" y="1531911"/>
              <a:ext cx="5168552" cy="51854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2138">
                      <a:extLst>
                        <a:ext uri="{9D8B030D-6E8A-4147-A177-3AD203B41FA5}">
                          <a16:colId xmlns:a16="http://schemas.microsoft.com/office/drawing/2014/main" val="3926725342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146485823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3088939633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3508545897"/>
                        </a:ext>
                      </a:extLst>
                    </a:gridCol>
                  </a:tblGrid>
                  <a:tr h="12963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r="-300943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531" r="-199531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r="-100472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72" r="-472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28675500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100000" r="-300943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531" t="-100000" r="-199531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100000" r="-10047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72" t="-100000" r="-472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8309862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00943" r="-300943" b="-1009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531" t="-200943" r="-199531" b="-1009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200943" r="-100472" b="-1009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72" t="-200943" r="-472" b="-1009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593046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99531" r="-300943" b="-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531" t="-299531" r="-199531" b="-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299531" r="-100472" b="-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72" t="-299531" r="-472" b="-4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4656392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86" name="Rectangle 185">
            <a:extLst>
              <a:ext uri="{FF2B5EF4-FFF2-40B4-BE49-F238E27FC236}">
                <a16:creationId xmlns:a16="http://schemas.microsoft.com/office/drawing/2014/main" id="{62675465-07BE-4C08-AFCE-7FEF3769919F}"/>
              </a:ext>
            </a:extLst>
          </p:cNvPr>
          <p:cNvSpPr/>
          <p:nvPr/>
        </p:nvSpPr>
        <p:spPr>
          <a:xfrm>
            <a:off x="9138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A39AFF5B-617B-4C69-AE20-062BB534C4AA}"/>
              </a:ext>
            </a:extLst>
          </p:cNvPr>
          <p:cNvSpPr/>
          <p:nvPr/>
        </p:nvSpPr>
        <p:spPr>
          <a:xfrm rot="10800000">
            <a:off x="8490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7F4031DD-441E-4A13-95AE-9DB7C32715C0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62F740BD-84DF-4C95-89B8-9E769E123519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6F6E4B9A-CCC4-408A-92D6-AF0A7B46DF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63657020"/>
                  </p:ext>
                </p:extLst>
              </p:nvPr>
            </p:nvGraphicFramePr>
            <p:xfrm>
              <a:off x="146447" y="61547"/>
              <a:ext cx="4317999" cy="613703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39333">
                      <a:extLst>
                        <a:ext uri="{9D8B030D-6E8A-4147-A177-3AD203B41FA5}">
                          <a16:colId xmlns:a16="http://schemas.microsoft.com/office/drawing/2014/main" val="1783487117"/>
                        </a:ext>
                      </a:extLst>
                    </a:gridCol>
                    <a:gridCol w="1439333">
                      <a:extLst>
                        <a:ext uri="{9D8B030D-6E8A-4147-A177-3AD203B41FA5}">
                          <a16:colId xmlns:a16="http://schemas.microsoft.com/office/drawing/2014/main" val="287481676"/>
                        </a:ext>
                      </a:extLst>
                    </a:gridCol>
                    <a:gridCol w="1439333">
                      <a:extLst>
                        <a:ext uri="{9D8B030D-6E8A-4147-A177-3AD203B41FA5}">
                          <a16:colId xmlns:a16="http://schemas.microsoft.com/office/drawing/2014/main" val="1215249565"/>
                        </a:ext>
                      </a:extLst>
                    </a:gridCol>
                  </a:tblGrid>
                  <a:tr h="597697">
                    <a:tc gridSpan="3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3200" dirty="0">
                              <a:solidFill>
                                <a:schemeClr val="tx1"/>
                              </a:solidFill>
                              <a:latin typeface="Ravie" panose="04040805050809020602" pitchFamily="82" charset="0"/>
                            </a:rPr>
                            <a:t>Суроолор</a:t>
                          </a:r>
                          <a:endParaRPr lang="en-GB" sz="32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24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32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40666071"/>
                      </a:ext>
                    </a:extLst>
                  </a:tr>
                  <a:tr h="98617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GB" sz="2800" b="0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96</m:t>
                              </m:r>
                            </m:oMath>
                          </a14:m>
                          <a:r>
                            <a:rPr lang="en-GB" sz="2800" b="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%</a:t>
                          </a: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0.76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66825991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0.65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3%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18</m:t>
                                    </m:r>
                                  </m:num>
                                  <m:den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9722879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84%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696694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0.06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0.85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94%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67597803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34</m:t>
                                    </m:r>
                                  </m:num>
                                  <m:den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16%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10141422"/>
                      </a:ext>
                    </a:extLst>
                  </a:tr>
                  <a:tr h="910631">
                    <a:tc grid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0.08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034096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6F6E4B9A-CCC4-408A-92D6-AF0A7B46DF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63657020"/>
                  </p:ext>
                </p:extLst>
              </p:nvPr>
            </p:nvGraphicFramePr>
            <p:xfrm>
              <a:off x="146447" y="61547"/>
              <a:ext cx="4317999" cy="613703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39333">
                      <a:extLst>
                        <a:ext uri="{9D8B030D-6E8A-4147-A177-3AD203B41FA5}">
                          <a16:colId xmlns:a16="http://schemas.microsoft.com/office/drawing/2014/main" val="1783487117"/>
                        </a:ext>
                      </a:extLst>
                    </a:gridCol>
                    <a:gridCol w="1439333">
                      <a:extLst>
                        <a:ext uri="{9D8B030D-6E8A-4147-A177-3AD203B41FA5}">
                          <a16:colId xmlns:a16="http://schemas.microsoft.com/office/drawing/2014/main" val="287481676"/>
                        </a:ext>
                      </a:extLst>
                    </a:gridCol>
                    <a:gridCol w="1439333">
                      <a:extLst>
                        <a:ext uri="{9D8B030D-6E8A-4147-A177-3AD203B41FA5}">
                          <a16:colId xmlns:a16="http://schemas.microsoft.com/office/drawing/2014/main" val="1215249565"/>
                        </a:ext>
                      </a:extLst>
                    </a:gridCol>
                  </a:tblGrid>
                  <a:tr h="597697">
                    <a:tc gridSpan="3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3200" dirty="0">
                              <a:solidFill>
                                <a:schemeClr val="tx1"/>
                              </a:solidFill>
                              <a:latin typeface="Ravie" panose="04040805050809020602" pitchFamily="82" charset="0"/>
                            </a:rPr>
                            <a:t>Суроолор</a:t>
                          </a:r>
                          <a:endParaRPr lang="en-GB" sz="32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24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32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40666071"/>
                      </a:ext>
                    </a:extLst>
                  </a:tr>
                  <a:tr h="98617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67284" r="-202966" b="-4641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67284" r="-102110" b="-4641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67284" r="-2542" b="-46419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66825991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181879" r="-202966" b="-4046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181879" r="-102110" b="-4046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181879" r="-2542" b="-40469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9722879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280000" r="-202966" b="-30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280000" r="-102110" b="-30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280000" r="-2542" b="-30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696694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382550" r="-202966" b="-2040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382550" r="-102110" b="-2040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382550" r="-2542" b="-2040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67597803"/>
                      </a:ext>
                    </a:extLst>
                  </a:tr>
                  <a:tr h="91063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479333" r="-202966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479333" r="-102110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479333" r="-2542" b="-10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10141422"/>
                      </a:ext>
                    </a:extLst>
                  </a:tr>
                  <a:tr h="910631">
                    <a:tc gridSpan="3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64" t="-583221" r="-846" b="-3356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034096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23F9E95B-D71B-4C19-BEF1-A48C15169383}"/>
              </a:ext>
            </a:extLst>
          </p:cNvPr>
          <p:cNvSpPr txBox="1"/>
          <p:nvPr/>
        </p:nvSpPr>
        <p:spPr>
          <a:xfrm>
            <a:off x="4987400" y="70090"/>
            <a:ext cx="47990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latin typeface="Ravie" panose="04040805050809020602" pitchFamily="82" charset="0"/>
              </a:rPr>
              <a:t>3-тү Туташ</a:t>
            </a:r>
            <a:r>
              <a:rPr lang="ky-KG" sz="4800" dirty="0">
                <a:latin typeface="Ravie" panose="04040805050809020602" pitchFamily="82" charset="0"/>
              </a:rPr>
              <a:t>тыр</a:t>
            </a:r>
            <a:endParaRPr lang="en-GB" sz="4800" dirty="0">
              <a:latin typeface="Ravie" panose="04040805050809020602" pitchFamily="82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50162D6-872D-43BB-9FEF-EECF6FC53B01}"/>
              </a:ext>
            </a:extLst>
          </p:cNvPr>
          <p:cNvSpPr/>
          <p:nvPr/>
        </p:nvSpPr>
        <p:spPr>
          <a:xfrm>
            <a:off x="5250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64FDF907-EF28-4FA8-8214-DDF40006FA84}"/>
              </a:ext>
            </a:extLst>
          </p:cNvPr>
          <p:cNvSpPr/>
          <p:nvPr/>
        </p:nvSpPr>
        <p:spPr>
          <a:xfrm rot="10800000">
            <a:off x="4602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A4302C5-5B05-4159-A145-31D9AD79CE61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1A255DF-0050-467E-81DC-5CD96909E865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F82E250-B4E6-4F44-811E-26FA95B46E2A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7BF7E733-249B-4CBA-842C-4D6E70A095B5}"/>
              </a:ext>
            </a:extLst>
          </p:cNvPr>
          <p:cNvSpPr/>
          <p:nvPr/>
        </p:nvSpPr>
        <p:spPr>
          <a:xfrm>
            <a:off x="6546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1F6D0ADE-F371-4DF0-842D-8C6E6B3C5D47}"/>
              </a:ext>
            </a:extLst>
          </p:cNvPr>
          <p:cNvSpPr/>
          <p:nvPr/>
        </p:nvSpPr>
        <p:spPr>
          <a:xfrm rot="10800000">
            <a:off x="5898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44E0094D-73D1-4761-8ABB-8170AECFF4DB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87F3274F-9FF0-4C63-9343-26746FC3C570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9EBF7F7-DF54-4AEE-B7C5-08111334F2BA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47C2D886-F92B-4C9E-8604-8174D9A21FF1}"/>
              </a:ext>
            </a:extLst>
          </p:cNvPr>
          <p:cNvSpPr/>
          <p:nvPr/>
        </p:nvSpPr>
        <p:spPr>
          <a:xfrm>
            <a:off x="7842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F26F8B55-0FC0-4EBC-8D87-E3F9D10C2C87}"/>
              </a:ext>
            </a:extLst>
          </p:cNvPr>
          <p:cNvSpPr/>
          <p:nvPr/>
        </p:nvSpPr>
        <p:spPr>
          <a:xfrm rot="10800000">
            <a:off x="7194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2E58798-CC68-4003-B4FD-98ACB5F1946A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FC3E2E6B-7D6C-474B-905C-D87E4A28155D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AF37C3D8-FE98-4586-B07E-36D0C77CD1F7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F6A9050-67F2-4DD6-B6D2-F6E0B9B81288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745BDC5-5118-4308-8A0F-FF6CE7C21039}"/>
              </a:ext>
            </a:extLst>
          </p:cNvPr>
          <p:cNvSpPr/>
          <p:nvPr/>
        </p:nvSpPr>
        <p:spPr>
          <a:xfrm>
            <a:off x="5250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A8431C4F-B658-41DF-B38E-41E35B92C9B2}"/>
              </a:ext>
            </a:extLst>
          </p:cNvPr>
          <p:cNvSpPr/>
          <p:nvPr/>
        </p:nvSpPr>
        <p:spPr>
          <a:xfrm rot="10800000">
            <a:off x="4602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EF3A9D6-6028-4428-9A9E-ECB34F25236C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DA7DDAC3-FDE4-44ED-9ECC-2B8D88E943C1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6209B313-12BE-4570-91BA-E37087F0DFEF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C41B541-3831-4072-9CF4-43E2AB8DA60B}"/>
              </a:ext>
            </a:extLst>
          </p:cNvPr>
          <p:cNvSpPr/>
          <p:nvPr/>
        </p:nvSpPr>
        <p:spPr>
          <a:xfrm>
            <a:off x="6546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4C3F6B52-8E19-4679-B22F-5D70EC60FB54}"/>
              </a:ext>
            </a:extLst>
          </p:cNvPr>
          <p:cNvSpPr/>
          <p:nvPr/>
        </p:nvSpPr>
        <p:spPr>
          <a:xfrm rot="10800000">
            <a:off x="5898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A0F7FC00-144A-45F0-8E6F-0212A7320C7B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67502935-F92F-4E3E-8C5C-634FED415A09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3D51DE75-3A96-4ADC-ACE3-69ECB71F5BB1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1D9427D-74D7-4851-AEB0-1E5E3E662EAB}"/>
              </a:ext>
            </a:extLst>
          </p:cNvPr>
          <p:cNvSpPr/>
          <p:nvPr/>
        </p:nvSpPr>
        <p:spPr>
          <a:xfrm>
            <a:off x="7842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2579F212-214E-4F53-BC3E-3C9E46090A1E}"/>
              </a:ext>
            </a:extLst>
          </p:cNvPr>
          <p:cNvSpPr/>
          <p:nvPr/>
        </p:nvSpPr>
        <p:spPr>
          <a:xfrm rot="10800000">
            <a:off x="7194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02A43986-452C-4CDB-A02E-EDAC834D5316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D933DA31-F906-4730-8C7D-35541A1B2F5C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B72613C6-CC1D-49B4-BBB0-A335552CE214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00253ECC-47DD-40D7-9C6B-9C831B97C771}"/>
              </a:ext>
            </a:extLst>
          </p:cNvPr>
          <p:cNvSpPr/>
          <p:nvPr/>
        </p:nvSpPr>
        <p:spPr>
          <a:xfrm>
            <a:off x="9138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D6A24C6B-2E3D-4CBA-BC56-61EFFF2983EC}"/>
              </a:ext>
            </a:extLst>
          </p:cNvPr>
          <p:cNvSpPr/>
          <p:nvPr/>
        </p:nvSpPr>
        <p:spPr>
          <a:xfrm rot="10800000">
            <a:off x="8490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B781F274-9E62-466C-A49A-77767D9C6C9F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E0587DD8-365D-43E1-BEE9-43A0953A9AEC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930C9A1A-2F97-4936-9A43-1EAFB05FFE7E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8E0C0616-1816-4BAB-A5CC-5F9D81E195AA}"/>
              </a:ext>
            </a:extLst>
          </p:cNvPr>
          <p:cNvSpPr/>
          <p:nvPr/>
        </p:nvSpPr>
        <p:spPr>
          <a:xfrm>
            <a:off x="5250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3BEA8652-F4A1-4135-B6BB-4510F7D864F6}"/>
              </a:ext>
            </a:extLst>
          </p:cNvPr>
          <p:cNvSpPr/>
          <p:nvPr/>
        </p:nvSpPr>
        <p:spPr>
          <a:xfrm rot="10800000">
            <a:off x="4602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429BC56-AA10-4CED-B781-D76B75CB561B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8F73407F-B942-48B7-A721-2C2A5525E170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A2EDED72-99F8-46FC-AF54-CC91185214B3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98AFD714-EF72-46E2-A088-4DE8E97880D3}"/>
              </a:ext>
            </a:extLst>
          </p:cNvPr>
          <p:cNvSpPr/>
          <p:nvPr/>
        </p:nvSpPr>
        <p:spPr>
          <a:xfrm>
            <a:off x="6546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79BA726C-860E-4DA5-B28F-408BA987FA0A}"/>
              </a:ext>
            </a:extLst>
          </p:cNvPr>
          <p:cNvSpPr/>
          <p:nvPr/>
        </p:nvSpPr>
        <p:spPr>
          <a:xfrm rot="10800000">
            <a:off x="5898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4A74B3A9-6C18-4CBD-B06A-4B2D2A6E3006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B6858F78-0EC9-427A-8F27-04B2A1D55CF0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D16CFF13-63D2-4329-80E6-EA884914E7BE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30A269F0-311A-4552-9F92-B739B32D3064}"/>
              </a:ext>
            </a:extLst>
          </p:cNvPr>
          <p:cNvSpPr/>
          <p:nvPr/>
        </p:nvSpPr>
        <p:spPr>
          <a:xfrm>
            <a:off x="7842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ACD9DC23-0D2E-48D0-AAF4-02C07A7CC218}"/>
              </a:ext>
            </a:extLst>
          </p:cNvPr>
          <p:cNvSpPr/>
          <p:nvPr/>
        </p:nvSpPr>
        <p:spPr>
          <a:xfrm rot="10800000">
            <a:off x="7194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F03A175-B6AE-4AEF-9D9C-D50883B3CA60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2029D8D7-B216-4F69-8DA3-4293BA7AC175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953C0EF6-FD77-4BD6-BC04-E92315694807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CD97CEA9-78E6-4C36-9F71-91C33E1CFE3A}"/>
              </a:ext>
            </a:extLst>
          </p:cNvPr>
          <p:cNvSpPr/>
          <p:nvPr/>
        </p:nvSpPr>
        <p:spPr>
          <a:xfrm>
            <a:off x="9138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27167918-0B36-4CB5-958B-CE6F9D4CF9C7}"/>
              </a:ext>
            </a:extLst>
          </p:cNvPr>
          <p:cNvSpPr/>
          <p:nvPr/>
        </p:nvSpPr>
        <p:spPr>
          <a:xfrm rot="10800000">
            <a:off x="8490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B835D401-E094-4FE3-9A1F-E1DC8A9E7EFB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FC907535-5639-4C56-B074-CF05EED59705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610185A1-337C-4699-96BF-E45792DC4DE2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08C87F22-DDC5-4DD7-99B1-5E447E9A0AEA}"/>
              </a:ext>
            </a:extLst>
          </p:cNvPr>
          <p:cNvSpPr/>
          <p:nvPr/>
        </p:nvSpPr>
        <p:spPr>
          <a:xfrm>
            <a:off x="5250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CBB470AB-7C30-4B58-BE8B-F38C5E2ADE95}"/>
              </a:ext>
            </a:extLst>
          </p:cNvPr>
          <p:cNvSpPr/>
          <p:nvPr/>
        </p:nvSpPr>
        <p:spPr>
          <a:xfrm rot="10800000">
            <a:off x="4602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148343C4-9B0F-4935-8BBF-EF567C3EAFAD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D4FAFFEB-90D7-4261-86F7-B7F1CBCD1925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B2278E52-1E8A-4EA3-8C0F-301FF2D237D7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1A7D40EA-D897-4680-9C9E-95A604B071C1}"/>
              </a:ext>
            </a:extLst>
          </p:cNvPr>
          <p:cNvSpPr/>
          <p:nvPr/>
        </p:nvSpPr>
        <p:spPr>
          <a:xfrm>
            <a:off x="6546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249900C4-E900-4A37-BDAF-8BBD95ED7237}"/>
              </a:ext>
            </a:extLst>
          </p:cNvPr>
          <p:cNvSpPr/>
          <p:nvPr/>
        </p:nvSpPr>
        <p:spPr>
          <a:xfrm rot="10800000">
            <a:off x="5898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F819064D-457F-4548-9487-87B9BC359777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FED612D4-82F5-4C76-8AED-8B3D8ED7FACB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FFE32A8D-5943-425C-81DA-F38EB64F768F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462F9E53-909C-46DA-AF56-7E521EEBD4EE}"/>
              </a:ext>
            </a:extLst>
          </p:cNvPr>
          <p:cNvSpPr/>
          <p:nvPr/>
        </p:nvSpPr>
        <p:spPr>
          <a:xfrm>
            <a:off x="7842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D680835F-6065-49CA-AAFD-A1448B22C9DD}"/>
              </a:ext>
            </a:extLst>
          </p:cNvPr>
          <p:cNvSpPr/>
          <p:nvPr/>
        </p:nvSpPr>
        <p:spPr>
          <a:xfrm rot="10800000">
            <a:off x="7194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5EABF406-9F9F-493F-9EB6-D2EB05CFB153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E4F8540D-149F-4543-B466-669FBA807515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9547475C-A21F-4004-8D13-F978BFC4BD9A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187F359F-1075-411A-8C13-B652493C90E5}"/>
              </a:ext>
            </a:extLst>
          </p:cNvPr>
          <p:cNvSpPr/>
          <p:nvPr/>
        </p:nvSpPr>
        <p:spPr>
          <a:xfrm>
            <a:off x="9138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C4E5959-B853-41E9-A0C0-8EB4EEB3C0D0}"/>
              </a:ext>
            </a:extLst>
          </p:cNvPr>
          <p:cNvSpPr/>
          <p:nvPr/>
        </p:nvSpPr>
        <p:spPr>
          <a:xfrm rot="10800000">
            <a:off x="8490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C98E1FD5-DE2E-4592-8960-D494F3F78556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5D65DBB2-4EE8-411D-AB9D-E71C65147B0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B833D34C-F502-4A90-A9C9-34645AB7A27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46DC06-2922-4CC5-A10D-AE0DECC6F007}"/>
              </a:ext>
            </a:extLst>
          </p:cNvPr>
          <p:cNvSpPr/>
          <p:nvPr/>
        </p:nvSpPr>
        <p:spPr>
          <a:xfrm>
            <a:off x="4602440" y="957957"/>
            <a:ext cx="5183999" cy="57569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9564FC8-ABD0-4D18-9DA1-698A14DDCD30}"/>
              </a:ext>
            </a:extLst>
          </p:cNvPr>
          <p:cNvSpPr txBox="1"/>
          <p:nvPr/>
        </p:nvSpPr>
        <p:spPr>
          <a:xfrm>
            <a:off x="5190658" y="964311"/>
            <a:ext cx="44105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Ravie" panose="04040805050809020602" pitchFamily="82" charset="0"/>
              </a:rPr>
              <a:t>Жооптор торчолору</a:t>
            </a:r>
            <a:endParaRPr lang="en-GB" sz="3200" b="1" dirty="0">
              <a:latin typeface="Ravie" panose="04040805050809020602" pitchFamily="8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3D5D57-80B4-D94B-D9F0-2CF4F0F81BEB}"/>
              </a:ext>
            </a:extLst>
          </p:cNvPr>
          <p:cNvSpPr/>
          <p:nvPr/>
        </p:nvSpPr>
        <p:spPr>
          <a:xfrm>
            <a:off x="426476" y="6211666"/>
            <a:ext cx="367222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Жооптор торчосунан </a:t>
            </a:r>
          </a:p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эквиваленттүү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санды табыңыз.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5292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6"/>
                  </p:tgtEl>
                </p:cond>
              </p:nextCondLst>
            </p:seq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10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5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7"/>
                  </p:tgtEl>
                </p:cond>
              </p:nextCondLst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7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6"/>
                  </p:tgtEl>
                </p:cond>
              </p:nextCondLst>
            </p:seq>
            <p:seq concurrent="1" nextAc="seek">
              <p:cTn id="54" restart="whenNotActive" fill="hold" evtFilter="cancelBubble" nodeType="interactiveSeq">
                <p:stCondLst>
                  <p:cond evt="onClick" delay="0">
                    <p:tgtEl>
                      <p:spTgt spid="18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2"/>
                  </p:tgtEl>
                </p:cond>
              </p:nextCondLst>
            </p:seq>
            <p:seq concurrent="1" nextAc="seek">
              <p:cTn id="67" restart="whenNotActive" fill="hold" evtFilter="cancelBubble" nodeType="interactiveSeq">
                <p:stCondLst>
                  <p:cond evt="onClick" delay="0">
                    <p:tgtEl>
                      <p:spTgt spid="1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00"/>
                            </p:stCondLst>
                            <p:childTnLst>
                              <p:par>
                                <p:cTn id="7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1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18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500"/>
                            </p:stCondLst>
                            <p:childTnLst>
                              <p:par>
                                <p:cTn id="8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7"/>
                  </p:tgtEl>
                </p:cond>
              </p:nextCondLst>
            </p:seq>
            <p:seq concurrent="1" nextAc="seek">
              <p:cTn id="93" restart="whenNotActive" fill="hold" evtFilter="cancelBubble" nodeType="interactiveSeq">
                <p:stCondLst>
                  <p:cond evt="onClick" delay="0">
                    <p:tgtEl>
                      <p:spTgt spid="1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" fill="hold">
                      <p:stCondLst>
                        <p:cond delay="0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00"/>
                            </p:stCondLst>
                            <p:childTnLst>
                              <p:par>
                                <p:cTn id="10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6"/>
                  </p:tgtEl>
                </p:cond>
              </p:nextCondLst>
            </p:seq>
            <p:seq concurrent="1" nextAc="seek">
              <p:cTn id="106" restart="whenNotActive" fill="hold" evtFilter="cancelBubble" nodeType="interactiveSeq">
                <p:stCondLst>
                  <p:cond evt="onClick" delay="0">
                    <p:tgtEl>
                      <p:spTgt spid="19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1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00"/>
                            </p:stCondLst>
                            <p:childTnLst>
                              <p:par>
                                <p:cTn id="11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2"/>
                  </p:tgtEl>
                </p:cond>
              </p:nextCondLst>
            </p:seq>
            <p:seq concurrent="1" nextAc="seek">
              <p:cTn id="119" restart="whenNotActive" fill="hold" evtFilter="cancelBubble" nodeType="interactiveSeq">
                <p:stCondLst>
                  <p:cond evt="onClick" delay="0">
                    <p:tgtEl>
                      <p:spTgt spid="19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4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0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1"/>
                  </p:tgtEl>
                </p:cond>
              </p:nextCondLst>
            </p:seq>
            <p:seq concurrent="1" nextAc="seek">
              <p:cTn id="132" restart="whenNotActive" fill="hold" evtFilter="cancelBubble" nodeType="interactiveSeq">
                <p:stCondLst>
                  <p:cond evt="onClick" delay="0">
                    <p:tgtEl>
                      <p:spTgt spid="19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3" fill="hold">
                      <p:stCondLst>
                        <p:cond delay="0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500"/>
                            </p:stCondLst>
                            <p:childTnLst>
                              <p:par>
                                <p:cTn id="13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7"/>
                  </p:tgtEl>
                </p:cond>
              </p:nextCondLst>
            </p:seq>
            <p:seq concurrent="1" nextAc="seek">
              <p:cTn id="145" restart="whenNotActive" fill="hold" evtFilter="cancelBubble" nodeType="interactiveSeq">
                <p:stCondLst>
                  <p:cond evt="onClick" delay="0">
                    <p:tgtEl>
                      <p:spTgt spid="19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6" fill="hold">
                      <p:stCondLst>
                        <p:cond delay="0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0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500"/>
                            </p:stCondLst>
                            <p:childTnLst>
                              <p:par>
                                <p:cTn id="15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6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20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3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500"/>
                            </p:stCondLst>
                            <p:childTnLst>
                              <p:par>
                                <p:cTn id="16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2"/>
                  </p:tgtEl>
                </p:cond>
              </p:nextCondLst>
            </p:seq>
            <p:seq concurrent="1" nextAc="seek">
              <p:cTn id="171" restart="whenNotActive" fill="hold" evtFilter="cancelBubble" nodeType="interactiveSeq">
                <p:stCondLst>
                  <p:cond evt="onClick" delay="0">
                    <p:tgtEl>
                      <p:spTgt spid="20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2" fill="hold">
                      <p:stCondLst>
                        <p:cond delay="0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500"/>
                            </p:stCondLst>
                            <p:childTnLst>
                              <p:par>
                                <p:cTn id="17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1"/>
                  </p:tgtEl>
                </p:cond>
              </p:nextCondLst>
            </p:seq>
            <p:seq concurrent="1" nextAc="seek">
              <p:cTn id="184" restart="whenNotActive" fill="hold" evtFilter="cancelBubble" nodeType="interactiveSeq">
                <p:stCondLst>
                  <p:cond evt="onClick" delay="0">
                    <p:tgtEl>
                      <p:spTgt spid="20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5" fill="hold">
                      <p:stCondLst>
                        <p:cond delay="0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9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500"/>
                            </p:stCondLst>
                            <p:childTnLst>
                              <p:par>
                                <p:cTn id="19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2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7"/>
                  </p:tgtEl>
                </p:cond>
              </p:nextCondLst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2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2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500"/>
                            </p:stCondLst>
                            <p:childTnLst>
                              <p:par>
                                <p:cTn id="20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5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8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6"/>
                  </p:tgtEl>
                </p:cond>
              </p:nextCondLst>
            </p:seq>
            <p:seq concurrent="1" nextAc="seek">
              <p:cTn id="210" restart="whenNotActive" fill="hold" evtFilter="cancelBubble" nodeType="interactiveSeq">
                <p:stCondLst>
                  <p:cond evt="onClick" delay="0">
                    <p:tgtEl>
                      <p:spTgt spid="2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1" fill="hold">
                      <p:stCondLst>
                        <p:cond delay="0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5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6" fill="hold">
                            <p:stCondLst>
                              <p:cond delay="500"/>
                            </p:stCondLst>
                            <p:childTnLst>
                              <p:par>
                                <p:cTn id="21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8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2"/>
                  </p:tgtEl>
                </p:cond>
              </p:nextCondLst>
            </p:seq>
            <p:seq concurrent="1" nextAc="seek">
              <p:cTn id="223" restart="whenNotActive" fill="hold" evtFilter="cancelBubble" nodeType="interactiveSeq">
                <p:stCondLst>
                  <p:cond evt="onClick" delay="0">
                    <p:tgtEl>
                      <p:spTgt spid="2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4" fill="hold">
                      <p:stCondLst>
                        <p:cond delay="0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8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9" fill="hold">
                            <p:stCondLst>
                              <p:cond delay="500"/>
                            </p:stCondLst>
                            <p:childTnLst>
                              <p:par>
                                <p:cTn id="23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1"/>
                  </p:tgtEl>
                </p:cond>
              </p:nextCondLst>
            </p:seq>
            <p:seq concurrent="1" nextAc="seek">
              <p:cTn id="236" restart="whenNotActive" fill="hold" evtFilter="cancelBubble" nodeType="interactiveSeq">
                <p:stCondLst>
                  <p:cond evt="onClick" delay="0">
                    <p:tgtEl>
                      <p:spTgt spid="2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7" fill="hold">
                      <p:stCondLst>
                        <p:cond delay="0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2" fill="hold">
                            <p:stCondLst>
                              <p:cond delay="500"/>
                            </p:stCondLst>
                            <p:childTnLst>
                              <p:par>
                                <p:cTn id="24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7"/>
                  </p:tgtEl>
                </p:cond>
              </p:nextCondLst>
            </p:seq>
            <p:seq concurrent="1" nextAc="seek">
              <p:cTn id="249" restart="whenNotActive" fill="hold" evtFilter="cancelBubble" nodeType="interactiveSeq">
                <p:stCondLst>
                  <p:cond evt="onClick" delay="0">
                    <p:tgtEl>
                      <p:spTgt spid="2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0" fill="hold">
                      <p:stCondLst>
                        <p:cond delay="0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5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4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5" fill="hold">
                            <p:stCondLst>
                              <p:cond delay="500"/>
                            </p:stCondLst>
                            <p:childTnLst>
                              <p:par>
                                <p:cTn id="25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6"/>
                  </p:tgtEl>
                </p:cond>
              </p:nextCondLst>
            </p:seq>
            <p:seq concurrent="1" nextAc="seek">
              <p:cTn id="262" restart="whenNotActive" fill="hold" evtFilter="cancelBubble" nodeType="interactiveSeq">
                <p:stCondLst>
                  <p:cond evt="onClick" delay="0">
                    <p:tgtEl>
                      <p:spTgt spid="2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3" fill="hold">
                      <p:stCondLst>
                        <p:cond delay="0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7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500"/>
                            </p:stCondLst>
                            <p:childTnLst>
                              <p:par>
                                <p:cTn id="26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0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3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2"/>
                  </p:tgtEl>
                </p:cond>
              </p:nextCondLst>
            </p:seq>
            <p:seq concurrent="1" nextAc="seek">
              <p:cTn id="275" restart="whenNotActive" fill="hold" evtFilter="cancelBubble" nodeType="interactiveSeq">
                <p:stCondLst>
                  <p:cond evt="onClick" delay="0">
                    <p:tgtEl>
                      <p:spTgt spid="2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6" fill="hold">
                      <p:stCondLst>
                        <p:cond delay="0"/>
                      </p:stCondLst>
                      <p:childTnLst>
                        <p:par>
                          <p:cTn id="277" fill="hold">
                            <p:stCondLst>
                              <p:cond delay="0"/>
                            </p:stCondLst>
                            <p:childTnLst>
                              <p:par>
                                <p:cTn id="27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0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500"/>
                            </p:stCondLst>
                            <p:childTnLst>
                              <p:par>
                                <p:cTn id="28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6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"/>
                  </p:tgtEl>
                </p:cond>
              </p:nextCondLst>
            </p:seq>
            <p:seq concurrent="1" nextAc="seek">
              <p:cTn id="288" restart="whenNotActive" fill="hold" evtFilter="cancelBubble" nodeType="interactiveSeq">
                <p:stCondLst>
                  <p:cond evt="onClick" delay="0">
                    <p:tgtEl>
                      <p:spTgt spid="2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9" fill="hold">
                      <p:stCondLst>
                        <p:cond delay="0"/>
                      </p:stCondLst>
                      <p:childTnLst>
                        <p:par>
                          <p:cTn id="290" fill="hold">
                            <p:stCondLst>
                              <p:cond delay="0"/>
                            </p:stCondLst>
                            <p:childTnLst>
                              <p:par>
                                <p:cTn id="29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3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4" fill="hold">
                            <p:stCondLst>
                              <p:cond delay="500"/>
                            </p:stCondLst>
                            <p:childTnLst>
                              <p:par>
                                <p:cTn id="29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6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7"/>
                  </p:tgtEl>
                </p:cond>
              </p:nextCondLst>
            </p:seq>
            <p:seq concurrent="1" nextAc="seek">
              <p:cTn id="301" restart="whenNotActive" fill="hold" evtFilter="cancelBubble" nodeType="interactiveSeq">
                <p:stCondLst>
                  <p:cond evt="onClick" delay="0">
                    <p:tgtEl>
                      <p:spTgt spid="2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2" fill="hold">
                      <p:stCondLst>
                        <p:cond delay="0"/>
                      </p:stCondLst>
                      <p:childTnLst>
                        <p:par>
                          <p:cTn id="303" fill="hold">
                            <p:stCondLst>
                              <p:cond delay="0"/>
                            </p:stCondLst>
                            <p:childTnLst>
                              <p:par>
                                <p:cTn id="30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6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7" fill="hold">
                            <p:stCondLst>
                              <p:cond delay="500"/>
                            </p:stCondLst>
                            <p:childTnLst>
                              <p:par>
                                <p:cTn id="30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9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2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6"/>
                  </p:tgtEl>
                </p:cond>
              </p:nextCondLst>
            </p:seq>
            <p:seq concurrent="1" nextAc="seek">
              <p:cTn id="314" restart="whenNotActive" fill="hold" evtFilter="cancelBubble" nodeType="interactiveSeq">
                <p:stCondLst>
                  <p:cond evt="onClick" delay="0">
                    <p:tgtEl>
                      <p:spTgt spid="2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5" fill="hold">
                      <p:stCondLst>
                        <p:cond delay="0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9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0" fill="hold">
                            <p:stCondLst>
                              <p:cond delay="500"/>
                            </p:stCondLst>
                            <p:childTnLst>
                              <p:par>
                                <p:cTn id="32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2"/>
                  </p:tgtEl>
                </p:cond>
              </p:nextCondLst>
            </p:seq>
            <p:seq concurrent="1" nextAc="seek">
              <p:cTn id="327" restart="whenNotActive" fill="hold" evtFilter="cancelBubble" nodeType="interactiveSeq">
                <p:stCondLst>
                  <p:cond evt="onClick" delay="0">
                    <p:tgtEl>
                      <p:spTgt spid="2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8" fill="hold">
                      <p:stCondLst>
                        <p:cond delay="0"/>
                      </p:stCondLst>
                      <p:childTnLst>
                        <p:par>
                          <p:cTn id="329" fill="hold">
                            <p:stCondLst>
                              <p:cond delay="0"/>
                            </p:stCondLst>
                            <p:childTnLst>
                              <p:par>
                                <p:cTn id="33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2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3" fill="hold">
                            <p:stCondLst>
                              <p:cond delay="500"/>
                            </p:stCondLst>
                            <p:childTnLst>
                              <p:par>
                                <p:cTn id="33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8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1"/>
                  </p:tgtEl>
                </p:cond>
              </p:nextCondLst>
            </p:seq>
            <p:seq concurrent="1" nextAc="seek">
              <p:cTn id="340" restart="whenNotActive" fill="hold" evtFilter="cancelBubble" nodeType="interactiveSeq">
                <p:stCondLst>
                  <p:cond evt="onClick" delay="0">
                    <p:tgtEl>
                      <p:spTgt spid="2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1" fill="hold">
                      <p:stCondLst>
                        <p:cond delay="0"/>
                      </p:stCondLst>
                      <p:childTnLst>
                        <p:par>
                          <p:cTn id="342" fill="hold">
                            <p:stCondLst>
                              <p:cond delay="0"/>
                            </p:stCondLst>
                            <p:childTnLst>
                              <p:par>
                                <p:cTn id="3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5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6" fill="hold">
                            <p:stCondLst>
                              <p:cond delay="500"/>
                            </p:stCondLst>
                            <p:childTnLst>
                              <p:par>
                                <p:cTn id="34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7"/>
                  </p:tgtEl>
                </p:cond>
              </p:nextCondLst>
            </p:seq>
            <p:seq concurrent="1" nextAc="seek">
              <p:cTn id="353" restart="whenNotActive" fill="hold" evtFilter="cancelBubble" nodeType="interactiveSeq">
                <p:stCondLst>
                  <p:cond evt="onClick" delay="0">
                    <p:tgtEl>
                      <p:spTgt spid="2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4" fill="hold">
                      <p:stCondLst>
                        <p:cond delay="0"/>
                      </p:stCondLst>
                      <p:childTnLst>
                        <p:par>
                          <p:cTn id="355" fill="hold">
                            <p:stCondLst>
                              <p:cond delay="0"/>
                            </p:stCondLst>
                            <p:childTnLst>
                              <p:par>
                                <p:cTn id="35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8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9" fill="hold">
                            <p:stCondLst>
                              <p:cond delay="500"/>
                            </p:stCondLst>
                            <p:childTnLst>
                              <p:par>
                                <p:cTn id="36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4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6"/>
                  </p:tgtEl>
                </p:cond>
              </p:nextCondLst>
            </p:seq>
            <p:seq concurrent="1" nextAc="seek">
              <p:cTn id="366" restart="whenNotActive" fill="hold" evtFilter="cancelBubble" nodeType="interactiveSeq">
                <p:stCondLst>
                  <p:cond evt="onClick" delay="0">
                    <p:tgtEl>
                      <p:spTgt spid="2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7" fill="hold">
                      <p:stCondLst>
                        <p:cond delay="0"/>
                      </p:stCondLst>
                      <p:childTnLst>
                        <p:par>
                          <p:cTn id="368" fill="hold">
                            <p:stCondLst>
                              <p:cond delay="0"/>
                            </p:stCondLst>
                            <p:childTnLst>
                              <p:par>
                                <p:cTn id="3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1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2" fill="hold">
                            <p:stCondLst>
                              <p:cond delay="500"/>
                            </p:stCondLst>
                            <p:childTnLst>
                              <p:par>
                                <p:cTn id="37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4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2"/>
                  </p:tgtEl>
                </p:cond>
              </p:nextCondLst>
            </p:seq>
            <p:seq concurrent="1" nextAc="seek">
              <p:cTn id="379" restart="whenNotActive" fill="hold" evtFilter="cancelBubble" nodeType="interactiveSeq">
                <p:stCondLst>
                  <p:cond evt="onClick" delay="0">
                    <p:tgtEl>
                      <p:spTgt spid="2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0" fill="hold">
                      <p:stCondLst>
                        <p:cond delay="0"/>
                      </p:stCondLst>
                      <p:childTnLst>
                        <p:par>
                          <p:cTn id="381" fill="hold">
                            <p:stCondLst>
                              <p:cond delay="0"/>
                            </p:stCondLst>
                            <p:childTnLst>
                              <p:par>
                                <p:cTn id="38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4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5" fill="hold">
                            <p:stCondLst>
                              <p:cond delay="500"/>
                            </p:stCondLst>
                            <p:childTnLst>
                              <p:par>
                                <p:cTn id="38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7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0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1"/>
                  </p:tgtEl>
                </p:cond>
              </p:nextCondLst>
            </p:seq>
            <p:seq concurrent="1" nextAc="seek">
              <p:cTn id="392" restart="whenNotActive" fill="hold" evtFilter="cancelBubble" nodeType="interactiveSeq">
                <p:stCondLst>
                  <p:cond evt="onClick" delay="0">
                    <p:tgtEl>
                      <p:spTgt spid="2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3" fill="hold">
                      <p:stCondLst>
                        <p:cond delay="0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id="3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7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8" fill="hold">
                            <p:stCondLst>
                              <p:cond delay="500"/>
                            </p:stCondLst>
                            <p:childTnLst>
                              <p:par>
                                <p:cTn id="39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0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3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7"/>
                  </p:tgtEl>
                </p:cond>
              </p:nextCondLst>
            </p:seq>
            <p:seq concurrent="1" nextAc="seek">
              <p:cTn id="405" restart="whenNotActive" fill="hold" evtFilter="cancelBubble" nodeType="interactiveSeq">
                <p:stCondLst>
                  <p:cond evt="onClick" delay="0">
                    <p:tgtEl>
                      <p:spTgt spid="2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6" fill="hold">
                      <p:stCondLst>
                        <p:cond delay="0"/>
                      </p:stCondLst>
                      <p:childTnLst>
                        <p:par>
                          <p:cTn id="407" fill="hold">
                            <p:stCondLst>
                              <p:cond delay="0"/>
                            </p:stCondLst>
                            <p:childTnLst>
                              <p:par>
                                <p:cTn id="40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0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1" fill="hold">
                            <p:stCondLst>
                              <p:cond delay="500"/>
                            </p:stCondLst>
                            <p:childTnLst>
                              <p:par>
                                <p:cTn id="41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6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6"/>
                  </p:tgtEl>
                </p:cond>
              </p:nextCondLst>
            </p:seq>
          </p:childTnLst>
        </p:cTn>
      </p:par>
    </p:tnLst>
    <p:bldLst>
      <p:bldP spid="186" grpId="0" animBg="1"/>
      <p:bldP spid="186" grpId="1" animBg="1"/>
      <p:bldP spid="187" grpId="0" animBg="1"/>
      <p:bldP spid="187" grpId="1" animBg="1"/>
      <p:bldP spid="188" grpId="0" animBg="1"/>
      <p:bldP spid="189" grpId="0" animBg="1"/>
      <p:bldP spid="105" grpId="0" animBg="1"/>
      <p:bldP spid="105" grpId="1" animBg="1"/>
      <p:bldP spid="106" grpId="0" animBg="1"/>
      <p:bldP spid="106" grpId="1" animBg="1"/>
      <p:bldP spid="107" grpId="0" animBg="1"/>
      <p:bldP spid="108" grpId="0" animBg="1"/>
      <p:bldP spid="176" grpId="0" animBg="1"/>
      <p:bldP spid="176" grpId="1" animBg="1"/>
      <p:bldP spid="177" grpId="0" animBg="1"/>
      <p:bldP spid="177" grpId="1" animBg="1"/>
      <p:bldP spid="178" grpId="0" animBg="1"/>
      <p:bldP spid="179" grpId="0" animBg="1"/>
      <p:bldP spid="181" grpId="0" animBg="1"/>
      <p:bldP spid="181" grpId="1" animBg="1"/>
      <p:bldP spid="182" grpId="0" animBg="1"/>
      <p:bldP spid="182" grpId="1" animBg="1"/>
      <p:bldP spid="183" grpId="0" animBg="1"/>
      <p:bldP spid="184" grpId="0" animBg="1"/>
      <p:bldP spid="191" grpId="0" animBg="1"/>
      <p:bldP spid="191" grpId="1" animBg="1"/>
      <p:bldP spid="192" grpId="0" animBg="1"/>
      <p:bldP spid="192" grpId="1" animBg="1"/>
      <p:bldP spid="193" grpId="0" animBg="1"/>
      <p:bldP spid="194" grpId="0" animBg="1"/>
      <p:bldP spid="196" grpId="0" animBg="1"/>
      <p:bldP spid="196" grpId="1" animBg="1"/>
      <p:bldP spid="197" grpId="0" animBg="1"/>
      <p:bldP spid="197" grpId="1" animBg="1"/>
      <p:bldP spid="198" grpId="0" animBg="1"/>
      <p:bldP spid="199" grpId="0" animBg="1"/>
      <p:bldP spid="201" grpId="0" animBg="1"/>
      <p:bldP spid="201" grpId="1" animBg="1"/>
      <p:bldP spid="202" grpId="0" animBg="1"/>
      <p:bldP spid="202" grpId="1" animBg="1"/>
      <p:bldP spid="203" grpId="0" animBg="1"/>
      <p:bldP spid="204" grpId="0" animBg="1"/>
      <p:bldP spid="206" grpId="0" animBg="1"/>
      <p:bldP spid="206" grpId="1" animBg="1"/>
      <p:bldP spid="207" grpId="0" animBg="1"/>
      <p:bldP spid="207" grpId="1" animBg="1"/>
      <p:bldP spid="208" grpId="0" animBg="1"/>
      <p:bldP spid="209" grpId="0" animBg="1"/>
      <p:bldP spid="211" grpId="0" animBg="1"/>
      <p:bldP spid="211" grpId="1" animBg="1"/>
      <p:bldP spid="212" grpId="0" animBg="1"/>
      <p:bldP spid="212" grpId="1" animBg="1"/>
      <p:bldP spid="213" grpId="0" animBg="1"/>
      <p:bldP spid="214" grpId="0" animBg="1"/>
      <p:bldP spid="216" grpId="0" animBg="1"/>
      <p:bldP spid="216" grpId="1" animBg="1"/>
      <p:bldP spid="217" grpId="0" animBg="1"/>
      <p:bldP spid="217" grpId="1" animBg="1"/>
      <p:bldP spid="218" grpId="0" animBg="1"/>
      <p:bldP spid="219" grpId="0" animBg="1"/>
      <p:bldP spid="221" grpId="0" animBg="1"/>
      <p:bldP spid="221" grpId="1" animBg="1"/>
      <p:bldP spid="222" grpId="0" animBg="1"/>
      <p:bldP spid="222" grpId="1" animBg="1"/>
      <p:bldP spid="223" grpId="0" animBg="1"/>
      <p:bldP spid="224" grpId="0" animBg="1"/>
      <p:bldP spid="226" grpId="0" animBg="1"/>
      <p:bldP spid="226" grpId="1" animBg="1"/>
      <p:bldP spid="227" grpId="0" animBg="1"/>
      <p:bldP spid="227" grpId="1" animBg="1"/>
      <p:bldP spid="228" grpId="0" animBg="1"/>
      <p:bldP spid="229" grpId="0" animBg="1"/>
      <p:bldP spid="231" grpId="0" animBg="1"/>
      <p:bldP spid="231" grpId="1" animBg="1"/>
      <p:bldP spid="232" grpId="0" animBg="1"/>
      <p:bldP spid="232" grpId="1" animBg="1"/>
      <p:bldP spid="233" grpId="0" animBg="1"/>
      <p:bldP spid="234" grpId="0" animBg="1"/>
      <p:bldP spid="236" grpId="0" animBg="1"/>
      <p:bldP spid="236" grpId="1" animBg="1"/>
      <p:bldP spid="237" grpId="0" animBg="1"/>
      <p:bldP spid="237" grpId="1" animBg="1"/>
      <p:bldP spid="238" grpId="0" animBg="1"/>
      <p:bldP spid="239" grpId="0" animBg="1"/>
      <p:bldP spid="241" grpId="0" animBg="1"/>
      <p:bldP spid="241" grpId="1" animBg="1"/>
      <p:bldP spid="242" grpId="0" animBg="1"/>
      <p:bldP spid="242" grpId="1" animBg="1"/>
      <p:bldP spid="243" grpId="0" animBg="1"/>
      <p:bldP spid="244" grpId="0" animBg="1"/>
      <p:bldP spid="246" grpId="0" animBg="1"/>
      <p:bldP spid="246" grpId="1" animBg="1"/>
      <p:bldP spid="247" grpId="0" animBg="1"/>
      <p:bldP spid="247" grpId="1" animBg="1"/>
      <p:bldP spid="248" grpId="0" animBg="1"/>
      <p:bldP spid="24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8408</TotalTime>
  <Words>269</Words>
  <Application>Microsoft Office PowerPoint</Application>
  <PresentationFormat>A4 Paper (210x297 mm)</PresentationFormat>
  <Paragraphs>136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Calibri Light</vt:lpstr>
      <vt:lpstr>Cambria Math</vt:lpstr>
      <vt:lpstr>Ravie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378</cp:revision>
  <cp:lastPrinted>2017-12-31T22:38:51Z</cp:lastPrinted>
  <dcterms:created xsi:type="dcterms:W3CDTF">2017-01-17T16:57:04Z</dcterms:created>
  <dcterms:modified xsi:type="dcterms:W3CDTF">2024-09-04T09:20:36Z</dcterms:modified>
</cp:coreProperties>
</file>