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5" r:id="rId2"/>
    <p:sldId id="939" r:id="rId3"/>
    <p:sldId id="941" r:id="rId4"/>
    <p:sldId id="940" r:id="rId5"/>
    <p:sldId id="942" r:id="rId6"/>
    <p:sldId id="944" r:id="rId7"/>
    <p:sldId id="947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5"/>
          </p14:sldIdLst>
        </p14:section>
        <p14:section name="Көрсөтүү үчүн" id="{059544AC-2C27-45B1-9F95-F87DF8854DD6}">
          <p14:sldIdLst>
            <p14:sldId id="939"/>
          </p14:sldIdLst>
        </p14:section>
        <p14:section name="Жооптор" id="{1FEDB314-42DC-4694-9B04-D4A4AAE625F7}">
          <p14:sldIdLst>
            <p14:sldId id="941"/>
            <p14:sldId id="940"/>
          </p14:sldIdLst>
        </p14:section>
        <p14:section name="Таркатма иш кагаздар" id="{A78D9305-6AAE-4715-A210-52F6908F30F7}">
          <p14:sldIdLst>
            <p14:sldId id="942"/>
            <p14:sldId id="944"/>
          </p14:sldIdLst>
        </p14:section>
        <p14:section name="Кайтарым байланыш" id="{F4F1B14E-D704-495F-A4C5-F3C7778EEB8B}">
          <p14:sldIdLst>
            <p14:sldId id="9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960628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сандар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Орундук мааниси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салыштыруу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2 өлчөмдө.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37885B-89AB-B0EF-4D78-F80311AC7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856"/>
            <a:ext cx="9906000" cy="689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56D6F9-3DE3-4D0D-8821-BDB116F1B948}"/>
              </a:ext>
            </a:extLst>
          </p:cNvPr>
          <p:cNvSpPr/>
          <p:nvPr/>
        </p:nvSpPr>
        <p:spPr>
          <a:xfrm>
            <a:off x="6824685" y="4159288"/>
            <a:ext cx="2733505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 бир </a:t>
            </a:r>
          </a:p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8C877BCC-6D2D-95F6-2932-442EC1D3793C}"/>
              </a:ext>
            </a:extLst>
          </p:cNvPr>
          <p:cNvSpPr/>
          <p:nvPr/>
        </p:nvSpPr>
        <p:spPr>
          <a:xfrm>
            <a:off x="75112" y="19050"/>
            <a:ext cx="4877888" cy="6838950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8B1DCEA5-82C7-1EB3-CFB0-A47CA9CA4893}"/>
              </a:ext>
            </a:extLst>
          </p:cNvPr>
          <p:cNvSpPr txBox="1"/>
          <p:nvPr/>
        </p:nvSpPr>
        <p:spPr>
          <a:xfrm>
            <a:off x="2167558" y="75914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0.5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CC04A74-2D13-977A-8021-09EFD3BDF285}"/>
              </a:ext>
            </a:extLst>
          </p:cNvPr>
          <p:cNvSpPr txBox="1"/>
          <p:nvPr/>
        </p:nvSpPr>
        <p:spPr>
          <a:xfrm>
            <a:off x="2791707" y="75914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</a:t>
            </a:r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3AC3A265-E455-4F05-0EBC-A5E8A46936E5}"/>
              </a:ext>
            </a:extLst>
          </p:cNvPr>
          <p:cNvSpPr/>
          <p:nvPr/>
        </p:nvSpPr>
        <p:spPr>
          <a:xfrm>
            <a:off x="2515466" y="74079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40D390C2-B35C-2AFD-1DA6-B6AE7236F157}"/>
              </a:ext>
            </a:extLst>
          </p:cNvPr>
          <p:cNvSpPr txBox="1"/>
          <p:nvPr/>
        </p:nvSpPr>
        <p:spPr>
          <a:xfrm>
            <a:off x="2517387" y="65156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&gt;</a:t>
            </a:r>
          </a:p>
        </p:txBody>
      </p:sp>
      <p:pic>
        <p:nvPicPr>
          <p:cNvPr id="182" name="Picture 181">
            <a:extLst>
              <a:ext uri="{FF2B5EF4-FFF2-40B4-BE49-F238E27FC236}">
                <a16:creationId xmlns:a16="http://schemas.microsoft.com/office/drawing/2014/main" id="{4DBB9084-33D1-39B8-DFC1-EF6675F2AB8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558" y="667675"/>
            <a:ext cx="681854" cy="569455"/>
          </a:xfrm>
          <a:prstGeom prst="rect">
            <a:avLst/>
          </a:prstGeom>
        </p:spPr>
      </p:pic>
      <p:sp>
        <p:nvSpPr>
          <p:cNvPr id="183" name="TextBox 182">
            <a:extLst>
              <a:ext uri="{FF2B5EF4-FFF2-40B4-BE49-F238E27FC236}">
                <a16:creationId xmlns:a16="http://schemas.microsoft.com/office/drawing/2014/main" id="{11E27532-07EB-F03F-E668-5480B9112F76}"/>
              </a:ext>
            </a:extLst>
          </p:cNvPr>
          <p:cNvSpPr txBox="1"/>
          <p:nvPr/>
        </p:nvSpPr>
        <p:spPr>
          <a:xfrm>
            <a:off x="552118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104AB1A8-04FF-4B42-372F-F1214A3B76D3}"/>
              </a:ext>
            </a:extLst>
          </p:cNvPr>
          <p:cNvSpPr txBox="1"/>
          <p:nvPr/>
        </p:nvSpPr>
        <p:spPr>
          <a:xfrm>
            <a:off x="1176267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</a:t>
            </a: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45592FEE-8A9D-D200-C08B-A0DAFC6D6B43}"/>
              </a:ext>
            </a:extLst>
          </p:cNvPr>
          <p:cNvSpPr/>
          <p:nvPr/>
        </p:nvSpPr>
        <p:spPr>
          <a:xfrm>
            <a:off x="900026" y="17263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059EEF31-E636-4D50-45E9-127007E56D7F}"/>
              </a:ext>
            </a:extLst>
          </p:cNvPr>
          <p:cNvSpPr txBox="1"/>
          <p:nvPr/>
        </p:nvSpPr>
        <p:spPr>
          <a:xfrm>
            <a:off x="83673" y="1739581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3754F685-01F8-AA66-CD91-B64F58339D3D}"/>
              </a:ext>
            </a:extLst>
          </p:cNvPr>
          <p:cNvSpPr txBox="1"/>
          <p:nvPr/>
        </p:nvSpPr>
        <p:spPr>
          <a:xfrm>
            <a:off x="2194228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4.2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A149AEA9-5DC2-B283-8956-407DE63BBBED}"/>
              </a:ext>
            </a:extLst>
          </p:cNvPr>
          <p:cNvSpPr txBox="1"/>
          <p:nvPr/>
        </p:nvSpPr>
        <p:spPr>
          <a:xfrm>
            <a:off x="2818377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3.9</a:t>
            </a:r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66C833D6-B3E4-BC5E-EE7A-774D3FBB5FC3}"/>
              </a:ext>
            </a:extLst>
          </p:cNvPr>
          <p:cNvSpPr/>
          <p:nvPr/>
        </p:nvSpPr>
        <p:spPr>
          <a:xfrm>
            <a:off x="2542136" y="17263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A63935E7-DFCB-AC09-EEBF-1AAB7ED21CF9}"/>
              </a:ext>
            </a:extLst>
          </p:cNvPr>
          <p:cNvSpPr txBox="1"/>
          <p:nvPr/>
        </p:nvSpPr>
        <p:spPr>
          <a:xfrm>
            <a:off x="1733798" y="1739581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D1D733F-261B-1730-4FCA-727B74586E66}"/>
              </a:ext>
            </a:extLst>
          </p:cNvPr>
          <p:cNvSpPr txBox="1"/>
          <p:nvPr/>
        </p:nvSpPr>
        <p:spPr>
          <a:xfrm>
            <a:off x="3836338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20A6E969-C9CC-9C50-DDB2-C7E0ABDD5AA3}"/>
              </a:ext>
            </a:extLst>
          </p:cNvPr>
          <p:cNvSpPr txBox="1"/>
          <p:nvPr/>
        </p:nvSpPr>
        <p:spPr>
          <a:xfrm>
            <a:off x="4460487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0.9</a:t>
            </a:r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F0E2CB9D-1EEE-D290-0B5D-97DB83120062}"/>
              </a:ext>
            </a:extLst>
          </p:cNvPr>
          <p:cNvSpPr/>
          <p:nvPr/>
        </p:nvSpPr>
        <p:spPr>
          <a:xfrm>
            <a:off x="4184246" y="17263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8F412BD6-F1B9-FE70-F46E-EC443BD41398}"/>
              </a:ext>
            </a:extLst>
          </p:cNvPr>
          <p:cNvSpPr txBox="1"/>
          <p:nvPr/>
        </p:nvSpPr>
        <p:spPr>
          <a:xfrm>
            <a:off x="3374305" y="1739581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0F9563B9-F489-5236-AC8D-337957D2ABFE}"/>
              </a:ext>
            </a:extLst>
          </p:cNvPr>
          <p:cNvSpPr txBox="1"/>
          <p:nvPr/>
        </p:nvSpPr>
        <p:spPr>
          <a:xfrm>
            <a:off x="473570" y="23557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0.09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764CD8F1-F42B-A7B6-2B9A-329D61C2EA61}"/>
              </a:ext>
            </a:extLst>
          </p:cNvPr>
          <p:cNvSpPr txBox="1"/>
          <p:nvPr/>
        </p:nvSpPr>
        <p:spPr>
          <a:xfrm>
            <a:off x="1176267" y="235572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0.6</a:t>
            </a:r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49819263-62A1-1178-AAD7-5FC5FC7C9AD1}"/>
              </a:ext>
            </a:extLst>
          </p:cNvPr>
          <p:cNvSpPr/>
          <p:nvPr/>
        </p:nvSpPr>
        <p:spPr>
          <a:xfrm>
            <a:off x="900026" y="23373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25D55F29-CCC3-2E20-63F8-1687088F4011}"/>
              </a:ext>
            </a:extLst>
          </p:cNvPr>
          <p:cNvSpPr txBox="1"/>
          <p:nvPr/>
        </p:nvSpPr>
        <p:spPr>
          <a:xfrm>
            <a:off x="110924" y="2350646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Г</a:t>
            </a:r>
            <a:r>
              <a:rPr lang="en-GB" sz="1200" b="1" dirty="0"/>
              <a:t>) 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2484CAFD-C5F5-DB82-4E56-F0D664481F29}"/>
              </a:ext>
            </a:extLst>
          </p:cNvPr>
          <p:cNvSpPr txBox="1"/>
          <p:nvPr/>
        </p:nvSpPr>
        <p:spPr>
          <a:xfrm>
            <a:off x="2194228" y="235572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E7D80E87-5520-88D5-71F4-11378AF159B4}"/>
              </a:ext>
            </a:extLst>
          </p:cNvPr>
          <p:cNvSpPr txBox="1"/>
          <p:nvPr/>
        </p:nvSpPr>
        <p:spPr>
          <a:xfrm>
            <a:off x="2818377" y="23557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0.49</a:t>
            </a:r>
          </a:p>
        </p:txBody>
      </p:sp>
      <p:sp>
        <p:nvSpPr>
          <p:cNvPr id="201" name="Rectangle: Rounded Corners 200">
            <a:extLst>
              <a:ext uri="{FF2B5EF4-FFF2-40B4-BE49-F238E27FC236}">
                <a16:creationId xmlns:a16="http://schemas.microsoft.com/office/drawing/2014/main" id="{F9431C83-3F1C-FCCE-9F40-0783F7B1C3EA}"/>
              </a:ext>
            </a:extLst>
          </p:cNvPr>
          <p:cNvSpPr/>
          <p:nvPr/>
        </p:nvSpPr>
        <p:spPr>
          <a:xfrm>
            <a:off x="2542136" y="23373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4D893076-CE23-7C69-FFE1-44441E017E09}"/>
              </a:ext>
            </a:extLst>
          </p:cNvPr>
          <p:cNvSpPr txBox="1"/>
          <p:nvPr/>
        </p:nvSpPr>
        <p:spPr>
          <a:xfrm>
            <a:off x="1714562" y="2350646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Д</a:t>
            </a:r>
            <a:r>
              <a:rPr lang="en-GB" sz="1200" b="1" dirty="0"/>
              <a:t>) 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27380559-D7A9-9B0B-E2FB-C0D581156BE9}"/>
              </a:ext>
            </a:extLst>
          </p:cNvPr>
          <p:cNvSpPr txBox="1"/>
          <p:nvPr/>
        </p:nvSpPr>
        <p:spPr>
          <a:xfrm>
            <a:off x="3836338" y="235572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0.6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41B42EDC-6605-E557-7173-B5825C69B4CA}"/>
              </a:ext>
            </a:extLst>
          </p:cNvPr>
          <p:cNvSpPr txBox="1"/>
          <p:nvPr/>
        </p:nvSpPr>
        <p:spPr>
          <a:xfrm>
            <a:off x="4460487" y="23557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0.71</a:t>
            </a: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898D8228-46F4-7245-32F1-C0573E8276CA}"/>
              </a:ext>
            </a:extLst>
          </p:cNvPr>
          <p:cNvSpPr/>
          <p:nvPr/>
        </p:nvSpPr>
        <p:spPr>
          <a:xfrm>
            <a:off x="4184246" y="23373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778085FC-B4A6-4912-3013-5B6D95287B9F}"/>
              </a:ext>
            </a:extLst>
          </p:cNvPr>
          <p:cNvSpPr txBox="1"/>
          <p:nvPr/>
        </p:nvSpPr>
        <p:spPr>
          <a:xfrm>
            <a:off x="3385526" y="2350646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19C99E08-491D-2CB9-2AE9-D9E081514D37}"/>
              </a:ext>
            </a:extLst>
          </p:cNvPr>
          <p:cNvSpPr txBox="1"/>
          <p:nvPr/>
        </p:nvSpPr>
        <p:spPr>
          <a:xfrm>
            <a:off x="473570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0.59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C5883B15-014E-8149-C00C-7C0FF926927E}"/>
              </a:ext>
            </a:extLst>
          </p:cNvPr>
          <p:cNvSpPr txBox="1"/>
          <p:nvPr/>
        </p:nvSpPr>
        <p:spPr>
          <a:xfrm>
            <a:off x="1176267" y="296679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0.6</a:t>
            </a:r>
          </a:p>
        </p:txBody>
      </p:sp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3DB520AC-4E83-4E76-A2FB-0A69C35A7071}"/>
              </a:ext>
            </a:extLst>
          </p:cNvPr>
          <p:cNvSpPr/>
          <p:nvPr/>
        </p:nvSpPr>
        <p:spPr>
          <a:xfrm>
            <a:off x="900026" y="294844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E1A50D21-F288-E4BB-F77C-B5A04ED70D87}"/>
              </a:ext>
            </a:extLst>
          </p:cNvPr>
          <p:cNvSpPr txBox="1"/>
          <p:nvPr/>
        </p:nvSpPr>
        <p:spPr>
          <a:xfrm>
            <a:off x="101306" y="2961711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B6F427DB-FC45-93D9-44F6-FB6BFC7A7576}"/>
              </a:ext>
            </a:extLst>
          </p:cNvPr>
          <p:cNvSpPr txBox="1"/>
          <p:nvPr/>
        </p:nvSpPr>
        <p:spPr>
          <a:xfrm>
            <a:off x="2115680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2.74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63F675D8-6F4B-8F69-7BC4-BA02B7B4AE6E}"/>
              </a:ext>
            </a:extLst>
          </p:cNvPr>
          <p:cNvSpPr txBox="1"/>
          <p:nvPr/>
        </p:nvSpPr>
        <p:spPr>
          <a:xfrm>
            <a:off x="2818377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2.47</a:t>
            </a:r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FFB1E5F6-CB43-ED40-2B64-70934AC63BD7}"/>
              </a:ext>
            </a:extLst>
          </p:cNvPr>
          <p:cNvSpPr/>
          <p:nvPr/>
        </p:nvSpPr>
        <p:spPr>
          <a:xfrm>
            <a:off x="2542136" y="294844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7C660E6B-5F8F-1C50-E0FA-62E8970C792E}"/>
              </a:ext>
            </a:extLst>
          </p:cNvPr>
          <p:cNvSpPr txBox="1"/>
          <p:nvPr/>
        </p:nvSpPr>
        <p:spPr>
          <a:xfrm>
            <a:off x="1690517" y="2961711"/>
            <a:ext cx="396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Ж</a:t>
            </a:r>
            <a:r>
              <a:rPr lang="en-GB" sz="1200" b="1" dirty="0"/>
              <a:t>) 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8D6171F-36C5-EEF2-9EA7-C1D88823E02A}"/>
              </a:ext>
            </a:extLst>
          </p:cNvPr>
          <p:cNvSpPr txBox="1"/>
          <p:nvPr/>
        </p:nvSpPr>
        <p:spPr>
          <a:xfrm>
            <a:off x="3757790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4.98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E94C3700-13CD-C80B-A1CD-B8EA6BC83E37}"/>
              </a:ext>
            </a:extLst>
          </p:cNvPr>
          <p:cNvSpPr txBox="1"/>
          <p:nvPr/>
        </p:nvSpPr>
        <p:spPr>
          <a:xfrm>
            <a:off x="4460487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5.01</a:t>
            </a: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E57D5C31-92C9-53FE-D0BE-4533D069E337}"/>
              </a:ext>
            </a:extLst>
          </p:cNvPr>
          <p:cNvSpPr/>
          <p:nvPr/>
        </p:nvSpPr>
        <p:spPr>
          <a:xfrm>
            <a:off x="4184246" y="294844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D3E54ED9-B023-6024-47E3-F43640BF389A}"/>
              </a:ext>
            </a:extLst>
          </p:cNvPr>
          <p:cNvSpPr txBox="1"/>
          <p:nvPr/>
        </p:nvSpPr>
        <p:spPr>
          <a:xfrm>
            <a:off x="3387129" y="2961711"/>
            <a:ext cx="341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З</a:t>
            </a:r>
            <a:r>
              <a:rPr lang="en-GB" sz="1200" b="1" dirty="0"/>
              <a:t>) 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3410E1C0-2DE1-B824-3C62-17FBD2D45D2E}"/>
              </a:ext>
            </a:extLst>
          </p:cNvPr>
          <p:cNvSpPr txBox="1"/>
          <p:nvPr/>
        </p:nvSpPr>
        <p:spPr>
          <a:xfrm>
            <a:off x="395022" y="3577856"/>
            <a:ext cx="5373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0.045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1300D644-B82F-4FAE-15B9-08D105E8B750}"/>
              </a:ext>
            </a:extLst>
          </p:cNvPr>
          <p:cNvSpPr txBox="1"/>
          <p:nvPr/>
        </p:nvSpPr>
        <p:spPr>
          <a:xfrm>
            <a:off x="1176267" y="357785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0.201</a:t>
            </a:r>
          </a:p>
        </p:txBody>
      </p: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9363635B-4BA3-4026-B4C8-7EE8AEBF1436}"/>
              </a:ext>
            </a:extLst>
          </p:cNvPr>
          <p:cNvSpPr/>
          <p:nvPr/>
        </p:nvSpPr>
        <p:spPr>
          <a:xfrm>
            <a:off x="900026" y="355951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5BA41172-1E54-59DB-48AA-6D91013F6C89}"/>
              </a:ext>
            </a:extLst>
          </p:cNvPr>
          <p:cNvSpPr txBox="1"/>
          <p:nvPr/>
        </p:nvSpPr>
        <p:spPr>
          <a:xfrm>
            <a:off x="90085" y="3572776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К</a:t>
            </a:r>
            <a:r>
              <a:rPr lang="en-GB" sz="1200" b="1" dirty="0"/>
              <a:t>) 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57EFB05-17D8-5F05-AD30-2FB42EC5312D}"/>
              </a:ext>
            </a:extLst>
          </p:cNvPr>
          <p:cNvSpPr txBox="1"/>
          <p:nvPr/>
        </p:nvSpPr>
        <p:spPr>
          <a:xfrm>
            <a:off x="2037133" y="357785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0.863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08D9F4E0-8ECA-2DF1-53CD-221117F435A3}"/>
              </a:ext>
            </a:extLst>
          </p:cNvPr>
          <p:cNvSpPr txBox="1"/>
          <p:nvPr/>
        </p:nvSpPr>
        <p:spPr>
          <a:xfrm>
            <a:off x="2818377" y="357785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0.86</a:t>
            </a:r>
          </a:p>
        </p:txBody>
      </p:sp>
      <p:sp>
        <p:nvSpPr>
          <p:cNvPr id="225" name="Rectangle: Rounded Corners 224">
            <a:extLst>
              <a:ext uri="{FF2B5EF4-FFF2-40B4-BE49-F238E27FC236}">
                <a16:creationId xmlns:a16="http://schemas.microsoft.com/office/drawing/2014/main" id="{C1CB5DC7-BDEF-6AD6-CF14-A5F276D8ABA2}"/>
              </a:ext>
            </a:extLst>
          </p:cNvPr>
          <p:cNvSpPr/>
          <p:nvPr/>
        </p:nvSpPr>
        <p:spPr>
          <a:xfrm>
            <a:off x="2542136" y="355951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5991E06-1600-4006-8AF6-F766C9BC9D42}"/>
              </a:ext>
            </a:extLst>
          </p:cNvPr>
          <p:cNvSpPr txBox="1"/>
          <p:nvPr/>
        </p:nvSpPr>
        <p:spPr>
          <a:xfrm>
            <a:off x="1722577" y="3572776"/>
            <a:ext cx="364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Л</a:t>
            </a:r>
            <a:r>
              <a:rPr lang="en-GB" sz="1200" b="1" dirty="0"/>
              <a:t>) 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A962F34A-239C-FD1F-0B9F-89503E85991B}"/>
              </a:ext>
            </a:extLst>
          </p:cNvPr>
          <p:cNvSpPr txBox="1"/>
          <p:nvPr/>
        </p:nvSpPr>
        <p:spPr>
          <a:xfrm>
            <a:off x="3757790" y="357785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0.71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AD9A4D5-8326-F401-2E72-CEFAD6B61F51}"/>
              </a:ext>
            </a:extLst>
          </p:cNvPr>
          <p:cNvSpPr txBox="1"/>
          <p:nvPr/>
        </p:nvSpPr>
        <p:spPr>
          <a:xfrm>
            <a:off x="4460487" y="357785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0.708</a:t>
            </a:r>
          </a:p>
        </p:txBody>
      </p:sp>
      <p:sp>
        <p:nvSpPr>
          <p:cNvPr id="229" name="Rectangle: Rounded Corners 228">
            <a:extLst>
              <a:ext uri="{FF2B5EF4-FFF2-40B4-BE49-F238E27FC236}">
                <a16:creationId xmlns:a16="http://schemas.microsoft.com/office/drawing/2014/main" id="{06C3AFC2-8852-CA16-6887-AAD6D3D8DA99}"/>
              </a:ext>
            </a:extLst>
          </p:cNvPr>
          <p:cNvSpPr/>
          <p:nvPr/>
        </p:nvSpPr>
        <p:spPr>
          <a:xfrm>
            <a:off x="4184246" y="355951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95E34D08-6800-B7AF-3066-61CFE5D1B07F}"/>
              </a:ext>
            </a:extLst>
          </p:cNvPr>
          <p:cNvSpPr txBox="1"/>
          <p:nvPr/>
        </p:nvSpPr>
        <p:spPr>
          <a:xfrm>
            <a:off x="3326216" y="3572776"/>
            <a:ext cx="402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М</a:t>
            </a:r>
            <a:r>
              <a:rPr lang="en-GB" sz="1200" b="1" dirty="0"/>
              <a:t>) 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D40B0FE6-939C-80A6-6041-67A7F6E5A5F0}"/>
              </a:ext>
            </a:extLst>
          </p:cNvPr>
          <p:cNvSpPr txBox="1"/>
          <p:nvPr/>
        </p:nvSpPr>
        <p:spPr>
          <a:xfrm>
            <a:off x="552118" y="4188922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0.4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6FECAE7-1862-F433-E29C-7D06C417DA0E}"/>
              </a:ext>
            </a:extLst>
          </p:cNvPr>
          <p:cNvSpPr txBox="1"/>
          <p:nvPr/>
        </p:nvSpPr>
        <p:spPr>
          <a:xfrm>
            <a:off x="1176267" y="418892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0.411</a:t>
            </a:r>
          </a:p>
        </p:txBody>
      </p:sp>
      <p:sp>
        <p:nvSpPr>
          <p:cNvPr id="233" name="Rectangle: Rounded Corners 232">
            <a:extLst>
              <a:ext uri="{FF2B5EF4-FFF2-40B4-BE49-F238E27FC236}">
                <a16:creationId xmlns:a16="http://schemas.microsoft.com/office/drawing/2014/main" id="{CC9A4738-9CC9-8044-5BC4-024BFBD89794}"/>
              </a:ext>
            </a:extLst>
          </p:cNvPr>
          <p:cNvSpPr/>
          <p:nvPr/>
        </p:nvSpPr>
        <p:spPr>
          <a:xfrm>
            <a:off x="900026" y="417057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CDF939A5-0889-9603-3D43-D1C9F61A058B}"/>
              </a:ext>
            </a:extLst>
          </p:cNvPr>
          <p:cNvSpPr txBox="1"/>
          <p:nvPr/>
        </p:nvSpPr>
        <p:spPr>
          <a:xfrm>
            <a:off x="78864" y="4183842"/>
            <a:ext cx="365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Н</a:t>
            </a:r>
            <a:r>
              <a:rPr lang="en-GB" sz="1200" b="1" dirty="0"/>
              <a:t>) 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3459841E-F778-54AE-20B3-402610BE1C8C}"/>
              </a:ext>
            </a:extLst>
          </p:cNvPr>
          <p:cNvSpPr txBox="1"/>
          <p:nvPr/>
        </p:nvSpPr>
        <p:spPr>
          <a:xfrm>
            <a:off x="2037133" y="418892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0.805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E2D13E02-EA84-64DF-B6BE-A7F26E74C001}"/>
              </a:ext>
            </a:extLst>
          </p:cNvPr>
          <p:cNvSpPr txBox="1"/>
          <p:nvPr/>
        </p:nvSpPr>
        <p:spPr>
          <a:xfrm>
            <a:off x="2818377" y="4188922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0.81</a:t>
            </a:r>
          </a:p>
        </p:txBody>
      </p:sp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B1F9D7EC-D021-24FE-A71C-279369BCD5A6}"/>
              </a:ext>
            </a:extLst>
          </p:cNvPr>
          <p:cNvSpPr/>
          <p:nvPr/>
        </p:nvSpPr>
        <p:spPr>
          <a:xfrm>
            <a:off x="2542136" y="417057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994F7B5B-AF88-DB51-DEE1-0C0029B5689B}"/>
              </a:ext>
            </a:extLst>
          </p:cNvPr>
          <p:cNvSpPr txBox="1"/>
          <p:nvPr/>
        </p:nvSpPr>
        <p:spPr>
          <a:xfrm>
            <a:off x="1714562" y="418384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Ң</a:t>
            </a:r>
            <a:r>
              <a:rPr lang="en-GB" sz="1200" b="1" dirty="0"/>
              <a:t>) 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6C430BCA-E782-5537-CDC8-02C7864F293E}"/>
              </a:ext>
            </a:extLst>
          </p:cNvPr>
          <p:cNvSpPr txBox="1"/>
          <p:nvPr/>
        </p:nvSpPr>
        <p:spPr>
          <a:xfrm>
            <a:off x="3679243" y="418892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0.065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EECBCFDF-4B89-8D48-A5FA-1D3CD4FC9715}"/>
              </a:ext>
            </a:extLst>
          </p:cNvPr>
          <p:cNvSpPr txBox="1"/>
          <p:nvPr/>
        </p:nvSpPr>
        <p:spPr>
          <a:xfrm>
            <a:off x="4460487" y="4188922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0.07</a:t>
            </a:r>
          </a:p>
        </p:txBody>
      </p:sp>
      <p:sp>
        <p:nvSpPr>
          <p:cNvPr id="241" name="Rectangle: Rounded Corners 240">
            <a:extLst>
              <a:ext uri="{FF2B5EF4-FFF2-40B4-BE49-F238E27FC236}">
                <a16:creationId xmlns:a16="http://schemas.microsoft.com/office/drawing/2014/main" id="{4D6DC3B5-316B-E98D-918B-B1DBB88A6409}"/>
              </a:ext>
            </a:extLst>
          </p:cNvPr>
          <p:cNvSpPr/>
          <p:nvPr/>
        </p:nvSpPr>
        <p:spPr>
          <a:xfrm>
            <a:off x="4184246" y="417057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D1418214-6FC1-5007-441F-98DEFDD7B733}"/>
              </a:ext>
            </a:extLst>
          </p:cNvPr>
          <p:cNvSpPr txBox="1"/>
          <p:nvPr/>
        </p:nvSpPr>
        <p:spPr>
          <a:xfrm>
            <a:off x="3356672" y="418384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О</a:t>
            </a:r>
            <a:r>
              <a:rPr lang="en-GB" sz="1200" b="1" dirty="0"/>
              <a:t>) 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E6A1432-4032-1A1D-8F13-92CBD5AB3026}"/>
              </a:ext>
            </a:extLst>
          </p:cNvPr>
          <p:cNvSpPr txBox="1"/>
          <p:nvPr/>
        </p:nvSpPr>
        <p:spPr>
          <a:xfrm>
            <a:off x="524562" y="5138491"/>
            <a:ext cx="1390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0.261, 0.612, 0.216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BF48F12F-EAF4-2DCF-9A16-BA6676B47F78}"/>
              </a:ext>
            </a:extLst>
          </p:cNvPr>
          <p:cNvSpPr txBox="1"/>
          <p:nvPr/>
        </p:nvSpPr>
        <p:spPr>
          <a:xfrm>
            <a:off x="213213" y="5133411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354A6BFC-DCC2-E294-539B-EADB155F8AAE}"/>
              </a:ext>
            </a:extLst>
          </p:cNvPr>
          <p:cNvSpPr txBox="1"/>
          <p:nvPr/>
        </p:nvSpPr>
        <p:spPr>
          <a:xfrm>
            <a:off x="749435" y="4653401"/>
            <a:ext cx="3237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 топтомун өсүү тартибинде </a:t>
            </a:r>
          </a:p>
          <a:p>
            <a:pPr algn="ctr"/>
            <a:r>
              <a:rPr lang="ky-KG" sz="1200" dirty="0"/>
              <a:t>(кичинеден чоңго чейин) ирээтте.</a:t>
            </a:r>
            <a:endParaRPr lang="en-GB" sz="1200" dirty="0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98338723-9B60-FCF6-4BD2-2B5772EE6708}"/>
              </a:ext>
            </a:extLst>
          </p:cNvPr>
          <p:cNvSpPr txBox="1"/>
          <p:nvPr/>
        </p:nvSpPr>
        <p:spPr>
          <a:xfrm>
            <a:off x="29612" y="130150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400" dirty="0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5D424F1B-7340-6598-5F45-1CF4A690359A}"/>
              </a:ext>
            </a:extLst>
          </p:cNvPr>
          <p:cNvSpPr txBox="1"/>
          <p:nvPr/>
        </p:nvSpPr>
        <p:spPr>
          <a:xfrm>
            <a:off x="29612" y="458103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400" dirty="0"/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77413614-4AD8-22F3-A781-58A252591427}"/>
              </a:ext>
            </a:extLst>
          </p:cNvPr>
          <p:cNvSpPr txBox="1"/>
          <p:nvPr/>
        </p:nvSpPr>
        <p:spPr>
          <a:xfrm>
            <a:off x="29612" y="600597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1400" dirty="0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91D10294-64F6-64A5-3A2F-9ADC32860B35}"/>
              </a:ext>
            </a:extLst>
          </p:cNvPr>
          <p:cNvSpPr txBox="1"/>
          <p:nvPr/>
        </p:nvSpPr>
        <p:spPr>
          <a:xfrm>
            <a:off x="524562" y="5397571"/>
            <a:ext cx="17379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0.35, 0.503, 0.305, 0.053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A1CB57FC-B9AD-01EE-A144-199C30881D37}"/>
              </a:ext>
            </a:extLst>
          </p:cNvPr>
          <p:cNvSpPr txBox="1"/>
          <p:nvPr/>
        </p:nvSpPr>
        <p:spPr>
          <a:xfrm>
            <a:off x="221228" y="5392491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5B17A461-B1D3-48A9-9246-431B9ED7F6F0}"/>
              </a:ext>
            </a:extLst>
          </p:cNvPr>
          <p:cNvSpPr txBox="1"/>
          <p:nvPr/>
        </p:nvSpPr>
        <p:spPr>
          <a:xfrm>
            <a:off x="524562" y="5671891"/>
            <a:ext cx="2278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0.2105, 0.521, 0.25, 0.125, 0.215 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3959B5E6-629A-9C5A-C58E-B9F01126E276}"/>
              </a:ext>
            </a:extLst>
          </p:cNvPr>
          <p:cNvSpPr txBox="1"/>
          <p:nvPr/>
        </p:nvSpPr>
        <p:spPr>
          <a:xfrm>
            <a:off x="219625" y="5666811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FE20B6D0-0E09-3239-0B12-AF31A810D1E9}"/>
              </a:ext>
            </a:extLst>
          </p:cNvPr>
          <p:cNvSpPr txBox="1"/>
          <p:nvPr/>
        </p:nvSpPr>
        <p:spPr>
          <a:xfrm>
            <a:off x="316573" y="5995954"/>
            <a:ext cx="388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А) Кайсы сан 0,34 менен 0,62нин ортосуна туура келет?</a:t>
            </a:r>
            <a:endParaRPr lang="en-GB" sz="1200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917C85EE-2D2A-F2E2-22EB-8CA94CE87D35}"/>
              </a:ext>
            </a:extLst>
          </p:cNvPr>
          <p:cNvSpPr txBox="1"/>
          <p:nvPr/>
        </p:nvSpPr>
        <p:spPr>
          <a:xfrm>
            <a:off x="302295" y="6206819"/>
            <a:ext cx="3849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Б</a:t>
            </a:r>
            <a:r>
              <a:rPr lang="en-GB" sz="1200" dirty="0"/>
              <a:t>)</a:t>
            </a:r>
            <a:r>
              <a:rPr lang="ru-RU" sz="1200" dirty="0"/>
              <a:t> Кайсы сан </a:t>
            </a:r>
            <a:r>
              <a:rPr lang="en-GB" sz="1200" dirty="0"/>
              <a:t>0.8</a:t>
            </a:r>
            <a:r>
              <a:rPr lang="ru-RU" sz="1200" dirty="0"/>
              <a:t> менен </a:t>
            </a:r>
            <a:r>
              <a:rPr lang="en-GB" sz="1200" dirty="0"/>
              <a:t>0.482 </a:t>
            </a:r>
            <a:r>
              <a:rPr lang="ru-RU" sz="1200" dirty="0"/>
              <a:t>нин ортосуна туура келет?</a:t>
            </a:r>
            <a:endParaRPr lang="en-GB" sz="1200" dirty="0"/>
          </a:p>
          <a:p>
            <a:endParaRPr lang="en-GB" sz="1200" dirty="0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CBD0555E-4F9A-B130-E7EA-2B4309462E77}"/>
              </a:ext>
            </a:extLst>
          </p:cNvPr>
          <p:cNvSpPr txBox="1"/>
          <p:nvPr/>
        </p:nvSpPr>
        <p:spPr>
          <a:xfrm>
            <a:off x="293139" y="6431549"/>
            <a:ext cx="4087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В</a:t>
            </a:r>
            <a:r>
              <a:rPr lang="en-GB" sz="1200" b="1" dirty="0"/>
              <a:t>)</a:t>
            </a:r>
            <a:r>
              <a:rPr lang="ru-RU" sz="1200" b="1" dirty="0"/>
              <a:t> Кайсы сан </a:t>
            </a:r>
            <a:r>
              <a:rPr lang="en-GB" sz="1200" b="1" dirty="0"/>
              <a:t>0.21</a:t>
            </a:r>
            <a:r>
              <a:rPr lang="ru-RU" sz="1200" b="1" dirty="0"/>
              <a:t> менен </a:t>
            </a:r>
            <a:r>
              <a:rPr lang="en-GB" sz="1200" b="1" dirty="0"/>
              <a:t>0.459 </a:t>
            </a:r>
            <a:r>
              <a:rPr lang="ru-RU" sz="1200" b="1" dirty="0"/>
              <a:t>дун ортосуна үчтөн бирине </a:t>
            </a:r>
          </a:p>
          <a:p>
            <a:r>
              <a:rPr lang="ru-RU" sz="1200" b="1" dirty="0"/>
              <a:t>туура келет?</a:t>
            </a:r>
            <a:endParaRPr lang="en-GB" sz="1200" b="1" dirty="0"/>
          </a:p>
          <a:p>
            <a:r>
              <a:rPr lang="ky-KG" sz="1200" b="1" dirty="0"/>
              <a:t>  </a:t>
            </a:r>
            <a:endParaRPr lang="en-GB" sz="1200" b="1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6B564DD2-33F2-05D7-22B7-3E96A4BAAB74}"/>
              </a:ext>
            </a:extLst>
          </p:cNvPr>
          <p:cNvSpPr txBox="1"/>
          <p:nvPr/>
        </p:nvSpPr>
        <p:spPr>
          <a:xfrm>
            <a:off x="1726345" y="-14947"/>
            <a:ext cx="1575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 орун мааниси</a:t>
            </a:r>
            <a:endParaRPr lang="en-GB" sz="1200" b="1" u="sng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4F1D4092-4871-C38C-AABD-10A20D9F25CF}"/>
              </a:ext>
            </a:extLst>
          </p:cNvPr>
          <p:cNvSpPr txBox="1"/>
          <p:nvPr/>
        </p:nvSpPr>
        <p:spPr>
          <a:xfrm>
            <a:off x="545183" y="238930"/>
            <a:ext cx="3937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ондуктардын чоң же кичине экенин аныктаган </a:t>
            </a:r>
          </a:p>
          <a:p>
            <a:pPr algn="ctr"/>
            <a:r>
              <a:rPr lang="ky-KG" sz="1200" dirty="0"/>
              <a:t>барабарсыздык белгилерин кутучаларга жайгаштыр </a:t>
            </a:r>
            <a:endParaRPr lang="en-GB" sz="12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9FCA101B-F9A8-5F1F-C19E-132FE603CA5B}"/>
              </a:ext>
            </a:extLst>
          </p:cNvPr>
          <p:cNvSpPr txBox="1"/>
          <p:nvPr/>
        </p:nvSpPr>
        <p:spPr>
          <a:xfrm>
            <a:off x="1179055" y="770206"/>
            <a:ext cx="643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Өрнөк</a:t>
            </a:r>
            <a:r>
              <a:rPr lang="en-GB" sz="1200" dirty="0"/>
              <a:t>:</a:t>
            </a:r>
          </a:p>
        </p:txBody>
      </p:sp>
      <p:sp>
        <p:nvSpPr>
          <p:cNvPr id="259" name="Speech Bubble: Rectangle with Corners Rounded 258">
            <a:extLst>
              <a:ext uri="{FF2B5EF4-FFF2-40B4-BE49-F238E27FC236}">
                <a16:creationId xmlns:a16="http://schemas.microsoft.com/office/drawing/2014/main" id="{E968CE7F-1A61-BB52-DDA5-129E08540423}"/>
              </a:ext>
            </a:extLst>
          </p:cNvPr>
          <p:cNvSpPr/>
          <p:nvPr/>
        </p:nvSpPr>
        <p:spPr>
          <a:xfrm>
            <a:off x="1130212" y="1168234"/>
            <a:ext cx="2187902" cy="233620"/>
          </a:xfrm>
          <a:prstGeom prst="wedgeRoundRectCallout">
            <a:avLst>
              <a:gd name="adj1" fmla="val 75007"/>
              <a:gd name="adj2" fmla="val -62593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200" dirty="0">
                <a:solidFill>
                  <a:sysClr val="windowText" lastClr="000000"/>
                </a:solidFill>
              </a:rPr>
              <a:t>0,5 ондугу 0,2ден чоң</a:t>
            </a:r>
            <a:endParaRPr lang="en-GB" sz="1200" dirty="0">
              <a:solidFill>
                <a:sysClr val="windowText" lastClr="0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F99817-9F2A-4003-8A1E-4C67A8D04BCA}"/>
              </a:ext>
            </a:extLst>
          </p:cNvPr>
          <p:cNvSpPr txBox="1"/>
          <p:nvPr/>
        </p:nvSpPr>
        <p:spPr>
          <a:xfrm>
            <a:off x="903325" y="166068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4CDBFE-CA61-44A3-8332-7D51713A33A4}"/>
              </a:ext>
            </a:extLst>
          </p:cNvPr>
          <p:cNvSpPr txBox="1"/>
          <p:nvPr/>
        </p:nvSpPr>
        <p:spPr>
          <a:xfrm>
            <a:off x="2547790" y="164978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76B89B-20AE-4987-B79F-41D7389F7199}"/>
              </a:ext>
            </a:extLst>
          </p:cNvPr>
          <p:cNvSpPr txBox="1"/>
          <p:nvPr/>
        </p:nvSpPr>
        <p:spPr>
          <a:xfrm>
            <a:off x="4150306" y="164978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DC9432-396A-4449-9CA2-E68A66F5CE3C}"/>
              </a:ext>
            </a:extLst>
          </p:cNvPr>
          <p:cNvSpPr txBox="1"/>
          <p:nvPr/>
        </p:nvSpPr>
        <p:spPr>
          <a:xfrm>
            <a:off x="866086" y="226085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148982-DBCA-4E0B-8B7A-E5E3CE16DD80}"/>
              </a:ext>
            </a:extLst>
          </p:cNvPr>
          <p:cNvSpPr txBox="1"/>
          <p:nvPr/>
        </p:nvSpPr>
        <p:spPr>
          <a:xfrm>
            <a:off x="2508196" y="226085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C9EAF7-7041-43F9-A768-F9C8264D0031}"/>
              </a:ext>
            </a:extLst>
          </p:cNvPr>
          <p:cNvSpPr txBox="1"/>
          <p:nvPr/>
        </p:nvSpPr>
        <p:spPr>
          <a:xfrm>
            <a:off x="4150306" y="226085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4A91320-7A3E-4380-9ADC-8A88E78A87C1}"/>
              </a:ext>
            </a:extLst>
          </p:cNvPr>
          <p:cNvSpPr txBox="1"/>
          <p:nvPr/>
        </p:nvSpPr>
        <p:spPr>
          <a:xfrm>
            <a:off x="866086" y="287191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9709CE-7C63-45EB-9320-2622D0069401}"/>
              </a:ext>
            </a:extLst>
          </p:cNvPr>
          <p:cNvSpPr txBox="1"/>
          <p:nvPr/>
        </p:nvSpPr>
        <p:spPr>
          <a:xfrm>
            <a:off x="2508196" y="287191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524024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Rectangle: Rounded Corners 362">
            <a:extLst>
              <a:ext uri="{FF2B5EF4-FFF2-40B4-BE49-F238E27FC236}">
                <a16:creationId xmlns:a16="http://schemas.microsoft.com/office/drawing/2014/main" id="{5316BE9B-75C0-BBD3-661E-D4A7B81EA574}"/>
              </a:ext>
            </a:extLst>
          </p:cNvPr>
          <p:cNvSpPr/>
          <p:nvPr/>
        </p:nvSpPr>
        <p:spPr>
          <a:xfrm>
            <a:off x="2542136" y="4185523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3" name="Rectangle: Rounded Corners 342">
            <a:extLst>
              <a:ext uri="{FF2B5EF4-FFF2-40B4-BE49-F238E27FC236}">
                <a16:creationId xmlns:a16="http://schemas.microsoft.com/office/drawing/2014/main" id="{6A4ED009-F65B-2BB4-0BAE-F9A4BF7AB0E8}"/>
              </a:ext>
            </a:extLst>
          </p:cNvPr>
          <p:cNvSpPr/>
          <p:nvPr/>
        </p:nvSpPr>
        <p:spPr>
          <a:xfrm>
            <a:off x="4184246" y="2963392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7" name="Rectangle: Rounded Corners 346">
            <a:extLst>
              <a:ext uri="{FF2B5EF4-FFF2-40B4-BE49-F238E27FC236}">
                <a16:creationId xmlns:a16="http://schemas.microsoft.com/office/drawing/2014/main" id="{24BE5546-DBD8-5810-B0FB-DD8717694B9B}"/>
              </a:ext>
            </a:extLst>
          </p:cNvPr>
          <p:cNvSpPr/>
          <p:nvPr/>
        </p:nvSpPr>
        <p:spPr>
          <a:xfrm>
            <a:off x="900026" y="3574457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1" name="Rectangle: Rounded Corners 350">
            <a:extLst>
              <a:ext uri="{FF2B5EF4-FFF2-40B4-BE49-F238E27FC236}">
                <a16:creationId xmlns:a16="http://schemas.microsoft.com/office/drawing/2014/main" id="{D5546438-E1F9-776C-5FC5-12D8DFA3925F}"/>
              </a:ext>
            </a:extLst>
          </p:cNvPr>
          <p:cNvSpPr/>
          <p:nvPr/>
        </p:nvSpPr>
        <p:spPr>
          <a:xfrm>
            <a:off x="2542136" y="3574457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5" name="Rectangle: Rounded Corners 354">
            <a:extLst>
              <a:ext uri="{FF2B5EF4-FFF2-40B4-BE49-F238E27FC236}">
                <a16:creationId xmlns:a16="http://schemas.microsoft.com/office/drawing/2014/main" id="{B35DFB0B-3C01-433E-3E52-1F7A480540FA}"/>
              </a:ext>
            </a:extLst>
          </p:cNvPr>
          <p:cNvSpPr/>
          <p:nvPr/>
        </p:nvSpPr>
        <p:spPr>
          <a:xfrm>
            <a:off x="4184246" y="3574457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9" name="Rectangle: Rounded Corners 358">
            <a:extLst>
              <a:ext uri="{FF2B5EF4-FFF2-40B4-BE49-F238E27FC236}">
                <a16:creationId xmlns:a16="http://schemas.microsoft.com/office/drawing/2014/main" id="{64C5B423-A405-1702-3455-FAF219F31ED7}"/>
              </a:ext>
            </a:extLst>
          </p:cNvPr>
          <p:cNvSpPr/>
          <p:nvPr/>
        </p:nvSpPr>
        <p:spPr>
          <a:xfrm>
            <a:off x="900026" y="4185523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7" name="Rectangle: Rounded Corners 366">
            <a:extLst>
              <a:ext uri="{FF2B5EF4-FFF2-40B4-BE49-F238E27FC236}">
                <a16:creationId xmlns:a16="http://schemas.microsoft.com/office/drawing/2014/main" id="{E7F242D2-3506-ED02-B77B-70F500D45197}"/>
              </a:ext>
            </a:extLst>
          </p:cNvPr>
          <p:cNvSpPr/>
          <p:nvPr/>
        </p:nvSpPr>
        <p:spPr>
          <a:xfrm>
            <a:off x="4184246" y="4185523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27E4469E-9718-4F4A-A621-9E6B57804AB4}"/>
              </a:ext>
            </a:extLst>
          </p:cNvPr>
          <p:cNvSpPr txBox="1"/>
          <p:nvPr/>
        </p:nvSpPr>
        <p:spPr>
          <a:xfrm>
            <a:off x="2882048" y="5135833"/>
            <a:ext cx="1390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0.261, 0.612, 0.216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6B664A6-AAC9-4D96-9689-6048CA500AFA}"/>
              </a:ext>
            </a:extLst>
          </p:cNvPr>
          <p:cNvSpPr txBox="1"/>
          <p:nvPr/>
        </p:nvSpPr>
        <p:spPr>
          <a:xfrm>
            <a:off x="2882048" y="5394913"/>
            <a:ext cx="17379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0.053, 0.305, 0.35, 0.503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9C621166-5C62-4F7E-B9DD-D8365E43BD4C}"/>
              </a:ext>
            </a:extLst>
          </p:cNvPr>
          <p:cNvSpPr txBox="1"/>
          <p:nvPr/>
        </p:nvSpPr>
        <p:spPr>
          <a:xfrm>
            <a:off x="2882048" y="5669233"/>
            <a:ext cx="2278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0.125, 0.2105, 0.215, 0.25, 0.521 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C8594DA-5530-4813-9260-F8933785A850}"/>
              </a:ext>
            </a:extLst>
          </p:cNvPr>
          <p:cNvSpPr txBox="1"/>
          <p:nvPr/>
        </p:nvSpPr>
        <p:spPr>
          <a:xfrm>
            <a:off x="4113899" y="6018597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0.48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0821F73-41FD-4788-856B-764A5F9FFF7B}"/>
              </a:ext>
            </a:extLst>
          </p:cNvPr>
          <p:cNvSpPr txBox="1"/>
          <p:nvPr/>
        </p:nvSpPr>
        <p:spPr>
          <a:xfrm>
            <a:off x="4152550" y="6263560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0.641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80278834-3CB1-4614-B038-63F7B1E61205}"/>
              </a:ext>
            </a:extLst>
          </p:cNvPr>
          <p:cNvSpPr txBox="1"/>
          <p:nvPr/>
        </p:nvSpPr>
        <p:spPr>
          <a:xfrm>
            <a:off x="4152549" y="656761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0.293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D363017-DBDF-4D40-A51F-28F1A8D2C319}"/>
              </a:ext>
            </a:extLst>
          </p:cNvPr>
          <p:cNvSpPr/>
          <p:nvPr/>
        </p:nvSpPr>
        <p:spPr>
          <a:xfrm>
            <a:off x="5777066" y="5376907"/>
            <a:ext cx="29675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03" name="Rectangle: Rounded Corners 302">
            <a:extLst>
              <a:ext uri="{FF2B5EF4-FFF2-40B4-BE49-F238E27FC236}">
                <a16:creationId xmlns:a16="http://schemas.microsoft.com/office/drawing/2014/main" id="{A4CE0297-48A1-65FC-7AA5-5EC29DAB655C}"/>
              </a:ext>
            </a:extLst>
          </p:cNvPr>
          <p:cNvSpPr/>
          <p:nvPr/>
        </p:nvSpPr>
        <p:spPr>
          <a:xfrm>
            <a:off x="75112" y="33997"/>
            <a:ext cx="4877888" cy="6838950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3E6E2EF3-F2AA-D367-4EEB-16C08FA10D01}"/>
              </a:ext>
            </a:extLst>
          </p:cNvPr>
          <p:cNvSpPr txBox="1"/>
          <p:nvPr/>
        </p:nvSpPr>
        <p:spPr>
          <a:xfrm>
            <a:off x="2167558" y="77408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0.5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C2EE7884-DF4F-0236-B7E4-EF9D507F0565}"/>
              </a:ext>
            </a:extLst>
          </p:cNvPr>
          <p:cNvSpPr txBox="1"/>
          <p:nvPr/>
        </p:nvSpPr>
        <p:spPr>
          <a:xfrm>
            <a:off x="2791707" y="77408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</a:t>
            </a:r>
          </a:p>
        </p:txBody>
      </p:sp>
      <p:sp>
        <p:nvSpPr>
          <p:cNvPr id="306" name="Rectangle: Rounded Corners 305">
            <a:extLst>
              <a:ext uri="{FF2B5EF4-FFF2-40B4-BE49-F238E27FC236}">
                <a16:creationId xmlns:a16="http://schemas.microsoft.com/office/drawing/2014/main" id="{661E221C-F3DE-505E-5B88-80C660643B88}"/>
              </a:ext>
            </a:extLst>
          </p:cNvPr>
          <p:cNvSpPr/>
          <p:nvPr/>
        </p:nvSpPr>
        <p:spPr>
          <a:xfrm>
            <a:off x="2515466" y="755742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3D19254A-5D7A-A900-00F1-835DED09DC38}"/>
              </a:ext>
            </a:extLst>
          </p:cNvPr>
          <p:cNvSpPr txBox="1"/>
          <p:nvPr/>
        </p:nvSpPr>
        <p:spPr>
          <a:xfrm>
            <a:off x="2517387" y="66651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&gt;</a:t>
            </a:r>
          </a:p>
        </p:txBody>
      </p:sp>
      <p:pic>
        <p:nvPicPr>
          <p:cNvPr id="308" name="Picture 307">
            <a:extLst>
              <a:ext uri="{FF2B5EF4-FFF2-40B4-BE49-F238E27FC236}">
                <a16:creationId xmlns:a16="http://schemas.microsoft.com/office/drawing/2014/main" id="{C6F83E22-2C5F-526B-76A5-E02DB12DAED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558" y="682622"/>
            <a:ext cx="681854" cy="569455"/>
          </a:xfrm>
          <a:prstGeom prst="rect">
            <a:avLst/>
          </a:prstGeom>
        </p:spPr>
      </p:pic>
      <p:sp>
        <p:nvSpPr>
          <p:cNvPr id="309" name="TextBox 308">
            <a:extLst>
              <a:ext uri="{FF2B5EF4-FFF2-40B4-BE49-F238E27FC236}">
                <a16:creationId xmlns:a16="http://schemas.microsoft.com/office/drawing/2014/main" id="{9AC75CD5-F7E5-C272-5AE8-660AD5BB975C}"/>
              </a:ext>
            </a:extLst>
          </p:cNvPr>
          <p:cNvSpPr txBox="1"/>
          <p:nvPr/>
        </p:nvSpPr>
        <p:spPr>
          <a:xfrm>
            <a:off x="552118" y="175960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AD3D314D-4764-419D-8341-E30542EE0E54}"/>
              </a:ext>
            </a:extLst>
          </p:cNvPr>
          <p:cNvSpPr txBox="1"/>
          <p:nvPr/>
        </p:nvSpPr>
        <p:spPr>
          <a:xfrm>
            <a:off x="1176267" y="175960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</a:t>
            </a:r>
          </a:p>
        </p:txBody>
      </p:sp>
      <p:sp>
        <p:nvSpPr>
          <p:cNvPr id="311" name="Rectangle: Rounded Corners 310">
            <a:extLst>
              <a:ext uri="{FF2B5EF4-FFF2-40B4-BE49-F238E27FC236}">
                <a16:creationId xmlns:a16="http://schemas.microsoft.com/office/drawing/2014/main" id="{119050BA-2981-BBE5-0DBC-809E2AC9CC5C}"/>
              </a:ext>
            </a:extLst>
          </p:cNvPr>
          <p:cNvSpPr/>
          <p:nvPr/>
        </p:nvSpPr>
        <p:spPr>
          <a:xfrm>
            <a:off x="900026" y="1741262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EB7579EC-3D21-F2F1-2B50-28EAF9A98A36}"/>
              </a:ext>
            </a:extLst>
          </p:cNvPr>
          <p:cNvSpPr txBox="1"/>
          <p:nvPr/>
        </p:nvSpPr>
        <p:spPr>
          <a:xfrm>
            <a:off x="83673" y="1754528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5D22FDEB-1016-E996-0E0C-26714DBB2D2A}"/>
              </a:ext>
            </a:extLst>
          </p:cNvPr>
          <p:cNvSpPr txBox="1"/>
          <p:nvPr/>
        </p:nvSpPr>
        <p:spPr>
          <a:xfrm>
            <a:off x="2194228" y="175960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4.2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E886613F-C286-5CF0-DEA5-25143F71B4B1}"/>
              </a:ext>
            </a:extLst>
          </p:cNvPr>
          <p:cNvSpPr txBox="1"/>
          <p:nvPr/>
        </p:nvSpPr>
        <p:spPr>
          <a:xfrm>
            <a:off x="2818377" y="175960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3.9</a:t>
            </a:r>
          </a:p>
        </p:txBody>
      </p:sp>
      <p:sp>
        <p:nvSpPr>
          <p:cNvPr id="315" name="Rectangle: Rounded Corners 314">
            <a:extLst>
              <a:ext uri="{FF2B5EF4-FFF2-40B4-BE49-F238E27FC236}">
                <a16:creationId xmlns:a16="http://schemas.microsoft.com/office/drawing/2014/main" id="{E2EF9ABA-ECDE-16C7-7C80-B1832620B0EA}"/>
              </a:ext>
            </a:extLst>
          </p:cNvPr>
          <p:cNvSpPr/>
          <p:nvPr/>
        </p:nvSpPr>
        <p:spPr>
          <a:xfrm>
            <a:off x="2542136" y="1741262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79DDA812-C2BD-7DDC-2AA7-6DAE9CDE613A}"/>
              </a:ext>
            </a:extLst>
          </p:cNvPr>
          <p:cNvSpPr txBox="1"/>
          <p:nvPr/>
        </p:nvSpPr>
        <p:spPr>
          <a:xfrm>
            <a:off x="1733798" y="1754528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537456A-9F1E-2BC1-0B78-3AE3D447C6B9}"/>
              </a:ext>
            </a:extLst>
          </p:cNvPr>
          <p:cNvSpPr txBox="1"/>
          <p:nvPr/>
        </p:nvSpPr>
        <p:spPr>
          <a:xfrm>
            <a:off x="3836338" y="175960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6376FE65-A308-2B00-4F6A-E6786A599058}"/>
              </a:ext>
            </a:extLst>
          </p:cNvPr>
          <p:cNvSpPr txBox="1"/>
          <p:nvPr/>
        </p:nvSpPr>
        <p:spPr>
          <a:xfrm>
            <a:off x="4460487" y="175960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0.9</a:t>
            </a:r>
          </a:p>
        </p:txBody>
      </p:sp>
      <p:sp>
        <p:nvSpPr>
          <p:cNvPr id="319" name="Rectangle: Rounded Corners 318">
            <a:extLst>
              <a:ext uri="{FF2B5EF4-FFF2-40B4-BE49-F238E27FC236}">
                <a16:creationId xmlns:a16="http://schemas.microsoft.com/office/drawing/2014/main" id="{C29F748E-AC38-F814-CD22-77DCB0FC1AF4}"/>
              </a:ext>
            </a:extLst>
          </p:cNvPr>
          <p:cNvSpPr/>
          <p:nvPr/>
        </p:nvSpPr>
        <p:spPr>
          <a:xfrm>
            <a:off x="4184246" y="1741262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DF4C23E3-49E4-CEF0-C214-F88E3DD6083D}"/>
              </a:ext>
            </a:extLst>
          </p:cNvPr>
          <p:cNvSpPr txBox="1"/>
          <p:nvPr/>
        </p:nvSpPr>
        <p:spPr>
          <a:xfrm>
            <a:off x="3374305" y="1754528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3FC9F44D-1508-5BA2-813D-5C6CE7B2AD0C}"/>
              </a:ext>
            </a:extLst>
          </p:cNvPr>
          <p:cNvSpPr txBox="1"/>
          <p:nvPr/>
        </p:nvSpPr>
        <p:spPr>
          <a:xfrm>
            <a:off x="473570" y="2370673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0.09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941D4B00-68D1-66E9-AEE4-FF4EE781069B}"/>
              </a:ext>
            </a:extLst>
          </p:cNvPr>
          <p:cNvSpPr txBox="1"/>
          <p:nvPr/>
        </p:nvSpPr>
        <p:spPr>
          <a:xfrm>
            <a:off x="1176267" y="2370673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0.6</a:t>
            </a:r>
          </a:p>
        </p:txBody>
      </p:sp>
      <p:sp>
        <p:nvSpPr>
          <p:cNvPr id="323" name="Rectangle: Rounded Corners 322">
            <a:extLst>
              <a:ext uri="{FF2B5EF4-FFF2-40B4-BE49-F238E27FC236}">
                <a16:creationId xmlns:a16="http://schemas.microsoft.com/office/drawing/2014/main" id="{768BC4C2-953A-7180-64EB-6A3033D13D30}"/>
              </a:ext>
            </a:extLst>
          </p:cNvPr>
          <p:cNvSpPr/>
          <p:nvPr/>
        </p:nvSpPr>
        <p:spPr>
          <a:xfrm>
            <a:off x="900026" y="2352327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1BEA9425-1B8E-3674-6AB3-31DF19BE3244}"/>
              </a:ext>
            </a:extLst>
          </p:cNvPr>
          <p:cNvSpPr txBox="1"/>
          <p:nvPr/>
        </p:nvSpPr>
        <p:spPr>
          <a:xfrm>
            <a:off x="110924" y="2365593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Г</a:t>
            </a:r>
            <a:r>
              <a:rPr lang="en-GB" sz="1200" b="1" dirty="0"/>
              <a:t>) 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C9AAFB9B-5508-08EF-2360-3094EB18907D}"/>
              </a:ext>
            </a:extLst>
          </p:cNvPr>
          <p:cNvSpPr txBox="1"/>
          <p:nvPr/>
        </p:nvSpPr>
        <p:spPr>
          <a:xfrm>
            <a:off x="2194228" y="2370673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EED5865D-DC1B-5EE0-AB37-057F460105BD}"/>
              </a:ext>
            </a:extLst>
          </p:cNvPr>
          <p:cNvSpPr txBox="1"/>
          <p:nvPr/>
        </p:nvSpPr>
        <p:spPr>
          <a:xfrm>
            <a:off x="2818377" y="2370673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0.49</a:t>
            </a:r>
          </a:p>
        </p:txBody>
      </p:sp>
      <p:sp>
        <p:nvSpPr>
          <p:cNvPr id="327" name="Rectangle: Rounded Corners 326">
            <a:extLst>
              <a:ext uri="{FF2B5EF4-FFF2-40B4-BE49-F238E27FC236}">
                <a16:creationId xmlns:a16="http://schemas.microsoft.com/office/drawing/2014/main" id="{697DB47E-DEE8-E584-04D6-A183231501D0}"/>
              </a:ext>
            </a:extLst>
          </p:cNvPr>
          <p:cNvSpPr/>
          <p:nvPr/>
        </p:nvSpPr>
        <p:spPr>
          <a:xfrm>
            <a:off x="2542136" y="2352327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13E30DAB-949A-475B-7E76-02A4241644C9}"/>
              </a:ext>
            </a:extLst>
          </p:cNvPr>
          <p:cNvSpPr txBox="1"/>
          <p:nvPr/>
        </p:nvSpPr>
        <p:spPr>
          <a:xfrm>
            <a:off x="1714562" y="2365593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Д</a:t>
            </a:r>
            <a:r>
              <a:rPr lang="en-GB" sz="1200" b="1" dirty="0"/>
              <a:t>) 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E347DEFF-672A-9C8E-00A0-1CA6385C120B}"/>
              </a:ext>
            </a:extLst>
          </p:cNvPr>
          <p:cNvSpPr txBox="1"/>
          <p:nvPr/>
        </p:nvSpPr>
        <p:spPr>
          <a:xfrm>
            <a:off x="3836338" y="2370673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0.6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1B89A8B2-4720-1F3B-70AA-85F8ACD5D66D}"/>
              </a:ext>
            </a:extLst>
          </p:cNvPr>
          <p:cNvSpPr txBox="1"/>
          <p:nvPr/>
        </p:nvSpPr>
        <p:spPr>
          <a:xfrm>
            <a:off x="4460487" y="2370673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0.71</a:t>
            </a:r>
          </a:p>
        </p:txBody>
      </p:sp>
      <p:sp>
        <p:nvSpPr>
          <p:cNvPr id="331" name="Rectangle: Rounded Corners 330">
            <a:extLst>
              <a:ext uri="{FF2B5EF4-FFF2-40B4-BE49-F238E27FC236}">
                <a16:creationId xmlns:a16="http://schemas.microsoft.com/office/drawing/2014/main" id="{0A291FC9-1209-18E5-7695-66DD149190C8}"/>
              </a:ext>
            </a:extLst>
          </p:cNvPr>
          <p:cNvSpPr/>
          <p:nvPr/>
        </p:nvSpPr>
        <p:spPr>
          <a:xfrm>
            <a:off x="4184246" y="2352327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BED777DB-ACAF-A820-0723-0E66AABF7FC1}"/>
              </a:ext>
            </a:extLst>
          </p:cNvPr>
          <p:cNvSpPr txBox="1"/>
          <p:nvPr/>
        </p:nvSpPr>
        <p:spPr>
          <a:xfrm>
            <a:off x="3385526" y="2365593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FFAD4027-B7A2-C31D-3EF6-A837AF1A9172}"/>
              </a:ext>
            </a:extLst>
          </p:cNvPr>
          <p:cNvSpPr txBox="1"/>
          <p:nvPr/>
        </p:nvSpPr>
        <p:spPr>
          <a:xfrm>
            <a:off x="473570" y="2981738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0.59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C7940178-D3E0-22A9-2420-F4F6B0E48873}"/>
              </a:ext>
            </a:extLst>
          </p:cNvPr>
          <p:cNvSpPr txBox="1"/>
          <p:nvPr/>
        </p:nvSpPr>
        <p:spPr>
          <a:xfrm>
            <a:off x="1176267" y="2981738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0.6</a:t>
            </a:r>
          </a:p>
        </p:txBody>
      </p:sp>
      <p:sp>
        <p:nvSpPr>
          <p:cNvPr id="335" name="Rectangle: Rounded Corners 334">
            <a:extLst>
              <a:ext uri="{FF2B5EF4-FFF2-40B4-BE49-F238E27FC236}">
                <a16:creationId xmlns:a16="http://schemas.microsoft.com/office/drawing/2014/main" id="{2749D19B-85EE-18D6-5464-053CA7F4F6A5}"/>
              </a:ext>
            </a:extLst>
          </p:cNvPr>
          <p:cNvSpPr/>
          <p:nvPr/>
        </p:nvSpPr>
        <p:spPr>
          <a:xfrm>
            <a:off x="900026" y="2963392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0580D159-1F79-7B10-1F44-8C44E2074757}"/>
              </a:ext>
            </a:extLst>
          </p:cNvPr>
          <p:cNvSpPr txBox="1"/>
          <p:nvPr/>
        </p:nvSpPr>
        <p:spPr>
          <a:xfrm>
            <a:off x="101306" y="2976658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DA56BF47-CA4F-3CE5-DFF4-71EAF4BD7378}"/>
              </a:ext>
            </a:extLst>
          </p:cNvPr>
          <p:cNvSpPr txBox="1"/>
          <p:nvPr/>
        </p:nvSpPr>
        <p:spPr>
          <a:xfrm>
            <a:off x="2115680" y="2981738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2.74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71C1D811-AA7C-B095-0A55-9E4392E00E88}"/>
              </a:ext>
            </a:extLst>
          </p:cNvPr>
          <p:cNvSpPr txBox="1"/>
          <p:nvPr/>
        </p:nvSpPr>
        <p:spPr>
          <a:xfrm>
            <a:off x="2818377" y="2981738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2.47</a:t>
            </a:r>
          </a:p>
        </p:txBody>
      </p:sp>
      <p:sp>
        <p:nvSpPr>
          <p:cNvPr id="339" name="Rectangle: Rounded Corners 338">
            <a:extLst>
              <a:ext uri="{FF2B5EF4-FFF2-40B4-BE49-F238E27FC236}">
                <a16:creationId xmlns:a16="http://schemas.microsoft.com/office/drawing/2014/main" id="{74D6090B-8089-CC8D-A80D-787647BA0394}"/>
              </a:ext>
            </a:extLst>
          </p:cNvPr>
          <p:cNvSpPr/>
          <p:nvPr/>
        </p:nvSpPr>
        <p:spPr>
          <a:xfrm>
            <a:off x="2542136" y="2963392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9490B767-AC32-CFE4-0A8C-AEB3FC59A210}"/>
              </a:ext>
            </a:extLst>
          </p:cNvPr>
          <p:cNvSpPr txBox="1"/>
          <p:nvPr/>
        </p:nvSpPr>
        <p:spPr>
          <a:xfrm>
            <a:off x="1690517" y="2976658"/>
            <a:ext cx="396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Ж</a:t>
            </a:r>
            <a:r>
              <a:rPr lang="en-GB" sz="1200" b="1" dirty="0"/>
              <a:t>) </a:t>
            </a: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28C9A775-7B03-EE14-BD28-41E6564843F8}"/>
              </a:ext>
            </a:extLst>
          </p:cNvPr>
          <p:cNvSpPr txBox="1"/>
          <p:nvPr/>
        </p:nvSpPr>
        <p:spPr>
          <a:xfrm>
            <a:off x="3757790" y="2981738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4.98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A3311785-0594-858D-1E17-B42317DCF64E}"/>
              </a:ext>
            </a:extLst>
          </p:cNvPr>
          <p:cNvSpPr txBox="1"/>
          <p:nvPr/>
        </p:nvSpPr>
        <p:spPr>
          <a:xfrm>
            <a:off x="4460487" y="2981738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5.01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62A358EF-5153-AB96-7A37-70ACBB29E497}"/>
              </a:ext>
            </a:extLst>
          </p:cNvPr>
          <p:cNvSpPr txBox="1"/>
          <p:nvPr/>
        </p:nvSpPr>
        <p:spPr>
          <a:xfrm>
            <a:off x="3387129" y="2976658"/>
            <a:ext cx="341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З</a:t>
            </a:r>
            <a:r>
              <a:rPr lang="en-GB" sz="1200" b="1" dirty="0"/>
              <a:t>) 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C4952FD7-D2D8-7AE4-4BD2-B47C87A83F56}"/>
              </a:ext>
            </a:extLst>
          </p:cNvPr>
          <p:cNvSpPr txBox="1"/>
          <p:nvPr/>
        </p:nvSpPr>
        <p:spPr>
          <a:xfrm>
            <a:off x="395022" y="3592803"/>
            <a:ext cx="5373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0.045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DB95E215-5086-3EF1-282A-15252B68401E}"/>
              </a:ext>
            </a:extLst>
          </p:cNvPr>
          <p:cNvSpPr txBox="1"/>
          <p:nvPr/>
        </p:nvSpPr>
        <p:spPr>
          <a:xfrm>
            <a:off x="1176267" y="3592803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0.201</a:t>
            </a: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1D531840-51AC-4E71-3026-EAB9E1BC43D9}"/>
              </a:ext>
            </a:extLst>
          </p:cNvPr>
          <p:cNvSpPr txBox="1"/>
          <p:nvPr/>
        </p:nvSpPr>
        <p:spPr>
          <a:xfrm>
            <a:off x="90085" y="3587723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К</a:t>
            </a:r>
            <a:r>
              <a:rPr lang="en-GB" sz="1200" b="1" dirty="0"/>
              <a:t>) </a:t>
            </a: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5543C4A8-98DE-996C-D892-A560E2316AC1}"/>
              </a:ext>
            </a:extLst>
          </p:cNvPr>
          <p:cNvSpPr txBox="1"/>
          <p:nvPr/>
        </p:nvSpPr>
        <p:spPr>
          <a:xfrm>
            <a:off x="2037133" y="3592803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0.863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E3838C02-50B5-78A6-71EB-E340132CC13E}"/>
              </a:ext>
            </a:extLst>
          </p:cNvPr>
          <p:cNvSpPr txBox="1"/>
          <p:nvPr/>
        </p:nvSpPr>
        <p:spPr>
          <a:xfrm>
            <a:off x="2818377" y="3592803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0.86</a:t>
            </a: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74725913-E2E7-EB2A-E6E7-D60F323D16FC}"/>
              </a:ext>
            </a:extLst>
          </p:cNvPr>
          <p:cNvSpPr txBox="1"/>
          <p:nvPr/>
        </p:nvSpPr>
        <p:spPr>
          <a:xfrm>
            <a:off x="1722577" y="3587723"/>
            <a:ext cx="364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Л</a:t>
            </a:r>
            <a:r>
              <a:rPr lang="en-GB" sz="1200" b="1" dirty="0"/>
              <a:t>) 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567A9DFF-3704-A6DF-FBF3-D0C820AB5405}"/>
              </a:ext>
            </a:extLst>
          </p:cNvPr>
          <p:cNvSpPr txBox="1"/>
          <p:nvPr/>
        </p:nvSpPr>
        <p:spPr>
          <a:xfrm>
            <a:off x="3757790" y="3592803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0.71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4A27A11D-E215-D46E-EF0B-76DB928F8960}"/>
              </a:ext>
            </a:extLst>
          </p:cNvPr>
          <p:cNvSpPr txBox="1"/>
          <p:nvPr/>
        </p:nvSpPr>
        <p:spPr>
          <a:xfrm>
            <a:off x="4460487" y="3592803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0.708</a:t>
            </a: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94197F3F-E073-F8C7-4595-FC6515343B44}"/>
              </a:ext>
            </a:extLst>
          </p:cNvPr>
          <p:cNvSpPr txBox="1"/>
          <p:nvPr/>
        </p:nvSpPr>
        <p:spPr>
          <a:xfrm>
            <a:off x="3326216" y="3587723"/>
            <a:ext cx="402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М</a:t>
            </a:r>
            <a:r>
              <a:rPr lang="en-GB" sz="1200" b="1" dirty="0"/>
              <a:t>) 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D96C02CB-8145-51BC-4F25-89D7DE57AD28}"/>
              </a:ext>
            </a:extLst>
          </p:cNvPr>
          <p:cNvSpPr txBox="1"/>
          <p:nvPr/>
        </p:nvSpPr>
        <p:spPr>
          <a:xfrm>
            <a:off x="552118" y="4203869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0.4</a:t>
            </a: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45B0259C-15F0-5EE2-B513-EF7200997964}"/>
              </a:ext>
            </a:extLst>
          </p:cNvPr>
          <p:cNvSpPr txBox="1"/>
          <p:nvPr/>
        </p:nvSpPr>
        <p:spPr>
          <a:xfrm>
            <a:off x="1176267" y="4203869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0.411</a:t>
            </a: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722FDAB5-A1E8-BC45-604D-A4B8B0C0FBA8}"/>
              </a:ext>
            </a:extLst>
          </p:cNvPr>
          <p:cNvSpPr txBox="1"/>
          <p:nvPr/>
        </p:nvSpPr>
        <p:spPr>
          <a:xfrm>
            <a:off x="78864" y="4198789"/>
            <a:ext cx="365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Н</a:t>
            </a:r>
            <a:r>
              <a:rPr lang="en-GB" sz="1200" b="1" dirty="0"/>
              <a:t>) </a:t>
            </a: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2B47F860-6EA9-0388-9C55-0CF0CBFFA03E}"/>
              </a:ext>
            </a:extLst>
          </p:cNvPr>
          <p:cNvSpPr txBox="1"/>
          <p:nvPr/>
        </p:nvSpPr>
        <p:spPr>
          <a:xfrm>
            <a:off x="2037133" y="4203869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0.805</a:t>
            </a: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4AE63874-F6BD-4697-AD43-85030DD3F983}"/>
              </a:ext>
            </a:extLst>
          </p:cNvPr>
          <p:cNvSpPr txBox="1"/>
          <p:nvPr/>
        </p:nvSpPr>
        <p:spPr>
          <a:xfrm>
            <a:off x="2818377" y="4203869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0.81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3CD80ED3-A99E-3CA8-BEB0-956CB836B216}"/>
              </a:ext>
            </a:extLst>
          </p:cNvPr>
          <p:cNvSpPr txBox="1"/>
          <p:nvPr/>
        </p:nvSpPr>
        <p:spPr>
          <a:xfrm>
            <a:off x="1714562" y="4198789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Ң</a:t>
            </a:r>
            <a:r>
              <a:rPr lang="en-GB" sz="1200" b="1" dirty="0"/>
              <a:t>) 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A8B3A07E-F9B4-575D-C1DD-BDDBE67F1E61}"/>
              </a:ext>
            </a:extLst>
          </p:cNvPr>
          <p:cNvSpPr txBox="1"/>
          <p:nvPr/>
        </p:nvSpPr>
        <p:spPr>
          <a:xfrm>
            <a:off x="3679243" y="4203869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0.065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19EEB541-E3AB-0B7A-10F9-013593B8D44E}"/>
              </a:ext>
            </a:extLst>
          </p:cNvPr>
          <p:cNvSpPr txBox="1"/>
          <p:nvPr/>
        </p:nvSpPr>
        <p:spPr>
          <a:xfrm>
            <a:off x="4460487" y="4203869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0.07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1D0E90E6-B521-6E07-C7DC-D2B78165EE53}"/>
              </a:ext>
            </a:extLst>
          </p:cNvPr>
          <p:cNvSpPr txBox="1"/>
          <p:nvPr/>
        </p:nvSpPr>
        <p:spPr>
          <a:xfrm>
            <a:off x="3356672" y="4198789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О</a:t>
            </a:r>
            <a:r>
              <a:rPr lang="en-GB" sz="1200" b="1" dirty="0"/>
              <a:t>) </a:t>
            </a: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C9BB9E29-C97D-E433-2B48-B19C64F1EA60}"/>
              </a:ext>
            </a:extLst>
          </p:cNvPr>
          <p:cNvSpPr txBox="1"/>
          <p:nvPr/>
        </p:nvSpPr>
        <p:spPr>
          <a:xfrm>
            <a:off x="524562" y="5153438"/>
            <a:ext cx="1390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0.261, 0.612, 0.216</a:t>
            </a: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6995BBAD-1A5D-616F-39E3-D5D2A2562FE2}"/>
              </a:ext>
            </a:extLst>
          </p:cNvPr>
          <p:cNvSpPr txBox="1"/>
          <p:nvPr/>
        </p:nvSpPr>
        <p:spPr>
          <a:xfrm>
            <a:off x="213213" y="5148358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BB5AD075-C25B-28D2-59B7-D1B5C06F8A32}"/>
              </a:ext>
            </a:extLst>
          </p:cNvPr>
          <p:cNvSpPr txBox="1"/>
          <p:nvPr/>
        </p:nvSpPr>
        <p:spPr>
          <a:xfrm>
            <a:off x="749435" y="4668348"/>
            <a:ext cx="3237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 топтомун өсүү тартибинде </a:t>
            </a:r>
          </a:p>
          <a:p>
            <a:pPr algn="ctr"/>
            <a:r>
              <a:rPr lang="ky-KG" sz="1200" dirty="0"/>
              <a:t>(кичинеден чоңго чейин) ирээтте.</a:t>
            </a:r>
            <a:endParaRPr lang="en-GB" sz="1200" dirty="0"/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F422134A-78B3-251F-DB8D-BB5194F15D26}"/>
              </a:ext>
            </a:extLst>
          </p:cNvPr>
          <p:cNvSpPr txBox="1"/>
          <p:nvPr/>
        </p:nvSpPr>
        <p:spPr>
          <a:xfrm>
            <a:off x="29612" y="1316449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400" dirty="0"/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C2A9E456-0936-E7A2-B4AD-6A107D11022D}"/>
              </a:ext>
            </a:extLst>
          </p:cNvPr>
          <p:cNvSpPr txBox="1"/>
          <p:nvPr/>
        </p:nvSpPr>
        <p:spPr>
          <a:xfrm>
            <a:off x="29612" y="4595979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400" dirty="0"/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9C30B5EB-8C9F-0729-8D4E-AA3902EFF971}"/>
              </a:ext>
            </a:extLst>
          </p:cNvPr>
          <p:cNvSpPr txBox="1"/>
          <p:nvPr/>
        </p:nvSpPr>
        <p:spPr>
          <a:xfrm>
            <a:off x="29612" y="6020919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1400" dirty="0"/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C26E171B-0915-5FD3-5459-F9CF011003BF}"/>
              </a:ext>
            </a:extLst>
          </p:cNvPr>
          <p:cNvSpPr txBox="1"/>
          <p:nvPr/>
        </p:nvSpPr>
        <p:spPr>
          <a:xfrm>
            <a:off x="524562" y="5412518"/>
            <a:ext cx="17379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0.35, 0.503, 0.305, 0.053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641E3502-C7DB-18EA-7E6F-C3030DCC04BD}"/>
              </a:ext>
            </a:extLst>
          </p:cNvPr>
          <p:cNvSpPr txBox="1"/>
          <p:nvPr/>
        </p:nvSpPr>
        <p:spPr>
          <a:xfrm>
            <a:off x="221228" y="5407438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7E231BE0-5A59-E812-40A2-E6AA412A67B2}"/>
              </a:ext>
            </a:extLst>
          </p:cNvPr>
          <p:cNvSpPr txBox="1"/>
          <p:nvPr/>
        </p:nvSpPr>
        <p:spPr>
          <a:xfrm>
            <a:off x="524562" y="5686838"/>
            <a:ext cx="2278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0.2105, 0.521, 0.25, 0.125, 0.215 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1D50261B-7D41-471D-A546-6C29D6D1FFD6}"/>
              </a:ext>
            </a:extLst>
          </p:cNvPr>
          <p:cNvSpPr txBox="1"/>
          <p:nvPr/>
        </p:nvSpPr>
        <p:spPr>
          <a:xfrm>
            <a:off x="219625" y="5681758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262A8B76-9DF7-74AA-7765-4C296B6BEE66}"/>
              </a:ext>
            </a:extLst>
          </p:cNvPr>
          <p:cNvSpPr txBox="1"/>
          <p:nvPr/>
        </p:nvSpPr>
        <p:spPr>
          <a:xfrm>
            <a:off x="316573" y="6010901"/>
            <a:ext cx="388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А) Кайсы сан 0,34 менен 0,62нин ортосуна туура келет?</a:t>
            </a:r>
            <a:endParaRPr lang="en-GB" sz="1200" dirty="0"/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1660EAEC-541E-FDDF-B379-3398B3BF90D7}"/>
              </a:ext>
            </a:extLst>
          </p:cNvPr>
          <p:cNvSpPr txBox="1"/>
          <p:nvPr/>
        </p:nvSpPr>
        <p:spPr>
          <a:xfrm>
            <a:off x="302295" y="6221766"/>
            <a:ext cx="3849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Б</a:t>
            </a:r>
            <a:r>
              <a:rPr lang="en-GB" sz="1200" dirty="0"/>
              <a:t>)</a:t>
            </a:r>
            <a:r>
              <a:rPr lang="ru-RU" sz="1200" dirty="0"/>
              <a:t> Кайсы сан </a:t>
            </a:r>
            <a:r>
              <a:rPr lang="en-GB" sz="1200" dirty="0"/>
              <a:t>0.8</a:t>
            </a:r>
            <a:r>
              <a:rPr lang="ru-RU" sz="1200" dirty="0"/>
              <a:t> менен </a:t>
            </a:r>
            <a:r>
              <a:rPr lang="en-GB" sz="1200" dirty="0"/>
              <a:t>0.482 </a:t>
            </a:r>
            <a:r>
              <a:rPr lang="ru-RU" sz="1200" dirty="0"/>
              <a:t>нин ортосуна туура келет?</a:t>
            </a:r>
            <a:endParaRPr lang="en-GB" sz="1200" dirty="0"/>
          </a:p>
          <a:p>
            <a:endParaRPr lang="en-GB" sz="1200" dirty="0"/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48E2EC97-B272-F85A-BAE2-1897F137287B}"/>
              </a:ext>
            </a:extLst>
          </p:cNvPr>
          <p:cNvSpPr txBox="1"/>
          <p:nvPr/>
        </p:nvSpPr>
        <p:spPr>
          <a:xfrm>
            <a:off x="293139" y="6446496"/>
            <a:ext cx="4087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В</a:t>
            </a:r>
            <a:r>
              <a:rPr lang="en-GB" sz="1200" b="1" dirty="0"/>
              <a:t>)</a:t>
            </a:r>
            <a:r>
              <a:rPr lang="ru-RU" sz="1200" b="1" dirty="0"/>
              <a:t> Кайсы сан </a:t>
            </a:r>
            <a:r>
              <a:rPr lang="en-GB" sz="1200" b="1" dirty="0"/>
              <a:t>0.21</a:t>
            </a:r>
            <a:r>
              <a:rPr lang="ru-RU" sz="1200" b="1" dirty="0"/>
              <a:t> менен </a:t>
            </a:r>
            <a:r>
              <a:rPr lang="en-GB" sz="1200" b="1" dirty="0"/>
              <a:t>0.459 </a:t>
            </a:r>
            <a:r>
              <a:rPr lang="ru-RU" sz="1200" b="1" dirty="0"/>
              <a:t>дун ортосуна үчтөн бирине </a:t>
            </a:r>
          </a:p>
          <a:p>
            <a:r>
              <a:rPr lang="ru-RU" sz="1200" b="1" dirty="0"/>
              <a:t>туура келет?</a:t>
            </a:r>
            <a:endParaRPr lang="en-GB" sz="1200" b="1" dirty="0"/>
          </a:p>
          <a:p>
            <a:r>
              <a:rPr lang="ky-KG" sz="1200" b="1" dirty="0"/>
              <a:t>  </a:t>
            </a:r>
            <a:endParaRPr lang="en-GB" sz="1200" b="1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471F6F84-D5C6-4170-E717-DF19097CD170}"/>
              </a:ext>
            </a:extLst>
          </p:cNvPr>
          <p:cNvSpPr txBox="1"/>
          <p:nvPr/>
        </p:nvSpPr>
        <p:spPr>
          <a:xfrm>
            <a:off x="1726345" y="0"/>
            <a:ext cx="1575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 орун мааниси</a:t>
            </a:r>
            <a:endParaRPr lang="en-GB" sz="1200" b="1" u="sng" dirty="0"/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8F98BFC7-AF16-FB57-7D51-195160CA7B7D}"/>
              </a:ext>
            </a:extLst>
          </p:cNvPr>
          <p:cNvSpPr txBox="1"/>
          <p:nvPr/>
        </p:nvSpPr>
        <p:spPr>
          <a:xfrm>
            <a:off x="545183" y="253877"/>
            <a:ext cx="3937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ондуктардын чоң же кичине экенин аныктаган </a:t>
            </a:r>
          </a:p>
          <a:p>
            <a:pPr algn="ctr"/>
            <a:r>
              <a:rPr lang="ky-KG" sz="1200" dirty="0"/>
              <a:t>барабарсыздык белгилерин кутучаларга жайгаштыр </a:t>
            </a:r>
            <a:endParaRPr lang="en-GB" sz="1200" dirty="0"/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7EC4DBCD-088E-36E0-0CE0-7BF21AF81133}"/>
              </a:ext>
            </a:extLst>
          </p:cNvPr>
          <p:cNvSpPr txBox="1"/>
          <p:nvPr/>
        </p:nvSpPr>
        <p:spPr>
          <a:xfrm>
            <a:off x="1179055" y="785153"/>
            <a:ext cx="643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Өрнөк</a:t>
            </a:r>
            <a:r>
              <a:rPr lang="en-GB" sz="1200" dirty="0"/>
              <a:t>:</a:t>
            </a:r>
          </a:p>
        </p:txBody>
      </p:sp>
      <p:sp>
        <p:nvSpPr>
          <p:cNvPr id="385" name="Speech Bubble: Rectangle with Corners Rounded 384">
            <a:extLst>
              <a:ext uri="{FF2B5EF4-FFF2-40B4-BE49-F238E27FC236}">
                <a16:creationId xmlns:a16="http://schemas.microsoft.com/office/drawing/2014/main" id="{56DCB6AF-145A-65FE-0E61-1FCE4D1EE26A}"/>
              </a:ext>
            </a:extLst>
          </p:cNvPr>
          <p:cNvSpPr/>
          <p:nvPr/>
        </p:nvSpPr>
        <p:spPr>
          <a:xfrm>
            <a:off x="1130212" y="1183181"/>
            <a:ext cx="2187902" cy="233620"/>
          </a:xfrm>
          <a:prstGeom prst="wedgeRoundRectCallout">
            <a:avLst>
              <a:gd name="adj1" fmla="val 75007"/>
              <a:gd name="adj2" fmla="val -62593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200" dirty="0">
                <a:solidFill>
                  <a:sysClr val="windowText" lastClr="000000"/>
                </a:solidFill>
              </a:rPr>
              <a:t>0,5 ондугу 0,2ден чоң</a:t>
            </a:r>
            <a:endParaRPr lang="en-GB" sz="1200" dirty="0">
              <a:solidFill>
                <a:sysClr val="windowText" lastClr="000000"/>
              </a:solidFill>
            </a:endParaRPr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0F7D884B-7470-2DF7-CF2C-9D030614C700}"/>
              </a:ext>
            </a:extLst>
          </p:cNvPr>
          <p:cNvSpPr txBox="1"/>
          <p:nvPr/>
        </p:nvSpPr>
        <p:spPr>
          <a:xfrm>
            <a:off x="903325" y="167563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3371CB4F-4DDA-1E37-AB7F-5931315AC274}"/>
              </a:ext>
            </a:extLst>
          </p:cNvPr>
          <p:cNvSpPr txBox="1"/>
          <p:nvPr/>
        </p:nvSpPr>
        <p:spPr>
          <a:xfrm>
            <a:off x="2547790" y="166473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A26B982D-2CA3-730F-6B39-6A353C63B435}"/>
              </a:ext>
            </a:extLst>
          </p:cNvPr>
          <p:cNvSpPr txBox="1"/>
          <p:nvPr/>
        </p:nvSpPr>
        <p:spPr>
          <a:xfrm>
            <a:off x="4150306" y="166473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48E8F21D-5B5A-E294-D07A-2CC70E255D04}"/>
              </a:ext>
            </a:extLst>
          </p:cNvPr>
          <p:cNvSpPr txBox="1"/>
          <p:nvPr/>
        </p:nvSpPr>
        <p:spPr>
          <a:xfrm>
            <a:off x="866086" y="22758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F8320C4F-3794-7D5B-5DB6-9A7DD7A2579A}"/>
              </a:ext>
            </a:extLst>
          </p:cNvPr>
          <p:cNvSpPr txBox="1"/>
          <p:nvPr/>
        </p:nvSpPr>
        <p:spPr>
          <a:xfrm>
            <a:off x="2508196" y="22758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CEBF142C-8E79-EE24-C3D4-06B8C08FE69A}"/>
              </a:ext>
            </a:extLst>
          </p:cNvPr>
          <p:cNvSpPr txBox="1"/>
          <p:nvPr/>
        </p:nvSpPr>
        <p:spPr>
          <a:xfrm>
            <a:off x="4150306" y="22758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C536345A-ECE1-1CC4-10C7-1CB26B8D6770}"/>
              </a:ext>
            </a:extLst>
          </p:cNvPr>
          <p:cNvSpPr txBox="1"/>
          <p:nvPr/>
        </p:nvSpPr>
        <p:spPr>
          <a:xfrm>
            <a:off x="866086" y="288686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&lt;</a:t>
            </a: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0FB17EB5-98FD-07D8-2538-3ED376917C44}"/>
              </a:ext>
            </a:extLst>
          </p:cNvPr>
          <p:cNvSpPr txBox="1"/>
          <p:nvPr/>
        </p:nvSpPr>
        <p:spPr>
          <a:xfrm>
            <a:off x="2508196" y="288686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380645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559FAD-A1EB-49DD-844B-504D6A0AEBF9}"/>
              </a:ext>
            </a:extLst>
          </p:cNvPr>
          <p:cNvSpPr txBox="1"/>
          <p:nvPr/>
        </p:nvSpPr>
        <p:spPr>
          <a:xfrm>
            <a:off x="2100066" y="74771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85B9D0-2DB2-4A58-A5B1-B8505A471DEA}"/>
              </a:ext>
            </a:extLst>
          </p:cNvPr>
          <p:cNvSpPr txBox="1"/>
          <p:nvPr/>
        </p:nvSpPr>
        <p:spPr>
          <a:xfrm>
            <a:off x="2724215" y="74771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5C9538-A1A5-4011-8B23-7DB510CFB7DB}"/>
              </a:ext>
            </a:extLst>
          </p:cNvPr>
          <p:cNvSpPr/>
          <p:nvPr/>
        </p:nvSpPr>
        <p:spPr>
          <a:xfrm>
            <a:off x="2447974" y="72936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ABACCF-D09C-46FB-B2ED-08DAFB2B0C31}"/>
              </a:ext>
            </a:extLst>
          </p:cNvPr>
          <p:cNvSpPr txBox="1"/>
          <p:nvPr/>
        </p:nvSpPr>
        <p:spPr>
          <a:xfrm>
            <a:off x="2449895" y="64013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&gt;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F2FE3C-7C13-48DF-A38D-795B9EF77B5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066" y="656245"/>
            <a:ext cx="681854" cy="5694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941904B-B0BB-4971-A027-7B445C5612B3}"/>
              </a:ext>
            </a:extLst>
          </p:cNvPr>
          <p:cNvSpPr txBox="1"/>
          <p:nvPr/>
        </p:nvSpPr>
        <p:spPr>
          <a:xfrm>
            <a:off x="484626" y="173323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BB4513-D89B-4C9E-BF74-E40594ADE531}"/>
              </a:ext>
            </a:extLst>
          </p:cNvPr>
          <p:cNvSpPr txBox="1"/>
          <p:nvPr/>
        </p:nvSpPr>
        <p:spPr>
          <a:xfrm>
            <a:off x="1108775" y="173323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2271BBF-1861-4101-978F-42A4B3DE7D52}"/>
              </a:ext>
            </a:extLst>
          </p:cNvPr>
          <p:cNvSpPr/>
          <p:nvPr/>
        </p:nvSpPr>
        <p:spPr>
          <a:xfrm>
            <a:off x="832534" y="171488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AF345C-9DAA-45F8-A2A8-EBDED97C3C96}"/>
              </a:ext>
            </a:extLst>
          </p:cNvPr>
          <p:cNvSpPr txBox="1"/>
          <p:nvPr/>
        </p:nvSpPr>
        <p:spPr>
          <a:xfrm>
            <a:off x="16181" y="1728151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E2B81C-E894-45CF-9377-AEF0137B1B29}"/>
              </a:ext>
            </a:extLst>
          </p:cNvPr>
          <p:cNvSpPr txBox="1"/>
          <p:nvPr/>
        </p:nvSpPr>
        <p:spPr>
          <a:xfrm>
            <a:off x="2126736" y="173323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4.2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36DAC9-8A8C-41FB-9498-47C69F00FD45}"/>
              </a:ext>
            </a:extLst>
          </p:cNvPr>
          <p:cNvSpPr txBox="1"/>
          <p:nvPr/>
        </p:nvSpPr>
        <p:spPr>
          <a:xfrm>
            <a:off x="2750885" y="173323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3.9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9FCB895-AF40-4F7C-A933-C30599281272}"/>
              </a:ext>
            </a:extLst>
          </p:cNvPr>
          <p:cNvSpPr/>
          <p:nvPr/>
        </p:nvSpPr>
        <p:spPr>
          <a:xfrm>
            <a:off x="2474644" y="171488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BA2663-42E2-456D-B8C2-FF9EBB4B14F5}"/>
              </a:ext>
            </a:extLst>
          </p:cNvPr>
          <p:cNvSpPr txBox="1"/>
          <p:nvPr/>
        </p:nvSpPr>
        <p:spPr>
          <a:xfrm>
            <a:off x="1666306" y="1728151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349B83-6D8F-42B8-A48E-F98266EEB955}"/>
              </a:ext>
            </a:extLst>
          </p:cNvPr>
          <p:cNvSpPr txBox="1"/>
          <p:nvPr/>
        </p:nvSpPr>
        <p:spPr>
          <a:xfrm>
            <a:off x="3768846" y="173323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0083AC-BA82-4797-A483-8C99A88DD9C4}"/>
              </a:ext>
            </a:extLst>
          </p:cNvPr>
          <p:cNvSpPr txBox="1"/>
          <p:nvPr/>
        </p:nvSpPr>
        <p:spPr>
          <a:xfrm>
            <a:off x="4392995" y="173323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0.9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DE8602C-7FDC-45DD-8FF9-DE27F1019196}"/>
              </a:ext>
            </a:extLst>
          </p:cNvPr>
          <p:cNvSpPr/>
          <p:nvPr/>
        </p:nvSpPr>
        <p:spPr>
          <a:xfrm>
            <a:off x="4116754" y="171488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D11C44-A848-4671-8D4E-CB889558B513}"/>
              </a:ext>
            </a:extLst>
          </p:cNvPr>
          <p:cNvSpPr txBox="1"/>
          <p:nvPr/>
        </p:nvSpPr>
        <p:spPr>
          <a:xfrm>
            <a:off x="3306813" y="1728151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8AB2D5-CE2E-4A86-9A6F-FBF2DCC55607}"/>
              </a:ext>
            </a:extLst>
          </p:cNvPr>
          <p:cNvSpPr txBox="1"/>
          <p:nvPr/>
        </p:nvSpPr>
        <p:spPr>
          <a:xfrm>
            <a:off x="406078" y="234429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3FA05A-255D-47BA-96F9-D1F08BDCFCF0}"/>
              </a:ext>
            </a:extLst>
          </p:cNvPr>
          <p:cNvSpPr txBox="1"/>
          <p:nvPr/>
        </p:nvSpPr>
        <p:spPr>
          <a:xfrm>
            <a:off x="1108775" y="234429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BEFD1EE-2671-4727-BAC2-F13BF75FBED8}"/>
              </a:ext>
            </a:extLst>
          </p:cNvPr>
          <p:cNvSpPr/>
          <p:nvPr/>
        </p:nvSpPr>
        <p:spPr>
          <a:xfrm>
            <a:off x="832534" y="232595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FD750F-92DA-4385-BA3C-EE41F54BE36E}"/>
              </a:ext>
            </a:extLst>
          </p:cNvPr>
          <p:cNvSpPr txBox="1"/>
          <p:nvPr/>
        </p:nvSpPr>
        <p:spPr>
          <a:xfrm>
            <a:off x="43432" y="2339216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Г</a:t>
            </a:r>
            <a:r>
              <a:rPr lang="en-GB" sz="1200" b="1" dirty="0"/>
              <a:t>)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2E1979-59B1-44E6-8A37-84E5F3D4D53C}"/>
              </a:ext>
            </a:extLst>
          </p:cNvPr>
          <p:cNvSpPr txBox="1"/>
          <p:nvPr/>
        </p:nvSpPr>
        <p:spPr>
          <a:xfrm>
            <a:off x="2126736" y="234429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5716C4-2D1C-4DA1-8015-5ECAEEC986A7}"/>
              </a:ext>
            </a:extLst>
          </p:cNvPr>
          <p:cNvSpPr txBox="1"/>
          <p:nvPr/>
        </p:nvSpPr>
        <p:spPr>
          <a:xfrm>
            <a:off x="2750885" y="234429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0.49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DF39D1C-DEAF-4ED7-A64E-B74D6ED4A973}"/>
              </a:ext>
            </a:extLst>
          </p:cNvPr>
          <p:cNvSpPr/>
          <p:nvPr/>
        </p:nvSpPr>
        <p:spPr>
          <a:xfrm>
            <a:off x="2474644" y="232595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6F45070-5373-4D85-93A6-B2332837904F}"/>
              </a:ext>
            </a:extLst>
          </p:cNvPr>
          <p:cNvSpPr txBox="1"/>
          <p:nvPr/>
        </p:nvSpPr>
        <p:spPr>
          <a:xfrm>
            <a:off x="1647070" y="2339216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Д</a:t>
            </a:r>
            <a:r>
              <a:rPr lang="en-GB" sz="1200" b="1" dirty="0"/>
              <a:t>)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071E9A-0E65-4FB6-8DC5-961F3AC6769A}"/>
              </a:ext>
            </a:extLst>
          </p:cNvPr>
          <p:cNvSpPr txBox="1"/>
          <p:nvPr/>
        </p:nvSpPr>
        <p:spPr>
          <a:xfrm>
            <a:off x="3768846" y="234429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A9172D-9F7D-4F54-9551-E082B43F3434}"/>
              </a:ext>
            </a:extLst>
          </p:cNvPr>
          <p:cNvSpPr txBox="1"/>
          <p:nvPr/>
        </p:nvSpPr>
        <p:spPr>
          <a:xfrm>
            <a:off x="4392995" y="234429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0.71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0841C28-481C-41E8-9DEE-C2F49B930AAC}"/>
              </a:ext>
            </a:extLst>
          </p:cNvPr>
          <p:cNvSpPr/>
          <p:nvPr/>
        </p:nvSpPr>
        <p:spPr>
          <a:xfrm>
            <a:off x="4116754" y="232595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339845-8CE2-42E5-9223-F84D660825D1}"/>
              </a:ext>
            </a:extLst>
          </p:cNvPr>
          <p:cNvSpPr txBox="1"/>
          <p:nvPr/>
        </p:nvSpPr>
        <p:spPr>
          <a:xfrm>
            <a:off x="3318034" y="2339216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BBEF592-794A-420E-A633-C355F98F4D39}"/>
              </a:ext>
            </a:extLst>
          </p:cNvPr>
          <p:cNvSpPr txBox="1"/>
          <p:nvPr/>
        </p:nvSpPr>
        <p:spPr>
          <a:xfrm>
            <a:off x="406078" y="295536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697CB43-5727-4F7E-A2B2-6C9C6C806779}"/>
              </a:ext>
            </a:extLst>
          </p:cNvPr>
          <p:cNvSpPr txBox="1"/>
          <p:nvPr/>
        </p:nvSpPr>
        <p:spPr>
          <a:xfrm>
            <a:off x="1108775" y="29553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0.6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4C4FB77-6E73-451B-BD86-73B091F8C911}"/>
              </a:ext>
            </a:extLst>
          </p:cNvPr>
          <p:cNvSpPr/>
          <p:nvPr/>
        </p:nvSpPr>
        <p:spPr>
          <a:xfrm>
            <a:off x="832534" y="29370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A88BAC9-B3E8-4E35-88C9-5FDEC1D60E0B}"/>
              </a:ext>
            </a:extLst>
          </p:cNvPr>
          <p:cNvSpPr txBox="1"/>
          <p:nvPr/>
        </p:nvSpPr>
        <p:spPr>
          <a:xfrm>
            <a:off x="33814" y="2950281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EC5575-C409-45ED-83A7-68275E4FCD11}"/>
              </a:ext>
            </a:extLst>
          </p:cNvPr>
          <p:cNvSpPr txBox="1"/>
          <p:nvPr/>
        </p:nvSpPr>
        <p:spPr>
          <a:xfrm>
            <a:off x="2048188" y="295536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2.74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A74110-8CBC-4291-A090-03C71833C68E}"/>
              </a:ext>
            </a:extLst>
          </p:cNvPr>
          <p:cNvSpPr txBox="1"/>
          <p:nvPr/>
        </p:nvSpPr>
        <p:spPr>
          <a:xfrm>
            <a:off x="2750885" y="295536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2.47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580533C5-4275-40D4-B3E4-0BDAFECB647D}"/>
              </a:ext>
            </a:extLst>
          </p:cNvPr>
          <p:cNvSpPr/>
          <p:nvPr/>
        </p:nvSpPr>
        <p:spPr>
          <a:xfrm>
            <a:off x="2474644" y="29370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B3774DF-3D2E-4165-B436-74611C94322F}"/>
              </a:ext>
            </a:extLst>
          </p:cNvPr>
          <p:cNvSpPr txBox="1"/>
          <p:nvPr/>
        </p:nvSpPr>
        <p:spPr>
          <a:xfrm>
            <a:off x="1623025" y="2950281"/>
            <a:ext cx="396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Ж</a:t>
            </a:r>
            <a:r>
              <a:rPr lang="en-GB" sz="1200" b="1" dirty="0"/>
              <a:t>)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61A202-8DDA-4A80-8C05-FF2F5B47F4A3}"/>
              </a:ext>
            </a:extLst>
          </p:cNvPr>
          <p:cNvSpPr txBox="1"/>
          <p:nvPr/>
        </p:nvSpPr>
        <p:spPr>
          <a:xfrm>
            <a:off x="3690298" y="295536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4.98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D80930-2B48-44C5-9F24-C79EB8A735B4}"/>
              </a:ext>
            </a:extLst>
          </p:cNvPr>
          <p:cNvSpPr txBox="1"/>
          <p:nvPr/>
        </p:nvSpPr>
        <p:spPr>
          <a:xfrm>
            <a:off x="4392995" y="295536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5.01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B6846C59-F3F5-4C74-9407-F70FB857A0B1}"/>
              </a:ext>
            </a:extLst>
          </p:cNvPr>
          <p:cNvSpPr/>
          <p:nvPr/>
        </p:nvSpPr>
        <p:spPr>
          <a:xfrm>
            <a:off x="4116754" y="29370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3146E56-87B7-407D-9AE7-0151F587988F}"/>
              </a:ext>
            </a:extLst>
          </p:cNvPr>
          <p:cNvSpPr txBox="1"/>
          <p:nvPr/>
        </p:nvSpPr>
        <p:spPr>
          <a:xfrm>
            <a:off x="3319637" y="2950281"/>
            <a:ext cx="341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З</a:t>
            </a:r>
            <a:r>
              <a:rPr lang="en-GB" sz="1200" b="1" dirty="0"/>
              <a:t>) 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F3BD08E-CE93-43DC-ABDE-0B014DD2C674}"/>
              </a:ext>
            </a:extLst>
          </p:cNvPr>
          <p:cNvSpPr txBox="1"/>
          <p:nvPr/>
        </p:nvSpPr>
        <p:spPr>
          <a:xfrm>
            <a:off x="327530" y="3566426"/>
            <a:ext cx="5373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E9EADF2-B064-4836-AD1D-6BF4979AFC9A}"/>
              </a:ext>
            </a:extLst>
          </p:cNvPr>
          <p:cNvSpPr txBox="1"/>
          <p:nvPr/>
        </p:nvSpPr>
        <p:spPr>
          <a:xfrm>
            <a:off x="1108775" y="356642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0.201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5E6D5848-9E92-42AE-91A8-A8178616C327}"/>
              </a:ext>
            </a:extLst>
          </p:cNvPr>
          <p:cNvSpPr/>
          <p:nvPr/>
        </p:nvSpPr>
        <p:spPr>
          <a:xfrm>
            <a:off x="832534" y="35480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ABFAD3A-2EEA-45D5-9419-104106B53381}"/>
              </a:ext>
            </a:extLst>
          </p:cNvPr>
          <p:cNvSpPr txBox="1"/>
          <p:nvPr/>
        </p:nvSpPr>
        <p:spPr>
          <a:xfrm>
            <a:off x="22593" y="3561346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К</a:t>
            </a:r>
            <a:r>
              <a:rPr lang="en-GB" sz="1200" b="1" dirty="0"/>
              <a:t>)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DA9072F-19DF-46F6-8124-2C003116CFB3}"/>
              </a:ext>
            </a:extLst>
          </p:cNvPr>
          <p:cNvSpPr txBox="1"/>
          <p:nvPr/>
        </p:nvSpPr>
        <p:spPr>
          <a:xfrm>
            <a:off x="1969641" y="356642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0.863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8B8AA63-5EA5-41EB-8282-57C297961F91}"/>
              </a:ext>
            </a:extLst>
          </p:cNvPr>
          <p:cNvSpPr txBox="1"/>
          <p:nvPr/>
        </p:nvSpPr>
        <p:spPr>
          <a:xfrm>
            <a:off x="2750885" y="35664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0.86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070E2383-3C8F-4186-8310-1E5876D667A4}"/>
              </a:ext>
            </a:extLst>
          </p:cNvPr>
          <p:cNvSpPr/>
          <p:nvPr/>
        </p:nvSpPr>
        <p:spPr>
          <a:xfrm>
            <a:off x="2474644" y="35480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90867B6-B69B-47F4-A162-A07BBF729F49}"/>
              </a:ext>
            </a:extLst>
          </p:cNvPr>
          <p:cNvSpPr txBox="1"/>
          <p:nvPr/>
        </p:nvSpPr>
        <p:spPr>
          <a:xfrm>
            <a:off x="1655085" y="3561346"/>
            <a:ext cx="364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Л</a:t>
            </a:r>
            <a:r>
              <a:rPr lang="en-GB" sz="1200" b="1" dirty="0"/>
              <a:t>)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DA2F891-A7D2-4BAB-9F8E-0326F46D2C72}"/>
              </a:ext>
            </a:extLst>
          </p:cNvPr>
          <p:cNvSpPr txBox="1"/>
          <p:nvPr/>
        </p:nvSpPr>
        <p:spPr>
          <a:xfrm>
            <a:off x="3690298" y="35664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2BC8B98-4E93-4217-A067-50E9EF41EF05}"/>
              </a:ext>
            </a:extLst>
          </p:cNvPr>
          <p:cNvSpPr txBox="1"/>
          <p:nvPr/>
        </p:nvSpPr>
        <p:spPr>
          <a:xfrm>
            <a:off x="4392995" y="356642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0.708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8DE0C0CD-F86D-461D-9157-ADD057CE96C3}"/>
              </a:ext>
            </a:extLst>
          </p:cNvPr>
          <p:cNvSpPr/>
          <p:nvPr/>
        </p:nvSpPr>
        <p:spPr>
          <a:xfrm>
            <a:off x="4116754" y="35480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D340033-B825-4484-BF87-E7792471830F}"/>
              </a:ext>
            </a:extLst>
          </p:cNvPr>
          <p:cNvSpPr txBox="1"/>
          <p:nvPr/>
        </p:nvSpPr>
        <p:spPr>
          <a:xfrm>
            <a:off x="3258724" y="3561346"/>
            <a:ext cx="402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М</a:t>
            </a:r>
            <a:r>
              <a:rPr lang="en-GB" sz="1200" b="1" dirty="0"/>
              <a:t>) 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5F7420-5549-4D0E-A2DE-E0B2C4F3FB14}"/>
              </a:ext>
            </a:extLst>
          </p:cNvPr>
          <p:cNvSpPr txBox="1"/>
          <p:nvPr/>
        </p:nvSpPr>
        <p:spPr>
          <a:xfrm>
            <a:off x="484626" y="4177492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0.4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9D98CCB-7092-4B6B-8470-B549C7540378}"/>
              </a:ext>
            </a:extLst>
          </p:cNvPr>
          <p:cNvSpPr txBox="1"/>
          <p:nvPr/>
        </p:nvSpPr>
        <p:spPr>
          <a:xfrm>
            <a:off x="1108775" y="417749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0.411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4B626698-490A-4B40-9A45-C41E41DAFF7A}"/>
              </a:ext>
            </a:extLst>
          </p:cNvPr>
          <p:cNvSpPr/>
          <p:nvPr/>
        </p:nvSpPr>
        <p:spPr>
          <a:xfrm>
            <a:off x="832534" y="415914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4224D97-432D-433D-816D-344C7F463DB1}"/>
              </a:ext>
            </a:extLst>
          </p:cNvPr>
          <p:cNvSpPr txBox="1"/>
          <p:nvPr/>
        </p:nvSpPr>
        <p:spPr>
          <a:xfrm>
            <a:off x="11372" y="4172412"/>
            <a:ext cx="365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Н</a:t>
            </a:r>
            <a:r>
              <a:rPr lang="en-GB" sz="1200" b="1" dirty="0"/>
              <a:t>) 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26251B7-8837-457D-81DD-DBC031B9B9B6}"/>
              </a:ext>
            </a:extLst>
          </p:cNvPr>
          <p:cNvSpPr txBox="1"/>
          <p:nvPr/>
        </p:nvSpPr>
        <p:spPr>
          <a:xfrm>
            <a:off x="1969641" y="417749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0.805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DD2C71B-39BE-4A05-A2DC-6F881D550DA0}"/>
              </a:ext>
            </a:extLst>
          </p:cNvPr>
          <p:cNvSpPr txBox="1"/>
          <p:nvPr/>
        </p:nvSpPr>
        <p:spPr>
          <a:xfrm>
            <a:off x="2750885" y="4177492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0.81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839B6E6C-DD58-4956-AA43-C2DAEC21ABF1}"/>
              </a:ext>
            </a:extLst>
          </p:cNvPr>
          <p:cNvSpPr/>
          <p:nvPr/>
        </p:nvSpPr>
        <p:spPr>
          <a:xfrm>
            <a:off x="2474644" y="415914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DF460C7-E552-412D-90A6-D8E99E06B171}"/>
              </a:ext>
            </a:extLst>
          </p:cNvPr>
          <p:cNvSpPr txBox="1"/>
          <p:nvPr/>
        </p:nvSpPr>
        <p:spPr>
          <a:xfrm>
            <a:off x="1647070" y="417241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Ң</a:t>
            </a:r>
            <a:r>
              <a:rPr lang="en-GB" sz="1200" b="1" dirty="0"/>
              <a:t>) 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878E884-B75F-4238-97A3-134F9B838131}"/>
              </a:ext>
            </a:extLst>
          </p:cNvPr>
          <p:cNvSpPr txBox="1"/>
          <p:nvPr/>
        </p:nvSpPr>
        <p:spPr>
          <a:xfrm>
            <a:off x="3611751" y="417749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0.065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DB1006A-E621-4DD5-9F89-160A69C048DF}"/>
              </a:ext>
            </a:extLst>
          </p:cNvPr>
          <p:cNvSpPr txBox="1"/>
          <p:nvPr/>
        </p:nvSpPr>
        <p:spPr>
          <a:xfrm>
            <a:off x="4392995" y="4177492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0.07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2E3C84AC-5799-4AEA-8C22-502F1CB27C45}"/>
              </a:ext>
            </a:extLst>
          </p:cNvPr>
          <p:cNvSpPr/>
          <p:nvPr/>
        </p:nvSpPr>
        <p:spPr>
          <a:xfrm>
            <a:off x="4116754" y="415914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65F65BB-810E-429D-8881-D46AB675C4E4}"/>
              </a:ext>
            </a:extLst>
          </p:cNvPr>
          <p:cNvSpPr txBox="1"/>
          <p:nvPr/>
        </p:nvSpPr>
        <p:spPr>
          <a:xfrm>
            <a:off x="3289180" y="417241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О</a:t>
            </a:r>
            <a:r>
              <a:rPr lang="en-GB" sz="1200" b="1" dirty="0"/>
              <a:t>)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F729B52-A641-4183-8C8B-68C5842B9B2A}"/>
              </a:ext>
            </a:extLst>
          </p:cNvPr>
          <p:cNvSpPr txBox="1"/>
          <p:nvPr/>
        </p:nvSpPr>
        <p:spPr>
          <a:xfrm>
            <a:off x="457070" y="5127061"/>
            <a:ext cx="1390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0.261, 0.612, 0.216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FFA3A69-A845-4E90-8909-6F362D2464C1}"/>
              </a:ext>
            </a:extLst>
          </p:cNvPr>
          <p:cNvSpPr txBox="1"/>
          <p:nvPr/>
        </p:nvSpPr>
        <p:spPr>
          <a:xfrm>
            <a:off x="145721" y="5121981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9B380D7-06DE-4A48-B88F-14870732E211}"/>
              </a:ext>
            </a:extLst>
          </p:cNvPr>
          <p:cNvSpPr txBox="1"/>
          <p:nvPr/>
        </p:nvSpPr>
        <p:spPr>
          <a:xfrm>
            <a:off x="681943" y="4641971"/>
            <a:ext cx="3237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 топтомун өсүү тартибинде </a:t>
            </a:r>
          </a:p>
          <a:p>
            <a:pPr algn="ctr"/>
            <a:r>
              <a:rPr lang="ky-KG" sz="1200" dirty="0"/>
              <a:t>(кичинеден чоңго чейин) ирээтте.</a:t>
            </a:r>
            <a:endParaRPr lang="en-GB" sz="12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53FB52F-46A0-467C-A014-A93707242621}"/>
              </a:ext>
            </a:extLst>
          </p:cNvPr>
          <p:cNvSpPr txBox="1"/>
          <p:nvPr/>
        </p:nvSpPr>
        <p:spPr>
          <a:xfrm>
            <a:off x="-37880" y="129007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4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2476F37-A1C0-4D44-9B42-B3296BAD50F3}"/>
              </a:ext>
            </a:extLst>
          </p:cNvPr>
          <p:cNvSpPr txBox="1"/>
          <p:nvPr/>
        </p:nvSpPr>
        <p:spPr>
          <a:xfrm>
            <a:off x="-37880" y="456960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4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D18D201-BBE9-49FE-B406-1EC63A7F3A88}"/>
              </a:ext>
            </a:extLst>
          </p:cNvPr>
          <p:cNvSpPr txBox="1"/>
          <p:nvPr/>
        </p:nvSpPr>
        <p:spPr>
          <a:xfrm>
            <a:off x="-37880" y="599454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14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27141B2-7EC9-480C-91A8-D6140AE2B8B9}"/>
              </a:ext>
            </a:extLst>
          </p:cNvPr>
          <p:cNvSpPr txBox="1"/>
          <p:nvPr/>
        </p:nvSpPr>
        <p:spPr>
          <a:xfrm>
            <a:off x="457070" y="5386141"/>
            <a:ext cx="17379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0.35, 0.503, 0.305, 0.053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CA8763B-D5E2-42C8-915A-FCD3EA8FD148}"/>
              </a:ext>
            </a:extLst>
          </p:cNvPr>
          <p:cNvSpPr txBox="1"/>
          <p:nvPr/>
        </p:nvSpPr>
        <p:spPr>
          <a:xfrm>
            <a:off x="153736" y="5381061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4B8988A-7E67-4AD2-96F8-1B882E3201AB}"/>
              </a:ext>
            </a:extLst>
          </p:cNvPr>
          <p:cNvSpPr txBox="1"/>
          <p:nvPr/>
        </p:nvSpPr>
        <p:spPr>
          <a:xfrm>
            <a:off x="457070" y="5660461"/>
            <a:ext cx="2278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0.2105, 0.521, 0.25, 0.125, 0.215 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19A63B7-8194-45F9-8E53-6C48CEC33922}"/>
              </a:ext>
            </a:extLst>
          </p:cNvPr>
          <p:cNvSpPr txBox="1"/>
          <p:nvPr/>
        </p:nvSpPr>
        <p:spPr>
          <a:xfrm>
            <a:off x="152133" y="5655381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7985FD7-74A7-47C4-B9D4-ADD51DBB8C63}"/>
              </a:ext>
            </a:extLst>
          </p:cNvPr>
          <p:cNvSpPr txBox="1"/>
          <p:nvPr/>
        </p:nvSpPr>
        <p:spPr>
          <a:xfrm>
            <a:off x="249081" y="5984524"/>
            <a:ext cx="388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А) Кайсы сан 0,34 менен 0,62нин ортосуна туура келет?</a:t>
            </a:r>
            <a:endParaRPr lang="en-GB" sz="12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0F43E8C-0574-4AE7-82B7-9A8107B163FC}"/>
              </a:ext>
            </a:extLst>
          </p:cNvPr>
          <p:cNvSpPr txBox="1"/>
          <p:nvPr/>
        </p:nvSpPr>
        <p:spPr>
          <a:xfrm>
            <a:off x="234803" y="6195389"/>
            <a:ext cx="3849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Б</a:t>
            </a:r>
            <a:r>
              <a:rPr lang="en-GB" sz="1200" dirty="0"/>
              <a:t>)</a:t>
            </a:r>
            <a:r>
              <a:rPr lang="ru-RU" sz="1200" dirty="0"/>
              <a:t> Кайсы сан </a:t>
            </a:r>
            <a:r>
              <a:rPr lang="en-GB" sz="1200" dirty="0"/>
              <a:t>0.8</a:t>
            </a:r>
            <a:r>
              <a:rPr lang="ru-RU" sz="1200" dirty="0"/>
              <a:t> менен </a:t>
            </a:r>
            <a:r>
              <a:rPr lang="en-GB" sz="1200" dirty="0"/>
              <a:t>0.482 </a:t>
            </a:r>
            <a:r>
              <a:rPr lang="ru-RU" sz="1200" dirty="0"/>
              <a:t>нин ортосуна туура келет?</a:t>
            </a:r>
            <a:endParaRPr lang="en-GB" sz="1200" dirty="0"/>
          </a:p>
          <a:p>
            <a:endParaRPr lang="en-GB" sz="12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E73D970-C579-4719-AFAC-F3911BBBE3E8}"/>
              </a:ext>
            </a:extLst>
          </p:cNvPr>
          <p:cNvSpPr txBox="1"/>
          <p:nvPr/>
        </p:nvSpPr>
        <p:spPr>
          <a:xfrm>
            <a:off x="225647" y="6420119"/>
            <a:ext cx="4087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В</a:t>
            </a:r>
            <a:r>
              <a:rPr lang="en-GB" sz="1200" b="1" dirty="0"/>
              <a:t>)</a:t>
            </a:r>
            <a:r>
              <a:rPr lang="ru-RU" sz="1200" b="1" dirty="0"/>
              <a:t> Кайсы сан </a:t>
            </a:r>
            <a:r>
              <a:rPr lang="en-GB" sz="1200" b="1" dirty="0"/>
              <a:t>0.21</a:t>
            </a:r>
            <a:r>
              <a:rPr lang="ru-RU" sz="1200" b="1" dirty="0"/>
              <a:t> менен </a:t>
            </a:r>
            <a:r>
              <a:rPr lang="en-GB" sz="1200" b="1" dirty="0"/>
              <a:t>0.459 </a:t>
            </a:r>
            <a:r>
              <a:rPr lang="ru-RU" sz="1200" b="1" dirty="0"/>
              <a:t>дун ортосуна үчтөн бирине </a:t>
            </a:r>
          </a:p>
          <a:p>
            <a:r>
              <a:rPr lang="ru-RU" sz="1200" b="1" dirty="0"/>
              <a:t>туура келет?</a:t>
            </a:r>
            <a:endParaRPr lang="en-GB" sz="1200" b="1" dirty="0"/>
          </a:p>
          <a:p>
            <a:r>
              <a:rPr lang="ky-KG" sz="1200" b="1" dirty="0"/>
              <a:t>  </a:t>
            </a:r>
            <a:endParaRPr lang="en-GB" sz="1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57FD86-06A5-5BC5-F41B-07100B513798}"/>
              </a:ext>
            </a:extLst>
          </p:cNvPr>
          <p:cNvSpPr txBox="1"/>
          <p:nvPr/>
        </p:nvSpPr>
        <p:spPr>
          <a:xfrm>
            <a:off x="1658853" y="-26377"/>
            <a:ext cx="1575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 орун мааниси</a:t>
            </a:r>
            <a:endParaRPr lang="en-GB" sz="1200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2CF4E-D50D-0A28-7CF3-2662A79BCD3D}"/>
              </a:ext>
            </a:extLst>
          </p:cNvPr>
          <p:cNvSpPr txBox="1"/>
          <p:nvPr/>
        </p:nvSpPr>
        <p:spPr>
          <a:xfrm>
            <a:off x="477691" y="227500"/>
            <a:ext cx="3937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ондуктардын чоң же кичине экенин аныктаган </a:t>
            </a:r>
          </a:p>
          <a:p>
            <a:pPr algn="ctr"/>
            <a:r>
              <a:rPr lang="ky-KG" sz="1200" dirty="0"/>
              <a:t>барабарсыздык белгилерин кутучаларга жайгаштыр </a:t>
            </a: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C1E344-405A-2D6A-8280-8056F6DA4D5E}"/>
              </a:ext>
            </a:extLst>
          </p:cNvPr>
          <p:cNvSpPr txBox="1"/>
          <p:nvPr/>
        </p:nvSpPr>
        <p:spPr>
          <a:xfrm>
            <a:off x="1111563" y="758776"/>
            <a:ext cx="643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Өрнөк</a:t>
            </a:r>
            <a:r>
              <a:rPr lang="en-GB" sz="1200" dirty="0"/>
              <a:t>:</a:t>
            </a: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46E02322-08D6-829D-841F-13A5C7388FA4}"/>
              </a:ext>
            </a:extLst>
          </p:cNvPr>
          <p:cNvSpPr/>
          <p:nvPr/>
        </p:nvSpPr>
        <p:spPr>
          <a:xfrm>
            <a:off x="1062720" y="1156804"/>
            <a:ext cx="2187902" cy="233620"/>
          </a:xfrm>
          <a:prstGeom prst="wedgeRoundRectCallout">
            <a:avLst>
              <a:gd name="adj1" fmla="val 75007"/>
              <a:gd name="adj2" fmla="val -62593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200" dirty="0">
                <a:solidFill>
                  <a:sysClr val="windowText" lastClr="000000"/>
                </a:solidFill>
              </a:rPr>
              <a:t>0,5 ондугу 0,2ден чоң</a:t>
            </a:r>
            <a:endParaRPr lang="en-GB" sz="1200" dirty="0">
              <a:solidFill>
                <a:sysClr val="windowText" lastClr="000000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E984ADC-658C-08BF-690E-26278CD49E7E}"/>
              </a:ext>
            </a:extLst>
          </p:cNvPr>
          <p:cNvSpPr/>
          <p:nvPr/>
        </p:nvSpPr>
        <p:spPr>
          <a:xfrm>
            <a:off x="4985422" y="19050"/>
            <a:ext cx="4844155" cy="6827520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7F9E10-F21E-2F20-8CB4-641E221B4A87}"/>
              </a:ext>
            </a:extLst>
          </p:cNvPr>
          <p:cNvSpPr txBox="1"/>
          <p:nvPr/>
        </p:nvSpPr>
        <p:spPr>
          <a:xfrm>
            <a:off x="7077868" y="75914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45A59F-736E-2B47-13C6-32F7095681BF}"/>
              </a:ext>
            </a:extLst>
          </p:cNvPr>
          <p:cNvSpPr txBox="1"/>
          <p:nvPr/>
        </p:nvSpPr>
        <p:spPr>
          <a:xfrm>
            <a:off x="7702017" y="75914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6EF27FE-391D-0B5B-67A5-0B735581764F}"/>
              </a:ext>
            </a:extLst>
          </p:cNvPr>
          <p:cNvSpPr/>
          <p:nvPr/>
        </p:nvSpPr>
        <p:spPr>
          <a:xfrm>
            <a:off x="7425776" y="74079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EE97DB-2DB7-B295-75FF-00ED0C36FB4F}"/>
              </a:ext>
            </a:extLst>
          </p:cNvPr>
          <p:cNvSpPr txBox="1"/>
          <p:nvPr/>
        </p:nvSpPr>
        <p:spPr>
          <a:xfrm>
            <a:off x="7427697" y="65156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&gt;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BA2CCDC-7B12-A590-783F-357B5D547DD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868" y="667675"/>
            <a:ext cx="681854" cy="56945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77B8191-B2DF-58AC-D17E-A385DEAE577B}"/>
              </a:ext>
            </a:extLst>
          </p:cNvPr>
          <p:cNvSpPr txBox="1"/>
          <p:nvPr/>
        </p:nvSpPr>
        <p:spPr>
          <a:xfrm>
            <a:off x="5462428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A36F5A-9578-A7E4-7598-88489E0BA18B}"/>
              </a:ext>
            </a:extLst>
          </p:cNvPr>
          <p:cNvSpPr txBox="1"/>
          <p:nvPr/>
        </p:nvSpPr>
        <p:spPr>
          <a:xfrm>
            <a:off x="6086577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CEBB384-B652-AA42-99A6-7DF111157265}"/>
              </a:ext>
            </a:extLst>
          </p:cNvPr>
          <p:cNvSpPr/>
          <p:nvPr/>
        </p:nvSpPr>
        <p:spPr>
          <a:xfrm>
            <a:off x="5810336" y="17263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01E09B-FE5D-BC99-D9AA-83630433410E}"/>
              </a:ext>
            </a:extLst>
          </p:cNvPr>
          <p:cNvSpPr txBox="1"/>
          <p:nvPr/>
        </p:nvSpPr>
        <p:spPr>
          <a:xfrm>
            <a:off x="4993983" y="1739581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47A613-AE62-B694-3C1A-1F8A2D514E94}"/>
              </a:ext>
            </a:extLst>
          </p:cNvPr>
          <p:cNvSpPr txBox="1"/>
          <p:nvPr/>
        </p:nvSpPr>
        <p:spPr>
          <a:xfrm>
            <a:off x="7104538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4.2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D12BC0-F8C6-5BFB-2FBB-DC0919AE6B16}"/>
              </a:ext>
            </a:extLst>
          </p:cNvPr>
          <p:cNvSpPr txBox="1"/>
          <p:nvPr/>
        </p:nvSpPr>
        <p:spPr>
          <a:xfrm>
            <a:off x="7728687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3.9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7116BC5-59E4-FDFD-2B18-A417B0ADF743}"/>
              </a:ext>
            </a:extLst>
          </p:cNvPr>
          <p:cNvSpPr/>
          <p:nvPr/>
        </p:nvSpPr>
        <p:spPr>
          <a:xfrm>
            <a:off x="7452446" y="17263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89DDB82-B133-1EDE-E1FA-1A3C18753094}"/>
              </a:ext>
            </a:extLst>
          </p:cNvPr>
          <p:cNvSpPr txBox="1"/>
          <p:nvPr/>
        </p:nvSpPr>
        <p:spPr>
          <a:xfrm>
            <a:off x="6644108" y="1739581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E8781C8-DC97-0D23-F1C9-A8E2AFC4F685}"/>
              </a:ext>
            </a:extLst>
          </p:cNvPr>
          <p:cNvSpPr txBox="1"/>
          <p:nvPr/>
        </p:nvSpPr>
        <p:spPr>
          <a:xfrm>
            <a:off x="8746648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C392E23-6630-CD25-DFFD-EAA50097978C}"/>
              </a:ext>
            </a:extLst>
          </p:cNvPr>
          <p:cNvSpPr txBox="1"/>
          <p:nvPr/>
        </p:nvSpPr>
        <p:spPr>
          <a:xfrm>
            <a:off x="9370797" y="174466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0.9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0D3C83E-0567-0021-F22F-1F0F1AD98968}"/>
              </a:ext>
            </a:extLst>
          </p:cNvPr>
          <p:cNvSpPr/>
          <p:nvPr/>
        </p:nvSpPr>
        <p:spPr>
          <a:xfrm>
            <a:off x="9094556" y="172631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9A488F-4E9B-ACCB-4C61-50A5B29825A9}"/>
              </a:ext>
            </a:extLst>
          </p:cNvPr>
          <p:cNvSpPr txBox="1"/>
          <p:nvPr/>
        </p:nvSpPr>
        <p:spPr>
          <a:xfrm>
            <a:off x="8284615" y="1739581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7913FD5-CF61-AFB5-C0AC-B33DBC661E72}"/>
              </a:ext>
            </a:extLst>
          </p:cNvPr>
          <p:cNvSpPr txBox="1"/>
          <p:nvPr/>
        </p:nvSpPr>
        <p:spPr>
          <a:xfrm>
            <a:off x="5383880" y="23557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0.09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C4DD46FE-49CE-4EF4-8EE8-D8818A9E8110}"/>
              </a:ext>
            </a:extLst>
          </p:cNvPr>
          <p:cNvSpPr txBox="1"/>
          <p:nvPr/>
        </p:nvSpPr>
        <p:spPr>
          <a:xfrm>
            <a:off x="6086577" y="235572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0.6</a:t>
            </a:r>
          </a:p>
        </p:txBody>
      </p:sp>
      <p:sp>
        <p:nvSpPr>
          <p:cNvPr id="286" name="Rectangle: Rounded Corners 285">
            <a:extLst>
              <a:ext uri="{FF2B5EF4-FFF2-40B4-BE49-F238E27FC236}">
                <a16:creationId xmlns:a16="http://schemas.microsoft.com/office/drawing/2014/main" id="{C8A44373-BFDD-B0E6-B4F7-85B67422B229}"/>
              </a:ext>
            </a:extLst>
          </p:cNvPr>
          <p:cNvSpPr/>
          <p:nvPr/>
        </p:nvSpPr>
        <p:spPr>
          <a:xfrm>
            <a:off x="5810336" y="23373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BD325E74-9222-5488-51C5-BCD47553CD92}"/>
              </a:ext>
            </a:extLst>
          </p:cNvPr>
          <p:cNvSpPr txBox="1"/>
          <p:nvPr/>
        </p:nvSpPr>
        <p:spPr>
          <a:xfrm>
            <a:off x="5021234" y="2350646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Г</a:t>
            </a:r>
            <a:r>
              <a:rPr lang="en-GB" sz="1200" b="1" dirty="0"/>
              <a:t>)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BE2B3E-0BB4-5456-D2ED-177B41D6B494}"/>
              </a:ext>
            </a:extLst>
          </p:cNvPr>
          <p:cNvSpPr txBox="1"/>
          <p:nvPr/>
        </p:nvSpPr>
        <p:spPr>
          <a:xfrm>
            <a:off x="7104538" y="235572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CEB7899-782A-A234-11E7-9B2D41EE2900}"/>
              </a:ext>
            </a:extLst>
          </p:cNvPr>
          <p:cNvSpPr txBox="1"/>
          <p:nvPr/>
        </p:nvSpPr>
        <p:spPr>
          <a:xfrm>
            <a:off x="7728687" y="23557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0.49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6879C4D6-9393-FD65-68E9-DB13B6E70561}"/>
              </a:ext>
            </a:extLst>
          </p:cNvPr>
          <p:cNvSpPr/>
          <p:nvPr/>
        </p:nvSpPr>
        <p:spPr>
          <a:xfrm>
            <a:off x="7452446" y="23373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645B5F4-BB8E-0E38-B0D8-B4324B82C569}"/>
              </a:ext>
            </a:extLst>
          </p:cNvPr>
          <p:cNvSpPr txBox="1"/>
          <p:nvPr/>
        </p:nvSpPr>
        <p:spPr>
          <a:xfrm>
            <a:off x="6624872" y="2350646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Д</a:t>
            </a:r>
            <a:r>
              <a:rPr lang="en-GB" sz="1200" b="1" dirty="0"/>
              <a:t>)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07788DA-022E-98C2-0AFA-11ED5C697021}"/>
              </a:ext>
            </a:extLst>
          </p:cNvPr>
          <p:cNvSpPr txBox="1"/>
          <p:nvPr/>
        </p:nvSpPr>
        <p:spPr>
          <a:xfrm>
            <a:off x="8746648" y="2355726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6E2A2F0-E677-5907-1629-364E70C68229}"/>
              </a:ext>
            </a:extLst>
          </p:cNvPr>
          <p:cNvSpPr txBox="1"/>
          <p:nvPr/>
        </p:nvSpPr>
        <p:spPr>
          <a:xfrm>
            <a:off x="9370797" y="235572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0.71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9BEC55B-7EE3-6519-5FA3-BD4F94E5BA04}"/>
              </a:ext>
            </a:extLst>
          </p:cNvPr>
          <p:cNvSpPr/>
          <p:nvPr/>
        </p:nvSpPr>
        <p:spPr>
          <a:xfrm>
            <a:off x="9094556" y="233738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DA0350E-8299-FF5A-4012-0810EA88964A}"/>
              </a:ext>
            </a:extLst>
          </p:cNvPr>
          <p:cNvSpPr txBox="1"/>
          <p:nvPr/>
        </p:nvSpPr>
        <p:spPr>
          <a:xfrm>
            <a:off x="8295836" y="2350646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C75AD9F-92D9-E009-3168-431E1C4740CF}"/>
              </a:ext>
            </a:extLst>
          </p:cNvPr>
          <p:cNvSpPr txBox="1"/>
          <p:nvPr/>
        </p:nvSpPr>
        <p:spPr>
          <a:xfrm>
            <a:off x="5383880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0.59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6B91169-1EC0-083F-04BE-BD84B0F29D5F}"/>
              </a:ext>
            </a:extLst>
          </p:cNvPr>
          <p:cNvSpPr txBox="1"/>
          <p:nvPr/>
        </p:nvSpPr>
        <p:spPr>
          <a:xfrm>
            <a:off x="6086577" y="296679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0.6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5CF5EBDB-82C5-0C0D-CFE8-6FED05F109FE}"/>
              </a:ext>
            </a:extLst>
          </p:cNvPr>
          <p:cNvSpPr/>
          <p:nvPr/>
        </p:nvSpPr>
        <p:spPr>
          <a:xfrm>
            <a:off x="5810336" y="294844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91477C8-728A-FA61-CBF4-6AF3C40D7D68}"/>
              </a:ext>
            </a:extLst>
          </p:cNvPr>
          <p:cNvSpPr txBox="1"/>
          <p:nvPr/>
        </p:nvSpPr>
        <p:spPr>
          <a:xfrm>
            <a:off x="5011616" y="2961711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Е</a:t>
            </a:r>
            <a:r>
              <a:rPr lang="en-GB" sz="1200" b="1" dirty="0"/>
              <a:t>) 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26F2130-6247-7D44-17A6-C554CADE650B}"/>
              </a:ext>
            </a:extLst>
          </p:cNvPr>
          <p:cNvSpPr txBox="1"/>
          <p:nvPr/>
        </p:nvSpPr>
        <p:spPr>
          <a:xfrm>
            <a:off x="7025990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2.74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BC4164D-904F-3C1F-4372-FCB5DCAEF711}"/>
              </a:ext>
            </a:extLst>
          </p:cNvPr>
          <p:cNvSpPr txBox="1"/>
          <p:nvPr/>
        </p:nvSpPr>
        <p:spPr>
          <a:xfrm>
            <a:off x="7728687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2.47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E24BFAD3-C9BB-9F7D-4BAC-98763D3E44ED}"/>
              </a:ext>
            </a:extLst>
          </p:cNvPr>
          <p:cNvSpPr/>
          <p:nvPr/>
        </p:nvSpPr>
        <p:spPr>
          <a:xfrm>
            <a:off x="7452446" y="294844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F4607A4-D034-8D5B-9724-FE1F68FAEF24}"/>
              </a:ext>
            </a:extLst>
          </p:cNvPr>
          <p:cNvSpPr txBox="1"/>
          <p:nvPr/>
        </p:nvSpPr>
        <p:spPr>
          <a:xfrm>
            <a:off x="6600827" y="2961711"/>
            <a:ext cx="396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Ж</a:t>
            </a:r>
            <a:r>
              <a:rPr lang="en-GB" sz="1200" b="1" dirty="0"/>
              <a:t>) 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79B95DA-176E-4508-17CC-D8EE976FB216}"/>
              </a:ext>
            </a:extLst>
          </p:cNvPr>
          <p:cNvSpPr txBox="1"/>
          <p:nvPr/>
        </p:nvSpPr>
        <p:spPr>
          <a:xfrm>
            <a:off x="8668100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4.98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2B4200D-E081-0CA8-A791-94B49AC76AC3}"/>
              </a:ext>
            </a:extLst>
          </p:cNvPr>
          <p:cNvSpPr txBox="1"/>
          <p:nvPr/>
        </p:nvSpPr>
        <p:spPr>
          <a:xfrm>
            <a:off x="9370797" y="296679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5.01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BE3E457B-F202-68A0-BC45-C82151D2B037}"/>
              </a:ext>
            </a:extLst>
          </p:cNvPr>
          <p:cNvSpPr/>
          <p:nvPr/>
        </p:nvSpPr>
        <p:spPr>
          <a:xfrm>
            <a:off x="9094556" y="2948445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7C62C23-6DF5-1A52-BFEA-190F93F2CDB1}"/>
              </a:ext>
            </a:extLst>
          </p:cNvPr>
          <p:cNvSpPr txBox="1"/>
          <p:nvPr/>
        </p:nvSpPr>
        <p:spPr>
          <a:xfrm>
            <a:off x="8297439" y="2961711"/>
            <a:ext cx="341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З</a:t>
            </a:r>
            <a:r>
              <a:rPr lang="en-GB" sz="1200" b="1" dirty="0"/>
              <a:t>)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0C2F073-A280-4A42-CF28-0D2FEED9E42E}"/>
              </a:ext>
            </a:extLst>
          </p:cNvPr>
          <p:cNvSpPr txBox="1"/>
          <p:nvPr/>
        </p:nvSpPr>
        <p:spPr>
          <a:xfrm>
            <a:off x="5305332" y="3577856"/>
            <a:ext cx="5373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0.045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ECB5C71-3E35-4DCB-C62A-586C0119A78C}"/>
              </a:ext>
            </a:extLst>
          </p:cNvPr>
          <p:cNvSpPr txBox="1"/>
          <p:nvPr/>
        </p:nvSpPr>
        <p:spPr>
          <a:xfrm>
            <a:off x="6086577" y="357785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0.201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539A4B0E-E2CA-6D5B-E0EF-3317010EA3B1}"/>
              </a:ext>
            </a:extLst>
          </p:cNvPr>
          <p:cNvSpPr/>
          <p:nvPr/>
        </p:nvSpPr>
        <p:spPr>
          <a:xfrm>
            <a:off x="5810336" y="355951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58007EC-DAD8-35D9-93B9-C68AE6BFD630}"/>
              </a:ext>
            </a:extLst>
          </p:cNvPr>
          <p:cNvSpPr txBox="1"/>
          <p:nvPr/>
        </p:nvSpPr>
        <p:spPr>
          <a:xfrm>
            <a:off x="5000395" y="3572776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К</a:t>
            </a:r>
            <a:r>
              <a:rPr lang="en-GB" sz="1200" b="1" dirty="0"/>
              <a:t>) 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944CDB1-33BC-F4A5-87C0-AA6A05999EAA}"/>
              </a:ext>
            </a:extLst>
          </p:cNvPr>
          <p:cNvSpPr txBox="1"/>
          <p:nvPr/>
        </p:nvSpPr>
        <p:spPr>
          <a:xfrm>
            <a:off x="6947443" y="357785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0.863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21A1C5E-708B-EC8F-7992-105A6F7F171E}"/>
              </a:ext>
            </a:extLst>
          </p:cNvPr>
          <p:cNvSpPr txBox="1"/>
          <p:nvPr/>
        </p:nvSpPr>
        <p:spPr>
          <a:xfrm>
            <a:off x="7728687" y="357785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0.86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C6F9CA50-AA34-89DA-34AC-7AEA4FCB9A14}"/>
              </a:ext>
            </a:extLst>
          </p:cNvPr>
          <p:cNvSpPr/>
          <p:nvPr/>
        </p:nvSpPr>
        <p:spPr>
          <a:xfrm>
            <a:off x="7452446" y="355951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927AA56-6710-8F36-E38C-A5C19C246D88}"/>
              </a:ext>
            </a:extLst>
          </p:cNvPr>
          <p:cNvSpPr txBox="1"/>
          <p:nvPr/>
        </p:nvSpPr>
        <p:spPr>
          <a:xfrm>
            <a:off x="6632887" y="3572776"/>
            <a:ext cx="364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Л</a:t>
            </a:r>
            <a:r>
              <a:rPr lang="en-GB" sz="1200" b="1" dirty="0"/>
              <a:t>)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275FEE7-2874-C095-C37E-A5F0686429CA}"/>
              </a:ext>
            </a:extLst>
          </p:cNvPr>
          <p:cNvSpPr txBox="1"/>
          <p:nvPr/>
        </p:nvSpPr>
        <p:spPr>
          <a:xfrm>
            <a:off x="8668100" y="3577856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0.71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D62401B-9370-DC27-0809-961C0458492C}"/>
              </a:ext>
            </a:extLst>
          </p:cNvPr>
          <p:cNvSpPr txBox="1"/>
          <p:nvPr/>
        </p:nvSpPr>
        <p:spPr>
          <a:xfrm>
            <a:off x="9370797" y="3577856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0.708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46FA436F-92B3-9575-88F5-3378A0372FC0}"/>
              </a:ext>
            </a:extLst>
          </p:cNvPr>
          <p:cNvSpPr/>
          <p:nvPr/>
        </p:nvSpPr>
        <p:spPr>
          <a:xfrm>
            <a:off x="9094556" y="3559510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32152AD-5C57-881F-1DE4-4B87A6DFC056}"/>
              </a:ext>
            </a:extLst>
          </p:cNvPr>
          <p:cNvSpPr txBox="1"/>
          <p:nvPr/>
        </p:nvSpPr>
        <p:spPr>
          <a:xfrm>
            <a:off x="8236526" y="3572776"/>
            <a:ext cx="402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М</a:t>
            </a:r>
            <a:r>
              <a:rPr lang="en-GB" sz="1200" b="1" dirty="0"/>
              <a:t>) 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60F0D28-7F2F-7DA9-BBE9-3F7CF8DD6DA2}"/>
              </a:ext>
            </a:extLst>
          </p:cNvPr>
          <p:cNvSpPr txBox="1"/>
          <p:nvPr/>
        </p:nvSpPr>
        <p:spPr>
          <a:xfrm>
            <a:off x="5462428" y="4188922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0.4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1CD71BB-F9A9-FF7C-EB3D-AA73E9A8C905}"/>
              </a:ext>
            </a:extLst>
          </p:cNvPr>
          <p:cNvSpPr txBox="1"/>
          <p:nvPr/>
        </p:nvSpPr>
        <p:spPr>
          <a:xfrm>
            <a:off x="6086577" y="418892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0.411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35C4984A-913A-3284-4344-F06EC0F6F318}"/>
              </a:ext>
            </a:extLst>
          </p:cNvPr>
          <p:cNvSpPr/>
          <p:nvPr/>
        </p:nvSpPr>
        <p:spPr>
          <a:xfrm>
            <a:off x="5810336" y="417057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68ACDF3-64A8-694C-F1FD-825CF657F010}"/>
              </a:ext>
            </a:extLst>
          </p:cNvPr>
          <p:cNvSpPr txBox="1"/>
          <p:nvPr/>
        </p:nvSpPr>
        <p:spPr>
          <a:xfrm>
            <a:off x="4989174" y="4183842"/>
            <a:ext cx="365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Н</a:t>
            </a:r>
            <a:r>
              <a:rPr lang="en-GB" sz="1200" b="1" dirty="0"/>
              <a:t>) 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2731A65-8FA5-8872-11C9-9F1C7CFD6666}"/>
              </a:ext>
            </a:extLst>
          </p:cNvPr>
          <p:cNvSpPr txBox="1"/>
          <p:nvPr/>
        </p:nvSpPr>
        <p:spPr>
          <a:xfrm>
            <a:off x="6947443" y="418892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0.805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4302C3C3-48D8-E6DA-7D5F-48E63E5177B8}"/>
              </a:ext>
            </a:extLst>
          </p:cNvPr>
          <p:cNvSpPr txBox="1"/>
          <p:nvPr/>
        </p:nvSpPr>
        <p:spPr>
          <a:xfrm>
            <a:off x="7728687" y="4188922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0.81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FC19C573-6944-B220-5359-5C2447377A0E}"/>
              </a:ext>
            </a:extLst>
          </p:cNvPr>
          <p:cNvSpPr/>
          <p:nvPr/>
        </p:nvSpPr>
        <p:spPr>
          <a:xfrm>
            <a:off x="7452446" y="417057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91D00E0-B0D5-FCFC-B43F-5EFC7EC4FA78}"/>
              </a:ext>
            </a:extLst>
          </p:cNvPr>
          <p:cNvSpPr txBox="1"/>
          <p:nvPr/>
        </p:nvSpPr>
        <p:spPr>
          <a:xfrm>
            <a:off x="6624872" y="418384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Ң</a:t>
            </a:r>
            <a:r>
              <a:rPr lang="en-GB" sz="1200" b="1" dirty="0"/>
              <a:t>) 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4F77E96F-3FDC-D56D-1420-CBB07271DC80}"/>
              </a:ext>
            </a:extLst>
          </p:cNvPr>
          <p:cNvSpPr txBox="1"/>
          <p:nvPr/>
        </p:nvSpPr>
        <p:spPr>
          <a:xfrm>
            <a:off x="8589553" y="4188922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0.065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E745158-B015-FA49-DE61-EE63DE6D15B6}"/>
              </a:ext>
            </a:extLst>
          </p:cNvPr>
          <p:cNvSpPr txBox="1"/>
          <p:nvPr/>
        </p:nvSpPr>
        <p:spPr>
          <a:xfrm>
            <a:off x="9370797" y="4188922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0.07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BB0BEAFE-1CCB-8676-2358-D1C7C71389BE}"/>
              </a:ext>
            </a:extLst>
          </p:cNvPr>
          <p:cNvSpPr/>
          <p:nvPr/>
        </p:nvSpPr>
        <p:spPr>
          <a:xfrm>
            <a:off x="9094556" y="4170576"/>
            <a:ext cx="318086" cy="31369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302C348-DCF6-743C-A5FB-E26579A575EC}"/>
              </a:ext>
            </a:extLst>
          </p:cNvPr>
          <p:cNvSpPr txBox="1"/>
          <p:nvPr/>
        </p:nvSpPr>
        <p:spPr>
          <a:xfrm>
            <a:off x="8266982" y="418384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О</a:t>
            </a:r>
            <a:r>
              <a:rPr lang="en-GB" sz="1200" b="1" dirty="0"/>
              <a:t>) 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6B0C48F-79E8-B2B0-84AE-76231AFF9C51}"/>
              </a:ext>
            </a:extLst>
          </p:cNvPr>
          <p:cNvSpPr txBox="1"/>
          <p:nvPr/>
        </p:nvSpPr>
        <p:spPr>
          <a:xfrm>
            <a:off x="5434872" y="5138491"/>
            <a:ext cx="1390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0.261, 0.612, 0.216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F820ADB-A51E-B1A3-2D23-CE091FD5DAB0}"/>
              </a:ext>
            </a:extLst>
          </p:cNvPr>
          <p:cNvSpPr txBox="1"/>
          <p:nvPr/>
        </p:nvSpPr>
        <p:spPr>
          <a:xfrm>
            <a:off x="5123523" y="5133411"/>
            <a:ext cx="36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А</a:t>
            </a:r>
            <a:r>
              <a:rPr lang="en-GB" sz="1200" b="1" dirty="0"/>
              <a:t>) 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81AAA5C-EBD4-76B7-D54D-DD2BE0BD45FF}"/>
              </a:ext>
            </a:extLst>
          </p:cNvPr>
          <p:cNvSpPr txBox="1"/>
          <p:nvPr/>
        </p:nvSpPr>
        <p:spPr>
          <a:xfrm>
            <a:off x="5659745" y="4653401"/>
            <a:ext cx="3237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 топтомун өсүү тартибинде </a:t>
            </a:r>
          </a:p>
          <a:p>
            <a:pPr algn="ctr"/>
            <a:r>
              <a:rPr lang="ky-KG" sz="1200" dirty="0"/>
              <a:t>(кичинеден чоңго чейин) ирээтте.</a:t>
            </a:r>
            <a:endParaRPr lang="en-GB" sz="12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9AAB1FD7-9000-A901-4A49-B9D8CF3F9EA3}"/>
              </a:ext>
            </a:extLst>
          </p:cNvPr>
          <p:cNvSpPr txBox="1"/>
          <p:nvPr/>
        </p:nvSpPr>
        <p:spPr>
          <a:xfrm>
            <a:off x="4939922" y="130150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4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EEB02E8-24BD-7598-6D6F-55A635D6B789}"/>
              </a:ext>
            </a:extLst>
          </p:cNvPr>
          <p:cNvSpPr txBox="1"/>
          <p:nvPr/>
        </p:nvSpPr>
        <p:spPr>
          <a:xfrm>
            <a:off x="4939922" y="458103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40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E9EC7BFF-6A13-EAF9-3A21-37714DB8B08A}"/>
              </a:ext>
            </a:extLst>
          </p:cNvPr>
          <p:cNvSpPr txBox="1"/>
          <p:nvPr/>
        </p:nvSpPr>
        <p:spPr>
          <a:xfrm>
            <a:off x="4939922" y="6005972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14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6FA1CC8-548E-BFF0-E9FF-3BDA07F18C48}"/>
              </a:ext>
            </a:extLst>
          </p:cNvPr>
          <p:cNvSpPr txBox="1"/>
          <p:nvPr/>
        </p:nvSpPr>
        <p:spPr>
          <a:xfrm>
            <a:off x="5434872" y="5397571"/>
            <a:ext cx="17379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0.35, 0.503, 0.305, 0.053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48715E4-D696-5CF4-9687-A60E65FF681F}"/>
              </a:ext>
            </a:extLst>
          </p:cNvPr>
          <p:cNvSpPr txBox="1"/>
          <p:nvPr/>
        </p:nvSpPr>
        <p:spPr>
          <a:xfrm>
            <a:off x="5131538" y="5392491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Б</a:t>
            </a:r>
            <a:r>
              <a:rPr lang="en-GB" sz="1200" b="1" dirty="0"/>
              <a:t>) 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5093437-D2E7-4D94-3046-C134DC20BF3A}"/>
              </a:ext>
            </a:extLst>
          </p:cNvPr>
          <p:cNvSpPr txBox="1"/>
          <p:nvPr/>
        </p:nvSpPr>
        <p:spPr>
          <a:xfrm>
            <a:off x="5434872" y="5671891"/>
            <a:ext cx="2278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0.2105, 0.521, 0.25, 0.125, 0.215 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80A3A70-C975-3D62-0146-131F64E1C88D}"/>
              </a:ext>
            </a:extLst>
          </p:cNvPr>
          <p:cNvSpPr txBox="1"/>
          <p:nvPr/>
        </p:nvSpPr>
        <p:spPr>
          <a:xfrm>
            <a:off x="5129935" y="5666811"/>
            <a:ext cx="354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1200" b="1" dirty="0"/>
              <a:t>В</a:t>
            </a:r>
            <a:r>
              <a:rPr lang="en-GB" sz="1200" b="1" dirty="0"/>
              <a:t>) 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70FB6489-0DD1-CE34-8CB5-EFD648D2C9EC}"/>
              </a:ext>
            </a:extLst>
          </p:cNvPr>
          <p:cNvSpPr txBox="1"/>
          <p:nvPr/>
        </p:nvSpPr>
        <p:spPr>
          <a:xfrm>
            <a:off x="5226883" y="5995954"/>
            <a:ext cx="388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А) Кайсы сан 0,34 менен 0,62нин ортосуна туура келет?</a:t>
            </a:r>
            <a:endParaRPr lang="en-GB" sz="1200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0E5654F-F7D5-E8F6-FA8E-DDE475747D57}"/>
              </a:ext>
            </a:extLst>
          </p:cNvPr>
          <p:cNvSpPr txBox="1"/>
          <p:nvPr/>
        </p:nvSpPr>
        <p:spPr>
          <a:xfrm>
            <a:off x="5212605" y="6206819"/>
            <a:ext cx="3849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Б</a:t>
            </a:r>
            <a:r>
              <a:rPr lang="en-GB" sz="1200" dirty="0"/>
              <a:t>)</a:t>
            </a:r>
            <a:r>
              <a:rPr lang="ru-RU" sz="1200" dirty="0"/>
              <a:t> Кайсы сан </a:t>
            </a:r>
            <a:r>
              <a:rPr lang="en-GB" sz="1200" dirty="0"/>
              <a:t>0.8</a:t>
            </a:r>
            <a:r>
              <a:rPr lang="ru-RU" sz="1200" dirty="0"/>
              <a:t> менен </a:t>
            </a:r>
            <a:r>
              <a:rPr lang="en-GB" sz="1200" dirty="0"/>
              <a:t>0.482 </a:t>
            </a:r>
            <a:r>
              <a:rPr lang="ru-RU" sz="1200" dirty="0"/>
              <a:t>нин ортосуна туура келет?</a:t>
            </a:r>
            <a:endParaRPr lang="en-GB" sz="1200" dirty="0"/>
          </a:p>
          <a:p>
            <a:endParaRPr lang="en-GB" sz="1200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DE0D4734-874D-4B75-761E-42B0367881C1}"/>
              </a:ext>
            </a:extLst>
          </p:cNvPr>
          <p:cNvSpPr txBox="1"/>
          <p:nvPr/>
        </p:nvSpPr>
        <p:spPr>
          <a:xfrm>
            <a:off x="5203449" y="6431549"/>
            <a:ext cx="4087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В</a:t>
            </a:r>
            <a:r>
              <a:rPr lang="en-GB" sz="1200" b="1" dirty="0"/>
              <a:t>)</a:t>
            </a:r>
            <a:r>
              <a:rPr lang="ru-RU" sz="1200" b="1" dirty="0"/>
              <a:t> Кайсы сан </a:t>
            </a:r>
            <a:r>
              <a:rPr lang="en-GB" sz="1200" b="1" dirty="0"/>
              <a:t>0.21</a:t>
            </a:r>
            <a:r>
              <a:rPr lang="ru-RU" sz="1200" b="1" dirty="0"/>
              <a:t> менен </a:t>
            </a:r>
            <a:r>
              <a:rPr lang="en-GB" sz="1200" b="1" dirty="0"/>
              <a:t>0.459 </a:t>
            </a:r>
            <a:r>
              <a:rPr lang="ru-RU" sz="1200" b="1" dirty="0"/>
              <a:t>дун ортосуна үчтөн бирине </a:t>
            </a:r>
          </a:p>
          <a:p>
            <a:r>
              <a:rPr lang="ru-RU" sz="1200" b="1" dirty="0"/>
              <a:t>туура келет?</a:t>
            </a:r>
            <a:endParaRPr lang="en-GB" sz="1200" b="1" dirty="0"/>
          </a:p>
          <a:p>
            <a:r>
              <a:rPr lang="ky-KG" sz="1200" b="1" dirty="0"/>
              <a:t>  </a:t>
            </a:r>
            <a:endParaRPr lang="en-GB" sz="1200" b="1" dirty="0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992F1055-BC86-CD0A-88CE-032FE63EE0D6}"/>
              </a:ext>
            </a:extLst>
          </p:cNvPr>
          <p:cNvSpPr txBox="1"/>
          <p:nvPr/>
        </p:nvSpPr>
        <p:spPr>
          <a:xfrm>
            <a:off x="6636655" y="-14947"/>
            <a:ext cx="1575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 орун мааниси</a:t>
            </a:r>
            <a:endParaRPr lang="en-GB" sz="1200" b="1" u="sng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396BA5DF-BB7B-C3A3-FB31-5AF725F8C0B5}"/>
              </a:ext>
            </a:extLst>
          </p:cNvPr>
          <p:cNvSpPr txBox="1"/>
          <p:nvPr/>
        </p:nvSpPr>
        <p:spPr>
          <a:xfrm>
            <a:off x="5455493" y="238930"/>
            <a:ext cx="3937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Берилген ондуктардын чоң же кичине экенин аныктаган </a:t>
            </a:r>
          </a:p>
          <a:p>
            <a:pPr algn="ctr"/>
            <a:r>
              <a:rPr lang="ky-KG" sz="1200" dirty="0"/>
              <a:t>барабарсыздык белгилерин кутучаларга жайгаштыр </a:t>
            </a:r>
            <a:endParaRPr lang="en-GB" sz="1200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495393A2-415C-8601-ADB2-B6D86C6CD9D5}"/>
              </a:ext>
            </a:extLst>
          </p:cNvPr>
          <p:cNvSpPr txBox="1"/>
          <p:nvPr/>
        </p:nvSpPr>
        <p:spPr>
          <a:xfrm>
            <a:off x="6089365" y="770206"/>
            <a:ext cx="643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Өрнөк</a:t>
            </a:r>
            <a:r>
              <a:rPr lang="en-GB" sz="1200" dirty="0"/>
              <a:t>:</a:t>
            </a:r>
          </a:p>
        </p:txBody>
      </p:sp>
      <p:sp>
        <p:nvSpPr>
          <p:cNvPr id="199" name="Speech Bubble: Rectangle with Corners Rounded 198">
            <a:extLst>
              <a:ext uri="{FF2B5EF4-FFF2-40B4-BE49-F238E27FC236}">
                <a16:creationId xmlns:a16="http://schemas.microsoft.com/office/drawing/2014/main" id="{846FDB31-C40E-7538-3069-BF6FFDFAA854}"/>
              </a:ext>
            </a:extLst>
          </p:cNvPr>
          <p:cNvSpPr/>
          <p:nvPr/>
        </p:nvSpPr>
        <p:spPr>
          <a:xfrm>
            <a:off x="6040522" y="1168234"/>
            <a:ext cx="2187902" cy="233620"/>
          </a:xfrm>
          <a:prstGeom prst="wedgeRoundRectCallout">
            <a:avLst>
              <a:gd name="adj1" fmla="val 75007"/>
              <a:gd name="adj2" fmla="val -62593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200" dirty="0">
                <a:solidFill>
                  <a:sysClr val="windowText" lastClr="000000"/>
                </a:solidFill>
              </a:rPr>
              <a:t>0,5 ондугу 0,2ден чоң</a:t>
            </a:r>
            <a:endParaRPr lang="en-GB" sz="1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110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8AF2A4-B3B6-FCE4-9EB1-071C5668E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58141" y="1047256"/>
            <a:ext cx="6654802" cy="48650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193011-3EF7-5B27-9A0B-E80F18FDE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42030" y="1110757"/>
            <a:ext cx="6696379" cy="463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86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14509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10367</TotalTime>
  <Words>755</Words>
  <Application>Microsoft Office PowerPoint</Application>
  <PresentationFormat>A4 Paper (210x297 mm)</PresentationFormat>
  <Paragraphs>318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476</cp:revision>
  <cp:lastPrinted>2024-09-22T18:55:58Z</cp:lastPrinted>
  <dcterms:created xsi:type="dcterms:W3CDTF">2017-01-17T16:57:04Z</dcterms:created>
  <dcterms:modified xsi:type="dcterms:W3CDTF">2024-09-22T18:59:05Z</dcterms:modified>
</cp:coreProperties>
</file>