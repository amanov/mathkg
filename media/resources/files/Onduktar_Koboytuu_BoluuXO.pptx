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8"/>
  </p:notesMasterIdLst>
  <p:sldIdLst>
    <p:sldId id="947" r:id="rId2"/>
    <p:sldId id="948" r:id="rId3"/>
    <p:sldId id="945" r:id="rId4"/>
    <p:sldId id="941" r:id="rId5"/>
    <p:sldId id="946" r:id="rId6"/>
    <p:sldId id="949" r:id="rId7"/>
  </p:sldIdLst>
  <p:sldSz cx="9906000" cy="6858000" type="A4"/>
  <p:notesSz cx="6669088" cy="9926638"/>
  <p:embeddedFontLst>
    <p:embeddedFont>
      <p:font typeface="Comic Sans MS" panose="030F0702030302020204" pitchFamily="66" charset="0"/>
      <p:regular r:id="rId9"/>
      <p:bold r:id="rId10"/>
      <p:italic r:id="rId11"/>
      <p:boldItalic r:id="rId1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9" d="100"/>
          <a:sy n="69" d="100"/>
        </p:scale>
        <p:origin x="1410" y="6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13/05/2024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1081956"/>
            <a:ext cx="9906000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 Сандуу Ондуктар – Көбөйтүү &amp; Бөлүү – 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&amp; 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</a:t>
            </a: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оюнда окуучулардын эки командасы катары менен үч 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же 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алууга аракет кылышат.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мүмкүн болушунча көп суроолорду чыгарып, анан өз командасына жооп берүүгө мүмкүнчүлүк алышат.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Болбосо, суроолор кезеги менен тандалып, же мугалим тарабынан багытталышы мүмкүн.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Мугалим үчүн жооп барагы жана таратма материалдар бар.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Туура жооп берген командага жараша «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X»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же «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O»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баскычын басыңыз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87B125FC-EF16-674C-CC56-D5D7C6AF970B}"/>
              </a:ext>
            </a:extLst>
          </p:cNvPr>
          <p:cNvSpPr txBox="1">
            <a:spLocks/>
          </p:cNvSpPr>
          <p:nvPr/>
        </p:nvSpPr>
        <p:spPr>
          <a:xfrm>
            <a:off x="0" y="-30480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99400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:a16="http://schemas.microsoft.com/office/drawing/2014/main" id="{16BA71F7-1780-4E84-B56A-10238795619B}"/>
              </a:ext>
            </a:extLst>
          </p:cNvPr>
          <p:cNvSpPr txBox="1"/>
          <p:nvPr/>
        </p:nvSpPr>
        <p:spPr>
          <a:xfrm>
            <a:off x="728138" y="798295"/>
            <a:ext cx="7366119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Ондуктар менен көбөйтүү</a:t>
            </a:r>
            <a:endParaRPr kumimoji="0" 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 жана бөлүү</a:t>
            </a:r>
            <a:endParaRPr kumimoji="0" lang="en-GB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+mn-cs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F576673-8E76-412B-AC89-F763204866D9}"/>
              </a:ext>
            </a:extLst>
          </p:cNvPr>
          <p:cNvGrpSpPr/>
          <p:nvPr/>
        </p:nvGrpSpPr>
        <p:grpSpPr>
          <a:xfrm>
            <a:off x="1558778" y="2120996"/>
            <a:ext cx="6751875" cy="4737004"/>
            <a:chOff x="1558778" y="2120996"/>
            <a:chExt cx="6751875" cy="473700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511F1D1-4C6E-4C81-8FD3-D4A7522CFF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58778" y="2120996"/>
              <a:ext cx="6751875" cy="4737004"/>
            </a:xfrm>
            <a:prstGeom prst="rect">
              <a:avLst/>
            </a:prstGeom>
          </p:spPr>
        </p:pic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0ECB0E04-E563-4B9A-805A-CAD8FE4AE4E9}"/>
                </a:ext>
              </a:extLst>
            </p:cNvPr>
            <p:cNvSpPr/>
            <p:nvPr/>
          </p:nvSpPr>
          <p:spPr>
            <a:xfrm>
              <a:off x="1934698" y="2590800"/>
              <a:ext cx="5821680" cy="4043680"/>
            </a:xfrm>
            <a:custGeom>
              <a:avLst/>
              <a:gdLst>
                <a:gd name="connsiteX0" fmla="*/ 0 w 5821680"/>
                <a:gd name="connsiteY0" fmla="*/ 0 h 4043680"/>
                <a:gd name="connsiteX1" fmla="*/ 2865120 w 5821680"/>
                <a:gd name="connsiteY1" fmla="*/ 1473200 h 4043680"/>
                <a:gd name="connsiteX2" fmla="*/ 5821680 w 5821680"/>
                <a:gd name="connsiteY2" fmla="*/ 4043680 h 4043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821680" h="4043680">
                  <a:moveTo>
                    <a:pt x="0" y="0"/>
                  </a:moveTo>
                  <a:cubicBezTo>
                    <a:pt x="947420" y="399626"/>
                    <a:pt x="1894840" y="799253"/>
                    <a:pt x="2865120" y="1473200"/>
                  </a:cubicBezTo>
                  <a:cubicBezTo>
                    <a:pt x="3835400" y="2147147"/>
                    <a:pt x="4828540" y="3095413"/>
                    <a:pt x="5821680" y="4043680"/>
                  </a:cubicBezTo>
                </a:path>
              </a:pathLst>
            </a:custGeom>
            <a:noFill/>
            <a:ln w="2032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5DE2B6BB-3168-A74F-3E7D-F71288AA683F}"/>
              </a:ext>
            </a:extLst>
          </p:cNvPr>
          <p:cNvSpPr txBox="1"/>
          <p:nvPr/>
        </p:nvSpPr>
        <p:spPr>
          <a:xfrm>
            <a:off x="1934698" y="76590"/>
            <a:ext cx="49530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6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Х жана О </a:t>
            </a:r>
            <a:endParaRPr kumimoji="0" lang="en-GB" sz="6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943257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63045B9-6421-4FFA-8077-FA7FC7212C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3026" y="-79132"/>
            <a:ext cx="10191585" cy="706835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4783EC2-7292-85C4-86EF-85048C5B0D72}"/>
              </a:ext>
            </a:extLst>
          </p:cNvPr>
          <p:cNvSpPr txBox="1"/>
          <p:nvPr/>
        </p:nvSpPr>
        <p:spPr>
          <a:xfrm>
            <a:off x="834190" y="752426"/>
            <a:ext cx="1720343" cy="76944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 ÷ 0,2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6347BF1-1175-F121-5BB9-D7E787DA5F4E}"/>
              </a:ext>
            </a:extLst>
          </p:cNvPr>
          <p:cNvSpPr txBox="1"/>
          <p:nvPr/>
        </p:nvSpPr>
        <p:spPr>
          <a:xfrm>
            <a:off x="3958422" y="3055052"/>
            <a:ext cx="2005677" cy="76944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42 ÷ 1,2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CA0CD6E-DB61-E2F3-5751-913125B57D32}"/>
              </a:ext>
            </a:extLst>
          </p:cNvPr>
          <p:cNvSpPr txBox="1"/>
          <p:nvPr/>
        </p:nvSpPr>
        <p:spPr>
          <a:xfrm>
            <a:off x="7027951" y="3055052"/>
            <a:ext cx="2433679" cy="76944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19,2 ÷ 1,6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0715E1C-E99C-3E6D-B223-791C8710208F}"/>
              </a:ext>
            </a:extLst>
          </p:cNvPr>
          <p:cNvSpPr txBox="1"/>
          <p:nvPr/>
        </p:nvSpPr>
        <p:spPr>
          <a:xfrm>
            <a:off x="834191" y="5332739"/>
            <a:ext cx="1720343" cy="76944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 ÷ 0,8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8B371A0-45E4-8F92-A0EA-FB88AF5A7006}"/>
              </a:ext>
            </a:extLst>
          </p:cNvPr>
          <p:cNvSpPr txBox="1"/>
          <p:nvPr/>
        </p:nvSpPr>
        <p:spPr>
          <a:xfrm>
            <a:off x="3744421" y="5332739"/>
            <a:ext cx="2433679" cy="76944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25,9 ÷ 0,7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992C978-50C8-0787-053A-21B0B984F445}"/>
              </a:ext>
            </a:extLst>
          </p:cNvPr>
          <p:cNvSpPr txBox="1"/>
          <p:nvPr/>
        </p:nvSpPr>
        <p:spPr>
          <a:xfrm>
            <a:off x="886026" y="61546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7E7C192-EBF2-76A9-2A2C-4AF11EAF7024}"/>
              </a:ext>
            </a:extLst>
          </p:cNvPr>
          <p:cNvSpPr txBox="1"/>
          <p:nvPr/>
        </p:nvSpPr>
        <p:spPr>
          <a:xfrm>
            <a:off x="3887089" y="752426"/>
            <a:ext cx="2148345" cy="76944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1,3 × 0,5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9758075-FE3B-DB51-6A6C-E4918F065A2A}"/>
              </a:ext>
            </a:extLst>
          </p:cNvPr>
          <p:cNvSpPr txBox="1"/>
          <p:nvPr/>
        </p:nvSpPr>
        <p:spPr>
          <a:xfrm>
            <a:off x="7384616" y="752426"/>
            <a:ext cx="1720343" cy="76944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 × 1,9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C1730E0-4BB2-B3BB-2046-B68EE5CD973F}"/>
              </a:ext>
            </a:extLst>
          </p:cNvPr>
          <p:cNvSpPr txBox="1"/>
          <p:nvPr/>
        </p:nvSpPr>
        <p:spPr>
          <a:xfrm>
            <a:off x="620189" y="3055052"/>
            <a:ext cx="2148345" cy="76944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0,7 × 0,6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2BE0BA0-5CB9-7CC4-E76D-A76F3D8BD1CB}"/>
              </a:ext>
            </a:extLst>
          </p:cNvPr>
          <p:cNvSpPr txBox="1"/>
          <p:nvPr/>
        </p:nvSpPr>
        <p:spPr>
          <a:xfrm>
            <a:off x="7170617" y="5332739"/>
            <a:ext cx="2148345" cy="76944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1,2 × 1,5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0B31111-7B77-8927-4859-4DD10E84E69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-21517" y="-30696"/>
            <a:ext cx="3338364" cy="231915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8B547D8-7AFB-7AFA-8615-2ECF6979E1B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13166" y="-22936"/>
            <a:ext cx="3362380" cy="2299269"/>
          </a:xfrm>
          <a:prstGeom prst="rect">
            <a:avLst/>
          </a:prstGeom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A78EDD0-9D7A-0398-E808-A43D30B0632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292078" y="-46684"/>
            <a:ext cx="3338364" cy="23191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7B33DF8-9FDF-A3A1-5F8B-698C4B3D8DB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645526" y="-46684"/>
            <a:ext cx="3338364" cy="231915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C969B49-130C-F85B-E297-5AD1AED3275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-21517" y="2280194"/>
            <a:ext cx="3338364" cy="231915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5DD06B0-4DC4-6C40-B384-37DCA33EFFD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292078" y="2280194"/>
            <a:ext cx="3338364" cy="231915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D47F8DF-E2A0-3CD0-A9F3-F47D2D0EA2C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660607" y="2280194"/>
            <a:ext cx="3338364" cy="231915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B656836-A841-597F-1C28-1EE133390EB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0" y="4582130"/>
            <a:ext cx="3338364" cy="231915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A213A4A-6CCB-C79B-86CD-23A14CA977D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303584" y="4582130"/>
            <a:ext cx="3338364" cy="231915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31881AC-D12A-46AD-E6C4-49F4DC934F9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660607" y="4582130"/>
            <a:ext cx="3338364" cy="231915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BE5B517-3FB3-3E22-A811-6F24171CD66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280070" y="-54406"/>
            <a:ext cx="3362380" cy="2299269"/>
          </a:xfrm>
          <a:prstGeom prst="rect">
            <a:avLst/>
          </a:prstGeom>
          <a:ln>
            <a:noFill/>
          </a:ln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EDF6877-D834-66EE-3798-099FBF3B246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564453" y="-22936"/>
            <a:ext cx="3362380" cy="2299269"/>
          </a:xfrm>
          <a:prstGeom prst="rect">
            <a:avLst/>
          </a:prstGeom>
          <a:ln>
            <a:noFill/>
          </a:ln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02AF64F-D7F4-A4BF-942B-0542B58A36E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3406" y="2275139"/>
            <a:ext cx="3362380" cy="2299269"/>
          </a:xfrm>
          <a:prstGeom prst="rect">
            <a:avLst/>
          </a:prstGeom>
          <a:ln>
            <a:noFill/>
          </a:ln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6DAD98E5-128D-13C4-2C5E-120A8E4C230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295153" y="2194131"/>
            <a:ext cx="3362380" cy="2299269"/>
          </a:xfrm>
          <a:prstGeom prst="rect">
            <a:avLst/>
          </a:prstGeom>
          <a:ln>
            <a:noFill/>
          </a:ln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C04C261F-732F-1B49-F8FF-F73DB321CE1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63845" y="2186891"/>
            <a:ext cx="3362380" cy="2299269"/>
          </a:xfrm>
          <a:prstGeom prst="rect">
            <a:avLst/>
          </a:prstGeom>
          <a:ln>
            <a:noFill/>
          </a:ln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98C06A96-3E82-64DD-9364-D4EB66B99FA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-21517" y="4562294"/>
            <a:ext cx="3362380" cy="2299269"/>
          </a:xfrm>
          <a:prstGeom prst="rect">
            <a:avLst/>
          </a:prstGeom>
          <a:ln>
            <a:noFill/>
          </a:ln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037C5769-1A97-AADE-D55F-62DF39D07A5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366733" y="4521503"/>
            <a:ext cx="3362380" cy="2299269"/>
          </a:xfrm>
          <a:prstGeom prst="rect">
            <a:avLst/>
          </a:prstGeom>
          <a:ln>
            <a:noFill/>
          </a:ln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C9445BC3-1D81-F9F5-F9B0-F42DCB689B9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50218" y="4538495"/>
            <a:ext cx="3362380" cy="2299269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57240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695D71A-24A5-49A6-9C98-9450B6DA1604}"/>
              </a:ext>
            </a:extLst>
          </p:cNvPr>
          <p:cNvSpPr txBox="1"/>
          <p:nvPr/>
        </p:nvSpPr>
        <p:spPr>
          <a:xfrm>
            <a:off x="3626258" y="6484249"/>
            <a:ext cx="3059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u="sng" dirty="0"/>
              <a:t>Мугалимдин жооп барагы</a:t>
            </a:r>
            <a:endParaRPr lang="en-GB" sz="2000" u="sng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78FDAE1-111C-B9DE-B723-6A656A96E1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847" y="0"/>
            <a:ext cx="9274306" cy="648424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35DE614-A0BA-BD8A-82CE-BAFF760D1BFC}"/>
              </a:ext>
            </a:extLst>
          </p:cNvPr>
          <p:cNvSpPr/>
          <p:nvPr/>
        </p:nvSpPr>
        <p:spPr>
          <a:xfrm>
            <a:off x="1357745" y="124691"/>
            <a:ext cx="1233055" cy="498764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9E0FA3-0002-5863-4CEC-77F08EFA7241}"/>
              </a:ext>
            </a:extLst>
          </p:cNvPr>
          <p:cNvSpPr txBox="1"/>
          <p:nvPr/>
        </p:nvSpPr>
        <p:spPr>
          <a:xfrm>
            <a:off x="1233054" y="75364"/>
            <a:ext cx="15517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/>
              <a:t>Эсептеңиз: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496141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C73037C-BF66-0318-48BD-15751B2CBF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319" y="119278"/>
            <a:ext cx="4521432" cy="312436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7B1DE7C-6DC6-A8FE-2AE8-0F62D93EE0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7336" y="119278"/>
            <a:ext cx="4521432" cy="312436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96378C1-F520-2256-64BF-1C136E0955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319" y="3429000"/>
            <a:ext cx="4521432" cy="312436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68AC38A-EC31-F9C0-5071-1765BFB5AE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7336" y="3429000"/>
            <a:ext cx="4521432" cy="3124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612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95118" y="53476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20421003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8374</TotalTime>
  <Words>156</Words>
  <Application>Microsoft Office PowerPoint</Application>
  <PresentationFormat>A4 Paper (210x297 mm)</PresentationFormat>
  <Paragraphs>39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Comic Sans MS</vt:lpstr>
      <vt:lpstr>Calibri</vt:lpstr>
      <vt:lpstr>Arial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379</cp:revision>
  <cp:lastPrinted>2017-12-31T22:38:51Z</cp:lastPrinted>
  <dcterms:created xsi:type="dcterms:W3CDTF">2017-01-17T16:57:04Z</dcterms:created>
  <dcterms:modified xsi:type="dcterms:W3CDTF">2024-05-13T09:17:20Z</dcterms:modified>
</cp:coreProperties>
</file>