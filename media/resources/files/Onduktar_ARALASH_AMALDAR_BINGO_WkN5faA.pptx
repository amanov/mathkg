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91" r:id="rId2"/>
    <p:sldId id="992" r:id="rId3"/>
    <p:sldId id="965" r:id="rId4"/>
    <p:sldId id="957" r:id="rId5"/>
    <p:sldId id="984" r:id="rId6"/>
    <p:sldId id="987" r:id="rId7"/>
    <p:sldId id="988" r:id="rId8"/>
    <p:sldId id="983" r:id="rId9"/>
    <p:sldId id="959" r:id="rId10"/>
    <p:sldId id="979" r:id="rId11"/>
    <p:sldId id="980" r:id="rId12"/>
    <p:sldId id="985" r:id="rId13"/>
    <p:sldId id="989" r:id="rId14"/>
    <p:sldId id="986" r:id="rId15"/>
    <p:sldId id="960" r:id="rId16"/>
    <p:sldId id="990" r:id="rId17"/>
    <p:sldId id="981" r:id="rId18"/>
    <p:sldId id="963" r:id="rId19"/>
    <p:sldId id="982" r:id="rId20"/>
    <p:sldId id="940" r:id="rId21"/>
    <p:sldId id="96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- аралаш – бинго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,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жооптору 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94046" y="3914059"/>
            <a:ext cx="98119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800" b="1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 </a:t>
            </a: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арифметика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55176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0.2 + 0.7</a:t>
            </a:r>
          </a:p>
        </p:txBody>
      </p:sp>
    </p:spTree>
    <p:extLst>
      <p:ext uri="{BB962C8B-B14F-4D97-AF65-F5344CB8AC3E}">
        <p14:creationId xmlns:p14="http://schemas.microsoft.com/office/powerpoint/2010/main" val="337634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1.4 + 2.1</a:t>
            </a:r>
          </a:p>
        </p:txBody>
      </p:sp>
    </p:spTree>
    <p:extLst>
      <p:ext uri="{BB962C8B-B14F-4D97-AF65-F5344CB8AC3E}">
        <p14:creationId xmlns:p14="http://schemas.microsoft.com/office/powerpoint/2010/main" val="354320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3.9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6 − 2.1</a:t>
            </a:r>
          </a:p>
        </p:txBody>
      </p:sp>
    </p:spTree>
    <p:extLst>
      <p:ext uri="{BB962C8B-B14F-4D97-AF65-F5344CB8AC3E}">
        <p14:creationId xmlns:p14="http://schemas.microsoft.com/office/powerpoint/2010/main" val="362437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2.7 − 0.8</a:t>
            </a:r>
          </a:p>
        </p:txBody>
      </p:sp>
    </p:spTree>
    <p:extLst>
      <p:ext uri="{BB962C8B-B14F-4D97-AF65-F5344CB8AC3E}">
        <p14:creationId xmlns:p14="http://schemas.microsoft.com/office/powerpoint/2010/main" val="211851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0.8</a:t>
            </a:r>
          </a:p>
        </p:txBody>
      </p:sp>
    </p:spTree>
    <p:extLst>
      <p:ext uri="{BB962C8B-B14F-4D97-AF65-F5344CB8AC3E}">
        <p14:creationId xmlns:p14="http://schemas.microsoft.com/office/powerpoint/2010/main" val="396799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× 4</a:t>
            </a:r>
          </a:p>
        </p:txBody>
      </p:sp>
    </p:spTree>
    <p:extLst>
      <p:ext uri="{BB962C8B-B14F-4D97-AF65-F5344CB8AC3E}">
        <p14:creationId xmlns:p14="http://schemas.microsoft.com/office/powerpoint/2010/main" val="180558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÷ 0.5</a:t>
            </a:r>
          </a:p>
        </p:txBody>
      </p:sp>
    </p:spTree>
    <p:extLst>
      <p:ext uri="{BB962C8B-B14F-4D97-AF65-F5344CB8AC3E}">
        <p14:creationId xmlns:p14="http://schemas.microsoft.com/office/powerpoint/2010/main" val="302299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2.8 ÷ 1.4</a:t>
            </a:r>
          </a:p>
        </p:txBody>
      </p:sp>
    </p:spTree>
    <p:extLst>
      <p:ext uri="{BB962C8B-B14F-4D97-AF65-F5344CB8AC3E}">
        <p14:creationId xmlns:p14="http://schemas.microsoft.com/office/powerpoint/2010/main" val="125223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0.9 + 5.6</a:t>
            </a:r>
          </a:p>
        </p:txBody>
      </p:sp>
    </p:spTree>
    <p:extLst>
      <p:ext uri="{BB962C8B-B14F-4D97-AF65-F5344CB8AC3E}">
        <p14:creationId xmlns:p14="http://schemas.microsoft.com/office/powerpoint/2010/main" val="215749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4.8 − 2.7</a:t>
            </a:r>
          </a:p>
        </p:txBody>
      </p:sp>
    </p:spTree>
    <p:extLst>
      <p:ext uri="{BB962C8B-B14F-4D97-AF65-F5344CB8AC3E}">
        <p14:creationId xmlns:p14="http://schemas.microsoft.com/office/powerpoint/2010/main" val="11871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2.8 + 3.6</a:t>
            </a:r>
          </a:p>
        </p:txBody>
      </p:sp>
    </p:spTree>
    <p:extLst>
      <p:ext uri="{BB962C8B-B14F-4D97-AF65-F5344CB8AC3E}">
        <p14:creationId xmlns:p14="http://schemas.microsoft.com/office/powerpoint/2010/main" val="348047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8.4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1.2 × 7</a:t>
            </a:r>
          </a:p>
        </p:txBody>
      </p:sp>
    </p:spTree>
    <p:extLst>
      <p:ext uri="{BB962C8B-B14F-4D97-AF65-F5344CB8AC3E}">
        <p14:creationId xmlns:p14="http://schemas.microsoft.com/office/powerpoint/2010/main" val="420151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4.5 − 3.7</a:t>
            </a:r>
          </a:p>
        </p:txBody>
      </p:sp>
    </p:spTree>
    <p:extLst>
      <p:ext uri="{BB962C8B-B14F-4D97-AF65-F5344CB8AC3E}">
        <p14:creationId xmlns:p14="http://schemas.microsoft.com/office/powerpoint/2010/main" val="40387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1.5 ÷ 0.5</a:t>
            </a:r>
          </a:p>
        </p:txBody>
      </p:sp>
    </p:spTree>
    <p:extLst>
      <p:ext uri="{BB962C8B-B14F-4D97-AF65-F5344CB8AC3E}">
        <p14:creationId xmlns:p14="http://schemas.microsoft.com/office/powerpoint/2010/main" val="419279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1.4 × 0.3</a:t>
            </a:r>
          </a:p>
        </p:txBody>
      </p:sp>
    </p:spTree>
    <p:extLst>
      <p:ext uri="{BB962C8B-B14F-4D97-AF65-F5344CB8AC3E}">
        <p14:creationId xmlns:p14="http://schemas.microsoft.com/office/powerpoint/2010/main" val="171042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1.1 × 1.8</a:t>
            </a:r>
          </a:p>
        </p:txBody>
      </p:sp>
    </p:spTree>
    <p:extLst>
      <p:ext uri="{BB962C8B-B14F-4D97-AF65-F5344CB8AC3E}">
        <p14:creationId xmlns:p14="http://schemas.microsoft.com/office/powerpoint/2010/main" val="161359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8755</TotalTime>
  <Words>228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405</cp:revision>
  <cp:lastPrinted>2017-12-31T22:38:51Z</cp:lastPrinted>
  <dcterms:created xsi:type="dcterms:W3CDTF">2017-01-17T16:57:04Z</dcterms:created>
  <dcterms:modified xsi:type="dcterms:W3CDTF">2024-05-13T09:57:02Z</dcterms:modified>
</cp:coreProperties>
</file>