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29"/>
  </p:notesMasterIdLst>
  <p:sldIdLst>
    <p:sldId id="974" r:id="rId2"/>
    <p:sldId id="831" r:id="rId3"/>
    <p:sldId id="845" r:id="rId4"/>
    <p:sldId id="940" r:id="rId5"/>
    <p:sldId id="843" r:id="rId6"/>
    <p:sldId id="975" r:id="rId7"/>
    <p:sldId id="942" r:id="rId8"/>
    <p:sldId id="976" r:id="rId9"/>
    <p:sldId id="944" r:id="rId10"/>
    <p:sldId id="977" r:id="rId11"/>
    <p:sldId id="946" r:id="rId12"/>
    <p:sldId id="978" r:id="rId13"/>
    <p:sldId id="948" r:id="rId14"/>
    <p:sldId id="979" r:id="rId15"/>
    <p:sldId id="950" r:id="rId16"/>
    <p:sldId id="980" r:id="rId17"/>
    <p:sldId id="952" r:id="rId18"/>
    <p:sldId id="981" r:id="rId19"/>
    <p:sldId id="954" r:id="rId20"/>
    <p:sldId id="982" r:id="rId21"/>
    <p:sldId id="956" r:id="rId22"/>
    <p:sldId id="983" r:id="rId23"/>
    <p:sldId id="958" r:id="rId24"/>
    <p:sldId id="984" r:id="rId25"/>
    <p:sldId id="960" r:id="rId26"/>
    <p:sldId id="833" r:id="rId27"/>
    <p:sldId id="985" r:id="rId28"/>
  </p:sldIdLst>
  <p:sldSz cx="9906000" cy="6858000" type="A4"/>
  <p:notesSz cx="6669088" cy="9926638"/>
  <p:embeddedFontLst>
    <p:embeddedFont>
      <p:font typeface="Berlin Sans FB Demi" panose="020E0802020502020306" pitchFamily="34" charset="0"/>
      <p:bold r:id="rId30"/>
    </p:embeddedFont>
    <p:embeddedFont>
      <p:font typeface="Bernard MT Condensed" panose="02050806060905020404" pitchFamily="18" charset="0"/>
      <p:regular r:id="rId31"/>
    </p:embeddedFont>
    <p:embeddedFont>
      <p:font typeface="Cambria Math" panose="02040503050406030204" pitchFamily="18" charset="0"/>
      <p:regular r:id="rId32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Сырткы бет" id="{197FF5E7-57A8-40D7-8FA0-8A089C366947}">
          <p14:sldIdLst>
            <p14:sldId id="974"/>
          </p14:sldIdLst>
        </p14:section>
        <p14:section name="Титулдук бет" id="{8EFE0B80-9125-4ADC-A13A-755B3EC2010F}">
          <p14:sldIdLst>
            <p14:sldId id="831"/>
            <p14:sldId id="845"/>
          </p14:sldIdLst>
        </p14:section>
        <p14:section name="Оюн" id="{267FD0E9-36B9-4F9E-842D-CBFE57676936}">
          <p14:sldIdLst>
            <p14:sldId id="940"/>
            <p14:sldId id="843"/>
            <p14:sldId id="975"/>
            <p14:sldId id="942"/>
            <p14:sldId id="976"/>
            <p14:sldId id="944"/>
            <p14:sldId id="977"/>
            <p14:sldId id="946"/>
            <p14:sldId id="978"/>
            <p14:sldId id="948"/>
            <p14:sldId id="979"/>
            <p14:sldId id="950"/>
            <p14:sldId id="980"/>
            <p14:sldId id="952"/>
            <p14:sldId id="981"/>
            <p14:sldId id="954"/>
            <p14:sldId id="982"/>
            <p14:sldId id="956"/>
            <p14:sldId id="983"/>
            <p14:sldId id="958"/>
            <p14:sldId id="984"/>
            <p14:sldId id="960"/>
            <p14:sldId id="833"/>
          </p14:sldIdLst>
        </p14:section>
        <p14:section name="MathKGZ" id="{F3D720CF-F566-46A6-9361-125255B68FA6}">
          <p14:sldIdLst>
            <p14:sldId id="98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CBAD"/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91" autoAdjust="0"/>
    <p:restoredTop sz="9466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1.fntdata"/><Relationship Id="rId35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01/05/2024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1241425"/>
            <a:ext cx="4837112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589" tIns="45294" rIns="90589" bIns="45294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6909" y="4777196"/>
            <a:ext cx="5335270" cy="3908613"/>
          </a:xfrm>
          <a:prstGeom prst="rect">
            <a:avLst/>
          </a:prstGeom>
        </p:spPr>
        <p:txBody>
          <a:bodyPr vert="horz" lIns="90589" tIns="45294" rIns="90589" bIns="45294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7607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5/1/2024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.jpg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png"/><Relationship Id="rId5" Type="http://schemas.openxmlformats.org/officeDocument/2006/relationships/image" Target="../media/image5.jpeg"/><Relationship Id="rId4" Type="http://schemas.openxmlformats.org/officeDocument/2006/relationships/image" Target="../media/image4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8.png"/><Relationship Id="rId5" Type="http://schemas.openxmlformats.org/officeDocument/2006/relationships/image" Target="../media/image5.jpeg"/><Relationship Id="rId4" Type="http://schemas.openxmlformats.org/officeDocument/2006/relationships/image" Target="../media/image4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9.png"/><Relationship Id="rId5" Type="http://schemas.openxmlformats.org/officeDocument/2006/relationships/image" Target="../media/image5.jpeg"/><Relationship Id="rId4" Type="http://schemas.openxmlformats.org/officeDocument/2006/relationships/image" Target="../media/image4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0.png"/><Relationship Id="rId5" Type="http://schemas.openxmlformats.org/officeDocument/2006/relationships/image" Target="../media/image5.jpeg"/><Relationship Id="rId4" Type="http://schemas.openxmlformats.org/officeDocument/2006/relationships/image" Target="../media/image4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1.png"/><Relationship Id="rId5" Type="http://schemas.openxmlformats.org/officeDocument/2006/relationships/image" Target="../media/image5.jpeg"/><Relationship Id="rId4" Type="http://schemas.openxmlformats.org/officeDocument/2006/relationships/image" Target="../media/image4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2.png"/><Relationship Id="rId5" Type="http://schemas.openxmlformats.org/officeDocument/2006/relationships/image" Target="../media/image5.jpeg"/><Relationship Id="rId4" Type="http://schemas.openxmlformats.org/officeDocument/2006/relationships/image" Target="../media/image4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3.png"/><Relationship Id="rId5" Type="http://schemas.openxmlformats.org/officeDocument/2006/relationships/image" Target="../media/image5.jpeg"/><Relationship Id="rId4" Type="http://schemas.openxmlformats.org/officeDocument/2006/relationships/image" Target="../media/image4.jp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4.png"/><Relationship Id="rId5" Type="http://schemas.openxmlformats.org/officeDocument/2006/relationships/image" Target="../media/image5.jpeg"/><Relationship Id="rId4" Type="http://schemas.openxmlformats.org/officeDocument/2006/relationships/image" Target="../media/image4.jp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5.png"/><Relationship Id="rId5" Type="http://schemas.openxmlformats.org/officeDocument/2006/relationships/image" Target="../media/image5.jpeg"/><Relationship Id="rId4" Type="http://schemas.openxmlformats.org/officeDocument/2006/relationships/image" Target="../media/image4.jp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6.png"/><Relationship Id="rId5" Type="http://schemas.openxmlformats.org/officeDocument/2006/relationships/image" Target="../media/image5.jpeg"/><Relationship Id="rId4" Type="http://schemas.openxmlformats.org/officeDocument/2006/relationships/image" Target="../media/image4.jp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7.png"/><Relationship Id="rId5" Type="http://schemas.openxmlformats.org/officeDocument/2006/relationships/image" Target="../media/image5.jpeg"/><Relationship Id="rId4" Type="http://schemas.openxmlformats.org/officeDocument/2006/relationships/image" Target="../media/image4.jp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1" y="1904919"/>
            <a:ext cx="9906000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sng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Аралаш 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амалдар– Жыдымай!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Окуучулар суроолорго эң тез жооп берүү үчүн мелдешет (бирге бир</a:t>
            </a:r>
            <a:r>
              <a:rPr kumimoji="0" lang="en-GB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, 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командалары менен, өз орундарында же алдыңкы орунда).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Окуучулар доскага же өз дептерге жазып корсото алышат.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Өтө татаал/жеңил суроо слайддарын алдын ала өчүрүп салыңыз.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Музыканы баштоо үчүн каалаган жерди чыкылдатыңыз, андан кийин суроону көрсөтүү үчүн "Өттү" чыкылдатыңыз, анан жоопту көрсөтүү үчүн кайра басыңыз.</a:t>
            </a: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FC7BD33-7F93-409E-A7C6-9D40C1AB016D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1924" y="5600147"/>
            <a:ext cx="938974" cy="93897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82D2E104-4597-4DDF-B563-3C40DEA17797}"/>
              </a:ext>
            </a:extLst>
          </p:cNvPr>
          <p:cNvSpPr/>
          <p:nvPr/>
        </p:nvSpPr>
        <p:spPr>
          <a:xfrm>
            <a:off x="3024659" y="5856140"/>
            <a:ext cx="3856681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Бул оюнда үн бар!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DA6E8381-F74F-ACA7-E535-4ACA0F07CCFB}"/>
              </a:ext>
            </a:extLst>
          </p:cNvPr>
          <p:cNvSpPr txBox="1">
            <a:spLocks/>
          </p:cNvSpPr>
          <p:nvPr/>
        </p:nvSpPr>
        <p:spPr>
          <a:xfrm>
            <a:off x="0" y="221873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22851000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5585FB2B-39FD-4723-8079-C4EA7B000B97}"/>
              </a:ext>
            </a:extLst>
          </p:cNvPr>
          <p:cNvGrpSpPr/>
          <p:nvPr/>
        </p:nvGrpSpPr>
        <p:grpSpPr>
          <a:xfrm>
            <a:off x="948538" y="978117"/>
            <a:ext cx="8148260" cy="2254888"/>
            <a:chOff x="948538" y="2301556"/>
            <a:chExt cx="8148260" cy="2254888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BACE1698-B04E-47BD-84A0-931C2125C107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4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CFEFA718-BA57-4C22-967C-DA711B22D315}"/>
                </a:ext>
              </a:extLst>
            </p:cNvPr>
            <p:cNvSpPr/>
            <p:nvPr/>
          </p:nvSpPr>
          <p:spPr>
            <a:xfrm>
              <a:off x="1087874" y="2338806"/>
              <a:ext cx="8008924" cy="1862048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ky-KG" sz="11500" b="1" cap="none" spc="0" dirty="0">
                  <a:ln w="76200">
                    <a:solidFill>
                      <a:schemeClr val="tx1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Berlin Sans FB Demi" panose="020E0802020502020306" pitchFamily="34" charset="0"/>
                </a:rPr>
                <a:t>Жыдымай</a:t>
              </a:r>
              <a:endParaRPr lang="en-US" sz="11500" b="1" cap="none" spc="0" dirty="0">
                <a:ln w="762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</a:endParaRPr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F0D5EEEE-4088-4440-8CA7-8122FC719FA0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94" t="39393" r="77582" b="15981"/>
          <a:stretch/>
        </p:blipFill>
        <p:spPr>
          <a:xfrm>
            <a:off x="3413412" y="2260816"/>
            <a:ext cx="948538" cy="109639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493708B-EB60-4993-AE99-63613F7295D3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94" t="39393" r="77582" b="15981"/>
          <a:stretch/>
        </p:blipFill>
        <p:spPr>
          <a:xfrm>
            <a:off x="613605" y="654005"/>
            <a:ext cx="948538" cy="109639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8425AD7-3E4B-472E-A82B-E616ADCEE837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94" t="39393" r="77582" b="15981"/>
          <a:stretch/>
        </p:blipFill>
        <p:spPr>
          <a:xfrm>
            <a:off x="7297521" y="782122"/>
            <a:ext cx="948538" cy="1096391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5AFD2995-4874-4D61-83A4-A88797856BB4}"/>
              </a:ext>
            </a:extLst>
          </p:cNvPr>
          <p:cNvGrpSpPr/>
          <p:nvPr/>
        </p:nvGrpSpPr>
        <p:grpSpPr>
          <a:xfrm>
            <a:off x="300445" y="5043967"/>
            <a:ext cx="9305110" cy="1323439"/>
            <a:chOff x="300445" y="5043967"/>
            <a:chExt cx="9305110" cy="1323439"/>
          </a:xfrm>
        </p:grpSpPr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3562BA6A-7F52-46D5-9A8E-A4E9CA88D29F}"/>
                </a:ext>
              </a:extLst>
            </p:cNvPr>
            <p:cNvSpPr/>
            <p:nvPr/>
          </p:nvSpPr>
          <p:spPr>
            <a:xfrm>
              <a:off x="300445" y="5102013"/>
              <a:ext cx="9305110" cy="1207346"/>
            </a:xfrm>
            <a:prstGeom prst="roundRect">
              <a:avLst/>
            </a:prstGeom>
            <a:blipFill>
              <a:blip r:embed="rId4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420C8FFC-32B9-46EA-B931-685CF455866B}"/>
                </a:ext>
              </a:extLst>
            </p:cNvPr>
            <p:cNvSpPr/>
            <p:nvPr/>
          </p:nvSpPr>
          <p:spPr>
            <a:xfrm>
              <a:off x="735874" y="5043967"/>
              <a:ext cx="843425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ru-RU" sz="8000" b="1" dirty="0">
                  <a:ln w="38100">
                    <a:solidFill>
                      <a:schemeClr val="tx1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Berlin Sans FB Demi" panose="020E0802020502020306" pitchFamily="34" charset="0"/>
                </a:rPr>
                <a:t>Аралаш амалдар</a:t>
              </a:r>
              <a:endParaRPr lang="en-US" sz="8000" b="1" dirty="0">
                <a:ln w="381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370730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ecel="35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4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4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9" presetID="2" presetClass="entr" presetSubtype="4" decel="35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4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4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44Magnum1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44Magnum1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44Magnum1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3562BA6A-7F52-46D5-9A8E-A4E9CA88D29F}"/>
              </a:ext>
            </a:extLst>
          </p:cNvPr>
          <p:cNvSpPr/>
          <p:nvPr/>
        </p:nvSpPr>
        <p:spPr>
          <a:xfrm>
            <a:off x="594574" y="2209772"/>
            <a:ext cx="8716852" cy="2554545"/>
          </a:xfrm>
          <a:prstGeom prst="roundRect">
            <a:avLst/>
          </a:prstGeom>
          <a:blipFill>
            <a:blip r:embed="rId2"/>
            <a:tile tx="0" ty="0" sx="100000" sy="100000" flip="none" algn="tl"/>
          </a:blip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20C8FFC-32B9-46EA-B931-685CF455866B}"/>
              </a:ext>
            </a:extLst>
          </p:cNvPr>
          <p:cNvSpPr/>
          <p:nvPr/>
        </p:nvSpPr>
        <p:spPr>
          <a:xfrm>
            <a:off x="349876" y="2151727"/>
            <a:ext cx="9206248" cy="2308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7200" b="1" dirty="0">
                <a:ln w="381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nard MT Condensed" panose="02050806060905020404" pitchFamily="18" charset="0"/>
              </a:rPr>
              <a:t>Туура жооп = 1 упай</a:t>
            </a:r>
            <a:endParaRPr lang="en-US" sz="7200" b="1" dirty="0">
              <a:ln w="38100">
                <a:solidFill>
                  <a:schemeClr val="tx1"/>
                </a:solidFill>
              </a:ln>
              <a:solidFill>
                <a:srgbClr val="FF0000"/>
              </a:solidFill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  <a:latin typeface="Bernard MT Condensed" panose="02050806060905020404" pitchFamily="18" charset="0"/>
            </a:endParaRPr>
          </a:p>
          <a:p>
            <a:pPr algn="ctr"/>
            <a:r>
              <a:rPr lang="ru-RU" sz="7200" b="1" cap="none" spc="0" dirty="0">
                <a:ln w="381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nard MT Condensed" panose="02050806060905020404" pitchFamily="18" charset="0"/>
              </a:rPr>
              <a:t>Эң тез! = 1 упай</a:t>
            </a:r>
            <a:endParaRPr lang="en-US" sz="7200" b="1" cap="none" spc="0" dirty="0">
              <a:ln w="38100">
                <a:solidFill>
                  <a:schemeClr val="tx1"/>
                </a:solidFill>
              </a:ln>
              <a:solidFill>
                <a:srgbClr val="FF0000"/>
              </a:solidFill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  <a:latin typeface="Berlin Sans FB Demi" panose="020E0802020502020306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42743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2254888"/>
            <a:chOff x="948538" y="2301556"/>
            <a:chExt cx="8008924" cy="2254888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01801"/>
              <a:ext cx="7476726" cy="156966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ru-RU" sz="9600" b="1" cap="none" spc="0" dirty="0">
                  <a:ln w="76200">
                    <a:solidFill>
                      <a:schemeClr val="tx1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Bernard MT Condensed" panose="02050806060905020404" pitchFamily="18" charset="0"/>
                </a:rPr>
                <a:t>Даярсызбы?</a:t>
              </a:r>
              <a:endParaRPr lang="en-US" sz="9600" b="1" cap="none" spc="0" dirty="0">
                <a:ln w="762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3808693" y="5472204"/>
            <a:ext cx="2288614" cy="1207346"/>
            <a:chOff x="3808693" y="5102013"/>
            <a:chExt cx="2288614" cy="1207346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08693" y="5102013"/>
              <a:ext cx="2288614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4001589" y="5290187"/>
              <a:ext cx="2095718" cy="830997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kumimoji="0" lang="ru-RU" sz="48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Башта</a:t>
              </a:r>
              <a:endParaRPr lang="en-US" sz="8000" b="1" cap="none" spc="0" dirty="0">
                <a:ln w="381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736026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3391988" y="5265928"/>
            <a:ext cx="3122023" cy="1227909"/>
          </a:xfrm>
          <a:prstGeom prst="roundRect">
            <a:avLst/>
          </a:prstGeom>
          <a:blipFill>
            <a:blip r:embed="rId5"/>
            <a:tile tx="0" ty="0" sx="100000" sy="100000" flip="none" algn="tl"/>
          </a:blip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/>
              <a:t>11</a:t>
            </a:r>
            <a:endParaRPr lang="en-GB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: Rounded Corners 1">
                <a:extLst>
                  <a:ext uri="{FF2B5EF4-FFF2-40B4-BE49-F238E27FC236}">
                    <a16:creationId xmlns:a16="http://schemas.microsoft.com/office/drawing/2014/main" id="{60FF6A03-2771-4102-9075-93AFE56CD901}"/>
                  </a:ext>
                </a:extLst>
              </p:cNvPr>
              <p:cNvSpPr/>
              <p:nvPr/>
            </p:nvSpPr>
            <p:spPr>
              <a:xfrm>
                <a:off x="1578494" y="1965704"/>
                <a:ext cx="6749012" cy="1558835"/>
              </a:xfrm>
              <a:prstGeom prst="round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54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GB" sz="5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5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4×2</m:t>
                      </m:r>
                      <m:r>
                        <a:rPr lang="en-GB" sz="5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5400" baseline="30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" name="Rectangle: Rounded Corners 1">
                <a:extLst>
                  <a:ext uri="{FF2B5EF4-FFF2-40B4-BE49-F238E27FC236}">
                    <a16:creationId xmlns:a16="http://schemas.microsoft.com/office/drawing/2014/main" id="{60FF6A03-2771-4102-9075-93AFE56CD90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8494" y="1965704"/>
                <a:ext cx="6749012" cy="1558835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049164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2254888"/>
            <a:chOff x="948538" y="2301556"/>
            <a:chExt cx="8008924" cy="2254888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01801"/>
              <a:ext cx="7476726" cy="156966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3808693" y="5472204"/>
            <a:ext cx="2288614" cy="1207346"/>
            <a:chOff x="3808693" y="5102013"/>
            <a:chExt cx="2288614" cy="1207346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08693" y="5102013"/>
              <a:ext cx="2288614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4001589" y="5290187"/>
              <a:ext cx="2095718" cy="830997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48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Башта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990577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3391988" y="5265928"/>
            <a:ext cx="3122023" cy="1227909"/>
          </a:xfrm>
          <a:prstGeom prst="roundRect">
            <a:avLst/>
          </a:prstGeom>
          <a:blipFill>
            <a:blip r:embed="rId5"/>
            <a:tile tx="0" ty="0" sx="100000" sy="100000" flip="none" algn="tl"/>
          </a:blip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/>
              <a:t>18</a:t>
            </a:r>
            <a:endParaRPr lang="en-GB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: Rounded Corners 1">
                <a:extLst>
                  <a:ext uri="{FF2B5EF4-FFF2-40B4-BE49-F238E27FC236}">
                    <a16:creationId xmlns:a16="http://schemas.microsoft.com/office/drawing/2014/main" id="{60FF6A03-2771-4102-9075-93AFE56CD901}"/>
                  </a:ext>
                </a:extLst>
              </p:cNvPr>
              <p:cNvSpPr/>
              <p:nvPr/>
            </p:nvSpPr>
            <p:spPr>
              <a:xfrm>
                <a:off x="1578494" y="1965704"/>
                <a:ext cx="6749012" cy="1558835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5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6×1+4×3</m:t>
                      </m:r>
                    </m:oMath>
                  </m:oMathPara>
                </a14:m>
                <a:endParaRPr lang="en-GB" sz="5400" baseline="30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" name="Rectangle: Rounded Corners 1">
                <a:extLst>
                  <a:ext uri="{FF2B5EF4-FFF2-40B4-BE49-F238E27FC236}">
                    <a16:creationId xmlns:a16="http://schemas.microsoft.com/office/drawing/2014/main" id="{60FF6A03-2771-4102-9075-93AFE56CD90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8494" y="1965704"/>
                <a:ext cx="6749012" cy="1558835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95535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2254888"/>
            <a:chOff x="948538" y="2301556"/>
            <a:chExt cx="8008924" cy="2254888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01801"/>
              <a:ext cx="7476726" cy="156966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3808693" y="5472204"/>
            <a:ext cx="2288614" cy="1207346"/>
            <a:chOff x="3808693" y="5102013"/>
            <a:chExt cx="2288614" cy="1207346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08693" y="5102013"/>
              <a:ext cx="2288614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4001589" y="5290187"/>
              <a:ext cx="2095718" cy="830997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48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Башта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33112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3391988" y="5265928"/>
            <a:ext cx="3122023" cy="1227909"/>
          </a:xfrm>
          <a:prstGeom prst="roundRect">
            <a:avLst/>
          </a:prstGeom>
          <a:blipFill>
            <a:blip r:embed="rId5"/>
            <a:tile tx="0" ty="0" sx="100000" sy="100000" flip="none" algn="tl"/>
          </a:blip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/>
              <a:t>17</a:t>
            </a:r>
            <a:endParaRPr lang="en-GB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: Rounded Corners 1">
                <a:extLst>
                  <a:ext uri="{FF2B5EF4-FFF2-40B4-BE49-F238E27FC236}">
                    <a16:creationId xmlns:a16="http://schemas.microsoft.com/office/drawing/2014/main" id="{60FF6A03-2771-4102-9075-93AFE56CD901}"/>
                  </a:ext>
                </a:extLst>
              </p:cNvPr>
              <p:cNvSpPr/>
              <p:nvPr/>
            </p:nvSpPr>
            <p:spPr>
              <a:xfrm>
                <a:off x="1578494" y="1965704"/>
                <a:ext cx="6749012" cy="1558835"/>
              </a:xfrm>
              <a:prstGeom prst="round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5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GB" sz="54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×8 −</m:t>
                      </m:r>
                      <m:r>
                        <a:rPr lang="en-GB" sz="5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14</m:t>
                      </m:r>
                      <m:r>
                        <a:rPr lang="en-GB" sz="54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÷2</m:t>
                      </m:r>
                      <m:r>
                        <a:rPr lang="en-GB" sz="5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5400" baseline="30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" name="Rectangle: Rounded Corners 1">
                <a:extLst>
                  <a:ext uri="{FF2B5EF4-FFF2-40B4-BE49-F238E27FC236}">
                    <a16:creationId xmlns:a16="http://schemas.microsoft.com/office/drawing/2014/main" id="{60FF6A03-2771-4102-9075-93AFE56CD90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8494" y="1965704"/>
                <a:ext cx="6749012" cy="1558835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379712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2254888"/>
            <a:chOff x="948538" y="2301556"/>
            <a:chExt cx="8008924" cy="2254888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01801"/>
              <a:ext cx="7476726" cy="156966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3808693" y="5472204"/>
            <a:ext cx="2288614" cy="1207346"/>
            <a:chOff x="3808693" y="5102013"/>
            <a:chExt cx="2288614" cy="1207346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08693" y="5102013"/>
              <a:ext cx="2288614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4001589" y="5290187"/>
              <a:ext cx="2095718" cy="830997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48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Башта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865936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3391988" y="5265928"/>
            <a:ext cx="3122023" cy="1227909"/>
          </a:xfrm>
          <a:prstGeom prst="roundRect">
            <a:avLst/>
          </a:prstGeom>
          <a:blipFill>
            <a:blip r:embed="rId5"/>
            <a:tile tx="0" ty="0" sx="100000" sy="100000" flip="none" algn="tl"/>
          </a:blip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/>
              <a:t>14</a:t>
            </a:r>
            <a:endParaRPr lang="en-GB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: Rounded Corners 1">
                <a:extLst>
                  <a:ext uri="{FF2B5EF4-FFF2-40B4-BE49-F238E27FC236}">
                    <a16:creationId xmlns:a16="http://schemas.microsoft.com/office/drawing/2014/main" id="{60FF6A03-2771-4102-9075-93AFE56CD901}"/>
                  </a:ext>
                </a:extLst>
              </p:cNvPr>
              <p:cNvSpPr/>
              <p:nvPr/>
            </p:nvSpPr>
            <p:spPr>
              <a:xfrm>
                <a:off x="1578494" y="1965704"/>
                <a:ext cx="6749012" cy="1558835"/>
              </a:xfrm>
              <a:prstGeom prst="round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54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sz="5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d>
                        <m:dPr>
                          <m:ctrlPr>
                            <a:rPr lang="en-GB" sz="5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5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3+4</m:t>
                          </m:r>
                        </m:e>
                      </m:d>
                      <m:r>
                        <a:rPr lang="en-GB" sz="5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5400" baseline="30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" name="Rectangle: Rounded Corners 1">
                <a:extLst>
                  <a:ext uri="{FF2B5EF4-FFF2-40B4-BE49-F238E27FC236}">
                    <a16:creationId xmlns:a16="http://schemas.microsoft.com/office/drawing/2014/main" id="{60FF6A03-2771-4102-9075-93AFE56CD90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8494" y="1965704"/>
                <a:ext cx="6749012" cy="1558835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87579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2254888"/>
            <a:chOff x="948538" y="2301556"/>
            <a:chExt cx="8008924" cy="2254888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01801"/>
              <a:ext cx="7476726" cy="156966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3808693" y="5472204"/>
            <a:ext cx="2288614" cy="1207346"/>
            <a:chOff x="3808693" y="5102013"/>
            <a:chExt cx="2288614" cy="1207346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08693" y="5102013"/>
              <a:ext cx="2288614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4001589" y="5290187"/>
              <a:ext cx="2095718" cy="830997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48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Башта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560484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3391988" y="5265928"/>
            <a:ext cx="3122023" cy="1227909"/>
          </a:xfrm>
          <a:prstGeom prst="roundRect">
            <a:avLst/>
          </a:prstGeom>
          <a:blipFill>
            <a:blip r:embed="rId5"/>
            <a:tile tx="0" ty="0" sx="100000" sy="100000" flip="none" algn="tl"/>
          </a:blip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/>
              <a:t>12</a:t>
            </a:r>
            <a:endParaRPr lang="en-GB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: Rounded Corners 1">
                <a:extLst>
                  <a:ext uri="{FF2B5EF4-FFF2-40B4-BE49-F238E27FC236}">
                    <a16:creationId xmlns:a16="http://schemas.microsoft.com/office/drawing/2014/main" id="{60FF6A03-2771-4102-9075-93AFE56CD901}"/>
                  </a:ext>
                </a:extLst>
              </p:cNvPr>
              <p:cNvSpPr/>
              <p:nvPr/>
            </p:nvSpPr>
            <p:spPr>
              <a:xfrm>
                <a:off x="1578494" y="1965704"/>
                <a:ext cx="6749012" cy="1558835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5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20 −</m:t>
                      </m:r>
                      <m:rad>
                        <m:radPr>
                          <m:degHide m:val="on"/>
                          <m:ctrlPr>
                            <a:rPr lang="en-GB" sz="5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5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9</m:t>
                          </m:r>
                        </m:e>
                      </m:rad>
                      <m:r>
                        <a:rPr lang="en-GB" sz="5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−10÷2</m:t>
                      </m:r>
                      <m:r>
                        <a:rPr lang="en-GB" sz="5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5400" baseline="30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" name="Rectangle: Rounded Corners 1">
                <a:extLst>
                  <a:ext uri="{FF2B5EF4-FFF2-40B4-BE49-F238E27FC236}">
                    <a16:creationId xmlns:a16="http://schemas.microsoft.com/office/drawing/2014/main" id="{60FF6A03-2771-4102-9075-93AFE56CD90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8494" y="1965704"/>
                <a:ext cx="6749012" cy="1558835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13779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2254888"/>
            <a:chOff x="948538" y="2301556"/>
            <a:chExt cx="8008924" cy="2254888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01801"/>
              <a:ext cx="7476726" cy="156966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3808693" y="5472204"/>
            <a:ext cx="2288614" cy="1207346"/>
            <a:chOff x="3808693" y="5102013"/>
            <a:chExt cx="2288614" cy="1207346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08693" y="5102013"/>
              <a:ext cx="2288614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4001589" y="5290187"/>
              <a:ext cx="2095718" cy="830997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48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Башта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712766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3391988" y="5265928"/>
            <a:ext cx="3122023" cy="1227909"/>
          </a:xfrm>
          <a:prstGeom prst="roundRect">
            <a:avLst/>
          </a:prstGeom>
          <a:blipFill>
            <a:blip r:embed="rId5"/>
            <a:tile tx="0" ty="0" sx="100000" sy="100000" flip="none" algn="tl"/>
          </a:blip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/>
              <a:t>28</a:t>
            </a:r>
            <a:endParaRPr lang="en-GB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: Rounded Corners 1">
                <a:extLst>
                  <a:ext uri="{FF2B5EF4-FFF2-40B4-BE49-F238E27FC236}">
                    <a16:creationId xmlns:a16="http://schemas.microsoft.com/office/drawing/2014/main" id="{60FF6A03-2771-4102-9075-93AFE56CD901}"/>
                  </a:ext>
                </a:extLst>
              </p:cNvPr>
              <p:cNvSpPr/>
              <p:nvPr/>
            </p:nvSpPr>
            <p:spPr>
              <a:xfrm>
                <a:off x="1578494" y="1965704"/>
                <a:ext cx="6749012" cy="1558835"/>
              </a:xfrm>
              <a:prstGeom prst="round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sz="5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5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3×2</m:t>
                          </m:r>
                        </m:e>
                      </m:d>
                      <m:r>
                        <a:rPr lang="en-GB" sz="5400" b="0" i="1" baseline="300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sz="5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−8=</m:t>
                      </m:r>
                    </m:oMath>
                  </m:oMathPara>
                </a14:m>
                <a:endParaRPr lang="en-GB" sz="5400" baseline="30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" name="Rectangle: Rounded Corners 1">
                <a:extLst>
                  <a:ext uri="{FF2B5EF4-FFF2-40B4-BE49-F238E27FC236}">
                    <a16:creationId xmlns:a16="http://schemas.microsoft.com/office/drawing/2014/main" id="{60FF6A03-2771-4102-9075-93AFE56CD90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8494" y="1965704"/>
                <a:ext cx="6749012" cy="1558835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778700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2254888"/>
            <a:chOff x="948538" y="2301556"/>
            <a:chExt cx="8008924" cy="2254888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01801"/>
              <a:ext cx="7476726" cy="156966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3808693" y="5472204"/>
            <a:ext cx="2288614" cy="1207346"/>
            <a:chOff x="3808693" y="5102013"/>
            <a:chExt cx="2288614" cy="1207346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08693" y="5102013"/>
              <a:ext cx="2288614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4001589" y="5290187"/>
              <a:ext cx="2095718" cy="830997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48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Башта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557671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3391988" y="5265928"/>
            <a:ext cx="3122023" cy="1227909"/>
          </a:xfrm>
          <a:prstGeom prst="roundRect">
            <a:avLst/>
          </a:prstGeom>
          <a:blipFill>
            <a:blip r:embed="rId5"/>
            <a:tile tx="0" ty="0" sx="100000" sy="100000" flip="none" algn="tl"/>
          </a:blip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/>
              <a:t>8</a:t>
            </a:r>
            <a:endParaRPr lang="en-GB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: Rounded Corners 1">
                <a:extLst>
                  <a:ext uri="{FF2B5EF4-FFF2-40B4-BE49-F238E27FC236}">
                    <a16:creationId xmlns:a16="http://schemas.microsoft.com/office/drawing/2014/main" id="{60FF6A03-2771-4102-9075-93AFE56CD901}"/>
                  </a:ext>
                </a:extLst>
              </p:cNvPr>
              <p:cNvSpPr/>
              <p:nvPr/>
            </p:nvSpPr>
            <p:spPr>
              <a:xfrm>
                <a:off x="1578494" y="1965704"/>
                <a:ext cx="6749012" cy="1558835"/>
              </a:xfrm>
              <a:prstGeom prst="round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5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2×</m:t>
                      </m:r>
                      <m:rad>
                        <m:radPr>
                          <m:degHide m:val="on"/>
                          <m:ctrlPr>
                            <a:rPr lang="en-GB" sz="5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5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(3+13)</m:t>
                          </m:r>
                        </m:e>
                      </m:rad>
                      <m:r>
                        <a:rPr lang="en-GB" sz="5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5400" baseline="30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" name="Rectangle: Rounded Corners 1">
                <a:extLst>
                  <a:ext uri="{FF2B5EF4-FFF2-40B4-BE49-F238E27FC236}">
                    <a16:creationId xmlns:a16="http://schemas.microsoft.com/office/drawing/2014/main" id="{60FF6A03-2771-4102-9075-93AFE56CD90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8494" y="1965704"/>
                <a:ext cx="6749012" cy="1558835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971593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2254888"/>
            <a:chOff x="948538" y="2301556"/>
            <a:chExt cx="8008924" cy="2254888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01801"/>
              <a:ext cx="7476726" cy="156966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3808693" y="5472204"/>
            <a:ext cx="2288614" cy="1207346"/>
            <a:chOff x="3808693" y="5102013"/>
            <a:chExt cx="2288614" cy="1207346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08693" y="5102013"/>
              <a:ext cx="2288614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4001589" y="5290187"/>
              <a:ext cx="2095718" cy="830997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48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Башта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010141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3391988" y="5265928"/>
            <a:ext cx="3122023" cy="1227909"/>
          </a:xfrm>
          <a:prstGeom prst="roundRect">
            <a:avLst/>
          </a:prstGeom>
          <a:blipFill>
            <a:blip r:embed="rId5"/>
            <a:tile tx="0" ty="0" sx="100000" sy="100000" flip="none" algn="tl"/>
          </a:blip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/>
              <a:t>16</a:t>
            </a:r>
            <a:endParaRPr lang="en-GB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: Rounded Corners 1">
                <a:extLst>
                  <a:ext uri="{FF2B5EF4-FFF2-40B4-BE49-F238E27FC236}">
                    <a16:creationId xmlns:a16="http://schemas.microsoft.com/office/drawing/2014/main" id="{60FF6A03-2771-4102-9075-93AFE56CD901}"/>
                  </a:ext>
                </a:extLst>
              </p:cNvPr>
              <p:cNvSpPr/>
              <p:nvPr/>
            </p:nvSpPr>
            <p:spPr>
              <a:xfrm>
                <a:off x="1578494" y="1965704"/>
                <a:ext cx="6749012" cy="1558835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54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7×4 −3×</m:t>
                      </m:r>
                      <m:r>
                        <a:rPr lang="en-GB" sz="5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sz="5400" b="0" i="1" baseline="300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sz="5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5400" baseline="30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" name="Rectangle: Rounded Corners 1">
                <a:extLst>
                  <a:ext uri="{FF2B5EF4-FFF2-40B4-BE49-F238E27FC236}">
                    <a16:creationId xmlns:a16="http://schemas.microsoft.com/office/drawing/2014/main" id="{60FF6A03-2771-4102-9075-93AFE56CD90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8494" y="1965704"/>
                <a:ext cx="6749012" cy="1558835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577860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2254888"/>
            <a:chOff x="948538" y="2301556"/>
            <a:chExt cx="8008924" cy="2254888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01801"/>
              <a:ext cx="7476726" cy="156966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3808693" y="5472204"/>
            <a:ext cx="2288614" cy="1207346"/>
            <a:chOff x="3808693" y="5102013"/>
            <a:chExt cx="2288614" cy="1207346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08693" y="5102013"/>
              <a:ext cx="2288614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4001589" y="5290187"/>
              <a:ext cx="2095718" cy="830997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48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Башта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760422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3391988" y="5265928"/>
            <a:ext cx="3122023" cy="1227909"/>
          </a:xfrm>
          <a:prstGeom prst="roundRect">
            <a:avLst/>
          </a:prstGeom>
          <a:blipFill>
            <a:blip r:embed="rId5"/>
            <a:tile tx="0" ty="0" sx="100000" sy="100000" flip="none" algn="tl"/>
          </a:blip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/>
              <a:t>32</a:t>
            </a:r>
            <a:endParaRPr lang="en-GB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: Rounded Corners 1">
                <a:extLst>
                  <a:ext uri="{FF2B5EF4-FFF2-40B4-BE49-F238E27FC236}">
                    <a16:creationId xmlns:a16="http://schemas.microsoft.com/office/drawing/2014/main" id="{60FF6A03-2771-4102-9075-93AFE56CD901}"/>
                  </a:ext>
                </a:extLst>
              </p:cNvPr>
              <p:cNvSpPr/>
              <p:nvPr/>
            </p:nvSpPr>
            <p:spPr>
              <a:xfrm>
                <a:off x="914400" y="1965704"/>
                <a:ext cx="8077200" cy="1558835"/>
              </a:xfrm>
              <a:prstGeom prst="round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5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7−4+2×</m:t>
                      </m:r>
                      <m:rad>
                        <m:radPr>
                          <m:degHide m:val="on"/>
                          <m:ctrlPr>
                            <a:rPr lang="en-GB" sz="5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5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100</m:t>
                          </m:r>
                        </m:e>
                      </m:rad>
                      <m:r>
                        <a:rPr lang="en-GB" sz="5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+3</m:t>
                      </m:r>
                      <m:r>
                        <a:rPr lang="en-GB" sz="5400" b="0" i="1" baseline="300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sz="5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5400" baseline="30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" name="Rectangle: Rounded Corners 1">
                <a:extLst>
                  <a:ext uri="{FF2B5EF4-FFF2-40B4-BE49-F238E27FC236}">
                    <a16:creationId xmlns:a16="http://schemas.microsoft.com/office/drawing/2014/main" id="{60FF6A03-2771-4102-9075-93AFE56CD90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1965704"/>
                <a:ext cx="8077200" cy="1558835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694396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2254888"/>
            <a:chOff x="948538" y="2301556"/>
            <a:chExt cx="8008924" cy="2254888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01801"/>
              <a:ext cx="7476726" cy="156966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3808693" y="5472204"/>
            <a:ext cx="2288614" cy="1207346"/>
            <a:chOff x="3808693" y="5102013"/>
            <a:chExt cx="2288614" cy="1207346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08693" y="5102013"/>
              <a:ext cx="2288614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4001589" y="5290187"/>
              <a:ext cx="2095718" cy="830997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48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Башта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395238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3391988" y="5265928"/>
            <a:ext cx="3122023" cy="1227909"/>
          </a:xfrm>
          <a:prstGeom prst="roundRect">
            <a:avLst/>
          </a:prstGeom>
          <a:blipFill>
            <a:blip r:embed="rId5"/>
            <a:tile tx="0" ty="0" sx="100000" sy="100000" flip="none" algn="tl"/>
          </a:blip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/>
              <a:t>16</a:t>
            </a:r>
            <a:endParaRPr lang="en-GB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: Rounded Corners 1">
                <a:extLst>
                  <a:ext uri="{FF2B5EF4-FFF2-40B4-BE49-F238E27FC236}">
                    <a16:creationId xmlns:a16="http://schemas.microsoft.com/office/drawing/2014/main" id="{60FF6A03-2771-4102-9075-93AFE56CD901}"/>
                  </a:ext>
                </a:extLst>
              </p:cNvPr>
              <p:cNvSpPr/>
              <p:nvPr/>
            </p:nvSpPr>
            <p:spPr>
              <a:xfrm>
                <a:off x="1578494" y="1965704"/>
                <a:ext cx="6749012" cy="1558835"/>
              </a:xfrm>
              <a:prstGeom prst="round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sz="5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5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2×2</m:t>
                          </m:r>
                        </m:e>
                      </m:d>
                      <m:r>
                        <a:rPr lang="en-GB" sz="5400" i="1" baseline="300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sz="5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÷2×2</m:t>
                      </m:r>
                      <m:r>
                        <a:rPr lang="en-GB" sz="5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5400" baseline="30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" name="Rectangle: Rounded Corners 1">
                <a:extLst>
                  <a:ext uri="{FF2B5EF4-FFF2-40B4-BE49-F238E27FC236}">
                    <a16:creationId xmlns:a16="http://schemas.microsoft.com/office/drawing/2014/main" id="{60FF6A03-2771-4102-9075-93AFE56CD90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8494" y="1965704"/>
                <a:ext cx="6749012" cy="1558835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3681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2254888"/>
            <a:chOff x="948538" y="2301556"/>
            <a:chExt cx="8008924" cy="2254888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01801"/>
              <a:ext cx="7476726" cy="156966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3808693" y="5472204"/>
            <a:ext cx="2288614" cy="1207346"/>
            <a:chOff x="3808693" y="5102013"/>
            <a:chExt cx="2288614" cy="1207346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08693" y="5102013"/>
              <a:ext cx="2288614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4001589" y="5290187"/>
              <a:ext cx="2095718" cy="830997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48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Башта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122183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3391988" y="5265928"/>
            <a:ext cx="3122023" cy="1227909"/>
          </a:xfrm>
          <a:prstGeom prst="roundRect">
            <a:avLst/>
          </a:prstGeom>
          <a:blipFill>
            <a:blip r:embed="rId5"/>
            <a:tile tx="0" ty="0" sx="100000" sy="100000" flip="none" algn="tl"/>
          </a:blip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/>
              <a:t>7</a:t>
            </a:r>
            <a:endParaRPr lang="en-GB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: Rounded Corners 1">
                <a:extLst>
                  <a:ext uri="{FF2B5EF4-FFF2-40B4-BE49-F238E27FC236}">
                    <a16:creationId xmlns:a16="http://schemas.microsoft.com/office/drawing/2014/main" id="{60FF6A03-2771-4102-9075-93AFE56CD901}"/>
                  </a:ext>
                </a:extLst>
              </p:cNvPr>
              <p:cNvSpPr/>
              <p:nvPr/>
            </p:nvSpPr>
            <p:spPr>
              <a:xfrm>
                <a:off x="1345474" y="1965704"/>
                <a:ext cx="7215052" cy="1558835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5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3 ×</m:t>
                      </m:r>
                      <m:d>
                        <m:dPr>
                          <m:ctrlPr>
                            <a:rPr lang="en-GB" sz="5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5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2+4</m:t>
                          </m:r>
                        </m:e>
                      </m:d>
                      <m:r>
                        <a:rPr lang="en-GB" sz="5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÷6+4=</m:t>
                      </m:r>
                    </m:oMath>
                  </m:oMathPara>
                </a14:m>
                <a:endParaRPr lang="en-GB" sz="5400" baseline="30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" name="Rectangle: Rounded Corners 1">
                <a:extLst>
                  <a:ext uri="{FF2B5EF4-FFF2-40B4-BE49-F238E27FC236}">
                    <a16:creationId xmlns:a16="http://schemas.microsoft.com/office/drawing/2014/main" id="{60FF6A03-2771-4102-9075-93AFE56CD90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5474" y="1965704"/>
                <a:ext cx="7215052" cy="1558835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912707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144062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403678" y="979468"/>
            <a:ext cx="9240883" cy="58785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Турдуу пикирлер учун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13817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8359</TotalTime>
  <Words>213</Words>
  <Application>Microsoft Office PowerPoint</Application>
  <PresentationFormat>A4 Paper (210x297 mm)</PresentationFormat>
  <Paragraphs>71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4" baseType="lpstr">
      <vt:lpstr>Calibri</vt:lpstr>
      <vt:lpstr>Berlin Sans FB Demi</vt:lpstr>
      <vt:lpstr>Arial</vt:lpstr>
      <vt:lpstr>Cambria Math</vt:lpstr>
      <vt:lpstr>Calibri Light</vt:lpstr>
      <vt:lpstr>Bernard MT Condensed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358</cp:revision>
  <cp:lastPrinted>2017-12-31T22:38:51Z</cp:lastPrinted>
  <dcterms:created xsi:type="dcterms:W3CDTF">2017-01-17T16:57:04Z</dcterms:created>
  <dcterms:modified xsi:type="dcterms:W3CDTF">2024-05-01T07:59:04Z</dcterms:modified>
</cp:coreProperties>
</file>