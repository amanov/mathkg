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7" r:id="rId2"/>
    <p:sldId id="940" r:id="rId3"/>
    <p:sldId id="943" r:id="rId4"/>
    <p:sldId id="941" r:id="rId5"/>
    <p:sldId id="946" r:id="rId6"/>
    <p:sldId id="948" r:id="rId7"/>
  </p:sldIdLst>
  <p:sldSz cx="9906000" cy="6858000" type="A4"/>
  <p:notesSz cx="6669088" cy="9926638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Calibri Light" panose="020F0302020204030204" pitchFamily="34" charset="0"/>
      <p:regular r:id="rId13"/>
      <p:italic r:id="rId14"/>
    </p:embeddedFont>
    <p:embeddedFont>
      <p:font typeface="Comic Sans MS" panose="030F0702030302020204" pitchFamily="66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1" d="100"/>
          <a:sy n="61" d="100"/>
        </p:scale>
        <p:origin x="1444" y="28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07/10/2023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10/7/2023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081956"/>
            <a:ext cx="99060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 Сандуу Ондуктар –– Бөлүү ––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&amp;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</a:t>
            </a: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окуучулардын эки командасы катары менен үч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алууга аракет кылышат.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мүмкүн болушунча көп суроолорду чыгарып, анан өз командасына жооп берүүгө мүмкүнчүлүк 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Болбосо, суроолор кезеги менен тандалып, же мугалим тарабынан багытталышы мүмкүн.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Мугалим үчүн жооп барагы жана таратма материалдар бар.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Туура жооп берген командага жараша «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X»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«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O»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баскычын басыңыз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87B125FC-EF16-674C-CC56-D5D7C6AF970B}"/>
              </a:ext>
            </a:extLst>
          </p:cNvPr>
          <p:cNvSpPr txBox="1">
            <a:spLocks/>
          </p:cNvSpPr>
          <p:nvPr/>
        </p:nvSpPr>
        <p:spPr>
          <a:xfrm>
            <a:off x="0" y="-30480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9400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16BA71F7-1780-4E84-B56A-10238795619B}"/>
              </a:ext>
            </a:extLst>
          </p:cNvPr>
          <p:cNvSpPr txBox="1"/>
          <p:nvPr/>
        </p:nvSpPr>
        <p:spPr>
          <a:xfrm>
            <a:off x="2382692" y="1186222"/>
            <a:ext cx="516519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b="1" dirty="0">
                <a:latin typeface="Comic Sans MS" panose="030F0702030302020204" pitchFamily="66" charset="0"/>
              </a:rPr>
              <a:t>Ондуктарга бөлүү</a:t>
            </a:r>
            <a:endParaRPr lang="en-GB" sz="4400" b="1" dirty="0">
              <a:latin typeface="Comic Sans MS" panose="030F0702030302020204" pitchFamily="66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F576673-8E76-412B-AC89-F763204866D9}"/>
              </a:ext>
            </a:extLst>
          </p:cNvPr>
          <p:cNvGrpSpPr/>
          <p:nvPr/>
        </p:nvGrpSpPr>
        <p:grpSpPr>
          <a:xfrm>
            <a:off x="1558778" y="2120996"/>
            <a:ext cx="6751875" cy="4737004"/>
            <a:chOff x="1558778" y="2120996"/>
            <a:chExt cx="6751875" cy="473700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11F1D1-4C6E-4C81-8FD3-D4A7522CF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58778" y="2120996"/>
              <a:ext cx="6751875" cy="4737004"/>
            </a:xfrm>
            <a:prstGeom prst="rect">
              <a:avLst/>
            </a:prstGeom>
          </p:spPr>
        </p:pic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ECB0E04-E563-4B9A-805A-CAD8FE4AE4E9}"/>
                </a:ext>
              </a:extLst>
            </p:cNvPr>
            <p:cNvSpPr/>
            <p:nvPr/>
          </p:nvSpPr>
          <p:spPr>
            <a:xfrm>
              <a:off x="1934698" y="2590800"/>
              <a:ext cx="5821680" cy="4043680"/>
            </a:xfrm>
            <a:custGeom>
              <a:avLst/>
              <a:gdLst>
                <a:gd name="connsiteX0" fmla="*/ 0 w 5821680"/>
                <a:gd name="connsiteY0" fmla="*/ 0 h 4043680"/>
                <a:gd name="connsiteX1" fmla="*/ 2865120 w 5821680"/>
                <a:gd name="connsiteY1" fmla="*/ 1473200 h 4043680"/>
                <a:gd name="connsiteX2" fmla="*/ 5821680 w 5821680"/>
                <a:gd name="connsiteY2" fmla="*/ 4043680 h 404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21680" h="4043680">
                  <a:moveTo>
                    <a:pt x="0" y="0"/>
                  </a:moveTo>
                  <a:cubicBezTo>
                    <a:pt x="947420" y="399626"/>
                    <a:pt x="1894840" y="799253"/>
                    <a:pt x="2865120" y="1473200"/>
                  </a:cubicBezTo>
                  <a:cubicBezTo>
                    <a:pt x="3835400" y="2147147"/>
                    <a:pt x="4828540" y="3095413"/>
                    <a:pt x="5821680" y="4043680"/>
                  </a:cubicBezTo>
                </a:path>
              </a:pathLst>
            </a:custGeom>
            <a:noFill/>
            <a:ln w="203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3E7979F-C685-CF9A-03AA-6516B053CF61}"/>
              </a:ext>
            </a:extLst>
          </p:cNvPr>
          <p:cNvSpPr txBox="1"/>
          <p:nvPr/>
        </p:nvSpPr>
        <p:spPr>
          <a:xfrm>
            <a:off x="1934698" y="180226"/>
            <a:ext cx="4953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600" b="1" dirty="0">
                <a:latin typeface="Comic Sans MS" panose="030F0702030302020204" pitchFamily="66" charset="0"/>
              </a:rPr>
              <a:t>Х жана О </a:t>
            </a:r>
            <a:endParaRPr lang="en-GB" sz="6600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3110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376538-1573-DFFD-1FB6-7501E20C0245}"/>
              </a:ext>
            </a:extLst>
          </p:cNvPr>
          <p:cNvSpPr txBox="1"/>
          <p:nvPr/>
        </p:nvSpPr>
        <p:spPr>
          <a:xfrm>
            <a:off x="886026" y="61546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19C1CA-050F-62EF-F8C7-112C195A2393}"/>
              </a:ext>
            </a:extLst>
          </p:cNvPr>
          <p:cNvSpPr txBox="1"/>
          <p:nvPr/>
        </p:nvSpPr>
        <p:spPr>
          <a:xfrm>
            <a:off x="834190" y="752426"/>
            <a:ext cx="1720343" cy="76944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 ÷ 0,2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6D6997-8AF9-DD8C-158E-0CF3F25CC90E}"/>
              </a:ext>
            </a:extLst>
          </p:cNvPr>
          <p:cNvSpPr txBox="1"/>
          <p:nvPr/>
        </p:nvSpPr>
        <p:spPr>
          <a:xfrm>
            <a:off x="3815756" y="752426"/>
            <a:ext cx="2291012" cy="76944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18 ÷ 0,18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72D708-29EA-B361-48ED-4C7E06A4737F}"/>
              </a:ext>
            </a:extLst>
          </p:cNvPr>
          <p:cNvSpPr txBox="1"/>
          <p:nvPr/>
        </p:nvSpPr>
        <p:spPr>
          <a:xfrm>
            <a:off x="7241949" y="752426"/>
            <a:ext cx="2005677" cy="76944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14 ÷ 0,5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F29DA9-CEC3-A3C4-5452-7872F9B6E4AE}"/>
              </a:ext>
            </a:extLst>
          </p:cNvPr>
          <p:cNvSpPr txBox="1"/>
          <p:nvPr/>
        </p:nvSpPr>
        <p:spPr>
          <a:xfrm>
            <a:off x="620190" y="3055052"/>
            <a:ext cx="2148345" cy="76944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7,8 ÷ 0,6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27E09F-355D-F953-A0E4-2C6AC4A8F31E}"/>
              </a:ext>
            </a:extLst>
          </p:cNvPr>
          <p:cNvSpPr txBox="1"/>
          <p:nvPr/>
        </p:nvSpPr>
        <p:spPr>
          <a:xfrm>
            <a:off x="3744422" y="3055052"/>
            <a:ext cx="2433679" cy="7694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/>
              <a:t>92,3 </a:t>
            </a:r>
            <a:r>
              <a:rPr lang="en-GB" sz="4400" dirty="0"/>
              <a:t>÷ 1,3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CF5DAD-E129-7639-3326-D317C689FB95}"/>
              </a:ext>
            </a:extLst>
          </p:cNvPr>
          <p:cNvSpPr txBox="1"/>
          <p:nvPr/>
        </p:nvSpPr>
        <p:spPr>
          <a:xfrm>
            <a:off x="7170617" y="3055052"/>
            <a:ext cx="2148345" cy="76944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8,4 ÷ 1,2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79F977-2453-843B-4DA5-FD2A5C25BD0F}"/>
              </a:ext>
            </a:extLst>
          </p:cNvPr>
          <p:cNvSpPr txBox="1"/>
          <p:nvPr/>
        </p:nvSpPr>
        <p:spPr>
          <a:xfrm>
            <a:off x="620190" y="5332739"/>
            <a:ext cx="2148345" cy="7694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2,1 ÷ 0,7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CF24D5-CE81-7057-DB58-FBF1CD040409}"/>
              </a:ext>
            </a:extLst>
          </p:cNvPr>
          <p:cNvSpPr txBox="1"/>
          <p:nvPr/>
        </p:nvSpPr>
        <p:spPr>
          <a:xfrm>
            <a:off x="3744421" y="5332739"/>
            <a:ext cx="2433679" cy="76944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21,6 ÷ 0,9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79691C-EA6E-0CC3-449C-CA703915DC65}"/>
              </a:ext>
            </a:extLst>
          </p:cNvPr>
          <p:cNvSpPr txBox="1"/>
          <p:nvPr/>
        </p:nvSpPr>
        <p:spPr>
          <a:xfrm>
            <a:off x="7384617" y="5332739"/>
            <a:ext cx="1720343" cy="76944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2,4 ÷ 2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533E3BD-6FB5-476F-99F1-02450F530E4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-17584"/>
            <a:ext cx="748800" cy="5206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CAA8117-CC01-4D05-B844-0D0CDB17C6E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-17584"/>
            <a:ext cx="748800" cy="514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8FB2BE1-27D2-431B-BCED-7E68410FEA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-17584"/>
            <a:ext cx="748800" cy="52065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48F5291-8825-4946-8CE7-86668EA7283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-17584"/>
            <a:ext cx="748800" cy="5148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F09684B-D26D-4FFD-8843-604C7B1065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-17584"/>
            <a:ext cx="748800" cy="52065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910B27D-EF76-4488-8172-AC2EC2E9F4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-17584"/>
            <a:ext cx="748800" cy="5148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52FFC8B-106E-4F91-88D7-7A4568D459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2284984"/>
            <a:ext cx="748800" cy="52065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31C0B2D8-22A1-4AA9-B63F-F33D6D96D0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2284984"/>
            <a:ext cx="748800" cy="5148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A85A9E0-7D4F-4280-A3B0-2FFE87C658E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17584" y="2284984"/>
            <a:ext cx="748800" cy="52065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6AD6BD5-771A-45EA-9994-86ABE2D040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2284984"/>
            <a:ext cx="748800" cy="5148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33545A9-4061-4000-976E-5C60F567EC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04566" y="2284984"/>
            <a:ext cx="748800" cy="52065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86412B9-A43A-45D0-87CD-3CC3D659E3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2284984"/>
            <a:ext cx="748800" cy="5148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A21651F-B3D7-404C-B2A8-5BDAF1608D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4588628"/>
            <a:ext cx="748800" cy="52065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F90451B-46EB-4B60-B7A6-38DEF9C97AC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4588628"/>
            <a:ext cx="748800" cy="5148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66DD8D3-8980-483B-AB5B-4E43B81A6A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4588628"/>
            <a:ext cx="748800" cy="52065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10621DB-3885-45EE-A697-D015014BE93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4588628"/>
            <a:ext cx="748800" cy="5148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03BE1C65-5624-48BF-B228-A8D20E7C0A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4588628"/>
            <a:ext cx="748800" cy="52065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FA457B3C-027D-4301-B349-D79F6CE549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4588628"/>
            <a:ext cx="748800" cy="5148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C057B65-CF6C-417A-91D6-B16402ED038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19643" y="-29860"/>
            <a:ext cx="3300450" cy="231676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860A6D9-023D-4552-A308-9F1CEBB876A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12956" y="-32523"/>
            <a:ext cx="3338364" cy="231915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FB1334F-526E-4577-902A-6CA5B314915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2877" y="-43757"/>
            <a:ext cx="3351989" cy="234162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A93432C-CAEA-4CAA-9FB7-41AE15566C1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22692" y="2321441"/>
            <a:ext cx="3296443" cy="224128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5A821DC-E3C2-43A7-978D-5DCD7A6A9E5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3790" y="2312844"/>
            <a:ext cx="3400467" cy="224106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031BDBF-1BB6-4F5C-8AB5-1632B6FA279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07307" y="4601523"/>
            <a:ext cx="3287617" cy="238409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359483D-5E67-4A02-BDEC-F00993613A9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47691" y="4578155"/>
            <a:ext cx="3338093" cy="238788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3017E59-96F0-4344-835B-C929863A32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56077" y="4582111"/>
            <a:ext cx="3381871" cy="239089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E252C0A-C003-4D42-AC38-BCEB7F1FEDA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16764" y="30841"/>
            <a:ext cx="3362380" cy="2299269"/>
          </a:xfrm>
          <a:prstGeom prst="rect">
            <a:avLst/>
          </a:prstGeom>
          <a:ln>
            <a:noFill/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7FE297C-0FA4-4943-9851-898303B7BF5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4370" y="2292931"/>
            <a:ext cx="3283694" cy="2260781"/>
          </a:xfrm>
          <a:prstGeom prst="rect">
            <a:avLst/>
          </a:prstGeom>
          <a:ln>
            <a:noFill/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F8E161A-BF60-4395-B336-5094B3E0144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08360" y="1"/>
            <a:ext cx="3315600" cy="2280920"/>
          </a:xfrm>
          <a:prstGeom prst="rect">
            <a:avLst/>
          </a:prstGeom>
          <a:ln>
            <a:noFill/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C76379A-DD27-4914-B9B1-BAAAAF706D6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11726" y="2285877"/>
            <a:ext cx="3298285" cy="2232321"/>
          </a:xfrm>
          <a:prstGeom prst="rect">
            <a:avLst/>
          </a:prstGeom>
          <a:ln>
            <a:noFill/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135B140-237C-43DF-BED2-95BCB8AB362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7801" y="4585686"/>
            <a:ext cx="3280263" cy="2377220"/>
          </a:xfrm>
          <a:prstGeom prst="rect">
            <a:avLst/>
          </a:prstGeom>
          <a:ln>
            <a:noFill/>
          </a:ln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D486A0B-73A9-44D6-A2C5-D93D65D9FFC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19508" y="4589392"/>
            <a:ext cx="3315600" cy="2289696"/>
          </a:xfrm>
          <a:prstGeom prst="rect">
            <a:avLst/>
          </a:prstGeom>
          <a:ln>
            <a:noFill/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21E27D5D-2DA8-4D09-B9ED-9E57F99A435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23917" y="4562173"/>
            <a:ext cx="3377550" cy="2358061"/>
          </a:xfrm>
          <a:prstGeom prst="rect">
            <a:avLst/>
          </a:prstGeom>
          <a:ln>
            <a:noFill/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5AA96D2-A2EA-4A66-B82B-E29A3AC10A8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45353" y="-5581"/>
            <a:ext cx="3269009" cy="2281422"/>
          </a:xfrm>
          <a:prstGeom prst="rect">
            <a:avLst/>
          </a:prstGeom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54EDC71-D725-4807-9829-7D2648956DB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55499" y="2279116"/>
            <a:ext cx="3348882" cy="225007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2E0FDA8-2F44-429A-B98A-DDB8AE088F6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2413" y="2293384"/>
            <a:ext cx="3296034" cy="2264290"/>
          </a:xfrm>
          <a:prstGeom prst="rect">
            <a:avLst/>
          </a:prstGeom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0CD2FD4-E7C8-4C3D-8AA1-CD53E7524950}"/>
              </a:ext>
            </a:extLst>
          </p:cNvPr>
          <p:cNvGrpSpPr/>
          <p:nvPr/>
        </p:nvGrpSpPr>
        <p:grpSpPr>
          <a:xfrm>
            <a:off x="-131885" y="-47908"/>
            <a:ext cx="10152824" cy="7033522"/>
            <a:chOff x="-131885" y="-47908"/>
            <a:chExt cx="10152824" cy="7033522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7B5165D-BBB1-460D-B34D-531FC4E1CB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31885" y="227538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FEBB0BD-04AC-4360-9D9B-25EEA1B61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93785" y="456431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C2E692D-BCA6-44E1-A316-9AA41FFC1A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0022" y="-33254"/>
              <a:ext cx="628" cy="699616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F86DCD8-F0B3-4D8F-BC37-1D7575107C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119" y="-47908"/>
              <a:ext cx="0" cy="703352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6420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695D71A-24A5-49A6-9C98-9450B6DA1604}"/>
              </a:ext>
            </a:extLst>
          </p:cNvPr>
          <p:cNvSpPr txBox="1"/>
          <p:nvPr/>
        </p:nvSpPr>
        <p:spPr>
          <a:xfrm>
            <a:off x="3626258" y="6484249"/>
            <a:ext cx="34422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u="sng" dirty="0"/>
              <a:t>Мугалимдин жооп баракчасы</a:t>
            </a:r>
            <a:endParaRPr lang="en-GB" sz="2000" u="sng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AB72028-4A98-6F37-A1E8-92DB7E75C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767" y="0"/>
            <a:ext cx="9258466" cy="6484249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C4461FD-A83B-8461-76CF-E1B5FFDD1709}"/>
              </a:ext>
            </a:extLst>
          </p:cNvPr>
          <p:cNvSpPr/>
          <p:nvPr/>
        </p:nvSpPr>
        <p:spPr>
          <a:xfrm>
            <a:off x="1320800" y="142240"/>
            <a:ext cx="1320800" cy="42672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B4535D-7611-526B-1F38-E613712754A3}"/>
              </a:ext>
            </a:extLst>
          </p:cNvPr>
          <p:cNvSpPr txBox="1"/>
          <p:nvPr/>
        </p:nvSpPr>
        <p:spPr>
          <a:xfrm>
            <a:off x="1219200" y="91880"/>
            <a:ext cx="152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Эсептеңиз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96141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26065FC-D008-E8EF-347F-8981AD8924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953000" cy="34193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DA43F8B-8D79-72CC-B6EB-B300CDB0F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0"/>
            <a:ext cx="4953000" cy="34193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4D4A145-D103-245E-9640-172A598810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0800"/>
            <a:ext cx="4953000" cy="34193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1438BF-0684-211D-FADD-2C0C37BBB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3470103"/>
            <a:ext cx="4953000" cy="34193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234C320-0650-0549-456C-0362480D5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19303"/>
            <a:ext cx="4953000" cy="3419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612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CC66140-230E-635B-419F-DA2044B4AAA1}"/>
              </a:ext>
            </a:extLst>
          </p:cNvPr>
          <p:cNvSpPr txBox="1">
            <a:spLocks/>
          </p:cNvSpPr>
          <p:nvPr/>
        </p:nvSpPr>
        <p:spPr>
          <a:xfrm>
            <a:off x="261257" y="715282"/>
            <a:ext cx="8649063" cy="56079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ru-RU"/>
              <a:t>Суроолор барбы?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/>
              <a:t>Комментарийлер?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/>
              <a:t>Сунуштар?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/>
              <a:t>…же ката таптыңызбы!?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/>
          </a:p>
          <a:p>
            <a:pPr marL="0" indent="0" algn="ctr" defTabSz="457200">
              <a:lnSpc>
                <a:spcPct val="100000"/>
              </a:lnSpc>
              <a:spcBef>
                <a:spcPts val="0"/>
              </a:spcBef>
              <a:buFontTx/>
              <a:buNone/>
              <a:defRPr/>
            </a:pPr>
            <a:r>
              <a:rPr lang="ru-RU">
                <a:solidFill>
                  <a:prstClr val="black"/>
                </a:solidFill>
                <a:latin typeface="Calibri" panose="020F0502020204030204"/>
              </a:rPr>
              <a:t>Түрдүү пикирлер үчүн ыраазычылык билдиребиз.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/>
              <a:t>Сураныч, электрондук кат жөнөтүңүз: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/>
              <a:t>mathematicskgz@gmail.com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2100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9667</TotalTime>
  <Words>149</Words>
  <Application>Microsoft Office PowerPoint</Application>
  <PresentationFormat>A4 Paper (210x297 mm)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Comic Sans MS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384</cp:revision>
  <cp:lastPrinted>2017-12-31T22:38:51Z</cp:lastPrinted>
  <dcterms:created xsi:type="dcterms:W3CDTF">2017-01-17T16:57:04Z</dcterms:created>
  <dcterms:modified xsi:type="dcterms:W3CDTF">2023-10-08T13:02:30Z</dcterms:modified>
</cp:coreProperties>
</file>