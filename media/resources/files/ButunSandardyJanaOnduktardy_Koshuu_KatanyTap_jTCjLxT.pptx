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1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C2776275-125F-40A2-99AC-54B9C9535547}">
          <p14:sldIdLst>
            <p14:sldId id="945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1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Кошуу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75920" y="184213"/>
            <a:ext cx="9408160" cy="6673787"/>
            <a:chOff x="34768" y="768535"/>
            <a:chExt cx="8499632" cy="601326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9790" y="768535"/>
              <a:ext cx="4316730" cy="234425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8" y="3074842"/>
              <a:ext cx="8499632" cy="370695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E0A156-C296-3757-0482-5126CD789F74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20FA1-713E-142F-D6AB-7568218FC12D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004" y="36905"/>
            <a:ext cx="9601992" cy="6793154"/>
            <a:chOff x="34768" y="768535"/>
            <a:chExt cx="8499632" cy="601326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9790" y="768535"/>
              <a:ext cx="4316730" cy="234425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8" y="3074842"/>
              <a:ext cx="8499632" cy="3706957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51038" y="9092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562318" y="296159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369278" y="501391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904958" y="515615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636478" y="41096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960078" y="10108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279358" y="3957270"/>
            <a:ext cx="1366570" cy="136657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BF393-5422-55FB-8CF0-772649828C83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99242" y="167628"/>
            <a:ext cx="9306956" cy="6576059"/>
            <a:chOff x="34768" y="768535"/>
            <a:chExt cx="8499632" cy="601326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9790" y="768535"/>
              <a:ext cx="4316730" cy="234425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8" y="3074842"/>
              <a:ext cx="8499632" cy="370695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1726AA-5E0C-F5DF-45AD-A1635FC19360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37E44D-2E32-B3E3-C413-8C722084A9F1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02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7FA43F-B739-B9FE-755B-47934ADA2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1417" y="1138266"/>
            <a:ext cx="6697244" cy="4684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0E4AF3-ACDE-8D30-0F6C-86DF9B22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0175" y="1138265"/>
            <a:ext cx="6697244" cy="46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1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4E2F7F-9D39-EDF9-C6DF-734C12172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" y="28938"/>
            <a:ext cx="4724566" cy="3304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945854-45FC-9ACC-8B48-8A2D18031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10" y="0"/>
            <a:ext cx="4724566" cy="330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F7037A-4978-400C-72BF-5FD61BA03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1" y="3524490"/>
            <a:ext cx="4724566" cy="3304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05C937-D910-2A7D-D563-472A6061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34" y="3495552"/>
            <a:ext cx="4724566" cy="33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3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8336</TotalTime>
  <Words>126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2024-08-26T17:38:02Z</cp:lastPrinted>
  <dcterms:created xsi:type="dcterms:W3CDTF">2017-01-17T16:57:04Z</dcterms:created>
  <dcterms:modified xsi:type="dcterms:W3CDTF">2024-08-26T17:38:15Z</dcterms:modified>
</cp:coreProperties>
</file>