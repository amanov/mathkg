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60" r:id="rId2"/>
    <p:sldId id="984" r:id="rId3"/>
    <p:sldId id="958" r:id="rId4"/>
    <p:sldId id="927" r:id="rId5"/>
    <p:sldId id="950" r:id="rId6"/>
    <p:sldId id="953" r:id="rId7"/>
    <p:sldId id="954" r:id="rId8"/>
    <p:sldId id="957" r:id="rId9"/>
    <p:sldId id="941" r:id="rId10"/>
  </p:sldIdLst>
  <p:sldSz cx="9906000" cy="6858000" type="A4"/>
  <p:notesSz cx="6889750" cy="10021888"/>
  <p:embeddedFontLst>
    <p:embeddedFont>
      <p:font typeface="Aharoni" panose="02010803020104030203" pitchFamily="2" charset="-79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Cambria Math" panose="02040503050406030204" pitchFamily="18" charset="0"/>
      <p:regular r:id="rId19"/>
    </p:embeddedFont>
    <p:embeddedFont>
      <p:font typeface="Snap ITC" panose="04040A07060A02020202" pitchFamily="82" charset="0"/>
      <p:regular r:id="rId20"/>
    </p:embeddedFont>
    <p:embeddedFont>
      <p:font typeface="Verdana" panose="020B060403050404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960"/>
            <p14:sldId id="984"/>
          </p14:sldIdLst>
        </p14:section>
        <p14:section name="Title Screen" id="{EBCD178E-BB94-4352-A630-0685D340C71A}">
          <p14:sldIdLst>
            <p14:sldId id="958"/>
          </p14:sldIdLst>
        </p14:section>
        <p14:section name="Instruction Slides" id="{60B5435E-3307-4424-B573-101B6AF6164F}">
          <p14:sldIdLst>
            <p14:sldId id="927"/>
            <p14:sldId id="950"/>
          </p14:sldIdLst>
        </p14:section>
        <p14:section name="Standard Cards" id="{129573F4-7400-4C93-8680-4C65872014A9}">
          <p14:sldIdLst>
            <p14:sldId id="953"/>
            <p14:sldId id="954"/>
          </p14:sldIdLst>
        </p14:section>
        <p14:section name="Small Cards" id="{9332171E-ACE8-4652-B620-D8CF1122C4E0}">
          <p14:sldIdLst>
            <p14:sldId id="957"/>
          </p14:sldIdLst>
        </p14:section>
        <p14:section name="goteachmaths" id="{F3D720CF-F566-46A6-9361-125255B68FA6}">
          <p14:sldIdLst>
            <p14:sldId id="9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85558" cy="502835"/>
          </a:xfrm>
          <a:prstGeom prst="rect">
            <a:avLst/>
          </a:prstGeom>
        </p:spPr>
        <p:txBody>
          <a:bodyPr vert="horz" lIns="92286" tIns="46143" rIns="92286" bIns="4614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601" y="1"/>
            <a:ext cx="2985558" cy="502835"/>
          </a:xfrm>
          <a:prstGeom prst="rect">
            <a:avLst/>
          </a:prstGeom>
        </p:spPr>
        <p:txBody>
          <a:bodyPr vert="horz" lIns="92286" tIns="46143" rIns="92286" bIns="46143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12/12/2023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86" tIns="46143" rIns="92286" bIns="4614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6" y="4823036"/>
            <a:ext cx="5511800" cy="3946118"/>
          </a:xfrm>
          <a:prstGeom prst="rect">
            <a:avLst/>
          </a:prstGeom>
        </p:spPr>
        <p:txBody>
          <a:bodyPr vert="horz" lIns="92286" tIns="46143" rIns="92286" bIns="4614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519059"/>
            <a:ext cx="2985558" cy="502834"/>
          </a:xfrm>
          <a:prstGeom prst="rect">
            <a:avLst/>
          </a:prstGeom>
        </p:spPr>
        <p:txBody>
          <a:bodyPr vert="horz" lIns="92286" tIns="46143" rIns="92286" bIns="4614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601" y="9519059"/>
            <a:ext cx="2985558" cy="502834"/>
          </a:xfrm>
          <a:prstGeom prst="rect">
            <a:avLst/>
          </a:prstGeom>
        </p:spPr>
        <p:txBody>
          <a:bodyPr vert="horz" lIns="92286" tIns="46143" rIns="92286" bIns="46143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50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26" Type="http://schemas.openxmlformats.org/officeDocument/2006/relationships/image" Target="../media/image270.png"/><Relationship Id="rId3" Type="http://schemas.microsoft.com/office/2007/relationships/hdphoto" Target="../media/hdphoto1.wdp"/><Relationship Id="rId21" Type="http://schemas.openxmlformats.org/officeDocument/2006/relationships/image" Target="../media/image220.png"/><Relationship Id="rId34" Type="http://schemas.openxmlformats.org/officeDocument/2006/relationships/image" Target="../media/image35.png"/><Relationship Id="rId7" Type="http://schemas.microsoft.com/office/2007/relationships/hdphoto" Target="../media/hdphoto3.wdp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5" Type="http://schemas.openxmlformats.org/officeDocument/2006/relationships/image" Target="../media/image260.png"/><Relationship Id="rId33" Type="http://schemas.openxmlformats.org/officeDocument/2006/relationships/image" Target="../media/image34.png"/><Relationship Id="rId2" Type="http://schemas.openxmlformats.org/officeDocument/2006/relationships/image" Target="../media/image15.png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29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24" Type="http://schemas.openxmlformats.org/officeDocument/2006/relationships/image" Target="../media/image250.png"/><Relationship Id="rId32" Type="http://schemas.openxmlformats.org/officeDocument/2006/relationships/image" Target="../media/image33.png"/><Relationship Id="rId5" Type="http://schemas.microsoft.com/office/2007/relationships/hdphoto" Target="../media/hdphoto2.wdp"/><Relationship Id="rId15" Type="http://schemas.openxmlformats.org/officeDocument/2006/relationships/image" Target="../media/image25.png"/><Relationship Id="rId23" Type="http://schemas.openxmlformats.org/officeDocument/2006/relationships/image" Target="../media/image240.png"/><Relationship Id="rId28" Type="http://schemas.openxmlformats.org/officeDocument/2006/relationships/image" Target="../media/image290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31" Type="http://schemas.openxmlformats.org/officeDocument/2006/relationships/image" Target="../media/image32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230.png"/><Relationship Id="rId27" Type="http://schemas.openxmlformats.org/officeDocument/2006/relationships/image" Target="../media/image280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26" Type="http://schemas.openxmlformats.org/officeDocument/2006/relationships/image" Target="../media/image43.png"/><Relationship Id="rId3" Type="http://schemas.microsoft.com/office/2007/relationships/hdphoto" Target="../media/hdphoto1.wdp"/><Relationship Id="rId21" Type="http://schemas.openxmlformats.org/officeDocument/2006/relationships/image" Target="../media/image38.png"/><Relationship Id="rId34" Type="http://schemas.openxmlformats.org/officeDocument/2006/relationships/image" Target="../media/image51.png"/><Relationship Id="rId7" Type="http://schemas.microsoft.com/office/2007/relationships/hdphoto" Target="../media/hdphoto3.wdp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5" Type="http://schemas.openxmlformats.org/officeDocument/2006/relationships/image" Target="../media/image42.png"/><Relationship Id="rId33" Type="http://schemas.openxmlformats.org/officeDocument/2006/relationships/image" Target="../media/image50.png"/><Relationship Id="rId2" Type="http://schemas.openxmlformats.org/officeDocument/2006/relationships/image" Target="../media/image15.png"/><Relationship Id="rId16" Type="http://schemas.openxmlformats.org/officeDocument/2006/relationships/image" Target="../media/image26.png"/><Relationship Id="rId20" Type="http://schemas.openxmlformats.org/officeDocument/2006/relationships/image" Target="../media/image37.png"/><Relationship Id="rId29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24" Type="http://schemas.openxmlformats.org/officeDocument/2006/relationships/image" Target="../media/image41.png"/><Relationship Id="rId32" Type="http://schemas.openxmlformats.org/officeDocument/2006/relationships/image" Target="../media/image49.png"/><Relationship Id="rId5" Type="http://schemas.microsoft.com/office/2007/relationships/hdphoto" Target="../media/hdphoto2.wdp"/><Relationship Id="rId15" Type="http://schemas.openxmlformats.org/officeDocument/2006/relationships/image" Target="../media/image25.png"/><Relationship Id="rId23" Type="http://schemas.openxmlformats.org/officeDocument/2006/relationships/image" Target="../media/image40.png"/><Relationship Id="rId28" Type="http://schemas.openxmlformats.org/officeDocument/2006/relationships/image" Target="../media/image4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31" Type="http://schemas.openxmlformats.org/officeDocument/2006/relationships/image" Target="../media/image48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9.png"/><Relationship Id="rId27" Type="http://schemas.openxmlformats.org/officeDocument/2006/relationships/image" Target="../media/image44.png"/><Relationship Id="rId30" Type="http://schemas.openxmlformats.org/officeDocument/2006/relationships/image" Target="../media/image47.png"/><Relationship Id="rId35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Амалдарды аткаруу тартиби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–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Салыштыруу оюну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ресурс математикалык ыкманын жандуу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демонстрацияларын камсыз кылат.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86080" y="612844"/>
            <a:ext cx="9906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Торт амал – баалулуктар жарышы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сынактык иш-чарада окуучулар карталардагы атрибуттардын баалуулуктарын салыштырышат.</a:t>
            </a: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Жеңүүчү деп эң жогорку баалуулукка ээ болгон студент/топ/ тарап эсептелет.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1-10, 11-20, 21-30 жана 31-40 барган сайын татаалдашат.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Карталарды татаалдыгына жараша чогуу же өзүнчө бөлүп колдонсо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иш бүтүндөй класс (ар бири бир карта), топтордун ичинде (2+) </a:t>
            </a: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аткарылышы мүмкүн.</a:t>
            </a: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мугалим бүт класска каршы ойнойт (ар бири бирден карта менен).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класс экиге бөлүнүп, эки тарап болуп ойносо болот</a:t>
            </a: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(мини-тактай жана/же калькулятор менен).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D06286-0CFB-3052-7CA6-AA9DFAA174C6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884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3008F517-FE13-B4F0-BF9D-D37BCA9E8A9C}"/>
              </a:ext>
            </a:extLst>
          </p:cNvPr>
          <p:cNvGrpSpPr/>
          <p:nvPr/>
        </p:nvGrpSpPr>
        <p:grpSpPr>
          <a:xfrm>
            <a:off x="461246" y="1901654"/>
            <a:ext cx="4171045" cy="4767761"/>
            <a:chOff x="346710" y="356888"/>
            <a:chExt cx="3957843" cy="486772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160E6CB-E743-B507-63B1-8F72B08C4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710" y="356888"/>
              <a:ext cx="1488545" cy="1230376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6CF7553-C4DE-E0B2-02D6-8D3861722A39}"/>
                </a:ext>
              </a:extLst>
            </p:cNvPr>
            <p:cNvGrpSpPr/>
            <p:nvPr/>
          </p:nvGrpSpPr>
          <p:grpSpPr>
            <a:xfrm>
              <a:off x="488913" y="1630478"/>
              <a:ext cx="3815640" cy="3594130"/>
              <a:chOff x="2769041" y="1416296"/>
              <a:chExt cx="3815640" cy="3594130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AD2B48BB-2EF7-F1CF-FF32-173D9BA9313E}"/>
                  </a:ext>
                </a:extLst>
              </p:cNvPr>
              <p:cNvGrpSpPr/>
              <p:nvPr/>
            </p:nvGrpSpPr>
            <p:grpSpPr>
              <a:xfrm>
                <a:off x="2769041" y="1416296"/>
                <a:ext cx="3810609" cy="3594130"/>
                <a:chOff x="2769041" y="1416296"/>
                <a:chExt cx="3810609" cy="3594130"/>
              </a:xfrm>
            </p:grpSpPr>
            <p:sp>
              <p:nvSpPr>
                <p:cNvPr id="2" name="Rectangle: Rounded Corners 1">
                  <a:extLst>
                    <a:ext uri="{FF2B5EF4-FFF2-40B4-BE49-F238E27FC236}">
                      <a16:creationId xmlns:a16="http://schemas.microsoft.com/office/drawing/2014/main" id="{03ECB896-1B55-CDCA-1631-ECE769BCCB17}"/>
                    </a:ext>
                  </a:extLst>
                </p:cNvPr>
                <p:cNvSpPr/>
                <p:nvPr/>
              </p:nvSpPr>
              <p:spPr>
                <a:xfrm>
                  <a:off x="2837700" y="1416296"/>
                  <a:ext cx="3663636" cy="3550916"/>
                </a:xfrm>
                <a:custGeom>
                  <a:avLst/>
                  <a:gdLst>
                    <a:gd name="connsiteX0" fmla="*/ 0 w 3663636"/>
                    <a:gd name="connsiteY0" fmla="*/ 591831 h 3550916"/>
                    <a:gd name="connsiteX1" fmla="*/ 591831 w 3663636"/>
                    <a:gd name="connsiteY1" fmla="*/ 0 h 3550916"/>
                    <a:gd name="connsiteX2" fmla="*/ 1087826 w 3663636"/>
                    <a:gd name="connsiteY2" fmla="*/ 0 h 3550916"/>
                    <a:gd name="connsiteX3" fmla="*/ 1534221 w 3663636"/>
                    <a:gd name="connsiteY3" fmla="*/ 0 h 3550916"/>
                    <a:gd name="connsiteX4" fmla="*/ 2055016 w 3663636"/>
                    <a:gd name="connsiteY4" fmla="*/ 0 h 3550916"/>
                    <a:gd name="connsiteX5" fmla="*/ 2501411 w 3663636"/>
                    <a:gd name="connsiteY5" fmla="*/ 0 h 3550916"/>
                    <a:gd name="connsiteX6" fmla="*/ 3071805 w 3663636"/>
                    <a:gd name="connsiteY6" fmla="*/ 0 h 3550916"/>
                    <a:gd name="connsiteX7" fmla="*/ 3663636 w 3663636"/>
                    <a:gd name="connsiteY7" fmla="*/ 591831 h 3550916"/>
                    <a:gd name="connsiteX8" fmla="*/ 3663636 w 3663636"/>
                    <a:gd name="connsiteY8" fmla="*/ 1207317 h 3550916"/>
                    <a:gd name="connsiteX9" fmla="*/ 3663636 w 3663636"/>
                    <a:gd name="connsiteY9" fmla="*/ 1728113 h 3550916"/>
                    <a:gd name="connsiteX10" fmla="*/ 3663636 w 3663636"/>
                    <a:gd name="connsiteY10" fmla="*/ 2272581 h 3550916"/>
                    <a:gd name="connsiteX11" fmla="*/ 3663636 w 3663636"/>
                    <a:gd name="connsiteY11" fmla="*/ 2959085 h 3550916"/>
                    <a:gd name="connsiteX12" fmla="*/ 3071805 w 3663636"/>
                    <a:gd name="connsiteY12" fmla="*/ 3550916 h 3550916"/>
                    <a:gd name="connsiteX13" fmla="*/ 2625410 w 3663636"/>
                    <a:gd name="connsiteY13" fmla="*/ 3550916 h 3550916"/>
                    <a:gd name="connsiteX14" fmla="*/ 2154215 w 3663636"/>
                    <a:gd name="connsiteY14" fmla="*/ 3550916 h 3550916"/>
                    <a:gd name="connsiteX15" fmla="*/ 1658220 w 3663636"/>
                    <a:gd name="connsiteY15" fmla="*/ 3550916 h 3550916"/>
                    <a:gd name="connsiteX16" fmla="*/ 1211824 w 3663636"/>
                    <a:gd name="connsiteY16" fmla="*/ 3550916 h 3550916"/>
                    <a:gd name="connsiteX17" fmla="*/ 591831 w 3663636"/>
                    <a:gd name="connsiteY17" fmla="*/ 3550916 h 3550916"/>
                    <a:gd name="connsiteX18" fmla="*/ 0 w 3663636"/>
                    <a:gd name="connsiteY18" fmla="*/ 2959085 h 3550916"/>
                    <a:gd name="connsiteX19" fmla="*/ 0 w 3663636"/>
                    <a:gd name="connsiteY19" fmla="*/ 2438289 h 3550916"/>
                    <a:gd name="connsiteX20" fmla="*/ 0 w 3663636"/>
                    <a:gd name="connsiteY20" fmla="*/ 1870148 h 3550916"/>
                    <a:gd name="connsiteX21" fmla="*/ 0 w 3663636"/>
                    <a:gd name="connsiteY21" fmla="*/ 1254662 h 3550916"/>
                    <a:gd name="connsiteX22" fmla="*/ 0 w 3663636"/>
                    <a:gd name="connsiteY22" fmla="*/ 591831 h 35509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63636" h="3550916" fill="none" extrusionOk="0">
                      <a:moveTo>
                        <a:pt x="0" y="591831"/>
                      </a:moveTo>
                      <a:cubicBezTo>
                        <a:pt x="-14819" y="264133"/>
                        <a:pt x="325797" y="52367"/>
                        <a:pt x="591831" y="0"/>
                      </a:cubicBezTo>
                      <a:cubicBezTo>
                        <a:pt x="766256" y="-3116"/>
                        <a:pt x="850238" y="27263"/>
                        <a:pt x="1087826" y="0"/>
                      </a:cubicBezTo>
                      <a:cubicBezTo>
                        <a:pt x="1325414" y="-27263"/>
                        <a:pt x="1412894" y="34229"/>
                        <a:pt x="1534221" y="0"/>
                      </a:cubicBezTo>
                      <a:cubicBezTo>
                        <a:pt x="1655549" y="-34229"/>
                        <a:pt x="1921438" y="723"/>
                        <a:pt x="2055016" y="0"/>
                      </a:cubicBezTo>
                      <a:cubicBezTo>
                        <a:pt x="2188594" y="-723"/>
                        <a:pt x="2403171" y="8889"/>
                        <a:pt x="2501411" y="0"/>
                      </a:cubicBezTo>
                      <a:cubicBezTo>
                        <a:pt x="2599651" y="-8889"/>
                        <a:pt x="2804032" y="44750"/>
                        <a:pt x="3071805" y="0"/>
                      </a:cubicBezTo>
                      <a:cubicBezTo>
                        <a:pt x="3377769" y="21152"/>
                        <a:pt x="3653659" y="286322"/>
                        <a:pt x="3663636" y="591831"/>
                      </a:cubicBezTo>
                      <a:cubicBezTo>
                        <a:pt x="3697781" y="744684"/>
                        <a:pt x="3657186" y="983601"/>
                        <a:pt x="3663636" y="1207317"/>
                      </a:cubicBezTo>
                      <a:cubicBezTo>
                        <a:pt x="3670086" y="1431033"/>
                        <a:pt x="3662078" y="1605281"/>
                        <a:pt x="3663636" y="1728113"/>
                      </a:cubicBezTo>
                      <a:cubicBezTo>
                        <a:pt x="3665194" y="1850945"/>
                        <a:pt x="3601109" y="2124922"/>
                        <a:pt x="3663636" y="2272581"/>
                      </a:cubicBezTo>
                      <a:cubicBezTo>
                        <a:pt x="3726163" y="2420240"/>
                        <a:pt x="3601481" y="2719509"/>
                        <a:pt x="3663636" y="2959085"/>
                      </a:cubicBezTo>
                      <a:cubicBezTo>
                        <a:pt x="3734528" y="3267180"/>
                        <a:pt x="3387850" y="3625827"/>
                        <a:pt x="3071805" y="3550916"/>
                      </a:cubicBezTo>
                      <a:cubicBezTo>
                        <a:pt x="2971440" y="3554034"/>
                        <a:pt x="2829590" y="3546522"/>
                        <a:pt x="2625410" y="3550916"/>
                      </a:cubicBezTo>
                      <a:cubicBezTo>
                        <a:pt x="2421231" y="3555310"/>
                        <a:pt x="2385563" y="3537018"/>
                        <a:pt x="2154215" y="3550916"/>
                      </a:cubicBezTo>
                      <a:cubicBezTo>
                        <a:pt x="1922868" y="3564814"/>
                        <a:pt x="1809032" y="3523024"/>
                        <a:pt x="1658220" y="3550916"/>
                      </a:cubicBezTo>
                      <a:cubicBezTo>
                        <a:pt x="1507408" y="3578808"/>
                        <a:pt x="1325681" y="3508156"/>
                        <a:pt x="1211824" y="3550916"/>
                      </a:cubicBezTo>
                      <a:cubicBezTo>
                        <a:pt x="1097967" y="3593676"/>
                        <a:pt x="864677" y="3538525"/>
                        <a:pt x="591831" y="3550916"/>
                      </a:cubicBezTo>
                      <a:cubicBezTo>
                        <a:pt x="220141" y="3470839"/>
                        <a:pt x="-66719" y="3316952"/>
                        <a:pt x="0" y="2959085"/>
                      </a:cubicBezTo>
                      <a:cubicBezTo>
                        <a:pt x="-32739" y="2804439"/>
                        <a:pt x="22364" y="2671309"/>
                        <a:pt x="0" y="2438289"/>
                      </a:cubicBezTo>
                      <a:cubicBezTo>
                        <a:pt x="-22364" y="2205269"/>
                        <a:pt x="44019" y="2084663"/>
                        <a:pt x="0" y="1870148"/>
                      </a:cubicBezTo>
                      <a:cubicBezTo>
                        <a:pt x="-44019" y="1655633"/>
                        <a:pt x="56243" y="1441425"/>
                        <a:pt x="0" y="1254662"/>
                      </a:cubicBezTo>
                      <a:cubicBezTo>
                        <a:pt x="-56243" y="1067899"/>
                        <a:pt x="30482" y="791697"/>
                        <a:pt x="0" y="591831"/>
                      </a:cubicBezTo>
                      <a:close/>
                    </a:path>
                    <a:path w="3663636" h="3550916" stroke="0" extrusionOk="0">
                      <a:moveTo>
                        <a:pt x="0" y="591831"/>
                      </a:moveTo>
                      <a:cubicBezTo>
                        <a:pt x="-62955" y="226140"/>
                        <a:pt x="204526" y="22686"/>
                        <a:pt x="591831" y="0"/>
                      </a:cubicBezTo>
                      <a:cubicBezTo>
                        <a:pt x="760773" y="-27336"/>
                        <a:pt x="969160" y="11738"/>
                        <a:pt x="1137425" y="0"/>
                      </a:cubicBezTo>
                      <a:cubicBezTo>
                        <a:pt x="1305690" y="-11738"/>
                        <a:pt x="1443692" y="51024"/>
                        <a:pt x="1608620" y="0"/>
                      </a:cubicBezTo>
                      <a:cubicBezTo>
                        <a:pt x="1773549" y="-51024"/>
                        <a:pt x="1941967" y="33261"/>
                        <a:pt x="2055016" y="0"/>
                      </a:cubicBezTo>
                      <a:cubicBezTo>
                        <a:pt x="2168065" y="-33261"/>
                        <a:pt x="2403096" y="15789"/>
                        <a:pt x="2575810" y="0"/>
                      </a:cubicBezTo>
                      <a:cubicBezTo>
                        <a:pt x="2748524" y="-15789"/>
                        <a:pt x="2897636" y="4654"/>
                        <a:pt x="3071805" y="0"/>
                      </a:cubicBezTo>
                      <a:cubicBezTo>
                        <a:pt x="3446978" y="-78624"/>
                        <a:pt x="3636038" y="289225"/>
                        <a:pt x="3663636" y="591831"/>
                      </a:cubicBezTo>
                      <a:cubicBezTo>
                        <a:pt x="3720613" y="844230"/>
                        <a:pt x="3636291" y="928859"/>
                        <a:pt x="3663636" y="1183645"/>
                      </a:cubicBezTo>
                      <a:cubicBezTo>
                        <a:pt x="3690981" y="1438431"/>
                        <a:pt x="3638168" y="1548091"/>
                        <a:pt x="3663636" y="1704440"/>
                      </a:cubicBezTo>
                      <a:cubicBezTo>
                        <a:pt x="3689104" y="1860790"/>
                        <a:pt x="3639471" y="2044753"/>
                        <a:pt x="3663636" y="2296254"/>
                      </a:cubicBezTo>
                      <a:cubicBezTo>
                        <a:pt x="3687801" y="2547755"/>
                        <a:pt x="3604208" y="2766873"/>
                        <a:pt x="3663636" y="2959085"/>
                      </a:cubicBezTo>
                      <a:cubicBezTo>
                        <a:pt x="3707950" y="3242154"/>
                        <a:pt x="3450467" y="3517513"/>
                        <a:pt x="3071805" y="3550916"/>
                      </a:cubicBezTo>
                      <a:cubicBezTo>
                        <a:pt x="2895148" y="3563690"/>
                        <a:pt x="2690616" y="3545270"/>
                        <a:pt x="2575810" y="3550916"/>
                      </a:cubicBezTo>
                      <a:cubicBezTo>
                        <a:pt x="2461005" y="3556562"/>
                        <a:pt x="2245345" y="3500851"/>
                        <a:pt x="2129415" y="3550916"/>
                      </a:cubicBezTo>
                      <a:cubicBezTo>
                        <a:pt x="2013486" y="3600981"/>
                        <a:pt x="1840008" y="3505168"/>
                        <a:pt x="1633420" y="3550916"/>
                      </a:cubicBezTo>
                      <a:cubicBezTo>
                        <a:pt x="1426832" y="3596664"/>
                        <a:pt x="1265487" y="3495230"/>
                        <a:pt x="1087826" y="3550916"/>
                      </a:cubicBezTo>
                      <a:cubicBezTo>
                        <a:pt x="910165" y="3606602"/>
                        <a:pt x="822351" y="3540181"/>
                        <a:pt x="591831" y="3550916"/>
                      </a:cubicBezTo>
                      <a:cubicBezTo>
                        <a:pt x="240973" y="3593827"/>
                        <a:pt x="25203" y="3304671"/>
                        <a:pt x="0" y="2959085"/>
                      </a:cubicBezTo>
                      <a:cubicBezTo>
                        <a:pt x="-4747" y="2691493"/>
                        <a:pt x="55554" y="2663788"/>
                        <a:pt x="0" y="2414617"/>
                      </a:cubicBezTo>
                      <a:cubicBezTo>
                        <a:pt x="-55554" y="2165446"/>
                        <a:pt x="48069" y="1964773"/>
                        <a:pt x="0" y="1822803"/>
                      </a:cubicBezTo>
                      <a:cubicBezTo>
                        <a:pt x="-48069" y="1680833"/>
                        <a:pt x="42078" y="1507961"/>
                        <a:pt x="0" y="1278335"/>
                      </a:cubicBezTo>
                      <a:cubicBezTo>
                        <a:pt x="-42078" y="1048709"/>
                        <a:pt x="73722" y="846655"/>
                        <a:pt x="0" y="59183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0879603-9A75-AAC1-EDDB-5D734375DC47}"/>
                    </a:ext>
                  </a:extLst>
                </p:cNvPr>
                <p:cNvSpPr txBox="1"/>
                <p:nvPr/>
              </p:nvSpPr>
              <p:spPr>
                <a:xfrm>
                  <a:off x="3142549" y="4366195"/>
                  <a:ext cx="1473557" cy="4713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Өжөр</a:t>
                  </a:r>
                  <a:endPara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68FAA28D-24F7-8C60-E4B3-1687BD0275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02964" y="2556220"/>
                  <a:ext cx="3682651" cy="317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A02CB878-F12E-388B-1805-CFCCB6F1BB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66917" y="3396750"/>
                  <a:ext cx="363442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B1D2E00-8201-B732-282A-22CACAE7ECAE}"/>
                    </a:ext>
                  </a:extLst>
                </p:cNvPr>
                <p:cNvCxnSpPr>
                  <a:cxnSpLocks/>
                  <a:stCxn id="2" idx="0"/>
                </p:cNvCxnSpPr>
                <p:nvPr/>
              </p:nvCxnSpPr>
              <p:spPr>
                <a:xfrm flipH="1">
                  <a:off x="4640221" y="1416296"/>
                  <a:ext cx="29298" cy="359413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79D8B2F-A398-5AC7-B7BC-B1960AB0CA6D}"/>
                    </a:ext>
                  </a:extLst>
                </p:cNvPr>
                <p:cNvSpPr txBox="1"/>
                <p:nvPr/>
              </p:nvSpPr>
              <p:spPr>
                <a:xfrm>
                  <a:off x="2769041" y="1892566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Эмгекчил</a:t>
                  </a:r>
                  <a:endPara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77AFCB7-56DB-0DD5-8A3D-C18DE1DA8D0D}"/>
                    </a:ext>
                  </a:extLst>
                </p:cNvPr>
                <p:cNvSpPr txBox="1"/>
                <p:nvPr/>
              </p:nvSpPr>
              <p:spPr>
                <a:xfrm>
                  <a:off x="3036957" y="2782062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Шерик</a:t>
                  </a:r>
                  <a:endPara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36B0AB0-3EAF-1E16-2B9E-36461BDAED9A}"/>
                    </a:ext>
                  </a:extLst>
                </p:cNvPr>
                <p:cNvSpPr txBox="1"/>
                <p:nvPr/>
              </p:nvSpPr>
              <p:spPr>
                <a:xfrm>
                  <a:off x="3125761" y="4304883"/>
                  <a:ext cx="2123437" cy="3770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6D8812A-4FCE-2160-4B37-1D85548695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64330" y="1886587"/>
                      <a:ext cx="2115320" cy="4713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ru-RU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2+1</m:t>
                            </m:r>
                            <m:r>
                              <a:rPr kumimoji="0" lang="en-US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×2</m:t>
                            </m:r>
                          </m:oMath>
                        </m:oMathPara>
                      </a14:m>
                      <a:endParaRPr kumimoji="0" lang="en-GB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6D8812A-4FCE-2160-4B37-1D855486953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4330" y="1886587"/>
                      <a:ext cx="2115320" cy="471344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78DB4FF-C758-4267-55E2-B9AAF90EC5A1}"/>
                      </a:ext>
                    </a:extLst>
                  </p:cNvPr>
                  <p:cNvSpPr txBox="1"/>
                  <p:nvPr/>
                </p:nvSpPr>
                <p:spPr>
                  <a:xfrm>
                    <a:off x="4383248" y="2780575"/>
                    <a:ext cx="2201433" cy="47134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lv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  <m:r>
                            <a:rPr lang="en-US" sz="2400" i="1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 ÷2</m:t>
                          </m:r>
                        </m:oMath>
                      </m:oMathPara>
                    </a14:m>
                    <a:endParaRPr kumimoji="0" lang="en-GB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78DB4FF-C758-4267-55E2-B9AAF90EC5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3248" y="2780575"/>
                    <a:ext cx="2201433" cy="47134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DECCABE-A98C-8C4D-40A8-A9089CAD8B9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4069" y="4322183"/>
                    <a:ext cx="1622694" cy="47134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30</a:t>
                    </a:r>
                    <a:r>
                      <a:rPr kumimoji="0" lang="en-US" sz="24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ea typeface="+mn-ea"/>
                        <a:cs typeface="+mn-cs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÷</m:t>
                        </m:r>
                      </m:oMath>
                    </a14:m>
                    <a:r>
                      <a:rPr kumimoji="0" lang="en-GB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(2</a:t>
                    </a:r>
                    <a:r>
                      <a:rPr lang="en-GB" sz="2400" dirty="0">
                        <a:solidFill>
                          <a:sysClr val="windowText" lastClr="000000"/>
                        </a:solidFill>
                        <a:latin typeface="Calibri" panose="020F0502020204030204"/>
                      </a:rPr>
                      <a:t> –1)</a:t>
                    </a:r>
                    <a:endParaRPr kumimoji="0" lang="en-GB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DECCABE-A98C-8C4D-40A8-A9089CAD8B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4069" y="4322183"/>
                    <a:ext cx="1622694" cy="47134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10526" r="-5714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3B4E849-4312-77BE-D9D2-B590BFF4DF58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Үч</a:t>
              </a: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 </a:t>
              </a:r>
              <a:r>
                <a:rPr kumimoji="0" lang="ru-RU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Көз</a:t>
              </a: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CCCCEC0-564E-009A-E5EA-9F9AB85C4645}"/>
              </a:ext>
            </a:extLst>
          </p:cNvPr>
          <p:cNvGrpSpPr/>
          <p:nvPr/>
        </p:nvGrpSpPr>
        <p:grpSpPr>
          <a:xfrm>
            <a:off x="5641501" y="2367799"/>
            <a:ext cx="4113409" cy="4235109"/>
            <a:chOff x="564089" y="843280"/>
            <a:chExt cx="3903153" cy="43239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9106D2A-E4B1-A752-AF7E-D59AF5C9B879}"/>
                </a:ext>
              </a:extLst>
            </p:cNvPr>
            <p:cNvGrpSpPr/>
            <p:nvPr/>
          </p:nvGrpSpPr>
          <p:grpSpPr>
            <a:xfrm>
              <a:off x="564089" y="1639219"/>
              <a:ext cx="3903153" cy="3527963"/>
              <a:chOff x="2844217" y="1425037"/>
              <a:chExt cx="3903153" cy="3527963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A75B4CA-6A2D-DD30-7ECB-69428033E662}"/>
                  </a:ext>
                </a:extLst>
              </p:cNvPr>
              <p:cNvGrpSpPr/>
              <p:nvPr/>
            </p:nvGrpSpPr>
            <p:grpSpPr>
              <a:xfrm>
                <a:off x="2844217" y="1425037"/>
                <a:ext cx="3732798" cy="3527963"/>
                <a:chOff x="2844217" y="1425037"/>
                <a:chExt cx="3732798" cy="3527963"/>
              </a:xfrm>
            </p:grpSpPr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F9D8A813-F62F-1B5C-A353-3A8DC794D809}"/>
                    </a:ext>
                  </a:extLst>
                </p:cNvPr>
                <p:cNvSpPr/>
                <p:nvPr/>
              </p:nvSpPr>
              <p:spPr>
                <a:xfrm>
                  <a:off x="2871379" y="1425037"/>
                  <a:ext cx="3663637" cy="3527963"/>
                </a:xfrm>
                <a:custGeom>
                  <a:avLst/>
                  <a:gdLst>
                    <a:gd name="connsiteX0" fmla="*/ 0 w 3663637"/>
                    <a:gd name="connsiteY0" fmla="*/ 588006 h 3527963"/>
                    <a:gd name="connsiteX1" fmla="*/ 588006 w 3663637"/>
                    <a:gd name="connsiteY1" fmla="*/ 0 h 3527963"/>
                    <a:gd name="connsiteX2" fmla="*/ 1085531 w 3663637"/>
                    <a:gd name="connsiteY2" fmla="*/ 0 h 3527963"/>
                    <a:gd name="connsiteX3" fmla="*/ 1533304 w 3663637"/>
                    <a:gd name="connsiteY3" fmla="*/ 0 h 3527963"/>
                    <a:gd name="connsiteX4" fmla="*/ 2055705 w 3663637"/>
                    <a:gd name="connsiteY4" fmla="*/ 0 h 3527963"/>
                    <a:gd name="connsiteX5" fmla="*/ 2503477 w 3663637"/>
                    <a:gd name="connsiteY5" fmla="*/ 0 h 3527963"/>
                    <a:gd name="connsiteX6" fmla="*/ 3075631 w 3663637"/>
                    <a:gd name="connsiteY6" fmla="*/ 0 h 3527963"/>
                    <a:gd name="connsiteX7" fmla="*/ 3663637 w 3663637"/>
                    <a:gd name="connsiteY7" fmla="*/ 588006 h 3527963"/>
                    <a:gd name="connsiteX8" fmla="*/ 3663637 w 3663637"/>
                    <a:gd name="connsiteY8" fmla="*/ 1199513 h 3527963"/>
                    <a:gd name="connsiteX9" fmla="*/ 3663637 w 3663637"/>
                    <a:gd name="connsiteY9" fmla="*/ 1716942 h 3527963"/>
                    <a:gd name="connsiteX10" fmla="*/ 3663637 w 3663637"/>
                    <a:gd name="connsiteY10" fmla="*/ 2257891 h 3527963"/>
                    <a:gd name="connsiteX11" fmla="*/ 3663637 w 3663637"/>
                    <a:gd name="connsiteY11" fmla="*/ 2939957 h 3527963"/>
                    <a:gd name="connsiteX12" fmla="*/ 3075631 w 3663637"/>
                    <a:gd name="connsiteY12" fmla="*/ 3527963 h 3527963"/>
                    <a:gd name="connsiteX13" fmla="*/ 2627859 w 3663637"/>
                    <a:gd name="connsiteY13" fmla="*/ 3527963 h 3527963"/>
                    <a:gd name="connsiteX14" fmla="*/ 2155210 w 3663637"/>
                    <a:gd name="connsiteY14" fmla="*/ 3527963 h 3527963"/>
                    <a:gd name="connsiteX15" fmla="*/ 1657685 w 3663637"/>
                    <a:gd name="connsiteY15" fmla="*/ 3527963 h 3527963"/>
                    <a:gd name="connsiteX16" fmla="*/ 1209912 w 3663637"/>
                    <a:gd name="connsiteY16" fmla="*/ 3527963 h 3527963"/>
                    <a:gd name="connsiteX17" fmla="*/ 588006 w 3663637"/>
                    <a:gd name="connsiteY17" fmla="*/ 3527963 h 3527963"/>
                    <a:gd name="connsiteX18" fmla="*/ 0 w 3663637"/>
                    <a:gd name="connsiteY18" fmla="*/ 2939957 h 3527963"/>
                    <a:gd name="connsiteX19" fmla="*/ 0 w 3663637"/>
                    <a:gd name="connsiteY19" fmla="*/ 2422528 h 3527963"/>
                    <a:gd name="connsiteX20" fmla="*/ 0 w 3663637"/>
                    <a:gd name="connsiteY20" fmla="*/ 1858060 h 3527963"/>
                    <a:gd name="connsiteX21" fmla="*/ 0 w 3663637"/>
                    <a:gd name="connsiteY21" fmla="*/ 1246552 h 3527963"/>
                    <a:gd name="connsiteX22" fmla="*/ 0 w 3663637"/>
                    <a:gd name="connsiteY22" fmla="*/ 588006 h 3527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63637" h="3527963" fill="none" extrusionOk="0">
                      <a:moveTo>
                        <a:pt x="0" y="588006"/>
                      </a:moveTo>
                      <a:cubicBezTo>
                        <a:pt x="-86830" y="258345"/>
                        <a:pt x="331155" y="58454"/>
                        <a:pt x="588006" y="0"/>
                      </a:cubicBezTo>
                      <a:cubicBezTo>
                        <a:pt x="826540" y="-55344"/>
                        <a:pt x="897210" y="40933"/>
                        <a:pt x="1085531" y="0"/>
                      </a:cubicBezTo>
                      <a:cubicBezTo>
                        <a:pt x="1273852" y="-40933"/>
                        <a:pt x="1392820" y="30525"/>
                        <a:pt x="1533304" y="0"/>
                      </a:cubicBezTo>
                      <a:cubicBezTo>
                        <a:pt x="1673788" y="-30525"/>
                        <a:pt x="1813664" y="37718"/>
                        <a:pt x="2055705" y="0"/>
                      </a:cubicBezTo>
                      <a:cubicBezTo>
                        <a:pt x="2297746" y="-37718"/>
                        <a:pt x="2285125" y="48442"/>
                        <a:pt x="2503477" y="0"/>
                      </a:cubicBezTo>
                      <a:cubicBezTo>
                        <a:pt x="2721829" y="-48442"/>
                        <a:pt x="2806733" y="55020"/>
                        <a:pt x="3075631" y="0"/>
                      </a:cubicBezTo>
                      <a:cubicBezTo>
                        <a:pt x="3370869" y="29870"/>
                        <a:pt x="3634406" y="325813"/>
                        <a:pt x="3663637" y="588006"/>
                      </a:cubicBezTo>
                      <a:cubicBezTo>
                        <a:pt x="3731522" y="747641"/>
                        <a:pt x="3635774" y="954133"/>
                        <a:pt x="3663637" y="1199513"/>
                      </a:cubicBezTo>
                      <a:cubicBezTo>
                        <a:pt x="3691500" y="1444893"/>
                        <a:pt x="3640419" y="1550775"/>
                        <a:pt x="3663637" y="1716942"/>
                      </a:cubicBezTo>
                      <a:cubicBezTo>
                        <a:pt x="3686855" y="1883109"/>
                        <a:pt x="3613958" y="2092982"/>
                        <a:pt x="3663637" y="2257891"/>
                      </a:cubicBezTo>
                      <a:cubicBezTo>
                        <a:pt x="3713316" y="2422800"/>
                        <a:pt x="3617943" y="2684616"/>
                        <a:pt x="3663637" y="2939957"/>
                      </a:cubicBezTo>
                      <a:cubicBezTo>
                        <a:pt x="3752587" y="3241161"/>
                        <a:pt x="3390088" y="3599241"/>
                        <a:pt x="3075631" y="3527963"/>
                      </a:cubicBezTo>
                      <a:cubicBezTo>
                        <a:pt x="2945360" y="3563998"/>
                        <a:pt x="2735574" y="3498795"/>
                        <a:pt x="2627859" y="3527963"/>
                      </a:cubicBezTo>
                      <a:cubicBezTo>
                        <a:pt x="2520144" y="3557131"/>
                        <a:pt x="2251805" y="3498495"/>
                        <a:pt x="2155210" y="3527963"/>
                      </a:cubicBezTo>
                      <a:cubicBezTo>
                        <a:pt x="2058615" y="3557431"/>
                        <a:pt x="1843896" y="3505772"/>
                        <a:pt x="1657685" y="3527963"/>
                      </a:cubicBezTo>
                      <a:cubicBezTo>
                        <a:pt x="1471475" y="3550154"/>
                        <a:pt x="1418891" y="3497675"/>
                        <a:pt x="1209912" y="3527963"/>
                      </a:cubicBezTo>
                      <a:cubicBezTo>
                        <a:pt x="1000933" y="3558251"/>
                        <a:pt x="798826" y="3459528"/>
                        <a:pt x="588006" y="3527963"/>
                      </a:cubicBezTo>
                      <a:cubicBezTo>
                        <a:pt x="233803" y="3475348"/>
                        <a:pt x="-10811" y="3269728"/>
                        <a:pt x="0" y="2939957"/>
                      </a:cubicBezTo>
                      <a:cubicBezTo>
                        <a:pt x="-35744" y="2727581"/>
                        <a:pt x="17575" y="2611477"/>
                        <a:pt x="0" y="2422528"/>
                      </a:cubicBezTo>
                      <a:cubicBezTo>
                        <a:pt x="-17575" y="2233579"/>
                        <a:pt x="15697" y="2091754"/>
                        <a:pt x="0" y="1858060"/>
                      </a:cubicBezTo>
                      <a:cubicBezTo>
                        <a:pt x="-15697" y="1624366"/>
                        <a:pt x="39312" y="1516499"/>
                        <a:pt x="0" y="1246552"/>
                      </a:cubicBezTo>
                      <a:cubicBezTo>
                        <a:pt x="-39312" y="976605"/>
                        <a:pt x="39586" y="813712"/>
                        <a:pt x="0" y="588006"/>
                      </a:cubicBezTo>
                      <a:close/>
                    </a:path>
                    <a:path w="3663637" h="3527963" stroke="0" extrusionOk="0">
                      <a:moveTo>
                        <a:pt x="0" y="588006"/>
                      </a:moveTo>
                      <a:cubicBezTo>
                        <a:pt x="-7875" y="258402"/>
                        <a:pt x="248655" y="5481"/>
                        <a:pt x="588006" y="0"/>
                      </a:cubicBezTo>
                      <a:cubicBezTo>
                        <a:pt x="832285" y="-56023"/>
                        <a:pt x="862814" y="46030"/>
                        <a:pt x="1135284" y="0"/>
                      </a:cubicBezTo>
                      <a:cubicBezTo>
                        <a:pt x="1407754" y="-46030"/>
                        <a:pt x="1466562" y="1058"/>
                        <a:pt x="1607932" y="0"/>
                      </a:cubicBezTo>
                      <a:cubicBezTo>
                        <a:pt x="1749302" y="-1058"/>
                        <a:pt x="1909332" y="19843"/>
                        <a:pt x="2055705" y="0"/>
                      </a:cubicBezTo>
                      <a:cubicBezTo>
                        <a:pt x="2202078" y="-19843"/>
                        <a:pt x="2376716" y="17184"/>
                        <a:pt x="2578106" y="0"/>
                      </a:cubicBezTo>
                      <a:cubicBezTo>
                        <a:pt x="2779496" y="-17184"/>
                        <a:pt x="2975099" y="2650"/>
                        <a:pt x="3075631" y="0"/>
                      </a:cubicBezTo>
                      <a:cubicBezTo>
                        <a:pt x="3416851" y="-26808"/>
                        <a:pt x="3592038" y="326179"/>
                        <a:pt x="3663637" y="588006"/>
                      </a:cubicBezTo>
                      <a:cubicBezTo>
                        <a:pt x="3682443" y="850804"/>
                        <a:pt x="3623412" y="953547"/>
                        <a:pt x="3663637" y="1175994"/>
                      </a:cubicBezTo>
                      <a:cubicBezTo>
                        <a:pt x="3703862" y="1398441"/>
                        <a:pt x="3626320" y="1443132"/>
                        <a:pt x="3663637" y="1693423"/>
                      </a:cubicBezTo>
                      <a:cubicBezTo>
                        <a:pt x="3700954" y="1943714"/>
                        <a:pt x="3630688" y="2056091"/>
                        <a:pt x="3663637" y="2281411"/>
                      </a:cubicBezTo>
                      <a:cubicBezTo>
                        <a:pt x="3696586" y="2506731"/>
                        <a:pt x="3658346" y="2639264"/>
                        <a:pt x="3663637" y="2939957"/>
                      </a:cubicBezTo>
                      <a:cubicBezTo>
                        <a:pt x="3723411" y="3205637"/>
                        <a:pt x="3412996" y="3519827"/>
                        <a:pt x="3075631" y="3527963"/>
                      </a:cubicBezTo>
                      <a:cubicBezTo>
                        <a:pt x="2925498" y="3557076"/>
                        <a:pt x="2726137" y="3519675"/>
                        <a:pt x="2578106" y="3527963"/>
                      </a:cubicBezTo>
                      <a:cubicBezTo>
                        <a:pt x="2430076" y="3536251"/>
                        <a:pt x="2308241" y="3475234"/>
                        <a:pt x="2130334" y="3527963"/>
                      </a:cubicBezTo>
                      <a:cubicBezTo>
                        <a:pt x="1952427" y="3580692"/>
                        <a:pt x="1783345" y="3504709"/>
                        <a:pt x="1632808" y="3527963"/>
                      </a:cubicBezTo>
                      <a:cubicBezTo>
                        <a:pt x="1482271" y="3551217"/>
                        <a:pt x="1284739" y="3476218"/>
                        <a:pt x="1085531" y="3527963"/>
                      </a:cubicBezTo>
                      <a:cubicBezTo>
                        <a:pt x="886323" y="3579708"/>
                        <a:pt x="730701" y="3481748"/>
                        <a:pt x="588006" y="3527963"/>
                      </a:cubicBezTo>
                      <a:cubicBezTo>
                        <a:pt x="247163" y="3556743"/>
                        <a:pt x="25276" y="3283486"/>
                        <a:pt x="0" y="2939957"/>
                      </a:cubicBezTo>
                      <a:cubicBezTo>
                        <a:pt x="-39915" y="2757014"/>
                        <a:pt x="12926" y="2523565"/>
                        <a:pt x="0" y="2399008"/>
                      </a:cubicBezTo>
                      <a:cubicBezTo>
                        <a:pt x="-12926" y="2274451"/>
                        <a:pt x="47432" y="2016271"/>
                        <a:pt x="0" y="1811021"/>
                      </a:cubicBezTo>
                      <a:cubicBezTo>
                        <a:pt x="-47432" y="1605771"/>
                        <a:pt x="15850" y="1533193"/>
                        <a:pt x="0" y="1270072"/>
                      </a:cubicBezTo>
                      <a:cubicBezTo>
                        <a:pt x="-15850" y="1006951"/>
                        <a:pt x="8508" y="899473"/>
                        <a:pt x="0" y="588006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2F344C8-B62A-94A8-8316-0F1B45C5106B}"/>
                    </a:ext>
                  </a:extLst>
                </p:cNvPr>
                <p:cNvSpPr txBox="1"/>
                <p:nvPr/>
              </p:nvSpPr>
              <p:spPr>
                <a:xfrm>
                  <a:off x="3121503" y="4135765"/>
                  <a:ext cx="1275323" cy="4713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Өжөр</a:t>
                  </a:r>
                  <a:endPara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998F6649-FE9F-E471-0AF4-C417B25F79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93946" y="2645488"/>
                  <a:ext cx="3662069" cy="11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8DA08E5-5BEB-9658-4916-B52AA6E856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44217" y="4037605"/>
                  <a:ext cx="373279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63E1D989-0330-59AE-36A6-5E2453F505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49140" y="1494962"/>
                  <a:ext cx="51489" cy="345803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217801D-DDC9-EE20-1DDD-30CD4D23857E}"/>
                    </a:ext>
                  </a:extLst>
                </p:cNvPr>
                <p:cNvSpPr txBox="1"/>
                <p:nvPr/>
              </p:nvSpPr>
              <p:spPr>
                <a:xfrm>
                  <a:off x="2858252" y="1930134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Эмгекчил</a:t>
                  </a:r>
                  <a:endPara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45AD7CE-8705-71C5-44DE-63315AB32A08}"/>
                    </a:ext>
                  </a:extLst>
                </p:cNvPr>
                <p:cNvSpPr txBox="1"/>
                <p:nvPr/>
              </p:nvSpPr>
              <p:spPr>
                <a:xfrm>
                  <a:off x="3073318" y="2747634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Шерик</a:t>
                  </a:r>
                  <a:endPara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AE3D4D69-C8D0-38A3-1BA6-A9BE2FBAACEB}"/>
                      </a:ext>
                    </a:extLst>
                  </p:cNvPr>
                  <p:cNvSpPr txBox="1"/>
                  <p:nvPr/>
                </p:nvSpPr>
                <p:spPr>
                  <a:xfrm>
                    <a:off x="4627567" y="2747590"/>
                    <a:ext cx="2119803" cy="47134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lvl="0"/>
                    <a14:m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20+10</m:t>
                        </m:r>
                        <m:r>
                          <a:rPr lang="en-US" sz="2400" b="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÷</m:t>
                        </m:r>
                      </m:oMath>
                    </a14:m>
                    <a:r>
                      <a:rPr kumimoji="0" lang="en-US" sz="24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Verdana" panose="020B0604030504040204" pitchFamily="34" charset="0"/>
                      </a:rPr>
                      <a:t> 5</a:t>
                    </a:r>
                  </a:p>
                </p:txBody>
              </p:sp>
            </mc:Choice>
            <mc:Fallback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AE3D4D69-C8D0-38A3-1BA6-A9BE2FBAAC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27567" y="2747590"/>
                    <a:ext cx="2119803" cy="47134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820" t="-11842" b="-2763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F2361C6-063A-C238-357E-9E19FE9207F7}"/>
                      </a:ext>
                    </a:extLst>
                  </p:cNvPr>
                  <p:cNvSpPr txBox="1"/>
                  <p:nvPr/>
                </p:nvSpPr>
                <p:spPr>
                  <a:xfrm>
                    <a:off x="4461970" y="4184222"/>
                    <a:ext cx="1861303" cy="47134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2 </a:t>
                    </a:r>
                    <a14:m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×</m:t>
                        </m:r>
                        <m:r>
                          <a:rPr kumimoji="0" lang="en-US" sz="24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(1+4)</m:t>
                        </m:r>
                      </m:oMath>
                    </a14:m>
                    <a:endParaRPr kumimoji="0" lang="en-GB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F2361C6-063A-C238-357E-9E19FE9207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1970" y="4184222"/>
                    <a:ext cx="1861303" cy="47134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10667" r="-3106" b="-30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E223FFF-BAFF-2925-090C-CBE162024B46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Узун Көз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endParaRPr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5AA447FC-9291-0E24-5720-6BEB61E3FF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3797" y="1901654"/>
            <a:ext cx="1332610" cy="1173158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03639675-BA74-87D4-2BB0-61E3B969486E}"/>
              </a:ext>
            </a:extLst>
          </p:cNvPr>
          <p:cNvSpPr/>
          <p:nvPr/>
        </p:nvSpPr>
        <p:spPr>
          <a:xfrm>
            <a:off x="3785102" y="2843737"/>
            <a:ext cx="629920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</a:t>
            </a:r>
            <a:endParaRPr kumimoji="0" lang="en-US" sz="19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51223AE-AD51-55A9-6AC4-CE86C0B8E951}"/>
              </a:ext>
            </a:extLst>
          </p:cNvPr>
          <p:cNvSpPr/>
          <p:nvPr/>
        </p:nvSpPr>
        <p:spPr>
          <a:xfrm>
            <a:off x="8964141" y="2734981"/>
            <a:ext cx="792823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6</a:t>
            </a:r>
            <a:endParaRPr kumimoji="0" lang="en-US" sz="19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0A9758D6-C2EB-86C6-9DF6-E0D07E629195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8F231B-6B8B-D8FF-392D-74222EBA9EEA}"/>
              </a:ext>
            </a:extLst>
          </p:cNvPr>
          <p:cNvSpPr txBox="1"/>
          <p:nvPr/>
        </p:nvSpPr>
        <p:spPr>
          <a:xfrm>
            <a:off x="804265" y="0"/>
            <a:ext cx="80146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28575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  <a:reflection blurRad="6350" stA="60000" endA="900" endPos="60000" dist="29997" dir="5400000" sy="-100000" algn="bl" rotWithShape="0"/>
                </a:effectLst>
                <a:uLnTx/>
                <a:uFillTx/>
                <a:latin typeface="Snap ITC" panose="04040A07060A02020202" pitchFamily="82" charset="0"/>
                <a:ea typeface="+mn-ea"/>
                <a:cs typeface="+mn-cs"/>
              </a:rPr>
              <a:t>Салыштыр</a:t>
            </a:r>
            <a:endParaRPr kumimoji="0" lang="en-US" sz="19900" b="1" i="0" u="none" strike="noStrike" kern="1200" cap="none" spc="0" normalizeH="0" baseline="0" noProof="0" dirty="0">
              <a:ln w="28575">
                <a:solidFill>
                  <a:prstClr val="black"/>
                </a:solidFill>
              </a:ln>
              <a:solidFill>
                <a:srgbClr val="FF0000"/>
              </a:solidFill>
              <a:effectLst>
                <a:innerShdw blurRad="63500" dist="50800" dir="5400000">
                  <a:prstClr val="black">
                    <a:alpha val="50000"/>
                  </a:prstClr>
                </a:innerShdw>
                <a:reflection blurRad="6350" stA="60000" endA="900" endPos="60000" dist="29997" dir="5400000" sy="-100000" algn="bl" rotWithShape="0"/>
              </a:effectLst>
              <a:uLnTx/>
              <a:uFillTx/>
              <a:latin typeface="Snap ITC" panose="04040A07060A02020202" pitchFamily="82" charset="0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4189081-1DAC-8D45-39DA-AEB49D58DB88}"/>
              </a:ext>
            </a:extLst>
          </p:cNvPr>
          <p:cNvSpPr/>
          <p:nvPr/>
        </p:nvSpPr>
        <p:spPr>
          <a:xfrm>
            <a:off x="3063692" y="1214874"/>
            <a:ext cx="2702660" cy="1015663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 w="28575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uLnTx/>
                <a:uFillTx/>
                <a:latin typeface="Snap ITC" panose="04040A07060A02020202" pitchFamily="82" charset="0"/>
                <a:ea typeface="+mn-ea"/>
                <a:cs typeface="+mn-cs"/>
              </a:rPr>
              <a:t>менен</a:t>
            </a:r>
            <a:r>
              <a:rPr kumimoji="0" lang="en-US" sz="6000" b="1" i="0" u="none" strike="noStrike" kern="1200" cap="none" spc="0" normalizeH="0" baseline="0" noProof="0" dirty="0">
                <a:ln w="28575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uLnTx/>
                <a:uFillTx/>
                <a:latin typeface="Snap ITC" panose="04040A07060A02020202" pitchFamily="82" charset="0"/>
                <a:ea typeface="+mn-ea"/>
                <a:cs typeface="+mn-cs"/>
              </a:rPr>
              <a:t>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CF709CD-BB63-0F77-78AE-DB6ECDCAE87F}"/>
              </a:ext>
            </a:extLst>
          </p:cNvPr>
          <p:cNvCxnSpPr>
            <a:cxnSpLocks/>
          </p:cNvCxnSpPr>
          <p:nvPr/>
        </p:nvCxnSpPr>
        <p:spPr>
          <a:xfrm>
            <a:off x="683424" y="5862977"/>
            <a:ext cx="3830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B51E30B-D742-750F-58AE-81CEAC26E362}"/>
              </a:ext>
            </a:extLst>
          </p:cNvPr>
          <p:cNvSpPr txBox="1"/>
          <p:nvPr/>
        </p:nvSpPr>
        <p:spPr>
          <a:xfrm>
            <a:off x="764613" y="5228024"/>
            <a:ext cx="14798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24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Эс</a:t>
            </a:r>
            <a:r>
              <a:rPr lang="ru-RU" sz="24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туу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FE5DD8-6057-FA4C-5984-7101E06CA764}"/>
                  </a:ext>
                </a:extLst>
              </p:cNvPr>
              <p:cNvSpPr txBox="1"/>
              <p:nvPr/>
            </p:nvSpPr>
            <p:spPr>
              <a:xfrm>
                <a:off x="2372299" y="5195795"/>
                <a:ext cx="23200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÷2</m:t>
                      </m:r>
                      <m:r>
                        <a:rPr lang="en-US" sz="2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kumimoji="0" lang="en-GB" sz="24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FE5DD8-6057-FA4C-5984-7101E06CA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2299" y="5195795"/>
                <a:ext cx="232002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4D9FBF-9303-1795-AEB2-B93C6E7924BB}"/>
              </a:ext>
            </a:extLst>
          </p:cNvPr>
          <p:cNvCxnSpPr>
            <a:cxnSpLocks/>
          </p:cNvCxnSpPr>
          <p:nvPr/>
        </p:nvCxnSpPr>
        <p:spPr>
          <a:xfrm>
            <a:off x="5647995" y="5087592"/>
            <a:ext cx="3859338" cy="1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8A0397-C879-708D-3558-213C839C9133}"/>
              </a:ext>
            </a:extLst>
          </p:cNvPr>
          <p:cNvSpPr txBox="1"/>
          <p:nvPr/>
        </p:nvSpPr>
        <p:spPr>
          <a:xfrm>
            <a:off x="5799819" y="5147311"/>
            <a:ext cx="14798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24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Эс</a:t>
            </a:r>
            <a:r>
              <a:rPr lang="ru-RU" sz="24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туу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4F28604-B88F-DFB3-D737-A49B4A9576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8923" y="780790"/>
            <a:ext cx="2713744" cy="3111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7820C4-9B0B-5D2A-51D9-B6EB9B455F27}"/>
                  </a:ext>
                </a:extLst>
              </p:cNvPr>
              <p:cNvSpPr txBox="1"/>
              <p:nvPr/>
            </p:nvSpPr>
            <p:spPr>
              <a:xfrm>
                <a:off x="7426211" y="3618019"/>
                <a:ext cx="17101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30</a:t>
                </a:r>
                <a:r>
                  <a:rPr kumimoji="0" 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÷</m:t>
                    </m:r>
                    <m:r>
                      <a:rPr kumimoji="0" lang="en-US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Calibri" panose="020F0502020204030204"/>
                  </a:rPr>
                  <a:t> + 14</a:t>
                </a:r>
                <a:endParaRPr kumimoji="0" lang="en-GB" sz="24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7820C4-9B0B-5D2A-51D9-B6EB9B455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211" y="3618019"/>
                <a:ext cx="1710106" cy="461665"/>
              </a:xfrm>
              <a:prstGeom prst="rect">
                <a:avLst/>
              </a:prstGeom>
              <a:blipFill>
                <a:blip r:embed="rId11"/>
                <a:stretch>
                  <a:fillRect t="-10667" r="-5694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B9E1949-8E45-9428-2DB4-D969881E86D1}"/>
                  </a:ext>
                </a:extLst>
              </p:cNvPr>
              <p:cNvSpPr txBox="1"/>
              <p:nvPr/>
            </p:nvSpPr>
            <p:spPr>
              <a:xfrm>
                <a:off x="7533701" y="5162891"/>
                <a:ext cx="223399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18−3</m:t>
                    </m:r>
                  </m:oMath>
                </a14:m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</a:rPr>
                  <a:t> 7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B9E1949-8E45-9428-2DB4-D969881E8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701" y="5162891"/>
                <a:ext cx="2233993" cy="461665"/>
              </a:xfrm>
              <a:prstGeom prst="rect">
                <a:avLst/>
              </a:prstGeom>
              <a:blipFill>
                <a:blip r:embed="rId12"/>
                <a:stretch>
                  <a:fillRect l="-82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715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6911036-0B3A-AAE4-B132-F3E65A0CA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163" y="152113"/>
            <a:ext cx="2635385" cy="2933851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31321B-B454-4F34-B6DB-7ACEF61B9B45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165974-F268-40FF-9D3B-F406890BCF31}"/>
              </a:ext>
            </a:extLst>
          </p:cNvPr>
          <p:cNvSpPr txBox="1"/>
          <p:nvPr/>
        </p:nvSpPr>
        <p:spPr>
          <a:xfrm>
            <a:off x="1258833" y="3567105"/>
            <a:ext cx="840569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Find someone to challenge!</a:t>
            </a:r>
          </a:p>
          <a:p>
            <a:endParaRPr lang="en-GB" sz="2000" dirty="0"/>
          </a:p>
          <a:p>
            <a:r>
              <a:rPr lang="en-GB" sz="2000" dirty="0"/>
              <a:t>The person who lost last (or lowest number)	 chooses the attribute to compare.</a:t>
            </a:r>
          </a:p>
          <a:p>
            <a:endParaRPr lang="en-GB" sz="2000" dirty="0"/>
          </a:p>
          <a:p>
            <a:r>
              <a:rPr lang="en-GB" sz="2000" dirty="0"/>
              <a:t>Find out who wins! (If it’s a draw the other person chooses an attribute.)</a:t>
            </a:r>
          </a:p>
          <a:p>
            <a:endParaRPr lang="en-GB" sz="2000" dirty="0"/>
          </a:p>
          <a:p>
            <a:r>
              <a:rPr lang="en-GB" sz="2000" dirty="0"/>
              <a:t>Swap cards and find someone to challenge!</a:t>
            </a:r>
          </a:p>
          <a:p>
            <a:endParaRPr lang="en-GB" sz="2000" dirty="0"/>
          </a:p>
          <a:p>
            <a:r>
              <a:rPr lang="en-GB" sz="2000" dirty="0"/>
              <a:t>Record the amount of wins you get!</a:t>
            </a:r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C8479125-B58C-430F-A32D-D4EC3DF40C47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DC4275D-68F4-4B14-8A20-C737FE1BFF76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B302DCD7-5546-4F4A-8059-05F7C7D3DABD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EC7D5CC8-0B45-4F8F-89EB-06E2EA5AB1B1}"/>
              </a:ext>
            </a:extLst>
          </p:cNvPr>
          <p:cNvSpPr/>
          <p:nvPr/>
        </p:nvSpPr>
        <p:spPr>
          <a:xfrm>
            <a:off x="757774" y="53588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05D58129-3966-4445-BCA7-DE9F953F4D83}"/>
              </a:ext>
            </a:extLst>
          </p:cNvPr>
          <p:cNvSpPr/>
          <p:nvPr/>
        </p:nvSpPr>
        <p:spPr>
          <a:xfrm>
            <a:off x="757774" y="596848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0B599B-EA1C-4C66-AFDB-696A2EDF4318}"/>
              </a:ext>
            </a:extLst>
          </p:cNvPr>
          <p:cNvSpPr/>
          <p:nvPr/>
        </p:nvSpPr>
        <p:spPr>
          <a:xfrm>
            <a:off x="3982476" y="896600"/>
            <a:ext cx="1963166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vs.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F13F2F-0637-42EE-A679-578CD4DDA4DC}"/>
              </a:ext>
            </a:extLst>
          </p:cNvPr>
          <p:cNvGrpSpPr/>
          <p:nvPr/>
        </p:nvGrpSpPr>
        <p:grpSpPr>
          <a:xfrm>
            <a:off x="5567573" y="2870881"/>
            <a:ext cx="4240265" cy="1211988"/>
            <a:chOff x="5316973" y="2954215"/>
            <a:chExt cx="4240265" cy="1211988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4A9287A-0D94-4559-B6B6-45E9AACB972F}"/>
                </a:ext>
              </a:extLst>
            </p:cNvPr>
            <p:cNvSpPr/>
            <p:nvPr/>
          </p:nvSpPr>
          <p:spPr>
            <a:xfrm>
              <a:off x="5316973" y="2954215"/>
              <a:ext cx="4240265" cy="1211988"/>
            </a:xfrm>
            <a:prstGeom prst="roundRect">
              <a:avLst>
                <a:gd name="adj" fmla="val 988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C5E9211-CCDA-4A24-9C2B-091E11E367D3}"/>
                </a:ext>
              </a:extLst>
            </p:cNvPr>
            <p:cNvSpPr txBox="1"/>
            <p:nvPr/>
          </p:nvSpPr>
          <p:spPr>
            <a:xfrm>
              <a:off x="5587208" y="3052378"/>
              <a:ext cx="369979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If you lost last, </a:t>
              </a:r>
            </a:p>
            <a:p>
              <a:pPr algn="ctr"/>
              <a:r>
                <a:rPr lang="en-GB" sz="2000" dirty="0"/>
                <a:t>you can’t use that same attribute </a:t>
              </a:r>
            </a:p>
            <a:p>
              <a:pPr algn="ctr"/>
              <a:r>
                <a:rPr lang="en-GB" sz="2000" dirty="0"/>
                <a:t>with your new card!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B8D85F0-871D-CB9A-0D7B-AD65E72EA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615" y="121561"/>
            <a:ext cx="2713744" cy="313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96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93FC0A-5DC5-4F49-8F43-BFA3C349A0BF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8E9F1-6DA8-4219-A25B-32201CC5B7DC}"/>
              </a:ext>
            </a:extLst>
          </p:cNvPr>
          <p:cNvSpPr txBox="1"/>
          <p:nvPr/>
        </p:nvSpPr>
        <p:spPr>
          <a:xfrm>
            <a:off x="1258833" y="3567105"/>
            <a:ext cx="819051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Split the cards in your groups. Only look at your top card.</a:t>
            </a:r>
          </a:p>
          <a:p>
            <a:endParaRPr lang="en-GB" sz="2000" dirty="0"/>
          </a:p>
          <a:p>
            <a:r>
              <a:rPr lang="en-GB" sz="2000" dirty="0"/>
              <a:t>Youngest player chooses the attribute to compare first.</a:t>
            </a:r>
          </a:p>
          <a:p>
            <a:endParaRPr lang="en-GB" sz="2000" dirty="0"/>
          </a:p>
          <a:p>
            <a:r>
              <a:rPr lang="en-GB" sz="2000" dirty="0"/>
              <a:t>Find out who wins! (If it’s a draw the person to the left chooses an attribute.)</a:t>
            </a:r>
          </a:p>
          <a:p>
            <a:endParaRPr lang="en-GB" sz="2000" dirty="0"/>
          </a:p>
          <a:p>
            <a:r>
              <a:rPr lang="en-GB" sz="2000" dirty="0"/>
              <a:t>Whoever has the highest value gets the other cards.</a:t>
            </a:r>
          </a:p>
          <a:p>
            <a:endParaRPr lang="en-GB" sz="2000" dirty="0"/>
          </a:p>
          <a:p>
            <a:r>
              <a:rPr lang="en-GB" sz="2000" dirty="0"/>
              <a:t>Continue until one player has all the cards!</a:t>
            </a:r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CC589642-F510-49FB-8336-8BEB8454AA10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87F627D5-3242-4216-B5A2-D8F9BC54EA7E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384D25C6-EB38-4FCA-A164-C59BC66AFD0C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2E554427-1595-45F5-851F-E647B41C4679}"/>
              </a:ext>
            </a:extLst>
          </p:cNvPr>
          <p:cNvSpPr/>
          <p:nvPr/>
        </p:nvSpPr>
        <p:spPr>
          <a:xfrm>
            <a:off x="757774" y="53588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643FC93-3E46-4E76-B66F-D82DD507466F}"/>
              </a:ext>
            </a:extLst>
          </p:cNvPr>
          <p:cNvSpPr/>
          <p:nvPr/>
        </p:nvSpPr>
        <p:spPr>
          <a:xfrm>
            <a:off x="757774" y="596848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CE7C11-AD93-40D3-8828-78CCDCD7ED4E}"/>
              </a:ext>
            </a:extLst>
          </p:cNvPr>
          <p:cNvSpPr/>
          <p:nvPr/>
        </p:nvSpPr>
        <p:spPr>
          <a:xfrm>
            <a:off x="3982476" y="896600"/>
            <a:ext cx="1963166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vs.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483A43-AA23-44F8-B192-7399ABA91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36" y="26277"/>
            <a:ext cx="2638129" cy="31506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118008-145C-45C5-B0B2-E91629276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317" y="26277"/>
            <a:ext cx="2713744" cy="313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684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4B625EF-5257-46EB-B6CC-5EE9F5E6AF6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30" y="59905"/>
            <a:ext cx="606451" cy="7265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4B0BB6-F19A-4B8E-BD4B-394521B76E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74"/>
          <a:stretch/>
        </p:blipFill>
        <p:spPr>
          <a:xfrm>
            <a:off x="77922" y="139109"/>
            <a:ext cx="792743" cy="539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CF535-2CDE-4D2C-B5E0-26035088C70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15" y="111542"/>
            <a:ext cx="697365" cy="641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3A9620-3C10-42D1-AAD4-0F6A1782474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223" y="65654"/>
            <a:ext cx="565168" cy="7202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7A20DD-4F30-4728-9340-3CB3D65D3AC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4" y="4598670"/>
            <a:ext cx="404835" cy="70919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5D7E5-1319-46CC-ACA8-1F316A438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07" y="75145"/>
            <a:ext cx="550494" cy="678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192CCE-A793-4405-A4F3-F079D94FA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6" y="2305050"/>
            <a:ext cx="616055" cy="769318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BD2F36-452E-42B0-9E91-6A17D9318A2D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1212" y="2328804"/>
            <a:ext cx="709288" cy="707625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113577-624F-409D-8BD5-994EFD761E9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20" y="4610274"/>
            <a:ext cx="753210" cy="69377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CA34CF-8AE3-481D-A156-E1C3A1FD94A4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82" y="2343946"/>
            <a:ext cx="762886" cy="669034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BD77CB-72F0-40A3-8C55-328EFE191E19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225" y="2329467"/>
            <a:ext cx="624115" cy="735453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668BA7-BA37-43F4-ABFF-0F2C15729FDC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1894" y="2323541"/>
            <a:ext cx="781095" cy="726601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810E93-CD09-4D47-BFA9-16E7622247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034" y="4591050"/>
            <a:ext cx="578528" cy="739858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9E55F6-1170-4EE4-A130-E94E0404EA44}"/>
              </a:ext>
            </a:extLst>
          </p:cNvPr>
          <p:cNvPicPr>
            <a:picLocks noChangeAspect="1"/>
          </p:cNvPicPr>
          <p:nvPr/>
        </p:nvPicPr>
        <p:blipFill>
          <a:blip r:embed="rId1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10" y="4606290"/>
            <a:ext cx="521746" cy="703476"/>
          </a:xfrm>
          <a:prstGeom prst="rect">
            <a:avLst/>
          </a:prstGeom>
          <a:noFill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66B4A0-580F-4315-A232-299A29F7D2E1}"/>
              </a:ext>
            </a:extLst>
          </p:cNvPr>
          <p:cNvPicPr>
            <a:picLocks noChangeAspect="1"/>
          </p:cNvPicPr>
          <p:nvPr/>
        </p:nvPicPr>
        <p:blipFill>
          <a:blip r:embed="rId1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170" y="4606290"/>
            <a:ext cx="656586" cy="699322"/>
          </a:xfrm>
          <a:prstGeom prst="rect">
            <a:avLst/>
          </a:prstGeom>
          <a:noFill/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77C32DEE-C8A6-49AE-984B-A5F7D4C33111}"/>
              </a:ext>
            </a:extLst>
          </p:cNvPr>
          <p:cNvSpPr/>
          <p:nvPr/>
        </p:nvSpPr>
        <p:spPr>
          <a:xfrm>
            <a:off x="163261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212992-D35C-4FED-A067-931439C38A84}"/>
              </a:ext>
            </a:extLst>
          </p:cNvPr>
          <p:cNvSpPr txBox="1"/>
          <p:nvPr/>
        </p:nvSpPr>
        <p:spPr>
          <a:xfrm>
            <a:off x="1639796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2CF1A0F-E435-47E8-B043-68CDD7701B68}"/>
              </a:ext>
            </a:extLst>
          </p:cNvPr>
          <p:cNvSpPr/>
          <p:nvPr/>
        </p:nvSpPr>
        <p:spPr>
          <a:xfrm>
            <a:off x="78769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Jander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756E4A6-9389-41AF-9119-F18985BE43B7}"/>
              </a:ext>
            </a:extLst>
          </p:cNvPr>
          <p:cNvSpPr/>
          <p:nvPr/>
        </p:nvSpPr>
        <p:spPr>
          <a:xfrm>
            <a:off x="9494987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551E97-2DEC-4E82-9962-77664839D1BB}"/>
              </a:ext>
            </a:extLst>
          </p:cNvPr>
          <p:cNvSpPr txBox="1"/>
          <p:nvPr/>
        </p:nvSpPr>
        <p:spPr>
          <a:xfrm>
            <a:off x="9502173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AC6DB5E-E80D-4863-B2BC-FB26BC033813}"/>
              </a:ext>
            </a:extLst>
          </p:cNvPr>
          <p:cNvSpPr/>
          <p:nvPr/>
        </p:nvSpPr>
        <p:spPr>
          <a:xfrm>
            <a:off x="8650075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Omng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74E581-8EC1-491E-9B13-3023DC951F78}"/>
              </a:ext>
            </a:extLst>
          </p:cNvPr>
          <p:cNvSpPr/>
          <p:nvPr/>
        </p:nvSpPr>
        <p:spPr>
          <a:xfrm>
            <a:off x="753378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E4515D-0672-41A8-9014-2C24B2ADF7E8}"/>
              </a:ext>
            </a:extLst>
          </p:cNvPr>
          <p:cNvSpPr txBox="1"/>
          <p:nvPr/>
        </p:nvSpPr>
        <p:spPr>
          <a:xfrm>
            <a:off x="7540974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2DB9530D-1DF1-4E12-A187-DA5600AAE52B}"/>
              </a:ext>
            </a:extLst>
          </p:cNvPr>
          <p:cNvSpPr/>
          <p:nvPr/>
        </p:nvSpPr>
        <p:spPr>
          <a:xfrm>
            <a:off x="668887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Svivel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E811576-3ECD-4DEB-917B-C207BE989696}"/>
              </a:ext>
            </a:extLst>
          </p:cNvPr>
          <p:cNvSpPr/>
          <p:nvPr/>
        </p:nvSpPr>
        <p:spPr>
          <a:xfrm>
            <a:off x="556379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459B41-4F66-42CE-AB70-37495C2F357F}"/>
              </a:ext>
            </a:extLst>
          </p:cNvPr>
          <p:cNvSpPr txBox="1"/>
          <p:nvPr/>
        </p:nvSpPr>
        <p:spPr>
          <a:xfrm>
            <a:off x="5570984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AA9783E-C2E9-4215-A1D5-84EC8276C54E}"/>
              </a:ext>
            </a:extLst>
          </p:cNvPr>
          <p:cNvSpPr/>
          <p:nvPr/>
        </p:nvSpPr>
        <p:spPr>
          <a:xfrm>
            <a:off x="471888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Qwert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04D1B38-4306-4CC2-AB02-A94BEDF77864}"/>
              </a:ext>
            </a:extLst>
          </p:cNvPr>
          <p:cNvSpPr/>
          <p:nvPr/>
        </p:nvSpPr>
        <p:spPr>
          <a:xfrm>
            <a:off x="360260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A2FA36-685B-4FC5-893E-8D104B209A2B}"/>
              </a:ext>
            </a:extLst>
          </p:cNvPr>
          <p:cNvSpPr txBox="1"/>
          <p:nvPr/>
        </p:nvSpPr>
        <p:spPr>
          <a:xfrm>
            <a:off x="3609786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48D49AC4-FD57-49E0-9D8D-A95FD08D06C2}"/>
              </a:ext>
            </a:extLst>
          </p:cNvPr>
          <p:cNvSpPr/>
          <p:nvPr/>
        </p:nvSpPr>
        <p:spPr>
          <a:xfrm>
            <a:off x="275768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Sclarf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0FAA6E2-CB42-4B29-9EF9-515A33755855}"/>
              </a:ext>
            </a:extLst>
          </p:cNvPr>
          <p:cNvSpPr/>
          <p:nvPr/>
        </p:nvSpPr>
        <p:spPr>
          <a:xfrm>
            <a:off x="163261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FB3679-2423-4447-8321-E88E39444657}"/>
              </a:ext>
            </a:extLst>
          </p:cNvPr>
          <p:cNvSpPr txBox="1"/>
          <p:nvPr/>
        </p:nvSpPr>
        <p:spPr>
          <a:xfrm>
            <a:off x="1639796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FE857015-572C-4100-82D0-D1DFC981A8B2}"/>
              </a:ext>
            </a:extLst>
          </p:cNvPr>
          <p:cNvSpPr/>
          <p:nvPr/>
        </p:nvSpPr>
        <p:spPr>
          <a:xfrm>
            <a:off x="78769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Klix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AD69A6B-AE58-473B-B269-0870ABFE710D}"/>
              </a:ext>
            </a:extLst>
          </p:cNvPr>
          <p:cNvSpPr/>
          <p:nvPr/>
        </p:nvSpPr>
        <p:spPr>
          <a:xfrm>
            <a:off x="9494987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3CE59E-08C3-44A5-A3F9-8D4D981FE74B}"/>
              </a:ext>
            </a:extLst>
          </p:cNvPr>
          <p:cNvSpPr txBox="1"/>
          <p:nvPr/>
        </p:nvSpPr>
        <p:spPr>
          <a:xfrm>
            <a:off x="9443664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EF4B57DC-5476-48CF-9B84-73CB0574DBD7}"/>
              </a:ext>
            </a:extLst>
          </p:cNvPr>
          <p:cNvSpPr/>
          <p:nvPr/>
        </p:nvSpPr>
        <p:spPr>
          <a:xfrm>
            <a:off x="8650075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Roglow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426BF6-AE8C-46CF-B60C-88DFA0836249}"/>
              </a:ext>
            </a:extLst>
          </p:cNvPr>
          <p:cNvSpPr/>
          <p:nvPr/>
        </p:nvSpPr>
        <p:spPr>
          <a:xfrm>
            <a:off x="753378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F027E1-3A36-42FB-809D-8377BB19FF75}"/>
              </a:ext>
            </a:extLst>
          </p:cNvPr>
          <p:cNvSpPr txBox="1"/>
          <p:nvPr/>
        </p:nvSpPr>
        <p:spPr>
          <a:xfrm>
            <a:off x="7540974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5E28D9CB-6807-4519-80FA-1B0FB7E3291C}"/>
              </a:ext>
            </a:extLst>
          </p:cNvPr>
          <p:cNvSpPr/>
          <p:nvPr/>
        </p:nvSpPr>
        <p:spPr>
          <a:xfrm>
            <a:off x="668887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Wurble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5A1F7B-81F3-4E1D-9720-028A7CCF76AB}"/>
              </a:ext>
            </a:extLst>
          </p:cNvPr>
          <p:cNvSpPr/>
          <p:nvPr/>
        </p:nvSpPr>
        <p:spPr>
          <a:xfrm>
            <a:off x="556379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1243C2-6AF8-42B7-8564-DA8A029228B7}"/>
              </a:ext>
            </a:extLst>
          </p:cNvPr>
          <p:cNvSpPr txBox="1"/>
          <p:nvPr/>
        </p:nvSpPr>
        <p:spPr>
          <a:xfrm>
            <a:off x="5570984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E50548B8-E173-4AD8-896F-B3BEE53B0EAD}"/>
              </a:ext>
            </a:extLst>
          </p:cNvPr>
          <p:cNvSpPr/>
          <p:nvPr/>
        </p:nvSpPr>
        <p:spPr>
          <a:xfrm>
            <a:off x="471888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Blosh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D389BC-874E-4AA5-831A-770175F2A0C2}"/>
              </a:ext>
            </a:extLst>
          </p:cNvPr>
          <p:cNvSpPr/>
          <p:nvPr/>
        </p:nvSpPr>
        <p:spPr>
          <a:xfrm>
            <a:off x="360260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8071E-8CFB-4AED-89F0-6BF2DCDDA524}"/>
              </a:ext>
            </a:extLst>
          </p:cNvPr>
          <p:cNvSpPr txBox="1"/>
          <p:nvPr/>
        </p:nvSpPr>
        <p:spPr>
          <a:xfrm>
            <a:off x="3609786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8B2F8461-CE68-4F22-9024-11F64D5D52E1}"/>
              </a:ext>
            </a:extLst>
          </p:cNvPr>
          <p:cNvSpPr/>
          <p:nvPr/>
        </p:nvSpPr>
        <p:spPr>
          <a:xfrm>
            <a:off x="275768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Sklurb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AFA4F178-C18E-4B17-97BB-C41244A477A8}"/>
              </a:ext>
            </a:extLst>
          </p:cNvPr>
          <p:cNvSpPr/>
          <p:nvPr/>
        </p:nvSpPr>
        <p:spPr>
          <a:xfrm>
            <a:off x="163261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103C6F1-B0D3-420A-AFF2-D15C89F6BD58}"/>
              </a:ext>
            </a:extLst>
          </p:cNvPr>
          <p:cNvSpPr txBox="1"/>
          <p:nvPr/>
        </p:nvSpPr>
        <p:spPr>
          <a:xfrm>
            <a:off x="158128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11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99C0C6D0-53AD-49EC-8640-3A7934BCA3FA}"/>
              </a:ext>
            </a:extLst>
          </p:cNvPr>
          <p:cNvSpPr/>
          <p:nvPr/>
        </p:nvSpPr>
        <p:spPr>
          <a:xfrm>
            <a:off x="78769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Twergle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FE9832E-25A4-4A34-84B7-A548FD64A1C3}"/>
              </a:ext>
            </a:extLst>
          </p:cNvPr>
          <p:cNvSpPr/>
          <p:nvPr/>
        </p:nvSpPr>
        <p:spPr>
          <a:xfrm>
            <a:off x="9494987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6E878B5-DED9-4BF0-8393-3F00A4C6D92C}"/>
              </a:ext>
            </a:extLst>
          </p:cNvPr>
          <p:cNvSpPr txBox="1"/>
          <p:nvPr/>
        </p:nvSpPr>
        <p:spPr>
          <a:xfrm>
            <a:off x="9443664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E126A3B4-AA19-424F-A952-57E0A9825E42}"/>
              </a:ext>
            </a:extLst>
          </p:cNvPr>
          <p:cNvSpPr/>
          <p:nvPr/>
        </p:nvSpPr>
        <p:spPr>
          <a:xfrm>
            <a:off x="8650075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Hoply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63039EA-7698-49A0-B9B1-67C93F7B8B81}"/>
              </a:ext>
            </a:extLst>
          </p:cNvPr>
          <p:cNvSpPr/>
          <p:nvPr/>
        </p:nvSpPr>
        <p:spPr>
          <a:xfrm>
            <a:off x="753378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8D59961-B667-449C-97FB-06753BE278C7}"/>
              </a:ext>
            </a:extLst>
          </p:cNvPr>
          <p:cNvSpPr txBox="1"/>
          <p:nvPr/>
        </p:nvSpPr>
        <p:spPr>
          <a:xfrm>
            <a:off x="748246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14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E675DA02-B5B0-436F-839E-2E0DB213A063}"/>
              </a:ext>
            </a:extLst>
          </p:cNvPr>
          <p:cNvSpPr/>
          <p:nvPr/>
        </p:nvSpPr>
        <p:spPr>
          <a:xfrm>
            <a:off x="668887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Fliggle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FE952C4-71CE-4F96-98D0-A65DB88BBD4E}"/>
              </a:ext>
            </a:extLst>
          </p:cNvPr>
          <p:cNvSpPr/>
          <p:nvPr/>
        </p:nvSpPr>
        <p:spPr>
          <a:xfrm>
            <a:off x="556379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E17CAE-1E40-4F03-A13B-C70293A2B81C}"/>
              </a:ext>
            </a:extLst>
          </p:cNvPr>
          <p:cNvSpPr txBox="1"/>
          <p:nvPr/>
        </p:nvSpPr>
        <p:spPr>
          <a:xfrm>
            <a:off x="551247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4E5377AD-EB6C-4E40-86FA-B0499A742829}"/>
              </a:ext>
            </a:extLst>
          </p:cNvPr>
          <p:cNvSpPr/>
          <p:nvPr/>
        </p:nvSpPr>
        <p:spPr>
          <a:xfrm>
            <a:off x="471888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Xenus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600F64-E049-47FA-B303-A7263B9C22AF}"/>
              </a:ext>
            </a:extLst>
          </p:cNvPr>
          <p:cNvSpPr/>
          <p:nvPr/>
        </p:nvSpPr>
        <p:spPr>
          <a:xfrm>
            <a:off x="360260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7DFA2D-61B6-4B1B-8515-028D24DF29C3}"/>
              </a:ext>
            </a:extLst>
          </p:cNvPr>
          <p:cNvSpPr txBox="1"/>
          <p:nvPr/>
        </p:nvSpPr>
        <p:spPr>
          <a:xfrm>
            <a:off x="355127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12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8551466C-FA4D-4C50-A9A1-85943F3DFFB0}"/>
              </a:ext>
            </a:extLst>
          </p:cNvPr>
          <p:cNvSpPr/>
          <p:nvPr/>
        </p:nvSpPr>
        <p:spPr>
          <a:xfrm>
            <a:off x="275768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Glurp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5658C-BF4B-4B04-8B43-1AD1F24AF49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314" y="-23606"/>
            <a:ext cx="714402" cy="46758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D0B7802B-C907-4E50-BF7E-EB549FBE92D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0938" y="-23606"/>
            <a:ext cx="714402" cy="46758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DF9EBAB-ACCF-4770-9B65-EE01C414D89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1562" y="-23606"/>
            <a:ext cx="714402" cy="467581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590F30D-41CD-42D5-9FCF-D7DE40B370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2186" y="-23606"/>
            <a:ext cx="714402" cy="46758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D45A673-EB29-4C8C-8700-EF9DE2AF893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2810" y="-23606"/>
            <a:ext cx="714402" cy="4675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CD0A7C6-3F0C-4970-96C4-793B4BCFE66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314" y="2237929"/>
            <a:ext cx="714402" cy="46758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70F9538-F418-4DEB-8A40-F57FBAEF5E4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0938" y="2237929"/>
            <a:ext cx="714402" cy="46758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07AAEAB-F9D9-4F88-BBE4-E4EBB4BB7E9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1562" y="2237929"/>
            <a:ext cx="714402" cy="467581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596FC87-ABF4-42CB-96E6-45FB4EEE0C6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2186" y="2237929"/>
            <a:ext cx="714402" cy="467581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FB8A5F99-7CF0-4792-B883-90EBB573D24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2810" y="2237929"/>
            <a:ext cx="714402" cy="467581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1BD2E41-2627-46B6-90F3-9938F6873BB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5394" y="4498641"/>
            <a:ext cx="714402" cy="467581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FA53B7E-8BE4-491E-80E0-F889A937716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6018" y="4498641"/>
            <a:ext cx="714402" cy="46758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8C1F3D0C-BBEE-4973-9508-29D9E9D5BCD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6642" y="4498641"/>
            <a:ext cx="714402" cy="467581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DC4F632-5763-4D02-8EAD-3A01DB2002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7266" y="4498641"/>
            <a:ext cx="714402" cy="46758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6445DC3-17D1-4B75-8AD1-8E17626D1DD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7890" y="4498641"/>
            <a:ext cx="714402" cy="467581"/>
          </a:xfrm>
          <a:prstGeom prst="rect">
            <a:avLst/>
          </a:prstGeom>
        </p:spPr>
      </p:pic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F24760CB-1E90-4198-B704-3E256B0402F4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60A3C69F-656F-46A6-ADAB-A983C48CD73C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5F07CD83-3A31-4BC3-B467-997B7B2A6DF1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75F6E133-1EDD-482D-B468-A7C31018B083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1EA3E0FB-F670-4956-A37C-49A32579C947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9D051A53-2D03-4617-A167-DBAE0741BF94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7C17BEA4-1A81-45ED-A667-A167645B6FE7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BFA619FF-A048-4CD8-9282-A7719D28DCE8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90B46FC4-2A45-45DC-B2CB-41A3739F50AE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F4B3F51E-C066-4874-A6BD-67264125C4AE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B541363A-E265-4ABC-A97D-59F65971F23C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55DEE82E-53F6-4260-A28B-387B7228E1C9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291C6B13-B7E8-448F-B9E9-F3E13E49BF17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CF32C547-1E88-42A6-9B36-89232B4A3E78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2CF3BC75-44A8-4575-A830-2EC6DB604384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9" name="Table 198">
                <a:extLst>
                  <a:ext uri="{FF2B5EF4-FFF2-40B4-BE49-F238E27FC236}">
                    <a16:creationId xmlns:a16="http://schemas.microsoft.com/office/drawing/2014/main" id="{82FA427F-F868-432B-807C-0BF1843C07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6222207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2+1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+8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30÷(2−1)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9" name="Table 198">
                <a:extLst>
                  <a:ext uri="{FF2B5EF4-FFF2-40B4-BE49-F238E27FC236}">
                    <a16:creationId xmlns:a16="http://schemas.microsoft.com/office/drawing/2014/main" id="{82FA427F-F868-432B-807C-0BF1843C07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6222207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r="-65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00000" r="-65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203448" r="-658" b="-1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298305" r="-658" b="-16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0" name="Table 199">
                <a:extLst>
                  <a:ext uri="{FF2B5EF4-FFF2-40B4-BE49-F238E27FC236}">
                    <a16:creationId xmlns:a16="http://schemas.microsoft.com/office/drawing/2014/main" id="{BE8BF9E4-42EE-4AE5-BA39-FEAF5D03AE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2693016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×(4−3)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9+3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0" name="Table 199">
                <a:extLst>
                  <a:ext uri="{FF2B5EF4-FFF2-40B4-BE49-F238E27FC236}">
                    <a16:creationId xmlns:a16="http://schemas.microsoft.com/office/drawing/2014/main" id="{BE8BF9E4-42EE-4AE5-BA39-FEAF5D03AE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2693016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1" name="Table 200">
                <a:extLst>
                  <a:ext uri="{FF2B5EF4-FFF2-40B4-BE49-F238E27FC236}">
                    <a16:creationId xmlns:a16="http://schemas.microsoft.com/office/drawing/2014/main" id="{C1D678AE-17A3-4929-8F51-37B4E2DDAC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7028832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1+3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1" name="Table 200">
                <a:extLst>
                  <a:ext uri="{FF2B5EF4-FFF2-40B4-BE49-F238E27FC236}">
                    <a16:creationId xmlns:a16="http://schemas.microsoft.com/office/drawing/2014/main" id="{C1D678AE-17A3-4929-8F51-37B4E2DDAC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7028832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2" name="Table 201">
                <a:extLst>
                  <a:ext uri="{FF2B5EF4-FFF2-40B4-BE49-F238E27FC236}">
                    <a16:creationId xmlns:a16="http://schemas.microsoft.com/office/drawing/2014/main" id="{E7E9C57D-F8A1-440D-970B-57112DDCEB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5768250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×(12−2)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10+4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2" name="Table 201">
                <a:extLst>
                  <a:ext uri="{FF2B5EF4-FFF2-40B4-BE49-F238E27FC236}">
                    <a16:creationId xmlns:a16="http://schemas.microsoft.com/office/drawing/2014/main" id="{E7E9C57D-F8A1-440D-970B-57112DDCEB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5768250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r="-654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101724" r="-654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198305" r="-654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303448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3" name="Table 202">
                <a:extLst>
                  <a:ext uri="{FF2B5EF4-FFF2-40B4-BE49-F238E27FC236}">
                    <a16:creationId xmlns:a16="http://schemas.microsoft.com/office/drawing/2014/main" id="{DC4A7693-7B4E-42F7-AEBF-36B07EABDA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8437932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(7−5)×5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3" name="Table 202">
                <a:extLst>
                  <a:ext uri="{FF2B5EF4-FFF2-40B4-BE49-F238E27FC236}">
                    <a16:creationId xmlns:a16="http://schemas.microsoft.com/office/drawing/2014/main" id="{DC4A7693-7B4E-42F7-AEBF-36B07EABDA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8437932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4" name="Table 203">
                <a:extLst>
                  <a:ext uri="{FF2B5EF4-FFF2-40B4-BE49-F238E27FC236}">
                    <a16:creationId xmlns:a16="http://schemas.microsoft.com/office/drawing/2014/main" id="{FFCBAFED-0CC1-4B14-87C8-B6A24BE00D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8259847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(3+2)×4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×(4+1)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4" name="Table 203">
                <a:extLst>
                  <a:ext uri="{FF2B5EF4-FFF2-40B4-BE49-F238E27FC236}">
                    <a16:creationId xmlns:a16="http://schemas.microsoft.com/office/drawing/2014/main" id="{FFCBAFED-0CC1-4B14-87C8-B6A24BE00D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8259847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5" name="Table 204">
                <a:extLst>
                  <a:ext uri="{FF2B5EF4-FFF2-40B4-BE49-F238E27FC236}">
                    <a16:creationId xmlns:a16="http://schemas.microsoft.com/office/drawing/2014/main" id="{80F72253-CFF1-4469-ABEB-610F52429E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456771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4+2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5" name="Table 204">
                <a:extLst>
                  <a:ext uri="{FF2B5EF4-FFF2-40B4-BE49-F238E27FC236}">
                    <a16:creationId xmlns:a16="http://schemas.microsoft.com/office/drawing/2014/main" id="{80F72253-CFF1-4469-ABEB-610F52429E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456771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6" name="Table 205">
                <a:extLst>
                  <a:ext uri="{FF2B5EF4-FFF2-40B4-BE49-F238E27FC236}">
                    <a16:creationId xmlns:a16="http://schemas.microsoft.com/office/drawing/2014/main" id="{1280BED9-3DB0-42D7-83E6-F784754968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4426079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20−3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−40÷2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6" name="Table 205">
                <a:extLst>
                  <a:ext uri="{FF2B5EF4-FFF2-40B4-BE49-F238E27FC236}">
                    <a16:creationId xmlns:a16="http://schemas.microsoft.com/office/drawing/2014/main" id="{1280BED9-3DB0-42D7-83E6-F784754968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4426079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7" name="Table 206">
                <a:extLst>
                  <a:ext uri="{FF2B5EF4-FFF2-40B4-BE49-F238E27FC236}">
                    <a16:creationId xmlns:a16="http://schemas.microsoft.com/office/drawing/2014/main" id="{F39BD9DE-BF8C-4716-9EE2-B432403966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1984766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22−4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7" name="Table 206">
                <a:extLst>
                  <a:ext uri="{FF2B5EF4-FFF2-40B4-BE49-F238E27FC236}">
                    <a16:creationId xmlns:a16="http://schemas.microsoft.com/office/drawing/2014/main" id="{F39BD9DE-BF8C-4716-9EE2-B432403966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1984766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8" name="Table 207">
                <a:extLst>
                  <a:ext uri="{FF2B5EF4-FFF2-40B4-BE49-F238E27FC236}">
                    <a16:creationId xmlns:a16="http://schemas.microsoft.com/office/drawing/2014/main" id="{25D96DA3-6AF9-4400-BA6C-A6D0F17CE4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0813703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50−8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(12+18)÷3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8" name="Table 207">
                <a:extLst>
                  <a:ext uri="{FF2B5EF4-FFF2-40B4-BE49-F238E27FC236}">
                    <a16:creationId xmlns:a16="http://schemas.microsoft.com/office/drawing/2014/main" id="{25D96DA3-6AF9-4400-BA6C-A6D0F17CE4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0813703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9" name="Table 208">
                <a:extLst>
                  <a:ext uri="{FF2B5EF4-FFF2-40B4-BE49-F238E27FC236}">
                    <a16:creationId xmlns:a16="http://schemas.microsoft.com/office/drawing/2014/main" id="{F7E71C4F-BBF6-4204-AA69-5E1CA4E4BA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1391363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(50−5)÷3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35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9" name="Table 208">
                <a:extLst>
                  <a:ext uri="{FF2B5EF4-FFF2-40B4-BE49-F238E27FC236}">
                    <a16:creationId xmlns:a16="http://schemas.microsoft.com/office/drawing/2014/main" id="{F7E71C4F-BBF6-4204-AA69-5E1CA4E4BA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1391363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0" name="Table 209">
                <a:extLst>
                  <a:ext uri="{FF2B5EF4-FFF2-40B4-BE49-F238E27FC236}">
                    <a16:creationId xmlns:a16="http://schemas.microsoft.com/office/drawing/2014/main" id="{1363A09F-6CBF-4329-AFF0-867DF5A547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5741301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32÷(10−2)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0" name="Table 209">
                <a:extLst>
                  <a:ext uri="{FF2B5EF4-FFF2-40B4-BE49-F238E27FC236}">
                    <a16:creationId xmlns:a16="http://schemas.microsoft.com/office/drawing/2014/main" id="{1363A09F-6CBF-4329-AFF0-867DF5A547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5741301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1" name="Table 210">
                <a:extLst>
                  <a:ext uri="{FF2B5EF4-FFF2-40B4-BE49-F238E27FC236}">
                    <a16:creationId xmlns:a16="http://schemas.microsoft.com/office/drawing/2014/main" id="{1DBF55ED-99C8-4E49-8071-D5E6BE1EB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2259782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40−3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1" name="Table 210">
                <a:extLst>
                  <a:ext uri="{FF2B5EF4-FFF2-40B4-BE49-F238E27FC236}">
                    <a16:creationId xmlns:a16="http://schemas.microsoft.com/office/drawing/2014/main" id="{1DBF55ED-99C8-4E49-8071-D5E6BE1EB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2259782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2" name="Table 211">
                <a:extLst>
                  <a:ext uri="{FF2B5EF4-FFF2-40B4-BE49-F238E27FC236}">
                    <a16:creationId xmlns:a16="http://schemas.microsoft.com/office/drawing/2014/main" id="{5BD80F5A-2DDB-4EB3-877E-31ADB2BA40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859720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−6÷3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÷4×6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÷4+2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2" name="Table 211">
                <a:extLst>
                  <a:ext uri="{FF2B5EF4-FFF2-40B4-BE49-F238E27FC236}">
                    <a16:creationId xmlns:a16="http://schemas.microsoft.com/office/drawing/2014/main" id="{5BD80F5A-2DDB-4EB3-877E-31ADB2BA40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859720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B756BCF0-C008-4C52-869A-12BFD57E01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1889445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18−3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×(1+4)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B756BCF0-C008-4C52-869A-12BFD57E01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1889445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6124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4B625EF-5257-46EB-B6CC-5EE9F5E6AF6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30" y="59905"/>
            <a:ext cx="606451" cy="7265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4B0BB6-F19A-4B8E-BD4B-394521B76E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74"/>
          <a:stretch/>
        </p:blipFill>
        <p:spPr>
          <a:xfrm>
            <a:off x="77922" y="139109"/>
            <a:ext cx="792743" cy="539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CF535-2CDE-4D2C-B5E0-26035088C70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15" y="111542"/>
            <a:ext cx="697365" cy="641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3A9620-3C10-42D1-AAD4-0F6A1782474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223" y="65654"/>
            <a:ext cx="565168" cy="7202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7A20DD-4F30-4728-9340-3CB3D65D3AC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4" y="4598670"/>
            <a:ext cx="404835" cy="70919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5D7E5-1319-46CC-ACA8-1F316A438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07" y="75145"/>
            <a:ext cx="550494" cy="678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192CCE-A793-4405-A4F3-F079D94FA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6" y="2305050"/>
            <a:ext cx="616055" cy="769318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BD2F36-452E-42B0-9E91-6A17D9318A2D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1212" y="2328804"/>
            <a:ext cx="709288" cy="707625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113577-624F-409D-8BD5-994EFD761E9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20" y="4610274"/>
            <a:ext cx="753210" cy="69377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CA34CF-8AE3-481D-A156-E1C3A1FD94A4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82" y="2343946"/>
            <a:ext cx="762886" cy="669034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BD77CB-72F0-40A3-8C55-328EFE191E19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225" y="2329467"/>
            <a:ext cx="624115" cy="735453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668BA7-BA37-43F4-ABFF-0F2C15729FDC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1894" y="2323541"/>
            <a:ext cx="781095" cy="726601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810E93-CD09-4D47-BFA9-16E7622247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034" y="4591050"/>
            <a:ext cx="578528" cy="739858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9E55F6-1170-4EE4-A130-E94E0404EA44}"/>
              </a:ext>
            </a:extLst>
          </p:cNvPr>
          <p:cNvPicPr>
            <a:picLocks noChangeAspect="1"/>
          </p:cNvPicPr>
          <p:nvPr/>
        </p:nvPicPr>
        <p:blipFill>
          <a:blip r:embed="rId1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10" y="4606290"/>
            <a:ext cx="521746" cy="703476"/>
          </a:xfrm>
          <a:prstGeom prst="rect">
            <a:avLst/>
          </a:prstGeom>
          <a:noFill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66B4A0-580F-4315-A232-299A29F7D2E1}"/>
              </a:ext>
            </a:extLst>
          </p:cNvPr>
          <p:cNvPicPr>
            <a:picLocks noChangeAspect="1"/>
          </p:cNvPicPr>
          <p:nvPr/>
        </p:nvPicPr>
        <p:blipFill>
          <a:blip r:embed="rId1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170" y="4606290"/>
            <a:ext cx="656586" cy="699322"/>
          </a:xfrm>
          <a:prstGeom prst="rect">
            <a:avLst/>
          </a:prstGeom>
          <a:noFill/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96205F-0A4E-42B7-97D5-A7E5D2AEC684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7C32DEE-C8A6-49AE-984B-A5F7D4C33111}"/>
              </a:ext>
            </a:extLst>
          </p:cNvPr>
          <p:cNvSpPr/>
          <p:nvPr/>
        </p:nvSpPr>
        <p:spPr>
          <a:xfrm>
            <a:off x="163261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212992-D35C-4FED-A067-931439C38A84}"/>
              </a:ext>
            </a:extLst>
          </p:cNvPr>
          <p:cNvSpPr txBox="1"/>
          <p:nvPr/>
        </p:nvSpPr>
        <p:spPr>
          <a:xfrm>
            <a:off x="1581287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A1CB5EA-585F-4D32-9660-8C0B8D670721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756E4A6-9389-41AF-9119-F18985BE43B7}"/>
              </a:ext>
            </a:extLst>
          </p:cNvPr>
          <p:cNvSpPr/>
          <p:nvPr/>
        </p:nvSpPr>
        <p:spPr>
          <a:xfrm>
            <a:off x="9494987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551E97-2DEC-4E82-9962-77664839D1BB}"/>
              </a:ext>
            </a:extLst>
          </p:cNvPr>
          <p:cNvSpPr txBox="1"/>
          <p:nvPr/>
        </p:nvSpPr>
        <p:spPr>
          <a:xfrm>
            <a:off x="9443664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20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22EBC3D-0424-41B8-AE34-C706C79EE6F2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74E581-8EC1-491E-9B13-3023DC951F78}"/>
              </a:ext>
            </a:extLst>
          </p:cNvPr>
          <p:cNvSpPr/>
          <p:nvPr/>
        </p:nvSpPr>
        <p:spPr>
          <a:xfrm>
            <a:off x="753378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E4515D-0672-41A8-9014-2C24B2ADF7E8}"/>
              </a:ext>
            </a:extLst>
          </p:cNvPr>
          <p:cNvSpPr txBox="1"/>
          <p:nvPr/>
        </p:nvSpPr>
        <p:spPr>
          <a:xfrm>
            <a:off x="7482465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19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31037F9-88CD-4F78-A954-05B970FA4828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E811576-3ECD-4DEB-917B-C207BE989696}"/>
              </a:ext>
            </a:extLst>
          </p:cNvPr>
          <p:cNvSpPr/>
          <p:nvPr/>
        </p:nvSpPr>
        <p:spPr>
          <a:xfrm>
            <a:off x="556379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459B41-4F66-42CE-AB70-37495C2F357F}"/>
              </a:ext>
            </a:extLst>
          </p:cNvPr>
          <p:cNvSpPr txBox="1"/>
          <p:nvPr/>
        </p:nvSpPr>
        <p:spPr>
          <a:xfrm>
            <a:off x="5512475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18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E6D21A4-A290-4A9B-8A3A-790ABCE49D81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04D1B38-4306-4CC2-AB02-A94BEDF77864}"/>
              </a:ext>
            </a:extLst>
          </p:cNvPr>
          <p:cNvSpPr/>
          <p:nvPr/>
        </p:nvSpPr>
        <p:spPr>
          <a:xfrm>
            <a:off x="360260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A2FA36-685B-4FC5-893E-8D104B209A2B}"/>
              </a:ext>
            </a:extLst>
          </p:cNvPr>
          <p:cNvSpPr txBox="1"/>
          <p:nvPr/>
        </p:nvSpPr>
        <p:spPr>
          <a:xfrm>
            <a:off x="3551277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17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5EA00586-63B9-488E-9319-0526DD5D8530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0FAA6E2-CB42-4B29-9EF9-515A33755855}"/>
              </a:ext>
            </a:extLst>
          </p:cNvPr>
          <p:cNvSpPr/>
          <p:nvPr/>
        </p:nvSpPr>
        <p:spPr>
          <a:xfrm>
            <a:off x="163261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FB3679-2423-4447-8321-E88E39444657}"/>
              </a:ext>
            </a:extLst>
          </p:cNvPr>
          <p:cNvSpPr txBox="1"/>
          <p:nvPr/>
        </p:nvSpPr>
        <p:spPr>
          <a:xfrm>
            <a:off x="1581287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21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C361F2FE-1F70-429D-B02A-B0D3B304A1D4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AD69A6B-AE58-473B-B269-0870ABFE710D}"/>
              </a:ext>
            </a:extLst>
          </p:cNvPr>
          <p:cNvSpPr/>
          <p:nvPr/>
        </p:nvSpPr>
        <p:spPr>
          <a:xfrm>
            <a:off x="9494987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3CE59E-08C3-44A5-A3F9-8D4D981FE74B}"/>
              </a:ext>
            </a:extLst>
          </p:cNvPr>
          <p:cNvSpPr txBox="1"/>
          <p:nvPr/>
        </p:nvSpPr>
        <p:spPr>
          <a:xfrm>
            <a:off x="9443664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25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B28133CA-6380-422F-AB23-489B1A899914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426BF6-AE8C-46CF-B60C-88DFA0836249}"/>
              </a:ext>
            </a:extLst>
          </p:cNvPr>
          <p:cNvSpPr/>
          <p:nvPr/>
        </p:nvSpPr>
        <p:spPr>
          <a:xfrm>
            <a:off x="753378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F027E1-3A36-42FB-809D-8377BB19FF75}"/>
              </a:ext>
            </a:extLst>
          </p:cNvPr>
          <p:cNvSpPr txBox="1"/>
          <p:nvPr/>
        </p:nvSpPr>
        <p:spPr>
          <a:xfrm>
            <a:off x="7482465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24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D32D113-D116-49B1-B9B4-3FC915917359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5A1F7B-81F3-4E1D-9720-028A7CCF76AB}"/>
              </a:ext>
            </a:extLst>
          </p:cNvPr>
          <p:cNvSpPr/>
          <p:nvPr/>
        </p:nvSpPr>
        <p:spPr>
          <a:xfrm>
            <a:off x="556379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1243C2-6AF8-42B7-8564-DA8A029228B7}"/>
              </a:ext>
            </a:extLst>
          </p:cNvPr>
          <p:cNvSpPr txBox="1"/>
          <p:nvPr/>
        </p:nvSpPr>
        <p:spPr>
          <a:xfrm>
            <a:off x="5512475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23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62CEE66F-74D4-4FCD-9443-F44A11F93C76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D389BC-874E-4AA5-831A-770175F2A0C2}"/>
              </a:ext>
            </a:extLst>
          </p:cNvPr>
          <p:cNvSpPr/>
          <p:nvPr/>
        </p:nvSpPr>
        <p:spPr>
          <a:xfrm>
            <a:off x="360260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8071E-8CFB-4AED-89F0-6BF2DCDDA524}"/>
              </a:ext>
            </a:extLst>
          </p:cNvPr>
          <p:cNvSpPr txBox="1"/>
          <p:nvPr/>
        </p:nvSpPr>
        <p:spPr>
          <a:xfrm>
            <a:off x="3551277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22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738F7A6-A033-4CF5-9048-90A9098CE9F6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AFA4F178-C18E-4B17-97BB-C41244A477A8}"/>
              </a:ext>
            </a:extLst>
          </p:cNvPr>
          <p:cNvSpPr/>
          <p:nvPr/>
        </p:nvSpPr>
        <p:spPr>
          <a:xfrm>
            <a:off x="163261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103C6F1-B0D3-420A-AFF2-D15C89F6BD58}"/>
              </a:ext>
            </a:extLst>
          </p:cNvPr>
          <p:cNvSpPr txBox="1"/>
          <p:nvPr/>
        </p:nvSpPr>
        <p:spPr>
          <a:xfrm>
            <a:off x="158128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26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2480109B-47EC-4FD9-A037-3191938CCB6B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FE9832E-25A4-4A34-84B7-A548FD64A1C3}"/>
              </a:ext>
            </a:extLst>
          </p:cNvPr>
          <p:cNvSpPr/>
          <p:nvPr/>
        </p:nvSpPr>
        <p:spPr>
          <a:xfrm>
            <a:off x="9494987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6E878B5-DED9-4BF0-8393-3F00A4C6D92C}"/>
              </a:ext>
            </a:extLst>
          </p:cNvPr>
          <p:cNvSpPr txBox="1"/>
          <p:nvPr/>
        </p:nvSpPr>
        <p:spPr>
          <a:xfrm>
            <a:off x="9443664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30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D6C5F1D-3A01-44CE-A370-F9DD013AD3C3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63039EA-7698-49A0-B9B1-67C93F7B8B81}"/>
              </a:ext>
            </a:extLst>
          </p:cNvPr>
          <p:cNvSpPr/>
          <p:nvPr/>
        </p:nvSpPr>
        <p:spPr>
          <a:xfrm>
            <a:off x="753378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8D59961-B667-449C-97FB-06753BE278C7}"/>
              </a:ext>
            </a:extLst>
          </p:cNvPr>
          <p:cNvSpPr txBox="1"/>
          <p:nvPr/>
        </p:nvSpPr>
        <p:spPr>
          <a:xfrm>
            <a:off x="748246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29</a:t>
            </a: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72875DE7-66EF-4FFD-9689-40193D6DC4F2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FE952C4-71CE-4F96-98D0-A65DB88BBD4E}"/>
              </a:ext>
            </a:extLst>
          </p:cNvPr>
          <p:cNvSpPr/>
          <p:nvPr/>
        </p:nvSpPr>
        <p:spPr>
          <a:xfrm>
            <a:off x="556379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E17CAE-1E40-4F03-A13B-C70293A2B81C}"/>
              </a:ext>
            </a:extLst>
          </p:cNvPr>
          <p:cNvSpPr txBox="1"/>
          <p:nvPr/>
        </p:nvSpPr>
        <p:spPr>
          <a:xfrm>
            <a:off x="551247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28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83FBFE76-DBEF-47EB-A7D9-B7E5B89D4235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600F64-E049-47FA-B303-A7263B9C22AF}"/>
              </a:ext>
            </a:extLst>
          </p:cNvPr>
          <p:cNvSpPr/>
          <p:nvPr/>
        </p:nvSpPr>
        <p:spPr>
          <a:xfrm>
            <a:off x="360260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7DFA2D-61B6-4B1B-8515-028D24DF29C3}"/>
              </a:ext>
            </a:extLst>
          </p:cNvPr>
          <p:cNvSpPr txBox="1"/>
          <p:nvPr/>
        </p:nvSpPr>
        <p:spPr>
          <a:xfrm>
            <a:off x="355127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0076198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7+6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60÷(2+1)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0076198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r="-65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t="-100000" r="-65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t="-203448" r="-658" b="-1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t="-298305" r="-658" b="-16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9" name="Table 178">
                <a:extLst>
                  <a:ext uri="{FF2B5EF4-FFF2-40B4-BE49-F238E27FC236}">
                    <a16:creationId xmlns:a16="http://schemas.microsoft.com/office/drawing/2014/main" id="{50227AF4-F754-4DF5-B730-94A8D35FF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1121881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×(15−10)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4+5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÷8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9" name="Table 178">
                <a:extLst>
                  <a:ext uri="{FF2B5EF4-FFF2-40B4-BE49-F238E27FC236}">
                    <a16:creationId xmlns:a16="http://schemas.microsoft.com/office/drawing/2014/main" id="{50227AF4-F754-4DF5-B730-94A8D35FF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1121881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0" name="Table 179">
                <a:extLst>
                  <a:ext uri="{FF2B5EF4-FFF2-40B4-BE49-F238E27FC236}">
                    <a16:creationId xmlns:a16="http://schemas.microsoft.com/office/drawing/2014/main" id="{5FA8EB9B-C8F5-4D88-A362-003E4F74B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1098857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5+6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5+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0" name="Table 179">
                <a:extLst>
                  <a:ext uri="{FF2B5EF4-FFF2-40B4-BE49-F238E27FC236}">
                    <a16:creationId xmlns:a16="http://schemas.microsoft.com/office/drawing/2014/main" id="{5FA8EB9B-C8F5-4D88-A362-003E4F74B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1098857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1" name="Table 180">
                <a:extLst>
                  <a:ext uri="{FF2B5EF4-FFF2-40B4-BE49-F238E27FC236}">
                    <a16:creationId xmlns:a16="http://schemas.microsoft.com/office/drawing/2014/main" id="{4856DC82-DABE-4F57-8A1B-6E4CD10A3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6652047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×6−20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×(20−15)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÷8+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5+6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1" name="Table 180">
                <a:extLst>
                  <a:ext uri="{FF2B5EF4-FFF2-40B4-BE49-F238E27FC236}">
                    <a16:creationId xmlns:a16="http://schemas.microsoft.com/office/drawing/2014/main" id="{4856DC82-DABE-4F57-8A1B-6E4CD10A3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6652047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r="-654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t="-101724" r="-654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t="-198305" r="-654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t="-303448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2" name="Table 181">
                <a:extLst>
                  <a:ext uri="{FF2B5EF4-FFF2-40B4-BE49-F238E27FC236}">
                    <a16:creationId xmlns:a16="http://schemas.microsoft.com/office/drawing/2014/main" id="{2DCF14A0-90F2-4CE0-A361-7CD434379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951454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(7−3)×3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2" name="Table 181">
                <a:extLst>
                  <a:ext uri="{FF2B5EF4-FFF2-40B4-BE49-F238E27FC236}">
                    <a16:creationId xmlns:a16="http://schemas.microsoft.com/office/drawing/2014/main" id="{2DCF14A0-90F2-4CE0-A361-7CD434379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951454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3" name="Table 182">
                <a:extLst>
                  <a:ext uri="{FF2B5EF4-FFF2-40B4-BE49-F238E27FC236}">
                    <a16:creationId xmlns:a16="http://schemas.microsoft.com/office/drawing/2014/main" id="{E6640761-C915-4740-B1F4-3BBFD11A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1216536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(2+1)×3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×(6+2)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3" name="Table 182">
                <a:extLst>
                  <a:ext uri="{FF2B5EF4-FFF2-40B4-BE49-F238E27FC236}">
                    <a16:creationId xmlns:a16="http://schemas.microsoft.com/office/drawing/2014/main" id="{E6640761-C915-4740-B1F4-3BBFD11A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1216536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4" name="Table 183">
                <a:extLst>
                  <a:ext uri="{FF2B5EF4-FFF2-40B4-BE49-F238E27FC236}">
                    <a16:creationId xmlns:a16="http://schemas.microsoft.com/office/drawing/2014/main" id="{A3F27023-9A12-4F9F-A59D-7BDED81CB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7840498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3+4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+15÷5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×6−21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4" name="Table 183">
                <a:extLst>
                  <a:ext uri="{FF2B5EF4-FFF2-40B4-BE49-F238E27FC236}">
                    <a16:creationId xmlns:a16="http://schemas.microsoft.com/office/drawing/2014/main" id="{A3F27023-9A12-4F9F-A59D-7BDED81CB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7840498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5" name="Table 184">
                <a:extLst>
                  <a:ext uri="{FF2B5EF4-FFF2-40B4-BE49-F238E27FC236}">
                    <a16:creationId xmlns:a16="http://schemas.microsoft.com/office/drawing/2014/main" id="{BE98B312-A640-40CF-B524-B06C3D589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8388523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50−4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×9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5" name="Table 184">
                <a:extLst>
                  <a:ext uri="{FF2B5EF4-FFF2-40B4-BE49-F238E27FC236}">
                    <a16:creationId xmlns:a16="http://schemas.microsoft.com/office/drawing/2014/main" id="{BE98B312-A640-40CF-B524-B06C3D589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8388523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6" name="Table 185">
                <a:extLst>
                  <a:ext uri="{FF2B5EF4-FFF2-40B4-BE49-F238E27FC236}">
                    <a16:creationId xmlns:a16="http://schemas.microsoft.com/office/drawing/2014/main" id="{CC55B4A9-7F4C-4665-841B-901D640B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0703088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50−4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×8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6" name="Table 185">
                <a:extLst>
                  <a:ext uri="{FF2B5EF4-FFF2-40B4-BE49-F238E27FC236}">
                    <a16:creationId xmlns:a16="http://schemas.microsoft.com/office/drawing/2014/main" id="{CC55B4A9-7F4C-4665-841B-901D640B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0703088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7" name="Table 186">
                <a:extLst>
                  <a:ext uri="{FF2B5EF4-FFF2-40B4-BE49-F238E27FC236}">
                    <a16:creationId xmlns:a16="http://schemas.microsoft.com/office/drawing/2014/main" id="{3E42C391-B735-40E8-8873-FBE495A90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8435116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60−10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(20+4)÷3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×5−22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÷5−1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7" name="Table 186">
                <a:extLst>
                  <a:ext uri="{FF2B5EF4-FFF2-40B4-BE49-F238E27FC236}">
                    <a16:creationId xmlns:a16="http://schemas.microsoft.com/office/drawing/2014/main" id="{3E42C391-B735-40E8-8873-FBE495A90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8435116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8" name="Table 187">
                <a:extLst>
                  <a:ext uri="{FF2B5EF4-FFF2-40B4-BE49-F238E27FC236}">
                    <a16:creationId xmlns:a16="http://schemas.microsoft.com/office/drawing/2014/main" id="{253D88DE-84E1-462C-8CC7-21E1305D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5890752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÷3×10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(50−10)÷2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8" name="Table 187">
                <a:extLst>
                  <a:ext uri="{FF2B5EF4-FFF2-40B4-BE49-F238E27FC236}">
                    <a16:creationId xmlns:a16="http://schemas.microsoft.com/office/drawing/2014/main" id="{253D88DE-84E1-462C-8CC7-21E1305D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5890752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9" name="Table 188">
                <a:extLst>
                  <a:ext uri="{FF2B5EF4-FFF2-40B4-BE49-F238E27FC236}">
                    <a16:creationId xmlns:a16="http://schemas.microsoft.com/office/drawing/2014/main" id="{4E81F13A-776C-40A8-8FE6-0466EF8FC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9343525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40÷(8−6)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÷6×2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9" name="Table 188">
                <a:extLst>
                  <a:ext uri="{FF2B5EF4-FFF2-40B4-BE49-F238E27FC236}">
                    <a16:creationId xmlns:a16="http://schemas.microsoft.com/office/drawing/2014/main" id="{4E81F13A-776C-40A8-8FE6-0466EF8FC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9343525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0" name="Table 189">
                <a:extLst>
                  <a:ext uri="{FF2B5EF4-FFF2-40B4-BE49-F238E27FC236}">
                    <a16:creationId xmlns:a16="http://schemas.microsoft.com/office/drawing/2014/main" id="{ED712BBD-34FE-40A9-BD54-8915BB4910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0816009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60−25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−20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0" name="Table 189">
                <a:extLst>
                  <a:ext uri="{FF2B5EF4-FFF2-40B4-BE49-F238E27FC236}">
                    <a16:creationId xmlns:a16="http://schemas.microsoft.com/office/drawing/2014/main" id="{ED712BBD-34FE-40A9-BD54-8915BB4910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0816009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28B4C066-09BD-4BAA-ADE9-F85743EC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0394579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+21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28B4C066-09BD-4BAA-ADE9-F85743EC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0394579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2" name="Table 191">
                <a:extLst>
                  <a:ext uri="{FF2B5EF4-FFF2-40B4-BE49-F238E27FC236}">
                    <a16:creationId xmlns:a16="http://schemas.microsoft.com/office/drawing/2014/main" id="{0240F633-51FB-40FE-8D0E-DC752A43A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4130720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÷9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35−6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×(6+0)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2" name="Table 191">
                <a:extLst>
                  <a:ext uri="{FF2B5EF4-FFF2-40B4-BE49-F238E27FC236}">
                    <a16:creationId xmlns:a16="http://schemas.microsoft.com/office/drawing/2014/main" id="{0240F633-51FB-40FE-8D0E-DC752A43A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4130720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565658C-BF4B-4B04-8B43-1AD1F24AF493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20314" y="-23606"/>
            <a:ext cx="714402" cy="46758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D0B7802B-C907-4E50-BF7E-EB549FBE92DB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880938" y="-23606"/>
            <a:ext cx="714402" cy="46758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DF9EBAB-ACCF-4770-9B65-EE01C414D89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41562" y="-23606"/>
            <a:ext cx="714402" cy="467581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590F30D-41CD-42D5-9FCF-D7DE40B3702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02186" y="-23606"/>
            <a:ext cx="714402" cy="46758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D45A673-EB29-4C8C-8700-EF9DE2AF8935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62810" y="-23606"/>
            <a:ext cx="714402" cy="4675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CD0A7C6-3F0C-4970-96C4-793B4BCFE666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20314" y="2237929"/>
            <a:ext cx="714402" cy="46758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70F9538-F418-4DEB-8A40-F57FBAEF5E4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880938" y="2237929"/>
            <a:ext cx="714402" cy="46758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07AAEAB-F9D9-4F88-BBE4-E4EBB4BB7E9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41562" y="2237929"/>
            <a:ext cx="714402" cy="467581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596FC87-ABF4-42CB-96E6-45FB4EEE0C6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02186" y="2237929"/>
            <a:ext cx="714402" cy="467581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FB8A5F99-7CF0-4792-B883-90EBB573D24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62810" y="2237929"/>
            <a:ext cx="714402" cy="467581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1BD2E41-2627-46B6-90F3-9938F6873BBF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25394" y="4498641"/>
            <a:ext cx="714402" cy="467581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FA53B7E-8BE4-491E-80E0-F889A9377162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886018" y="4498641"/>
            <a:ext cx="714402" cy="46758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8C1F3D0C-BBEE-4973-9508-29D9E9D5BCDC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46642" y="4498641"/>
            <a:ext cx="714402" cy="467581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DC4F632-5763-4D02-8EAD-3A01DB20022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07266" y="4498641"/>
            <a:ext cx="714402" cy="46758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6445DC3-17D1-4B75-8AD1-8E17626D1DD5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67890" y="4498641"/>
            <a:ext cx="714402" cy="467581"/>
          </a:xfrm>
          <a:prstGeom prst="rect">
            <a:avLst/>
          </a:prstGeom>
        </p:spPr>
      </p:pic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D6E26B4A-995D-44AB-B108-F854C37E3CD0}"/>
              </a:ext>
            </a:extLst>
          </p:cNvPr>
          <p:cNvSpPr/>
          <p:nvPr/>
        </p:nvSpPr>
        <p:spPr>
          <a:xfrm>
            <a:off x="78769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Zooms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0A5CF9DF-8679-4EC0-A118-0DFF234AA807}"/>
              </a:ext>
            </a:extLst>
          </p:cNvPr>
          <p:cNvSpPr/>
          <p:nvPr/>
        </p:nvSpPr>
        <p:spPr>
          <a:xfrm>
            <a:off x="8650075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Umngh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CAAB8D03-6293-4ECE-A2B4-AC4C1EF24934}"/>
              </a:ext>
            </a:extLst>
          </p:cNvPr>
          <p:cNvSpPr/>
          <p:nvPr/>
        </p:nvSpPr>
        <p:spPr>
          <a:xfrm>
            <a:off x="668887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Swixel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14CC6FE-94FD-4AF7-A55F-EABC9F479E81}"/>
              </a:ext>
            </a:extLst>
          </p:cNvPr>
          <p:cNvSpPr/>
          <p:nvPr/>
        </p:nvSpPr>
        <p:spPr>
          <a:xfrm>
            <a:off x="471888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Asderf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F88451C4-F5E4-4BB9-8867-30DD7286988C}"/>
              </a:ext>
            </a:extLst>
          </p:cNvPr>
          <p:cNvSpPr/>
          <p:nvPr/>
        </p:nvSpPr>
        <p:spPr>
          <a:xfrm>
            <a:off x="275768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Trex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2CFDAFE1-6DED-4D76-A958-046E240C5C80}"/>
              </a:ext>
            </a:extLst>
          </p:cNvPr>
          <p:cNvSpPr/>
          <p:nvPr/>
        </p:nvSpPr>
        <p:spPr>
          <a:xfrm>
            <a:off x="78769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Klif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6CD86AE3-0DAA-48F6-A2CB-285D1BA5BAAE}"/>
              </a:ext>
            </a:extLst>
          </p:cNvPr>
          <p:cNvSpPr/>
          <p:nvPr/>
        </p:nvSpPr>
        <p:spPr>
          <a:xfrm>
            <a:off x="8650075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Roklow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8338621F-334A-4996-92FB-E48012379954}"/>
              </a:ext>
            </a:extLst>
          </p:cNvPr>
          <p:cNvSpPr/>
          <p:nvPr/>
        </p:nvSpPr>
        <p:spPr>
          <a:xfrm>
            <a:off x="668887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Wibly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CCF788D5-BAEA-4355-B860-FE94AC5D46F3}"/>
              </a:ext>
            </a:extLst>
          </p:cNvPr>
          <p:cNvSpPr/>
          <p:nvPr/>
        </p:nvSpPr>
        <p:spPr>
          <a:xfrm>
            <a:off x="471888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Blash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5A31EF50-0827-47B1-AED9-3172CF4FE443}"/>
              </a:ext>
            </a:extLst>
          </p:cNvPr>
          <p:cNvSpPr/>
          <p:nvPr/>
        </p:nvSpPr>
        <p:spPr>
          <a:xfrm>
            <a:off x="275768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Skloob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ED018939-D1FB-4AFB-B9FF-E7FDA3542694}"/>
              </a:ext>
            </a:extLst>
          </p:cNvPr>
          <p:cNvSpPr/>
          <p:nvPr/>
        </p:nvSpPr>
        <p:spPr>
          <a:xfrm>
            <a:off x="78769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Triggle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B585BE43-3325-4371-A684-55D6FF04BECE}"/>
              </a:ext>
            </a:extLst>
          </p:cNvPr>
          <p:cNvSpPr/>
          <p:nvPr/>
        </p:nvSpPr>
        <p:spPr>
          <a:xfrm>
            <a:off x="8650075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Hiply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2C55A339-D70D-4847-9C57-B7E2F332F026}"/>
              </a:ext>
            </a:extLst>
          </p:cNvPr>
          <p:cNvSpPr/>
          <p:nvPr/>
        </p:nvSpPr>
        <p:spPr>
          <a:xfrm>
            <a:off x="668887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Fluggle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AE064236-3F47-4838-BAFA-1816DCD0FEFB}"/>
              </a:ext>
            </a:extLst>
          </p:cNvPr>
          <p:cNvSpPr/>
          <p:nvPr/>
        </p:nvSpPr>
        <p:spPr>
          <a:xfrm>
            <a:off x="471888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Xenon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4BF6C087-29AA-4EAF-A2B1-405BC6B192CB}"/>
              </a:ext>
            </a:extLst>
          </p:cNvPr>
          <p:cNvSpPr/>
          <p:nvPr/>
        </p:nvSpPr>
        <p:spPr>
          <a:xfrm>
            <a:off x="275768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Glorp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87243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B0EE044-12BE-4E64-AC2F-51904035AD07}"/>
              </a:ext>
            </a:extLst>
          </p:cNvPr>
          <p:cNvGrpSpPr/>
          <p:nvPr/>
        </p:nvGrpSpPr>
        <p:grpSpPr>
          <a:xfrm>
            <a:off x="0" y="-1"/>
            <a:ext cx="9504485" cy="6839520"/>
            <a:chOff x="0" y="-1"/>
            <a:chExt cx="6154639" cy="442893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4DB4874-F8F9-438B-856E-DF8D51D72B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2401511" y="675808"/>
              <a:ext cx="4428937" cy="307731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42BB9C1-3DFF-4270-BEA2-7FCAAAFDF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-675809" y="675809"/>
              <a:ext cx="4428937" cy="30773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513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7B910B-C749-42FC-A390-4E0D54A9E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530440"/>
            <a:ext cx="9240883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Comments?</a:t>
            </a: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Suggestions?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…or have you found a mistake!?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feedback would be appreciated 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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feel free to email: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tom@goteachmaths.co.uk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10528</TotalTime>
  <Words>847</Words>
  <Application>Microsoft Office PowerPoint</Application>
  <PresentationFormat>A4 Paper (210x297 mm)</PresentationFormat>
  <Paragraphs>380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Snap ITC</vt:lpstr>
      <vt:lpstr>Calibri Light</vt:lpstr>
      <vt:lpstr>Cambria Math</vt:lpstr>
      <vt:lpstr>Verdana</vt:lpstr>
      <vt:lpstr>Calibri</vt:lpstr>
      <vt:lpstr>Aharoni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519</cp:revision>
  <cp:lastPrinted>2019-03-16T05:13:47Z</cp:lastPrinted>
  <dcterms:created xsi:type="dcterms:W3CDTF">2017-01-17T16:57:04Z</dcterms:created>
  <dcterms:modified xsi:type="dcterms:W3CDTF">2023-12-12T04:42:47Z</dcterms:modified>
</cp:coreProperties>
</file>