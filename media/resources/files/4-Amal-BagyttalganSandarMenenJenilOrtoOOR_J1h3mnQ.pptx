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50" r:id="rId2"/>
    <p:sldId id="848" r:id="rId3"/>
    <p:sldId id="948" r:id="rId4"/>
    <p:sldId id="947" r:id="rId5"/>
    <p:sldId id="949" r:id="rId6"/>
    <p:sldId id="938" r:id="rId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0"/>
            <p14:sldId id="848"/>
          </p14:sldIdLst>
        </p14:section>
        <p14:section name="Көрсөтүүгө" id="{059544AC-2C27-45B1-9F95-F87DF8854DD6}">
          <p14:sldIdLst>
            <p14:sldId id="948"/>
          </p14:sldIdLst>
        </p14:section>
        <p14:section name="Жооптор" id="{1FEDB314-42DC-4694-9B04-D4A4AAE625F7}">
          <p14:sldIdLst>
            <p14:sldId id="947"/>
          </p14:sldIdLst>
        </p14:section>
        <p14:section name="Өз алдынча иштоо баракчалары" id="{A78D9305-6AAE-4715-A210-52F6908F30F7}">
          <p14:sldIdLst>
            <p14:sldId id="949"/>
          </p14:sldIdLst>
        </p14:section>
        <p14:section name="mathkg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181"/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54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7" Type="http://schemas.openxmlformats.org/officeDocument/2006/relationships/image" Target="../media/image11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ru-RU" dirty="0"/>
              <a:t>Багытталган сандар же Терс сандар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000" b="1" dirty="0">
                <a:solidFill>
                  <a:srgbClr val="FF0000"/>
                </a:solidFill>
              </a:rPr>
              <a:t>ӨЧҮРҮ</a:t>
            </a:r>
            <a:r>
              <a:rPr lang="ky-KG" sz="2000" b="1" dirty="0">
                <a:solidFill>
                  <a:srgbClr val="FF0000"/>
                </a:solidFill>
              </a:rPr>
              <a:t>П САЛЫ</a:t>
            </a:r>
            <a:r>
              <a:rPr lang="ru-RU" sz="20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БККК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4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Амал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Багытталган сандар менен - </a:t>
            </a:r>
            <a:r>
              <a:rPr lang="ru-RU" sz="2800" dirty="0">
                <a:solidFill>
                  <a:schemeClr val="accent4"/>
                </a:solidFill>
              </a:rPr>
              <a:t>ЖЕҢИЛ, </a:t>
            </a:r>
            <a:r>
              <a:rPr lang="ru-RU" sz="2800" dirty="0">
                <a:solidFill>
                  <a:srgbClr val="00B050"/>
                </a:solidFill>
              </a:rPr>
              <a:t>ОРТО,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</a:rPr>
              <a:t> ООР</a:t>
            </a:r>
            <a:endParaRPr lang="en-US" sz="2800" dirty="0">
              <a:solidFill>
                <a:srgbClr val="00B050"/>
              </a:solidFill>
            </a:endParaRPr>
          </a:p>
          <a:p>
            <a:pPr algn="ctr" defTabSz="478226">
              <a:defRPr/>
            </a:pPr>
            <a:endParaRPr lang="en-US" sz="1400" dirty="0">
              <a:solidFill>
                <a:schemeClr val="accent4"/>
              </a:solidFill>
            </a:endParaRPr>
          </a:p>
          <a:p>
            <a:pPr algn="ctr" defTabSz="478226">
              <a:defRPr/>
            </a:pPr>
            <a:endParaRPr lang="ky-KG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бөлүү көбөйтүүнү кошуу кемитүү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Негизги амалдардын тартиби </a:t>
            </a: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көнүгүү катары берсе болот. 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18549"/>
            <a:ext cx="2935298" cy="601753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0" y="718549"/>
            <a:ext cx="3038589" cy="601753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0" y="718549"/>
            <a:ext cx="3038589" cy="601753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488194" y="181824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dirty="0">
                <a:solidFill>
                  <a:srgbClr val="00B050"/>
                </a:solidFill>
              </a:rPr>
              <a:t>ОРТО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558812" y="1412457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× 3 + 8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F2179-3C4A-ED38-DC03-69DF6C4BA6F0}"/>
              </a:ext>
            </a:extLst>
          </p:cNvPr>
          <p:cNvSpPr txBox="1"/>
          <p:nvPr/>
        </p:nvSpPr>
        <p:spPr>
          <a:xfrm>
            <a:off x="131166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06D3C8-B6E8-7E8E-D165-B290005F62F7}"/>
              </a:ext>
            </a:extLst>
          </p:cNvPr>
          <p:cNvSpPr txBox="1"/>
          <p:nvPr/>
        </p:nvSpPr>
        <p:spPr>
          <a:xfrm>
            <a:off x="558812" y="2250944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+ 4 × 2 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507BAE-8091-6A12-45B1-50EA28D41783}"/>
              </a:ext>
            </a:extLst>
          </p:cNvPr>
          <p:cNvSpPr txBox="1"/>
          <p:nvPr/>
        </p:nvSpPr>
        <p:spPr>
          <a:xfrm>
            <a:off x="131166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6BEA99-4C55-294F-63C9-2786264C1963}"/>
              </a:ext>
            </a:extLst>
          </p:cNvPr>
          <p:cNvSpPr txBox="1"/>
          <p:nvPr/>
        </p:nvSpPr>
        <p:spPr>
          <a:xfrm>
            <a:off x="558812" y="3089431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(−16) ÷ 2 + (−3) =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90E5BE-C562-7AAA-7FF5-11EA20B770A6}"/>
              </a:ext>
            </a:extLst>
          </p:cNvPr>
          <p:cNvSpPr txBox="1"/>
          <p:nvPr/>
        </p:nvSpPr>
        <p:spPr>
          <a:xfrm>
            <a:off x="131166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D58FF3-E603-2D4D-0CC6-139AEA004A69}"/>
              </a:ext>
            </a:extLst>
          </p:cNvPr>
          <p:cNvSpPr txBox="1"/>
          <p:nvPr/>
        </p:nvSpPr>
        <p:spPr>
          <a:xfrm>
            <a:off x="558812" y="3927918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× (4 − 8)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E0FC39-F32B-9C75-88F9-B2D246D15E26}"/>
              </a:ext>
            </a:extLst>
          </p:cNvPr>
          <p:cNvSpPr txBox="1"/>
          <p:nvPr/>
        </p:nvSpPr>
        <p:spPr>
          <a:xfrm>
            <a:off x="131166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BAEDEF-80EA-DF33-AD11-5B7C11E4DD39}"/>
              </a:ext>
            </a:extLst>
          </p:cNvPr>
          <p:cNvSpPr txBox="1"/>
          <p:nvPr/>
        </p:nvSpPr>
        <p:spPr>
          <a:xfrm>
            <a:off x="558812" y="4766405"/>
            <a:ext cx="1906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5 + 3 × (−2) 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05C795-518A-5FB0-602E-B21B8A51E4AA}"/>
              </a:ext>
            </a:extLst>
          </p:cNvPr>
          <p:cNvSpPr txBox="1"/>
          <p:nvPr/>
        </p:nvSpPr>
        <p:spPr>
          <a:xfrm>
            <a:off x="131166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423335-D4F0-3B3F-004D-CA6A8E1653E4}"/>
              </a:ext>
            </a:extLst>
          </p:cNvPr>
          <p:cNvSpPr txBox="1"/>
          <p:nvPr/>
        </p:nvSpPr>
        <p:spPr>
          <a:xfrm>
            <a:off x="558812" y="5604894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+ 3 × (−5) + 9 =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A37E24-CEC0-EE8D-B6C3-33A44E6A3283}"/>
              </a:ext>
            </a:extLst>
          </p:cNvPr>
          <p:cNvSpPr txBox="1"/>
          <p:nvPr/>
        </p:nvSpPr>
        <p:spPr>
          <a:xfrm>
            <a:off x="3435083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71FA2B-EC62-FC49-32F3-D25D97D04E4E}"/>
              </a:ext>
            </a:extLst>
          </p:cNvPr>
          <p:cNvSpPr txBox="1"/>
          <p:nvPr/>
        </p:nvSpPr>
        <p:spPr>
          <a:xfrm>
            <a:off x="3895981" y="1412457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−5 + 4 × −6 =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45DBA0-5002-ADB5-2FBA-1517AFF68527}"/>
              </a:ext>
            </a:extLst>
          </p:cNvPr>
          <p:cNvSpPr txBox="1"/>
          <p:nvPr/>
        </p:nvSpPr>
        <p:spPr>
          <a:xfrm>
            <a:off x="3435083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7E4060-E512-2EAB-51AD-951E5DE9A189}"/>
              </a:ext>
            </a:extLst>
          </p:cNvPr>
          <p:cNvSpPr txBox="1"/>
          <p:nvPr/>
        </p:nvSpPr>
        <p:spPr>
          <a:xfrm>
            <a:off x="3895981" y="2250944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−21 ÷ −7 − 4 =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3CF233-27FA-2CC8-4C3B-EE1F29BFABAC}"/>
              </a:ext>
            </a:extLst>
          </p:cNvPr>
          <p:cNvSpPr txBox="1"/>
          <p:nvPr/>
        </p:nvSpPr>
        <p:spPr>
          <a:xfrm>
            <a:off x="3447569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244226-0596-7B79-CC8D-9E6549378197}"/>
              </a:ext>
            </a:extLst>
          </p:cNvPr>
          <p:cNvSpPr txBox="1"/>
          <p:nvPr/>
        </p:nvSpPr>
        <p:spPr>
          <a:xfrm>
            <a:off x="3908467" y="3089431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−6 + 4 × −6 + 8 =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71D840-5C58-FC7B-52FA-16AFD098F95E}"/>
              </a:ext>
            </a:extLst>
          </p:cNvPr>
          <p:cNvSpPr txBox="1"/>
          <p:nvPr/>
        </p:nvSpPr>
        <p:spPr>
          <a:xfrm>
            <a:off x="3447569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91DCB9-F18E-C996-3003-AEBF9DF17D74}"/>
              </a:ext>
            </a:extLst>
          </p:cNvPr>
          <p:cNvSpPr txBox="1"/>
          <p:nvPr/>
        </p:nvSpPr>
        <p:spPr>
          <a:xfrm>
            <a:off x="3908467" y="3927918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(−4) × 3 − (−5) × 4 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B384B10-5AAB-48A1-50A2-7CA9E9C2EBE3}"/>
              </a:ext>
            </a:extLst>
          </p:cNvPr>
          <p:cNvSpPr txBox="1"/>
          <p:nvPr/>
        </p:nvSpPr>
        <p:spPr>
          <a:xfrm>
            <a:off x="3447569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203CEE-266A-34D0-7AEE-E69C0C52627A}"/>
              </a:ext>
            </a:extLst>
          </p:cNvPr>
          <p:cNvSpPr txBox="1"/>
          <p:nvPr/>
        </p:nvSpPr>
        <p:spPr>
          <a:xfrm>
            <a:off x="3908467" y="4766405"/>
            <a:ext cx="2348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 × −2 − −8) ÷ −3 =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FB4BA9-DBBC-9998-6D57-C4613A6E0BCE}"/>
              </a:ext>
            </a:extLst>
          </p:cNvPr>
          <p:cNvSpPr txBox="1"/>
          <p:nvPr/>
        </p:nvSpPr>
        <p:spPr>
          <a:xfrm>
            <a:off x="3447569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A3FD6C7-944D-D3B2-3F05-DA0855D56AF8}"/>
              </a:ext>
            </a:extLst>
          </p:cNvPr>
          <p:cNvSpPr txBox="1"/>
          <p:nvPr/>
        </p:nvSpPr>
        <p:spPr>
          <a:xfrm>
            <a:off x="3908467" y="5604894"/>
            <a:ext cx="2005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4 − −5 × −8 ÷ −4 =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031FF8-A9BD-C269-36FC-AE4E30C80DB3}"/>
              </a:ext>
            </a:extLst>
          </p:cNvPr>
          <p:cNvSpPr txBox="1"/>
          <p:nvPr/>
        </p:nvSpPr>
        <p:spPr>
          <a:xfrm>
            <a:off x="6776799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/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>
            <a:extLst>
              <a:ext uri="{FF2B5EF4-FFF2-40B4-BE49-F238E27FC236}">
                <a16:creationId xmlns:a16="http://schemas.microsoft.com/office/drawing/2014/main" id="{8E286368-8A7B-A636-966E-D04412F7DE5B}"/>
              </a:ext>
            </a:extLst>
          </p:cNvPr>
          <p:cNvSpPr txBox="1"/>
          <p:nvPr/>
        </p:nvSpPr>
        <p:spPr>
          <a:xfrm>
            <a:off x="6776799" y="250640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/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>
            <a:extLst>
              <a:ext uri="{FF2B5EF4-FFF2-40B4-BE49-F238E27FC236}">
                <a16:creationId xmlns:a16="http://schemas.microsoft.com/office/drawing/2014/main" id="{3CCB557E-C381-22AC-C698-36BE9B3673A2}"/>
              </a:ext>
            </a:extLst>
          </p:cNvPr>
          <p:cNvSpPr txBox="1"/>
          <p:nvPr/>
        </p:nvSpPr>
        <p:spPr>
          <a:xfrm>
            <a:off x="6776799" y="355417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/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(−4)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blipFill>
                <a:blip r:embed="rId7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2D92AFC5-3B40-B6DA-25EC-45C447E05396}"/>
              </a:ext>
            </a:extLst>
          </p:cNvPr>
          <p:cNvSpPr txBox="1"/>
          <p:nvPr/>
        </p:nvSpPr>
        <p:spPr>
          <a:xfrm>
            <a:off x="6776799" y="439413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/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2−3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−−</m:t>
                      </m:r>
                      <m:rad>
                        <m:radPr>
                          <m:degHide m:val="on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rad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271236E6-7559-D877-9E20-45C21DC3F147}"/>
              </a:ext>
            </a:extLst>
          </p:cNvPr>
          <p:cNvSpPr txBox="1"/>
          <p:nvPr/>
        </p:nvSpPr>
        <p:spPr>
          <a:xfrm>
            <a:off x="6776799" y="52756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/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−−2</m:t>
                              </m:r>
                            </m:e>
                          </m: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(7+−9)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2×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FD523B2-E6BF-A308-FC36-725069AD2F89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4"/>
                </a:solidFill>
              </a:rPr>
              <a:t>ЖЕҢИЛ</a:t>
            </a:r>
            <a:endParaRPr lang="en-US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09190-9D59-F2AC-2230-028339F8620A}"/>
              </a:ext>
            </a:extLst>
          </p:cNvPr>
          <p:cNvSpPr txBox="1"/>
          <p:nvPr/>
        </p:nvSpPr>
        <p:spPr>
          <a:xfrm>
            <a:off x="7631452" y="15366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AEDFC9-C8B1-DEC8-F48F-81CD73AE7D6C}"/>
              </a:ext>
            </a:extLst>
          </p:cNvPr>
          <p:cNvSpPr txBox="1"/>
          <p:nvPr/>
        </p:nvSpPr>
        <p:spPr>
          <a:xfrm>
            <a:off x="1237298" y="885490"/>
            <a:ext cx="100679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ru-RU" sz="2400" dirty="0"/>
              <a:t>Эсепте</a:t>
            </a:r>
            <a:r>
              <a:rPr lang="ru-RU" sz="2000" dirty="0"/>
              <a:t>: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9D7D1-A171-57A3-F7D4-59DA1CE5D4AA}"/>
              </a:ext>
            </a:extLst>
          </p:cNvPr>
          <p:cNvSpPr txBox="1"/>
          <p:nvPr/>
        </p:nvSpPr>
        <p:spPr>
          <a:xfrm>
            <a:off x="4578668" y="877046"/>
            <a:ext cx="95109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400" dirty="0"/>
              <a:t>Эсепте</a:t>
            </a:r>
            <a:r>
              <a:rPr lang="ru-RU" sz="2000" dirty="0"/>
              <a:t>:</a:t>
            </a:r>
            <a:endParaRPr lang="en-GB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8895B1-ED6E-6B99-02EB-5206DC5D2978}"/>
              </a:ext>
            </a:extLst>
          </p:cNvPr>
          <p:cNvSpPr txBox="1"/>
          <p:nvPr/>
        </p:nvSpPr>
        <p:spPr>
          <a:xfrm>
            <a:off x="7803004" y="879694"/>
            <a:ext cx="96391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400" dirty="0"/>
              <a:t>Эсепте</a:t>
            </a:r>
            <a:r>
              <a:rPr lang="en-GB" sz="2400" dirty="0"/>
              <a:t>: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7679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852996"/>
            <a:ext cx="3104878" cy="588308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394797" y="846647"/>
            <a:ext cx="3151150" cy="588943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846647"/>
            <a:ext cx="3094744" cy="5889433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03079" y="88753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AF25BF-BFC0-4E60-92E5-4532AF18A5F6}"/>
              </a:ext>
            </a:extLst>
          </p:cNvPr>
          <p:cNvSpPr txBox="1"/>
          <p:nvPr/>
        </p:nvSpPr>
        <p:spPr>
          <a:xfrm>
            <a:off x="2145555" y="1412457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558812" y="1412457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× 3 + 8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F2179-3C4A-ED38-DC03-69DF6C4BA6F0}"/>
              </a:ext>
            </a:extLst>
          </p:cNvPr>
          <p:cNvSpPr txBox="1"/>
          <p:nvPr/>
        </p:nvSpPr>
        <p:spPr>
          <a:xfrm>
            <a:off x="131166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C29A1-D437-1A54-7949-70E91A6E769C}"/>
              </a:ext>
            </a:extLst>
          </p:cNvPr>
          <p:cNvSpPr txBox="1"/>
          <p:nvPr/>
        </p:nvSpPr>
        <p:spPr>
          <a:xfrm>
            <a:off x="2145555" y="225094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06D3C8-B6E8-7E8E-D165-B290005F62F7}"/>
              </a:ext>
            </a:extLst>
          </p:cNvPr>
          <p:cNvSpPr txBox="1"/>
          <p:nvPr/>
        </p:nvSpPr>
        <p:spPr>
          <a:xfrm>
            <a:off x="558812" y="2250944"/>
            <a:ext cx="153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(−2) + 4 × 2 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507BAE-8091-6A12-45B1-50EA28D41783}"/>
              </a:ext>
            </a:extLst>
          </p:cNvPr>
          <p:cNvSpPr txBox="1"/>
          <p:nvPr/>
        </p:nvSpPr>
        <p:spPr>
          <a:xfrm>
            <a:off x="131166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86E054-E439-1D15-2D28-023085319B22}"/>
              </a:ext>
            </a:extLst>
          </p:cNvPr>
          <p:cNvSpPr txBox="1"/>
          <p:nvPr/>
        </p:nvSpPr>
        <p:spPr>
          <a:xfrm>
            <a:off x="2473713" y="3089431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−11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6BEA99-4C55-294F-63C9-2786264C1963}"/>
              </a:ext>
            </a:extLst>
          </p:cNvPr>
          <p:cNvSpPr txBox="1"/>
          <p:nvPr/>
        </p:nvSpPr>
        <p:spPr>
          <a:xfrm>
            <a:off x="558812" y="3089431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(−16) ÷ 2 + (−3) =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90E5BE-C562-7AAA-7FF5-11EA20B770A6}"/>
              </a:ext>
            </a:extLst>
          </p:cNvPr>
          <p:cNvSpPr txBox="1"/>
          <p:nvPr/>
        </p:nvSpPr>
        <p:spPr>
          <a:xfrm>
            <a:off x="131166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F8816D-06B6-79FC-F117-05703FEF8293}"/>
              </a:ext>
            </a:extLst>
          </p:cNvPr>
          <p:cNvSpPr txBox="1"/>
          <p:nvPr/>
        </p:nvSpPr>
        <p:spPr>
          <a:xfrm>
            <a:off x="2210030" y="3927918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D58FF3-E603-2D4D-0CC6-139AEA004A69}"/>
              </a:ext>
            </a:extLst>
          </p:cNvPr>
          <p:cNvSpPr txBox="1"/>
          <p:nvPr/>
        </p:nvSpPr>
        <p:spPr>
          <a:xfrm>
            <a:off x="558812" y="3927918"/>
            <a:ext cx="1689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× (4 − 8)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E0FC39-F32B-9C75-88F9-B2D246D15E26}"/>
              </a:ext>
            </a:extLst>
          </p:cNvPr>
          <p:cNvSpPr txBox="1"/>
          <p:nvPr/>
        </p:nvSpPr>
        <p:spPr>
          <a:xfrm>
            <a:off x="131166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D095F4-5BB8-D711-E717-F7C31925FD9A}"/>
              </a:ext>
            </a:extLst>
          </p:cNvPr>
          <p:cNvSpPr txBox="1"/>
          <p:nvPr/>
        </p:nvSpPr>
        <p:spPr>
          <a:xfrm>
            <a:off x="2503328" y="4766405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BAEDEF-80EA-DF33-AD11-5B7C11E4DD39}"/>
              </a:ext>
            </a:extLst>
          </p:cNvPr>
          <p:cNvSpPr txBox="1"/>
          <p:nvPr/>
        </p:nvSpPr>
        <p:spPr>
          <a:xfrm>
            <a:off x="558812" y="4766405"/>
            <a:ext cx="1906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5 + 3 × (−2) 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05C795-518A-5FB0-602E-B21B8A51E4AA}"/>
              </a:ext>
            </a:extLst>
          </p:cNvPr>
          <p:cNvSpPr txBox="1"/>
          <p:nvPr/>
        </p:nvSpPr>
        <p:spPr>
          <a:xfrm>
            <a:off x="131166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95D6E7-D8F1-5F1F-85BD-CE882EEE2B8B}"/>
              </a:ext>
            </a:extLst>
          </p:cNvPr>
          <p:cNvSpPr txBox="1"/>
          <p:nvPr/>
        </p:nvSpPr>
        <p:spPr>
          <a:xfrm>
            <a:off x="2735309" y="5603565"/>
            <a:ext cx="44275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423335-D4F0-3B3F-004D-CA6A8E1653E4}"/>
              </a:ext>
            </a:extLst>
          </p:cNvPr>
          <p:cNvSpPr txBox="1"/>
          <p:nvPr/>
        </p:nvSpPr>
        <p:spPr>
          <a:xfrm>
            <a:off x="558812" y="5604894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(−3) + 3 × (−5) + 9 =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418B55-4D41-4F4A-60DD-14AC16ABE0B9}"/>
              </a:ext>
            </a:extLst>
          </p:cNvPr>
          <p:cNvSpPr txBox="1"/>
          <p:nvPr/>
        </p:nvSpPr>
        <p:spPr>
          <a:xfrm>
            <a:off x="4497578" y="920024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A37E24-CEC0-EE8D-B6C3-33A44E6A3283}"/>
              </a:ext>
            </a:extLst>
          </p:cNvPr>
          <p:cNvSpPr txBox="1"/>
          <p:nvPr/>
        </p:nvSpPr>
        <p:spPr>
          <a:xfrm>
            <a:off x="3435083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E84505-446E-1CD5-F024-14EA59EA5AE4}"/>
              </a:ext>
            </a:extLst>
          </p:cNvPr>
          <p:cNvSpPr txBox="1"/>
          <p:nvPr/>
        </p:nvSpPr>
        <p:spPr>
          <a:xfrm>
            <a:off x="5517585" y="1412457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71FA2B-EC62-FC49-32F3-D25D97D04E4E}"/>
              </a:ext>
            </a:extLst>
          </p:cNvPr>
          <p:cNvSpPr txBox="1"/>
          <p:nvPr/>
        </p:nvSpPr>
        <p:spPr>
          <a:xfrm>
            <a:off x="3895981" y="1412457"/>
            <a:ext cx="1561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−5 + 4 × −6 =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45DBA0-5002-ADB5-2FBA-1517AFF68527}"/>
              </a:ext>
            </a:extLst>
          </p:cNvPr>
          <p:cNvSpPr txBox="1"/>
          <p:nvPr/>
        </p:nvSpPr>
        <p:spPr>
          <a:xfrm>
            <a:off x="3435083" y="22971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CC160D-8D59-1F90-9026-FAACBCB692BB}"/>
              </a:ext>
            </a:extLst>
          </p:cNvPr>
          <p:cNvSpPr txBox="1"/>
          <p:nvPr/>
        </p:nvSpPr>
        <p:spPr>
          <a:xfrm>
            <a:off x="5582506" y="2250944"/>
            <a:ext cx="44275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7E4060-E512-2EAB-51AD-951E5DE9A189}"/>
              </a:ext>
            </a:extLst>
          </p:cNvPr>
          <p:cNvSpPr txBox="1"/>
          <p:nvPr/>
        </p:nvSpPr>
        <p:spPr>
          <a:xfrm>
            <a:off x="3895981" y="2250944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−21 ÷ −7 − 4 =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3CF233-27FA-2CC8-4C3B-EE1F29BFABAC}"/>
              </a:ext>
            </a:extLst>
          </p:cNvPr>
          <p:cNvSpPr txBox="1"/>
          <p:nvPr/>
        </p:nvSpPr>
        <p:spPr>
          <a:xfrm>
            <a:off x="3447569" y="313559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60044A1-8297-B66F-98AF-FF3605398351}"/>
              </a:ext>
            </a:extLst>
          </p:cNvPr>
          <p:cNvSpPr txBox="1"/>
          <p:nvPr/>
        </p:nvSpPr>
        <p:spPr>
          <a:xfrm>
            <a:off x="5812967" y="3089431"/>
            <a:ext cx="57259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−22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244226-0596-7B79-CC8D-9E6549378197}"/>
              </a:ext>
            </a:extLst>
          </p:cNvPr>
          <p:cNvSpPr txBox="1"/>
          <p:nvPr/>
        </p:nvSpPr>
        <p:spPr>
          <a:xfrm>
            <a:off x="3908467" y="3089431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−6 + 4 × −6 + 8 =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71D840-5C58-FC7B-52FA-16AFD098F95E}"/>
              </a:ext>
            </a:extLst>
          </p:cNvPr>
          <p:cNvSpPr txBox="1"/>
          <p:nvPr/>
        </p:nvSpPr>
        <p:spPr>
          <a:xfrm>
            <a:off x="3447569" y="397408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2B7300-35CB-617A-D092-D4D777428384}"/>
              </a:ext>
            </a:extLst>
          </p:cNvPr>
          <p:cNvSpPr txBox="1"/>
          <p:nvPr/>
        </p:nvSpPr>
        <p:spPr>
          <a:xfrm>
            <a:off x="6090433" y="3927918"/>
            <a:ext cx="31450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91DCB9-F18E-C996-3003-AEBF9DF17D74}"/>
              </a:ext>
            </a:extLst>
          </p:cNvPr>
          <p:cNvSpPr txBox="1"/>
          <p:nvPr/>
        </p:nvSpPr>
        <p:spPr>
          <a:xfrm>
            <a:off x="3908467" y="3927918"/>
            <a:ext cx="2191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(−4) × 3 − (−5) × 4 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B384B10-5AAB-48A1-50A2-7CA9E9C2EBE3}"/>
              </a:ext>
            </a:extLst>
          </p:cNvPr>
          <p:cNvSpPr txBox="1"/>
          <p:nvPr/>
        </p:nvSpPr>
        <p:spPr>
          <a:xfrm>
            <a:off x="3447569" y="4812572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CB6BA68-3C77-E430-1468-A8881F568A99}"/>
              </a:ext>
            </a:extLst>
          </p:cNvPr>
          <p:cNvSpPr txBox="1"/>
          <p:nvPr/>
        </p:nvSpPr>
        <p:spPr>
          <a:xfrm>
            <a:off x="6126692" y="4766405"/>
            <a:ext cx="44275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−4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203CEE-266A-34D0-7AEE-E69C0C52627A}"/>
              </a:ext>
            </a:extLst>
          </p:cNvPr>
          <p:cNvSpPr txBox="1"/>
          <p:nvPr/>
        </p:nvSpPr>
        <p:spPr>
          <a:xfrm>
            <a:off x="3908467" y="4766405"/>
            <a:ext cx="2348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(−2 × −2 − −8) ÷ −3 =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FB4BA9-DBBC-9998-6D57-C4613A6E0BCE}"/>
              </a:ext>
            </a:extLst>
          </p:cNvPr>
          <p:cNvSpPr txBox="1"/>
          <p:nvPr/>
        </p:nvSpPr>
        <p:spPr>
          <a:xfrm>
            <a:off x="3447569" y="565106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FB0C91F-2369-38C7-E61A-573FC3CE8D4E}"/>
              </a:ext>
            </a:extLst>
          </p:cNvPr>
          <p:cNvSpPr txBox="1"/>
          <p:nvPr/>
        </p:nvSpPr>
        <p:spPr>
          <a:xfrm>
            <a:off x="5982378" y="5611243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A3FD6C7-944D-D3B2-3F05-DA0855D56AF8}"/>
              </a:ext>
            </a:extLst>
          </p:cNvPr>
          <p:cNvSpPr txBox="1"/>
          <p:nvPr/>
        </p:nvSpPr>
        <p:spPr>
          <a:xfrm>
            <a:off x="3908467" y="5604894"/>
            <a:ext cx="2005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4 − −5 × −8 ÷ −4 =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F031FF8-A9BD-C269-36FC-AE4E30C80DB3}"/>
              </a:ext>
            </a:extLst>
          </p:cNvPr>
          <p:cNvSpPr txBox="1"/>
          <p:nvPr/>
        </p:nvSpPr>
        <p:spPr>
          <a:xfrm>
            <a:off x="6776799" y="1458624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DBD6413-802E-37B5-5848-BAF5E84E669B}"/>
                  </a:ext>
                </a:extLst>
              </p:cNvPr>
              <p:cNvSpPr txBox="1"/>
              <p:nvPr/>
            </p:nvSpPr>
            <p:spPr>
              <a:xfrm>
                <a:off x="8073708" y="1794843"/>
                <a:ext cx="72006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DBD6413-802E-37B5-5848-BAF5E84E6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708" y="1794843"/>
                <a:ext cx="72006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/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A717363-A2F6-D3B7-72EB-A6A591EA4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708" y="1412457"/>
                <a:ext cx="189006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TextBox 106">
            <a:extLst>
              <a:ext uri="{FF2B5EF4-FFF2-40B4-BE49-F238E27FC236}">
                <a16:creationId xmlns:a16="http://schemas.microsoft.com/office/drawing/2014/main" id="{3A16AA0F-00D8-EBC1-58BA-4EFE363D1413}"/>
              </a:ext>
            </a:extLst>
          </p:cNvPr>
          <p:cNvSpPr txBox="1"/>
          <p:nvPr/>
        </p:nvSpPr>
        <p:spPr>
          <a:xfrm>
            <a:off x="7821081" y="924659"/>
            <a:ext cx="983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E286368-8A7B-A636-966E-D04412F7DE5B}"/>
              </a:ext>
            </a:extLst>
          </p:cNvPr>
          <p:cNvSpPr txBox="1"/>
          <p:nvPr/>
        </p:nvSpPr>
        <p:spPr>
          <a:xfrm>
            <a:off x="6776799" y="250640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7F9CE5D-A812-083E-ABD2-416EF2C5C268}"/>
                  </a:ext>
                </a:extLst>
              </p:cNvPr>
              <p:cNvSpPr txBox="1"/>
              <p:nvPr/>
            </p:nvSpPr>
            <p:spPr>
              <a:xfrm>
                <a:off x="8241221" y="2842620"/>
                <a:ext cx="38504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7F9CE5D-A812-083E-ABD2-416EF2C5C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221" y="2842620"/>
                <a:ext cx="38504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/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72F5536-00C8-62A0-3DED-F1520DE4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272" y="2460234"/>
                <a:ext cx="1978940" cy="4364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>
            <a:extLst>
              <a:ext uri="{FF2B5EF4-FFF2-40B4-BE49-F238E27FC236}">
                <a16:creationId xmlns:a16="http://schemas.microsoft.com/office/drawing/2014/main" id="{3CCB557E-C381-22AC-C698-36BE9B3673A2}"/>
              </a:ext>
            </a:extLst>
          </p:cNvPr>
          <p:cNvSpPr txBox="1"/>
          <p:nvPr/>
        </p:nvSpPr>
        <p:spPr>
          <a:xfrm>
            <a:off x="6776799" y="3554178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E437A23-F004-3209-86C7-86E90C94775F}"/>
                  </a:ext>
                </a:extLst>
              </p:cNvPr>
              <p:cNvSpPr txBox="1"/>
              <p:nvPr/>
            </p:nvSpPr>
            <p:spPr>
              <a:xfrm>
                <a:off x="8169888" y="3890397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E437A23-F004-3209-86C7-86E90C947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888" y="3890397"/>
                <a:ext cx="52770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/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(−4)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9C7ED8F-CDEE-E039-6CDE-F45CF72D2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336" y="3508011"/>
                <a:ext cx="2124812" cy="400110"/>
              </a:xfrm>
              <a:prstGeom prst="rect">
                <a:avLst/>
              </a:prstGeom>
              <a:blipFill>
                <a:blip r:embed="rId10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" name="TextBox 117">
            <a:extLst>
              <a:ext uri="{FF2B5EF4-FFF2-40B4-BE49-F238E27FC236}">
                <a16:creationId xmlns:a16="http://schemas.microsoft.com/office/drawing/2014/main" id="{2D92AFC5-3B40-B6DA-25EC-45C447E05396}"/>
              </a:ext>
            </a:extLst>
          </p:cNvPr>
          <p:cNvSpPr txBox="1"/>
          <p:nvPr/>
        </p:nvSpPr>
        <p:spPr>
          <a:xfrm>
            <a:off x="6776799" y="439413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46D0BE4-C505-EF1A-4B0D-2B8C642FF8CB}"/>
                  </a:ext>
                </a:extLst>
              </p:cNvPr>
              <p:cNvSpPr txBox="1"/>
              <p:nvPr/>
            </p:nvSpPr>
            <p:spPr>
              <a:xfrm>
                <a:off x="8145041" y="4938174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46D0BE4-C505-EF1A-4B0D-2B8C642FF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041" y="4938174"/>
                <a:ext cx="57740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/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2−3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−−</m:t>
                      </m:r>
                      <m:rad>
                        <m:radPr>
                          <m:degHide m:val="on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rad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A2AF396B-05AE-55B5-37A3-B31507951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266" y="4555788"/>
                <a:ext cx="2404953" cy="43531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271236E6-7559-D877-9E20-45C21DC3F147}"/>
              </a:ext>
            </a:extLst>
          </p:cNvPr>
          <p:cNvSpPr txBox="1"/>
          <p:nvPr/>
        </p:nvSpPr>
        <p:spPr>
          <a:xfrm>
            <a:off x="6776799" y="52756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A63A491-AB33-FB36-0354-0BAEB87A49A5}"/>
                  </a:ext>
                </a:extLst>
              </p:cNvPr>
              <p:cNvSpPr txBox="1"/>
              <p:nvPr/>
            </p:nvSpPr>
            <p:spPr>
              <a:xfrm>
                <a:off x="8145041" y="6393276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A63A491-AB33-FB36-0354-0BAEB87A4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041" y="6393276"/>
                <a:ext cx="57740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/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−−2</m:t>
                              </m:r>
                            </m:e>
                          </m: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(7+−9)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2×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42D03CA7-4DDA-9193-D674-14C91496A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70" y="5603565"/>
                <a:ext cx="2853345" cy="7674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27AB625-79C9-20A5-1B70-C062C9743BF3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accent4"/>
                </a:solidFill>
              </a:rPr>
              <a:t>ЖЕҢИЛ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299FAF-3513-EB07-3F04-14E6DB2D17C5}"/>
              </a:ext>
            </a:extLst>
          </p:cNvPr>
          <p:cNvSpPr/>
          <p:nvPr/>
        </p:nvSpPr>
        <p:spPr>
          <a:xfrm>
            <a:off x="4300667" y="232787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dirty="0">
                <a:solidFill>
                  <a:srgbClr val="00B050"/>
                </a:solidFill>
              </a:rPr>
              <a:t>ОРТО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59312-B890-55F7-A41F-A11FFEA51D89}"/>
              </a:ext>
            </a:extLst>
          </p:cNvPr>
          <p:cNvSpPr txBox="1"/>
          <p:nvPr/>
        </p:nvSpPr>
        <p:spPr>
          <a:xfrm>
            <a:off x="7622287" y="1756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9" grpId="0" animBg="1"/>
      <p:bldP spid="50" grpId="0" animBg="1"/>
      <p:bldP spid="54" grpId="0" animBg="1"/>
      <p:bldP spid="58" grpId="0" animBg="1"/>
      <p:bldP spid="62" grpId="0" animBg="1"/>
      <p:bldP spid="72" grpId="0" animBg="1"/>
      <p:bldP spid="75" grpId="0" animBg="1"/>
      <p:bldP spid="78" grpId="0" animBg="1"/>
      <p:bldP spid="81" grpId="0" animBg="1"/>
      <p:bldP spid="84" grpId="0" animBg="1"/>
      <p:bldP spid="87" grpId="0" animBg="1"/>
      <p:bldP spid="90" grpId="0" animBg="1"/>
      <p:bldP spid="111" grpId="0" animBg="1"/>
      <p:bldP spid="115" grpId="0" animBg="1"/>
      <p:bldP spid="119" grpId="0" animBg="1"/>
      <p:bldP spid="1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169DD87-3EBE-44CA-9654-8AE0466B2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B1756C-9317-8430-8963-1FBF35E6A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276"/>
            <a:ext cx="4871905" cy="33455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8C1B1B-F511-928D-7D52-61BAFE51F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905" y="122276"/>
            <a:ext cx="5005773" cy="33455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11D3B0-7D45-262F-5820-3EC28CD35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5877"/>
            <a:ext cx="4871905" cy="33455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364580-020E-6AA1-2437-CCD92CBB1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27" y="3529154"/>
            <a:ext cx="5005773" cy="334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6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10714</TotalTime>
  <Words>515</Words>
  <Application>Microsoft Office PowerPoint</Application>
  <PresentationFormat>A4 Paper (210x297 mm)</PresentationFormat>
  <Paragraphs>124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550</cp:revision>
  <cp:lastPrinted>2017-12-31T22:38:51Z</cp:lastPrinted>
  <dcterms:created xsi:type="dcterms:W3CDTF">2017-01-17T16:57:04Z</dcterms:created>
  <dcterms:modified xsi:type="dcterms:W3CDTF">2024-04-29T08:06:57Z</dcterms:modified>
</cp:coreProperties>
</file>