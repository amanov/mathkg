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6"/>
  </p:notesMasterIdLst>
  <p:sldIdLst>
    <p:sldId id="848" r:id="rId2"/>
    <p:sldId id="954" r:id="rId3"/>
    <p:sldId id="956" r:id="rId4"/>
    <p:sldId id="957" r:id="rId5"/>
    <p:sldId id="941" r:id="rId6"/>
    <p:sldId id="942" r:id="rId7"/>
    <p:sldId id="944" r:id="rId8"/>
    <p:sldId id="958" r:id="rId9"/>
    <p:sldId id="959" r:id="rId10"/>
    <p:sldId id="960" r:id="rId11"/>
    <p:sldId id="948" r:id="rId12"/>
    <p:sldId id="949" r:id="rId13"/>
    <p:sldId id="950" r:id="rId14"/>
    <p:sldId id="938" r:id="rId15"/>
  </p:sldIdLst>
  <p:sldSz cx="9906000" cy="6858000" type="A4"/>
  <p:notesSz cx="7104063" cy="10234613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mbria Math" panose="02040503050406030204" pitchFamily="18" charset="0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32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3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0828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Сандык башкатырма- 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иш-чара иликтөөгө, стратегиялоого жана талкуулоого </a:t>
            </a:r>
            <a:endParaRPr lang="en-US" dirty="0"/>
          </a:p>
          <a:p>
            <a:r>
              <a:rPr lang="ru-RU" dirty="0"/>
              <a:t>мүмкүндүк берүү үчүн иштелип чыккан.</a:t>
            </a:r>
          </a:p>
          <a:p>
            <a:endParaRPr lang="ru-RU" dirty="0"/>
          </a:p>
          <a:p>
            <a:r>
              <a:rPr lang="ru-RU" dirty="0"/>
              <a:t>2 өлчөмдөгү 3 табышмак бар.</a:t>
            </a:r>
          </a:p>
          <a:p>
            <a:endParaRPr lang="ru-RU" dirty="0"/>
          </a:p>
          <a:p>
            <a:r>
              <a:rPr lang="ru-RU" dirty="0"/>
              <a:t>Чектелүү жооптор берилет.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37881-AE6B-B692-C010-24118D9ED6D7}"/>
              </a:ext>
            </a:extLst>
          </p:cNvPr>
          <p:cNvSpPr/>
          <p:nvPr/>
        </p:nvSpPr>
        <p:spPr>
          <a:xfrm>
            <a:off x="132080" y="50800"/>
            <a:ext cx="9611360" cy="6705600"/>
          </a:xfrm>
          <a:prstGeom prst="round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B7E07-AC4F-2A73-9612-BDCA9FF67B0C}"/>
              </a:ext>
            </a:extLst>
          </p:cNvPr>
          <p:cNvSpPr txBox="1"/>
          <p:nvPr/>
        </p:nvSpPr>
        <p:spPr>
          <a:xfrm>
            <a:off x="810180" y="101600"/>
            <a:ext cx="645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ЦИФРАЛЫК БАШ КАТЫРМА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28AC-662A-9187-77E3-AFD43BEBA8F4}"/>
              </a:ext>
            </a:extLst>
          </p:cNvPr>
          <p:cNvSpPr txBox="1"/>
          <p:nvPr/>
        </p:nvSpPr>
        <p:spPr>
          <a:xfrm>
            <a:off x="1554480" y="839982"/>
            <a:ext cx="734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/>
              <a:t>Эсепти канча жол менен чыгара аласы</a:t>
            </a:r>
            <a:r>
              <a:rPr lang="ru-RU" sz="3200" dirty="0"/>
              <a:t>ң</a:t>
            </a:r>
            <a:r>
              <a:rPr lang="ru-RU" sz="3200" u="sng" dirty="0"/>
              <a:t>?</a:t>
            </a:r>
            <a:endParaRPr lang="en-US" sz="32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F5022-5B77-3A74-3DA1-7E37E9839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18952"/>
            <a:ext cx="7062617" cy="1510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08DFA5-3E9C-6E35-8DF0-0C3F099A3352}"/>
              </a:ext>
            </a:extLst>
          </p:cNvPr>
          <p:cNvSpPr txBox="1"/>
          <p:nvPr/>
        </p:nvSpPr>
        <p:spPr>
          <a:xfrm>
            <a:off x="1869440" y="4677200"/>
            <a:ext cx="306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Каалаган цифраны колдонуңуз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02714-AAC2-12A9-F20D-52543441F434}"/>
              </a:ext>
            </a:extLst>
          </p:cNvPr>
          <p:cNvSpPr txBox="1"/>
          <p:nvPr/>
        </p:nvSpPr>
        <p:spPr>
          <a:xfrm>
            <a:off x="2383068" y="5773528"/>
            <a:ext cx="27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Сандарды бир гана жолу колдон</a:t>
            </a:r>
            <a:endParaRPr lang="en-US" sz="2400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B05FCE-0090-AED9-46A0-B4994FA3F032}"/>
              </a:ext>
            </a:extLst>
          </p:cNvPr>
          <p:cNvSpPr/>
          <p:nvPr/>
        </p:nvSpPr>
        <p:spPr>
          <a:xfrm>
            <a:off x="1061720" y="4816890"/>
            <a:ext cx="629920" cy="551619"/>
          </a:xfrm>
          <a:prstGeom prst="star5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A831D29-89C3-E7DD-3ACF-FCD7B8A9493B}"/>
              </a:ext>
            </a:extLst>
          </p:cNvPr>
          <p:cNvSpPr/>
          <p:nvPr/>
        </p:nvSpPr>
        <p:spPr>
          <a:xfrm>
            <a:off x="1061720" y="5773528"/>
            <a:ext cx="629920" cy="571823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2E32111-091C-B9C8-14B1-74124F511BCC}"/>
              </a:ext>
            </a:extLst>
          </p:cNvPr>
          <p:cNvSpPr/>
          <p:nvPr/>
        </p:nvSpPr>
        <p:spPr>
          <a:xfrm>
            <a:off x="1732280" y="5783629"/>
            <a:ext cx="629920" cy="551619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780BA-E359-8082-43E0-71653659AF96}"/>
              </a:ext>
            </a:extLst>
          </p:cNvPr>
          <p:cNvSpPr txBox="1"/>
          <p:nvPr/>
        </p:nvSpPr>
        <p:spPr>
          <a:xfrm>
            <a:off x="5344160" y="4677199"/>
            <a:ext cx="513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Эң чоң жана эң кичине</a:t>
            </a:r>
            <a:endParaRPr lang="en-US" sz="2400" dirty="0"/>
          </a:p>
          <a:p>
            <a:r>
              <a:rPr lang="ru-RU" sz="2400" dirty="0"/>
              <a:t> натыйжалар</a:t>
            </a:r>
            <a:r>
              <a:rPr lang="ky-KG" sz="2400" dirty="0"/>
              <a:t>ды</a:t>
            </a:r>
            <a:r>
              <a:rPr lang="ru-RU" sz="2400" dirty="0"/>
              <a:t> эсептей</a:t>
            </a:r>
          </a:p>
          <a:p>
            <a:r>
              <a:rPr lang="ru-RU" sz="2400" dirty="0"/>
              <a:t> алдыңбы?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393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37881-AE6B-B692-C010-24118D9ED6D7}"/>
              </a:ext>
            </a:extLst>
          </p:cNvPr>
          <p:cNvSpPr/>
          <p:nvPr/>
        </p:nvSpPr>
        <p:spPr>
          <a:xfrm>
            <a:off x="132080" y="50800"/>
            <a:ext cx="9611360" cy="6705600"/>
          </a:xfrm>
          <a:prstGeom prst="round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B7E07-AC4F-2A73-9612-BDCA9FF67B0C}"/>
              </a:ext>
            </a:extLst>
          </p:cNvPr>
          <p:cNvSpPr txBox="1"/>
          <p:nvPr/>
        </p:nvSpPr>
        <p:spPr>
          <a:xfrm>
            <a:off x="810180" y="101600"/>
            <a:ext cx="645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ЦИФРАЛЫК БАШ КАТЫРМА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28AC-662A-9187-77E3-AFD43BEBA8F4}"/>
              </a:ext>
            </a:extLst>
          </p:cNvPr>
          <p:cNvSpPr txBox="1"/>
          <p:nvPr/>
        </p:nvSpPr>
        <p:spPr>
          <a:xfrm>
            <a:off x="1554480" y="839982"/>
            <a:ext cx="734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/>
              <a:t>Эсепти канча жол менен чыгара аласы</a:t>
            </a:r>
            <a:r>
              <a:rPr lang="ru-RU" sz="3200" dirty="0"/>
              <a:t>ң</a:t>
            </a:r>
            <a:r>
              <a:rPr lang="ru-RU" sz="3200" u="sng" dirty="0"/>
              <a:t>?</a:t>
            </a:r>
            <a:endParaRPr lang="en-US" sz="3200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8DFA5-3E9C-6E35-8DF0-0C3F099A3352}"/>
              </a:ext>
            </a:extLst>
          </p:cNvPr>
          <p:cNvSpPr txBox="1"/>
          <p:nvPr/>
        </p:nvSpPr>
        <p:spPr>
          <a:xfrm>
            <a:off x="1869440" y="4677200"/>
            <a:ext cx="306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Каалаган цифраны колдонуңуз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02714-AAC2-12A9-F20D-52543441F434}"/>
              </a:ext>
            </a:extLst>
          </p:cNvPr>
          <p:cNvSpPr txBox="1"/>
          <p:nvPr/>
        </p:nvSpPr>
        <p:spPr>
          <a:xfrm>
            <a:off x="2383068" y="5773528"/>
            <a:ext cx="27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Сандарды бир гана жолу колдон</a:t>
            </a:r>
            <a:endParaRPr lang="en-US" sz="2400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B05FCE-0090-AED9-46A0-B4994FA3F032}"/>
              </a:ext>
            </a:extLst>
          </p:cNvPr>
          <p:cNvSpPr/>
          <p:nvPr/>
        </p:nvSpPr>
        <p:spPr>
          <a:xfrm>
            <a:off x="1061720" y="4816890"/>
            <a:ext cx="629920" cy="551619"/>
          </a:xfrm>
          <a:prstGeom prst="star5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A831D29-89C3-E7DD-3ACF-FCD7B8A9493B}"/>
              </a:ext>
            </a:extLst>
          </p:cNvPr>
          <p:cNvSpPr/>
          <p:nvPr/>
        </p:nvSpPr>
        <p:spPr>
          <a:xfrm>
            <a:off x="1061720" y="5773528"/>
            <a:ext cx="629920" cy="571823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2E32111-091C-B9C8-14B1-74124F511BCC}"/>
              </a:ext>
            </a:extLst>
          </p:cNvPr>
          <p:cNvSpPr/>
          <p:nvPr/>
        </p:nvSpPr>
        <p:spPr>
          <a:xfrm>
            <a:off x="1732280" y="5783629"/>
            <a:ext cx="629920" cy="551619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780BA-E359-8082-43E0-71653659AF96}"/>
              </a:ext>
            </a:extLst>
          </p:cNvPr>
          <p:cNvSpPr txBox="1"/>
          <p:nvPr/>
        </p:nvSpPr>
        <p:spPr>
          <a:xfrm>
            <a:off x="5344160" y="4677199"/>
            <a:ext cx="513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Эң чоң жана эң кичине</a:t>
            </a:r>
            <a:endParaRPr lang="en-US" sz="2400" dirty="0"/>
          </a:p>
          <a:p>
            <a:r>
              <a:rPr lang="ru-RU" sz="2400" dirty="0"/>
              <a:t> натыйжалар</a:t>
            </a:r>
            <a:r>
              <a:rPr lang="ky-KG" sz="2400" dirty="0"/>
              <a:t>ды</a:t>
            </a:r>
            <a:r>
              <a:rPr lang="ru-RU" sz="2400" dirty="0"/>
              <a:t> эсептей</a:t>
            </a:r>
          </a:p>
          <a:p>
            <a:r>
              <a:rPr lang="ru-RU" sz="2400" dirty="0"/>
              <a:t> алдыңбы?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344E7-223E-48F3-6925-7F702062E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2041109"/>
            <a:ext cx="7838440" cy="182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5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37881-AE6B-B692-C010-24118D9ED6D7}"/>
              </a:ext>
            </a:extLst>
          </p:cNvPr>
          <p:cNvSpPr/>
          <p:nvPr/>
        </p:nvSpPr>
        <p:spPr>
          <a:xfrm>
            <a:off x="132080" y="50800"/>
            <a:ext cx="9611360" cy="6705600"/>
          </a:xfrm>
          <a:prstGeom prst="round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B7E07-AC4F-2A73-9612-BDCA9FF67B0C}"/>
              </a:ext>
            </a:extLst>
          </p:cNvPr>
          <p:cNvSpPr txBox="1"/>
          <p:nvPr/>
        </p:nvSpPr>
        <p:spPr>
          <a:xfrm>
            <a:off x="810180" y="101600"/>
            <a:ext cx="645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ЦИФРАЛЫК БАШ КАТЫРМА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28AC-662A-9187-77E3-AFD43BEBA8F4}"/>
              </a:ext>
            </a:extLst>
          </p:cNvPr>
          <p:cNvSpPr txBox="1"/>
          <p:nvPr/>
        </p:nvSpPr>
        <p:spPr>
          <a:xfrm>
            <a:off x="1554480" y="839982"/>
            <a:ext cx="734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/>
              <a:t>Эсепти канча жол менен чыгара аласы</a:t>
            </a:r>
            <a:r>
              <a:rPr lang="ru-RU" sz="3200" dirty="0"/>
              <a:t>ң</a:t>
            </a:r>
            <a:r>
              <a:rPr lang="ru-RU" sz="3200" u="sng" dirty="0"/>
              <a:t>?</a:t>
            </a:r>
            <a:endParaRPr lang="en-US" sz="3200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8DFA5-3E9C-6E35-8DF0-0C3F099A3352}"/>
              </a:ext>
            </a:extLst>
          </p:cNvPr>
          <p:cNvSpPr txBox="1"/>
          <p:nvPr/>
        </p:nvSpPr>
        <p:spPr>
          <a:xfrm>
            <a:off x="1869440" y="4677200"/>
            <a:ext cx="306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Каалаган цифраны колдонуңуз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02714-AAC2-12A9-F20D-52543441F434}"/>
              </a:ext>
            </a:extLst>
          </p:cNvPr>
          <p:cNvSpPr txBox="1"/>
          <p:nvPr/>
        </p:nvSpPr>
        <p:spPr>
          <a:xfrm>
            <a:off x="2383068" y="5773528"/>
            <a:ext cx="27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Сандарды бир гана жолу колдон</a:t>
            </a:r>
            <a:endParaRPr lang="en-US" sz="2400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B05FCE-0090-AED9-46A0-B4994FA3F032}"/>
              </a:ext>
            </a:extLst>
          </p:cNvPr>
          <p:cNvSpPr/>
          <p:nvPr/>
        </p:nvSpPr>
        <p:spPr>
          <a:xfrm>
            <a:off x="1061720" y="4816890"/>
            <a:ext cx="629920" cy="551619"/>
          </a:xfrm>
          <a:prstGeom prst="star5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A831D29-89C3-E7DD-3ACF-FCD7B8A9493B}"/>
              </a:ext>
            </a:extLst>
          </p:cNvPr>
          <p:cNvSpPr/>
          <p:nvPr/>
        </p:nvSpPr>
        <p:spPr>
          <a:xfrm>
            <a:off x="1061720" y="5773528"/>
            <a:ext cx="629920" cy="571823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2E32111-091C-B9C8-14B1-74124F511BCC}"/>
              </a:ext>
            </a:extLst>
          </p:cNvPr>
          <p:cNvSpPr/>
          <p:nvPr/>
        </p:nvSpPr>
        <p:spPr>
          <a:xfrm>
            <a:off x="1732280" y="5783629"/>
            <a:ext cx="629920" cy="551619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780BA-E359-8082-43E0-71653659AF96}"/>
              </a:ext>
            </a:extLst>
          </p:cNvPr>
          <p:cNvSpPr txBox="1"/>
          <p:nvPr/>
        </p:nvSpPr>
        <p:spPr>
          <a:xfrm>
            <a:off x="5344160" y="4677199"/>
            <a:ext cx="513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Эң чоң жана эң кичине</a:t>
            </a:r>
            <a:endParaRPr lang="en-US" sz="2400" dirty="0"/>
          </a:p>
          <a:p>
            <a:r>
              <a:rPr lang="ru-RU" sz="2400" dirty="0"/>
              <a:t> натыйжалар</a:t>
            </a:r>
            <a:r>
              <a:rPr lang="ky-KG" sz="2400" dirty="0"/>
              <a:t>ды</a:t>
            </a:r>
            <a:r>
              <a:rPr lang="ru-RU" sz="2400" dirty="0"/>
              <a:t> эсептей</a:t>
            </a:r>
          </a:p>
          <a:p>
            <a:r>
              <a:rPr lang="ru-RU" sz="2400" dirty="0"/>
              <a:t> алдыңбы?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E5750-15C7-FD4F-FF75-90B47143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98" y="2051498"/>
            <a:ext cx="8247641" cy="164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6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1D8C8F-1DFB-481E-B447-DE955D65489F}"/>
                  </a:ext>
                </a:extLst>
              </p:cNvPr>
              <p:cNvSpPr txBox="1"/>
              <p:nvPr/>
            </p:nvSpPr>
            <p:spPr>
              <a:xfrm>
                <a:off x="6163407" y="2399556"/>
                <a:ext cx="2437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2=51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1D8C8F-1DFB-481E-B447-DE955D654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7" y="2399556"/>
                <a:ext cx="243726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14673" y="69745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7846949-1075-46A7-8C47-2A114E81B28A}"/>
                  </a:ext>
                </a:extLst>
              </p:cNvPr>
              <p:cNvSpPr txBox="1"/>
              <p:nvPr/>
            </p:nvSpPr>
            <p:spPr>
              <a:xfrm>
                <a:off x="6163407" y="1597014"/>
                <a:ext cx="2437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2=49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7846949-1075-46A7-8C47-2A114E81B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7" y="1597014"/>
                <a:ext cx="243726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808CD3-1A1F-4BA7-971A-2F6135BE1801}"/>
                  </a:ext>
                </a:extLst>
              </p:cNvPr>
              <p:cNvSpPr txBox="1"/>
              <p:nvPr/>
            </p:nvSpPr>
            <p:spPr>
              <a:xfrm>
                <a:off x="6163407" y="3202099"/>
                <a:ext cx="2437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1=84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808CD3-1A1F-4BA7-971A-2F6135BE1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7" y="3202099"/>
                <a:ext cx="243726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C75DE94-F664-E72B-66A3-333DD87EC9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765" y="224135"/>
            <a:ext cx="5296868" cy="363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14673" y="69745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806B62-CCF0-4FAD-9552-E6E70E022208}"/>
                  </a:ext>
                </a:extLst>
              </p:cNvPr>
              <p:cNvSpPr txBox="1"/>
              <p:nvPr/>
            </p:nvSpPr>
            <p:spPr>
              <a:xfrm>
                <a:off x="5745402" y="2501290"/>
                <a:ext cx="2949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7−5</m:t>
                          </m:r>
                        </m:e>
                      </m:d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806B62-CCF0-4FAD-9552-E6E70E022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02" y="2501290"/>
                <a:ext cx="294901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3714C2-E0C4-4C78-B227-CC4F6801F5E9}"/>
                  </a:ext>
                </a:extLst>
              </p:cNvPr>
              <p:cNvSpPr txBox="1"/>
              <p:nvPr/>
            </p:nvSpPr>
            <p:spPr>
              <a:xfrm>
                <a:off x="5745402" y="3354700"/>
                <a:ext cx="2949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9−6</m:t>
                          </m:r>
                        </m:e>
                      </m:d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=47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3714C2-E0C4-4C78-B227-CC4F6801F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02" y="3354700"/>
                <a:ext cx="294901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57236B-9CD2-456C-897B-85BA5476183D}"/>
                  </a:ext>
                </a:extLst>
              </p:cNvPr>
              <p:cNvSpPr txBox="1"/>
              <p:nvPr/>
            </p:nvSpPr>
            <p:spPr>
              <a:xfrm>
                <a:off x="5745402" y="1647881"/>
                <a:ext cx="2949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9−8</m:t>
                          </m:r>
                        </m:e>
                      </m:d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57236B-9CD2-456C-897B-85BA54761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02" y="1647881"/>
                <a:ext cx="294901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B164396-32D0-EA53-E9D4-3107F2C148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783" y="160490"/>
            <a:ext cx="5282562" cy="35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99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14673" y="69745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F62D05-F39E-4C71-80AE-03C6753076D1}"/>
                  </a:ext>
                </a:extLst>
              </p:cNvPr>
              <p:cNvSpPr txBox="1"/>
              <p:nvPr/>
            </p:nvSpPr>
            <p:spPr>
              <a:xfrm>
                <a:off x="5112942" y="2505854"/>
                <a:ext cx="4404438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9+7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+(5−1)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F62D05-F39E-4C71-80AE-03C675307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2" y="2505854"/>
                <a:ext cx="4404438" cy="436402"/>
              </a:xfrm>
              <a:prstGeom prst="rect">
                <a:avLst/>
              </a:prstGeom>
              <a:blipFill>
                <a:blip r:embed="rId2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0DDF3A7-2DA3-49F6-AAD6-1A23C30B8CC8}"/>
                  </a:ext>
                </a:extLst>
              </p:cNvPr>
              <p:cNvSpPr txBox="1"/>
              <p:nvPr/>
            </p:nvSpPr>
            <p:spPr>
              <a:xfrm>
                <a:off x="5112942" y="3379692"/>
                <a:ext cx="4404438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1+3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+(7−2)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0DDF3A7-2DA3-49F6-AAD6-1A23C30B8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2" y="3379692"/>
                <a:ext cx="4404438" cy="436402"/>
              </a:xfrm>
              <a:prstGeom prst="rect">
                <a:avLst/>
              </a:prstGeom>
              <a:blipFill>
                <a:blip r:embed="rId3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2412824-5F45-4FD3-ABE0-4A9C3EC84394}"/>
                  </a:ext>
                </a:extLst>
              </p:cNvPr>
              <p:cNvSpPr txBox="1"/>
              <p:nvPr/>
            </p:nvSpPr>
            <p:spPr>
              <a:xfrm>
                <a:off x="5112942" y="1632017"/>
                <a:ext cx="4404438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09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6+3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+(8−5)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2412824-5F45-4FD3-ABE0-4A9C3EC84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2" y="1632017"/>
                <a:ext cx="4404438" cy="436402"/>
              </a:xfrm>
              <a:prstGeom prst="rect">
                <a:avLst/>
              </a:prstGeom>
              <a:blipFill>
                <a:blip r:embed="rId5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D2FA5F8-CA99-B37D-1159-F0CBE175C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30" y="0"/>
            <a:ext cx="5362204" cy="370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0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C28AA7-A852-EC8C-5355-6765E3B3D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37" y="142334"/>
            <a:ext cx="4513639" cy="31001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D56520-3B83-904D-D6E2-ECDCBD45D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325" y="142240"/>
            <a:ext cx="4513776" cy="31002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B56BBC-0423-50DF-26FA-8B8A1964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0" y="3670671"/>
            <a:ext cx="4673504" cy="3209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EEF69-3FB8-2D7A-7E90-5CDFB7BB8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596" y="3615485"/>
            <a:ext cx="4673504" cy="320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2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A0C365-7F6A-7FE7-F9B4-4FB61EB7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50"/>
            <a:ext cx="4788788" cy="3258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0BCFB1-3C66-A16F-C514-6D1BABC6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14" y="170650"/>
            <a:ext cx="4788788" cy="3258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ECD3D1-802D-3DB4-1D90-7542EA70A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9650"/>
            <a:ext cx="4788788" cy="3258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4013F6-2BD7-4032-050B-D3BAC4A3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14" y="3599650"/>
            <a:ext cx="4788788" cy="325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3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C20F25-4DF0-8907-C17E-9A415536C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32672" cy="3342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5A6FD4-D2AF-6692-8348-79CE6DE20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328" y="0"/>
            <a:ext cx="4832672" cy="3342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27B5D1-CE90-3F1C-052E-E5EF44878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32672" cy="3342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D1AC8D-5FE8-C8B6-FDD9-F51C2F06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328" y="3429000"/>
            <a:ext cx="4832672" cy="334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9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D00B29-1F52-3248-2336-235CEFCAF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35224" y="620834"/>
            <a:ext cx="3586481" cy="24633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6B6F96-E9E6-9153-EA07-88B3C0CFA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18465" y="4049835"/>
            <a:ext cx="3152966" cy="2463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E08379-BA92-9E7F-EF4E-12E1962DD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28144" y="620834"/>
            <a:ext cx="3586481" cy="2463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CD00C-8586-FB2E-78CD-B53FCE21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198030" y="4049833"/>
            <a:ext cx="3152966" cy="24633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4E7CB6-1A3D-00C5-45ED-BF7BF040E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44640" y="650472"/>
            <a:ext cx="3586481" cy="24633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17746D-D138-17D5-EA35-E08E50308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14526" y="4049833"/>
            <a:ext cx="3152966" cy="24633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DD53C0-F843-3F90-9473-99E843E5A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961137" y="612355"/>
            <a:ext cx="3586481" cy="2463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342824-A726-3D82-6F7D-3350FAFF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177895" y="4020196"/>
            <a:ext cx="3152966" cy="246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72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5F60B9-9DD0-6DA2-92D6-DAEB1064D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75013" y="575013"/>
            <a:ext cx="3667760" cy="2517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6F18CB-85EB-A95B-62C2-61EB4158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11415" y="4043686"/>
            <a:ext cx="3140563" cy="2517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CC4AAE-F5DF-833C-1102-D53492483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42721" y="575013"/>
            <a:ext cx="3667760" cy="2517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8435DB-092F-9A99-BDFD-5251B01A4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200904" y="4028849"/>
            <a:ext cx="3140566" cy="2517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EBF070-3875-6A1E-942D-645A167DE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60456" y="575014"/>
            <a:ext cx="3667760" cy="2517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94BFB0-DFA8-A833-6E48-EA9B4CD9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21775" y="4025714"/>
            <a:ext cx="3108959" cy="24923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627926-360A-2F0E-001E-0899FD4AB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907661" y="639524"/>
            <a:ext cx="3667760" cy="25177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110593-D125-1768-1AA5-B0ABADC1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219315" y="4123256"/>
            <a:ext cx="3044450" cy="232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9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7ABD17-BEF6-4DBF-4C67-AB0ABEE7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9813" y="475255"/>
            <a:ext cx="3515363" cy="25648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0FADE6-A759-DB06-91D5-43A22B46A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69352" y="3861074"/>
            <a:ext cx="3429000" cy="25648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4680BD-2502-D118-8CA3-4D3C6460F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015041" y="475255"/>
            <a:ext cx="3515363" cy="2564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F9A606-DFF5-B192-696B-42D55D762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076862" y="3904251"/>
            <a:ext cx="3429000" cy="2564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B74223-B677-3091-C43D-083D9B37B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61252" y="475249"/>
            <a:ext cx="3515363" cy="2564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24862E-1D2F-453B-4C59-30C956D9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604434" y="3861068"/>
            <a:ext cx="3429000" cy="2564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143A0E-38E9-54A9-4F9B-88E4E5225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070183" y="496840"/>
            <a:ext cx="3515363" cy="2564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D01523-BECF-58DD-D6E6-0D16030C7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141326" y="3882659"/>
            <a:ext cx="3429000" cy="256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14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10469</TotalTime>
  <Words>211</Words>
  <Application>Microsoft Office PowerPoint</Application>
  <PresentationFormat>A4 Paper (210x297 mm)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2020-08-24T00:41:04Z</cp:lastPrinted>
  <dcterms:created xsi:type="dcterms:W3CDTF">2017-01-17T16:57:04Z</dcterms:created>
  <dcterms:modified xsi:type="dcterms:W3CDTF">2023-09-30T21:15:05Z</dcterms:modified>
</cp:coreProperties>
</file>