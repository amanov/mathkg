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3" r:id="rId2"/>
    <p:sldId id="944" r:id="rId3"/>
    <p:sldId id="939" r:id="rId4"/>
    <p:sldId id="940" r:id="rId5"/>
    <p:sldId id="946" r:id="rId6"/>
    <p:sldId id="942" r:id="rId7"/>
    <p:sldId id="945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FB448B5C-C6CF-422B-AAF2-DB5112525722}">
          <p14:sldIdLst>
            <p14:sldId id="943"/>
          </p14:sldIdLst>
        </p14:section>
        <p14:section name="Титулдук слайд" id="{02CB43F0-372F-48F5-8ECE-4146E631948D}">
          <p14:sldIdLst>
            <p14:sldId id="944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бу" id="{4A1CF18F-CBD8-4CE8-9034-4022B8261C24}">
          <p14:sldIdLst>
            <p14:sldId id="940"/>
          </p14:sldIdLst>
        </p14:section>
        <p14:section name="Иш кагаздары" id="{45D3F427-FE2C-4E31-94DD-C39B49B018A8}">
          <p14:sldIdLst>
            <p14:sldId id="946"/>
            <p14:sldId id="942"/>
          </p14:sldIdLst>
        </p14:section>
        <p14:section name="Кайтарым байланыш" id="{F3D720CF-F566-46A6-9361-125255B68FA6}">
          <p14:sldIdLst>
            <p14:sldId id="9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71A37A5-0018-DA5C-E6E3-116502720A3F}"/>
              </a:ext>
            </a:extLst>
          </p:cNvPr>
          <p:cNvSpPr txBox="1">
            <a:spLocks/>
          </p:cNvSpPr>
          <p:nvPr/>
        </p:nvSpPr>
        <p:spPr>
          <a:xfrm>
            <a:off x="0" y="1439545"/>
            <a:ext cx="105156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Кайталануучу ондуктар – Айландыруу – Катаны та</a:t>
            </a:r>
            <a:r>
              <a:rPr lang="ky-KG" dirty="0"/>
              <a:t>п</a:t>
            </a:r>
          </a:p>
          <a:p>
            <a:endParaRPr lang="ru-RU" dirty="0"/>
          </a:p>
          <a:p>
            <a:r>
              <a:rPr lang="ky-KG" dirty="0"/>
              <a:t>Окуучулар</a:t>
            </a:r>
            <a:r>
              <a:rPr lang="ru-RU" dirty="0"/>
              <a:t> жанындагы суроолорду жана жооптордун каталарын текшерип, анан аларды оңдоосу керек.</a:t>
            </a:r>
          </a:p>
          <a:p>
            <a:endParaRPr lang="ru-RU" dirty="0"/>
          </a:p>
          <a:p>
            <a:r>
              <a:rPr lang="ky-KG" dirty="0"/>
              <a:t>Окуучуларга</a:t>
            </a:r>
            <a:r>
              <a:rPr lang="ru-RU" dirty="0"/>
              <a:t> канча ката табышы керек экенин айтуу зарыл эмес.</a:t>
            </a:r>
          </a:p>
          <a:p>
            <a:endParaRPr lang="ru-RU" dirty="0"/>
          </a:p>
          <a:p>
            <a:r>
              <a:rPr lang="ru-RU" dirty="0"/>
              <a:t>Иш барагы 2 өлчөмдө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A9D7465-E8DB-48AF-87A8-F255D37AE178}"/>
              </a:ext>
            </a:extLst>
          </p:cNvPr>
          <p:cNvSpPr txBox="1">
            <a:spLocks/>
          </p:cNvSpPr>
          <p:nvPr/>
        </p:nvSpPr>
        <p:spPr>
          <a:xfrm>
            <a:off x="501650" y="2898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6085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08290" y="2054127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</a:t>
            </a:r>
            <a:r>
              <a:rPr lang="en-GB" sz="2800" dirty="0"/>
              <a:t>?</a:t>
            </a:r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757AC-BA51-FF82-01A4-957148F3AA9D}"/>
              </a:ext>
            </a:extLst>
          </p:cNvPr>
          <p:cNvSpPr txBox="1"/>
          <p:nvPr/>
        </p:nvSpPr>
        <p:spPr>
          <a:xfrm>
            <a:off x="626533" y="108689"/>
            <a:ext cx="64444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</p:txBody>
      </p:sp>
    </p:spTree>
    <p:extLst>
      <p:ext uri="{BB962C8B-B14F-4D97-AF65-F5344CB8AC3E}">
        <p14:creationId xmlns:p14="http://schemas.microsoft.com/office/powerpoint/2010/main" val="44705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D4343D-B482-4CF3-8745-CFE2F4D42E26}"/>
              </a:ext>
            </a:extLst>
          </p:cNvPr>
          <p:cNvGrpSpPr/>
          <p:nvPr/>
        </p:nvGrpSpPr>
        <p:grpSpPr>
          <a:xfrm>
            <a:off x="928352" y="325120"/>
            <a:ext cx="8894102" cy="6461760"/>
            <a:chOff x="35170" y="286167"/>
            <a:chExt cx="9214338" cy="65545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C9E1D4-8E86-4194-ABBE-9F48F863A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5550" y="286167"/>
              <a:ext cx="4679290" cy="256660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A64739-4B34-4B6A-9A09-E44387E8D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70" y="2816411"/>
              <a:ext cx="9214338" cy="402426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434CF51-D955-6BC7-DA6E-ED681E7EB937}"/>
              </a:ext>
            </a:extLst>
          </p:cNvPr>
          <p:cNvSpPr txBox="1"/>
          <p:nvPr/>
        </p:nvSpPr>
        <p:spPr>
          <a:xfrm>
            <a:off x="83546" y="193146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58C5F-EA42-3D40-6701-4921EF97CEAA}"/>
              </a:ext>
            </a:extLst>
          </p:cNvPr>
          <p:cNvSpPr txBox="1"/>
          <p:nvPr/>
        </p:nvSpPr>
        <p:spPr>
          <a:xfrm>
            <a:off x="0" y="1290356"/>
            <a:ext cx="3741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Каталарды таба аласызбы?</a:t>
            </a:r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Аларды оңдоңуз!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11560A6-DBE1-4A32-9140-A76B0C407634}"/>
              </a:ext>
            </a:extLst>
          </p:cNvPr>
          <p:cNvGrpSpPr/>
          <p:nvPr/>
        </p:nvGrpSpPr>
        <p:grpSpPr>
          <a:xfrm>
            <a:off x="178777" y="30921"/>
            <a:ext cx="9548445" cy="6792174"/>
            <a:chOff x="35170" y="286167"/>
            <a:chExt cx="9214338" cy="65545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CE05DA5-FEB7-4ADB-A604-1AD11A9C8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5550" y="286167"/>
              <a:ext cx="4679290" cy="256660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800A8D-BEDA-43AA-B284-6A4F50CAE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70" y="2816411"/>
              <a:ext cx="9214338" cy="4024267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89529" y="1450095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D412C4-FFD8-4BAA-881D-79B3B1DEBA7E}"/>
              </a:ext>
            </a:extLst>
          </p:cNvPr>
          <p:cNvSpPr/>
          <p:nvPr/>
        </p:nvSpPr>
        <p:spPr>
          <a:xfrm>
            <a:off x="2227429" y="4635841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CED11A-D40D-4439-A0B8-36B9D64A9F7B}"/>
              </a:ext>
            </a:extLst>
          </p:cNvPr>
          <p:cNvSpPr/>
          <p:nvPr/>
        </p:nvSpPr>
        <p:spPr>
          <a:xfrm>
            <a:off x="4217421" y="5263026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24059A-81B1-48C5-A229-67A8E1E1B2E8}"/>
              </a:ext>
            </a:extLst>
          </p:cNvPr>
          <p:cNvSpPr/>
          <p:nvPr/>
        </p:nvSpPr>
        <p:spPr>
          <a:xfrm>
            <a:off x="6972344" y="4070203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EF1B93-0723-4835-92F6-DBEB65F1D28B}"/>
              </a:ext>
            </a:extLst>
          </p:cNvPr>
          <p:cNvSpPr/>
          <p:nvPr/>
        </p:nvSpPr>
        <p:spPr>
          <a:xfrm>
            <a:off x="4988214" y="1215634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DD5C2A-35DF-4F14-97D1-1513D0E70AEA}"/>
              </a:ext>
            </a:extLst>
          </p:cNvPr>
          <p:cNvSpPr/>
          <p:nvPr/>
        </p:nvSpPr>
        <p:spPr>
          <a:xfrm>
            <a:off x="4604283" y="4682734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374B8-DCA2-7E17-F61C-75FA28D8124D}"/>
              </a:ext>
            </a:extLst>
          </p:cNvPr>
          <p:cNvSpPr txBox="1"/>
          <p:nvPr/>
        </p:nvSpPr>
        <p:spPr>
          <a:xfrm>
            <a:off x="163971" y="347765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D4343D-B482-4CF3-8745-CFE2F4D42E26}"/>
              </a:ext>
            </a:extLst>
          </p:cNvPr>
          <p:cNvGrpSpPr/>
          <p:nvPr/>
        </p:nvGrpSpPr>
        <p:grpSpPr>
          <a:xfrm>
            <a:off x="928352" y="325120"/>
            <a:ext cx="8894102" cy="6461760"/>
            <a:chOff x="35170" y="286167"/>
            <a:chExt cx="9214338" cy="65545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C9E1D4-8E86-4194-ABBE-9F48F863A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5550" y="286167"/>
              <a:ext cx="4679290" cy="256660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A64739-4B34-4B6A-9A09-E44387E8D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70" y="2816411"/>
              <a:ext cx="9214338" cy="402426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434CF51-D955-6BC7-DA6E-ED681E7EB937}"/>
              </a:ext>
            </a:extLst>
          </p:cNvPr>
          <p:cNvSpPr txBox="1"/>
          <p:nvPr/>
        </p:nvSpPr>
        <p:spPr>
          <a:xfrm>
            <a:off x="83546" y="193146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- 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58C5F-EA42-3D40-6701-4921EF97CEAA}"/>
              </a:ext>
            </a:extLst>
          </p:cNvPr>
          <p:cNvSpPr txBox="1"/>
          <p:nvPr/>
        </p:nvSpPr>
        <p:spPr>
          <a:xfrm>
            <a:off x="0" y="1290356"/>
            <a:ext cx="3741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07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64107C-EF13-51DD-6828-105931AB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5528" y="1021628"/>
            <a:ext cx="6709593" cy="48147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43CBF6-B730-F7A4-EBAD-AF3690B6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1937" y="1021628"/>
            <a:ext cx="6709593" cy="48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4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38041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8334</TotalTime>
  <Words>117</Words>
  <Application>Microsoft Office PowerPoint</Application>
  <PresentationFormat>A4 Paper (210x297 mm)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2024-08-30T07:46:50Z</cp:lastPrinted>
  <dcterms:created xsi:type="dcterms:W3CDTF">2017-01-17T16:57:04Z</dcterms:created>
  <dcterms:modified xsi:type="dcterms:W3CDTF">2024-08-30T07:47:41Z</dcterms:modified>
</cp:coreProperties>
</file>