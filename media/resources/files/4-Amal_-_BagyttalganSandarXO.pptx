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848" r:id="rId2"/>
    <p:sldId id="940" r:id="rId3"/>
    <p:sldId id="943" r:id="rId4"/>
    <p:sldId id="941" r:id="rId5"/>
    <p:sldId id="946" r:id="rId6"/>
    <p:sldId id="938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533465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ctr" defTabSz="478226">
              <a:buFont typeface="Arial" panose="020B0604020202020204" pitchFamily="34" charset="0"/>
              <a:buChar char="•"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Амалдар тартиби</a:t>
            </a:r>
            <a:r>
              <a:rPr lang="en-GB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Багытталган сандар – О</a:t>
            </a:r>
            <a:r>
              <a:rPr lang="en-GB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Х</a:t>
            </a:r>
            <a:endParaRPr lang="en-GB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endParaRPr lang="en-GB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endParaRPr lang="en-GB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defTabSz="478226">
              <a:buFont typeface="Arial" panose="020B0604020202020204" pitchFamily="34" charset="0"/>
              <a:buChar char="•"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lang="en-GB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 </a:t>
            </a:r>
            <a:r>
              <a:rPr lang="en-GB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алууга аракет кылышат.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defTabSz="478226">
              <a:buFont typeface="Arial" panose="020B0604020202020204" pitchFamily="34" charset="0"/>
              <a:buChar char="•"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ctr" defTabSz="478226">
              <a:buFont typeface="Arial" panose="020B0604020202020204" pitchFamily="34" charset="0"/>
              <a:buChar char="•"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ctr" defTabSz="478226">
              <a:buFont typeface="Arial" panose="020B0604020202020204" pitchFamily="34" charset="0"/>
              <a:buChar char="•"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ctr" defTabSz="478226">
              <a:buFont typeface="Arial" panose="020B0604020202020204" pitchFamily="34" charset="0"/>
              <a:buChar char="•"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lang="en-GB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X' 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же '</a:t>
            </a:r>
            <a:r>
              <a:rPr lang="en-GB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O' 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баскычын басыңыз/тийип коюңуз</a:t>
            </a: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C8E99C8-5BB1-BF24-2AA4-FD47BC98C194}"/>
              </a:ext>
            </a:extLst>
          </p:cNvPr>
          <p:cNvSpPr txBox="1">
            <a:spLocks/>
          </p:cNvSpPr>
          <p:nvPr/>
        </p:nvSpPr>
        <p:spPr>
          <a:xfrm>
            <a:off x="-5405120" y="968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983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973598" y="1126942"/>
            <a:ext cx="57438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b="1" dirty="0">
                <a:latin typeface="Comic Sans MS" panose="030F0702030302020204" pitchFamily="66" charset="0"/>
              </a:rPr>
              <a:t>Амалдардын тартиби – </a:t>
            </a:r>
          </a:p>
          <a:p>
            <a:pPr algn="ctr"/>
            <a:r>
              <a:rPr lang="ru-RU" sz="3600" b="1" dirty="0">
                <a:latin typeface="Comic Sans MS" panose="030F0702030302020204" pitchFamily="66" charset="0"/>
              </a:rPr>
              <a:t>Терс сандар менен</a:t>
            </a:r>
            <a:endParaRPr lang="en-GB" sz="3600" b="1" dirty="0">
              <a:latin typeface="Comic Sans MS" panose="030F0702030302020204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6044B-A36D-C208-F986-15645791E4AC}"/>
              </a:ext>
            </a:extLst>
          </p:cNvPr>
          <p:cNvSpPr txBox="1"/>
          <p:nvPr/>
        </p:nvSpPr>
        <p:spPr>
          <a:xfrm>
            <a:off x="2098968" y="0"/>
            <a:ext cx="49648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7200" b="1" dirty="0">
                <a:latin typeface="Comic Sans MS" panose="030F0702030302020204" pitchFamily="66" charset="0"/>
              </a:rPr>
              <a:t>Х жана О </a:t>
            </a:r>
            <a:endParaRPr lang="en-GB" sz="7200" b="1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110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B237D5-4F87-3E82-8AEE-B8C8ED793FBA}"/>
              </a:ext>
            </a:extLst>
          </p:cNvPr>
          <p:cNvSpPr txBox="1"/>
          <p:nvPr/>
        </p:nvSpPr>
        <p:spPr>
          <a:xfrm>
            <a:off x="523528" y="885431"/>
            <a:ext cx="222528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15 ÷ −5 + 7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E366E2-12E3-1E7E-B0FD-FD16AB508FFD}"/>
              </a:ext>
            </a:extLst>
          </p:cNvPr>
          <p:cNvSpPr txBox="1"/>
          <p:nvPr/>
        </p:nvSpPr>
        <p:spPr>
          <a:xfrm>
            <a:off x="3594545" y="885431"/>
            <a:ext cx="273344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(−5 − 20) ÷ −5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E9A0D-CD8E-2B29-7695-9948E6F06F5F}"/>
              </a:ext>
            </a:extLst>
          </p:cNvPr>
          <p:cNvSpPr txBox="1"/>
          <p:nvPr/>
        </p:nvSpPr>
        <p:spPr>
          <a:xfrm>
            <a:off x="7050783" y="885431"/>
            <a:ext cx="2454518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−12 ÷ 3 + −8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A5FA33-ED3C-A4AE-EA57-7E73D706E8EE}"/>
              </a:ext>
            </a:extLst>
          </p:cNvPr>
          <p:cNvSpPr txBox="1"/>
          <p:nvPr/>
        </p:nvSpPr>
        <p:spPr>
          <a:xfrm>
            <a:off x="411320" y="3196369"/>
            <a:ext cx="2449710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−6 − −4 × −2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275F18-5D36-28F1-0AD1-377F246EA24A}"/>
              </a:ext>
            </a:extLst>
          </p:cNvPr>
          <p:cNvSpPr txBox="1"/>
          <p:nvPr/>
        </p:nvSpPr>
        <p:spPr>
          <a:xfrm>
            <a:off x="3398178" y="3196369"/>
            <a:ext cx="3126176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 × −5 − −24 ÷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1B780D-D027-58E6-3062-E48B0892014E}"/>
              </a:ext>
            </a:extLst>
          </p:cNvPr>
          <p:cNvSpPr txBox="1"/>
          <p:nvPr/>
        </p:nvSpPr>
        <p:spPr>
          <a:xfrm>
            <a:off x="7050786" y="3196369"/>
            <a:ext cx="2454518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5 − −30 ÷ −5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ED41AF-427B-4670-6707-5BDCB39BF00F}"/>
              </a:ext>
            </a:extLst>
          </p:cNvPr>
          <p:cNvSpPr txBox="1"/>
          <p:nvPr/>
        </p:nvSpPr>
        <p:spPr>
          <a:xfrm>
            <a:off x="525935" y="5515620"/>
            <a:ext cx="222048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−4 + 3 × −4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819B7C-F1F6-A7D9-D7BB-DDB77B0E5F08}"/>
              </a:ext>
            </a:extLst>
          </p:cNvPr>
          <p:cNvSpPr txBox="1"/>
          <p:nvPr/>
        </p:nvSpPr>
        <p:spPr>
          <a:xfrm>
            <a:off x="3596948" y="5515620"/>
            <a:ext cx="2728632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(−5 + −7) × −3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AC9FA9-E20C-2EA2-A8B5-7181AD8B6A98}"/>
              </a:ext>
            </a:extLst>
          </p:cNvPr>
          <p:cNvSpPr txBox="1"/>
          <p:nvPr/>
        </p:nvSpPr>
        <p:spPr>
          <a:xfrm>
            <a:off x="6913729" y="5515620"/>
            <a:ext cx="272863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(−2 + −8) × −3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6B9F2F3-7700-6846-2C67-282295FA7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4" y="-11801"/>
            <a:ext cx="9315090" cy="649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C084201-FD75-6FBF-99E0-3A687DBDE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0"/>
            <a:ext cx="4856765" cy="336952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15F6FE-7293-E4AD-BF89-0B609C767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810" y="0"/>
            <a:ext cx="4856765" cy="33695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6C9A0E6-AB0E-A96F-D576-E88B5192C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3495675"/>
            <a:ext cx="4856765" cy="336952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A46810-7FA6-AE43-779D-0E0165CF0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810" y="3495675"/>
            <a:ext cx="4856765" cy="336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8456</TotalTime>
  <Words>196</Words>
  <Application>Microsoft Office PowerPoint</Application>
  <PresentationFormat>A4 Paper (210x297 mm)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Comic Sans MS</vt:lpstr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387</cp:revision>
  <cp:lastPrinted>2017-12-31T22:38:51Z</cp:lastPrinted>
  <dcterms:created xsi:type="dcterms:W3CDTF">2017-01-17T16:57:04Z</dcterms:created>
  <dcterms:modified xsi:type="dcterms:W3CDTF">2024-05-07T05:27:14Z</dcterms:modified>
</cp:coreProperties>
</file>