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48" r:id="rId3"/>
    <p:sldId id="943" r:id="rId4"/>
    <p:sldId id="947" r:id="rId5"/>
    <p:sldId id="944" r:id="rId6"/>
    <p:sldId id="274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omic Sans MS" panose="030F0702030302020204" pitchFamily="66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948"/>
          </p14:sldIdLst>
        </p14:section>
        <p14:section name="10 × 10" id="{7617865C-55E8-4E80-88D8-B55679FB792A}">
          <p14:sldIdLst>
            <p14:sldId id="943"/>
            <p14:sldId id="947"/>
          </p14:sldIdLst>
        </p14:section>
        <p14:section name="5 × 5" id="{CE927F82-C794-4E64-A94C-23FC93AF8D7F}">
          <p14:sldIdLst>
            <p14:sldId id="944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8427" cy="513508"/>
          </a:xfrm>
          <a:prstGeom prst="rect">
            <a:avLst/>
          </a:prstGeom>
        </p:spPr>
        <p:txBody>
          <a:bodyPr vert="horz" lIns="94625" tIns="47313" rIns="94625" bIns="4731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625" tIns="47313" rIns="94625" bIns="47313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5" tIns="47313" rIns="94625" bIns="4731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25" tIns="47313" rIns="94625" bIns="4731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25" tIns="47313" rIns="94625" bIns="4731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25" tIns="47313" rIns="94625" bIns="47313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5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7651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2964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05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2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7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7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99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13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47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69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584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84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Кемитүү кутучалары</a:t>
            </a:r>
            <a:endParaRPr kumimoji="0" lang="en-US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таркатмаларды "Кемитүү кутучалары"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Excel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электрондук жадыбалында колдонсо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Кемитүү кутучалардагы таблицанын аталыштары менен толтуруңуз (жооптор автоматтык түрдө түзүлөт).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өз кутучаларына аталыштарды көчүрүп алышы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Слайттарды текшерип, 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29D69E2-DE02-D8E1-2F41-754691F3F472}"/>
              </a:ext>
            </a:extLst>
          </p:cNvPr>
          <p:cNvSpPr txBox="1">
            <a:spLocks/>
          </p:cNvSpPr>
          <p:nvPr/>
        </p:nvSpPr>
        <p:spPr>
          <a:xfrm>
            <a:off x="250825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04991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90586"/>
              </p:ext>
            </p:extLst>
          </p:nvPr>
        </p:nvGraphicFramePr>
        <p:xfrm>
          <a:off x="86229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77794EC-E1A5-4754-A00A-C486042B7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8663"/>
              </p:ext>
            </p:extLst>
          </p:nvPr>
        </p:nvGraphicFramePr>
        <p:xfrm>
          <a:off x="343835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FA18BC2-4C3A-4831-ADE4-C7B0D06C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19030"/>
              </p:ext>
            </p:extLst>
          </p:nvPr>
        </p:nvGraphicFramePr>
        <p:xfrm>
          <a:off x="678404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A3F815F-BBF8-4504-8336-BD869406D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2629"/>
              </p:ext>
            </p:extLst>
          </p:nvPr>
        </p:nvGraphicFramePr>
        <p:xfrm>
          <a:off x="86229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FCE0488-63A6-4111-9A6A-2BE76CCBD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29644"/>
              </p:ext>
            </p:extLst>
          </p:nvPr>
        </p:nvGraphicFramePr>
        <p:xfrm>
          <a:off x="343835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51412DD6-59C7-4060-8CF8-80E4BAAFE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605820"/>
              </p:ext>
            </p:extLst>
          </p:nvPr>
        </p:nvGraphicFramePr>
        <p:xfrm>
          <a:off x="678404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A22BFC-689F-5E2E-FFCE-5CE7A759F59D}"/>
              </a:ext>
            </a:extLst>
          </p:cNvPr>
          <p:cNvSpPr txBox="1"/>
          <p:nvPr/>
        </p:nvSpPr>
        <p:spPr>
          <a:xfrm>
            <a:off x="817998" y="29953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CB3987-DB33-3206-3511-CFD53691DC5B}"/>
              </a:ext>
            </a:extLst>
          </p:cNvPr>
          <p:cNvSpPr txBox="1"/>
          <p:nvPr/>
        </p:nvSpPr>
        <p:spPr>
          <a:xfrm>
            <a:off x="1972669" y="2995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764BA2-A963-5AC5-0905-713B627BA10D}"/>
              </a:ext>
            </a:extLst>
          </p:cNvPr>
          <p:cNvSpPr txBox="1"/>
          <p:nvPr/>
        </p:nvSpPr>
        <p:spPr>
          <a:xfrm>
            <a:off x="-19278" y="29953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F54A8-3199-0E6D-AAE6-C95289B883B8}"/>
              </a:ext>
            </a:extLst>
          </p:cNvPr>
          <p:cNvSpPr txBox="1"/>
          <p:nvPr/>
        </p:nvSpPr>
        <p:spPr>
          <a:xfrm>
            <a:off x="4258523" y="29953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995E9E-30BA-C17E-381A-8B007393AE23}"/>
              </a:ext>
            </a:extLst>
          </p:cNvPr>
          <p:cNvSpPr txBox="1"/>
          <p:nvPr/>
        </p:nvSpPr>
        <p:spPr>
          <a:xfrm>
            <a:off x="5413194" y="2995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72370D-EC73-24C4-DD52-C7E63B924E9B}"/>
              </a:ext>
            </a:extLst>
          </p:cNvPr>
          <p:cNvSpPr txBox="1"/>
          <p:nvPr/>
        </p:nvSpPr>
        <p:spPr>
          <a:xfrm>
            <a:off x="3421247" y="29953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0D651-BA7C-A065-C267-3E97124529FC}"/>
              </a:ext>
            </a:extLst>
          </p:cNvPr>
          <p:cNvSpPr txBox="1"/>
          <p:nvPr/>
        </p:nvSpPr>
        <p:spPr>
          <a:xfrm>
            <a:off x="7515810" y="53893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D3EF47-1E86-5F1B-90EB-AB8FB5C5822E}"/>
              </a:ext>
            </a:extLst>
          </p:cNvPr>
          <p:cNvSpPr txBox="1"/>
          <p:nvPr/>
        </p:nvSpPr>
        <p:spPr>
          <a:xfrm>
            <a:off x="8670481" y="5389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A8619D-DF8D-51D6-666B-973FE4F99EC4}"/>
              </a:ext>
            </a:extLst>
          </p:cNvPr>
          <p:cNvSpPr txBox="1"/>
          <p:nvPr/>
        </p:nvSpPr>
        <p:spPr>
          <a:xfrm>
            <a:off x="6678534" y="53893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8B5946-D16F-7E2D-2BCB-7F3563261B3A}"/>
              </a:ext>
            </a:extLst>
          </p:cNvPr>
          <p:cNvSpPr txBox="1"/>
          <p:nvPr/>
        </p:nvSpPr>
        <p:spPr>
          <a:xfrm>
            <a:off x="931702" y="347688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D91821-8702-99F6-B7FF-4B7C1E26F813}"/>
              </a:ext>
            </a:extLst>
          </p:cNvPr>
          <p:cNvSpPr txBox="1"/>
          <p:nvPr/>
        </p:nvSpPr>
        <p:spPr>
          <a:xfrm>
            <a:off x="2086373" y="347688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BA15EE-16FB-3741-EF54-724AE74F86DF}"/>
              </a:ext>
            </a:extLst>
          </p:cNvPr>
          <p:cNvSpPr txBox="1"/>
          <p:nvPr/>
        </p:nvSpPr>
        <p:spPr>
          <a:xfrm>
            <a:off x="94426" y="347688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D8276A-5C8F-EFF5-89B9-1EE488F80178}"/>
              </a:ext>
            </a:extLst>
          </p:cNvPr>
          <p:cNvSpPr txBox="1"/>
          <p:nvPr/>
        </p:nvSpPr>
        <p:spPr>
          <a:xfrm>
            <a:off x="4206377" y="3462150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DF5991-2CA2-0977-B1D2-1BBBDE919507}"/>
              </a:ext>
            </a:extLst>
          </p:cNvPr>
          <p:cNvSpPr txBox="1"/>
          <p:nvPr/>
        </p:nvSpPr>
        <p:spPr>
          <a:xfrm>
            <a:off x="5361048" y="3462150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C42FC8-FBC6-9EFA-020E-ABE8FB2C56B5}"/>
              </a:ext>
            </a:extLst>
          </p:cNvPr>
          <p:cNvSpPr txBox="1"/>
          <p:nvPr/>
        </p:nvSpPr>
        <p:spPr>
          <a:xfrm>
            <a:off x="3369101" y="3462150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5966A7-6002-51F3-E7DB-5BB2B5B4E257}"/>
              </a:ext>
            </a:extLst>
          </p:cNvPr>
          <p:cNvSpPr txBox="1"/>
          <p:nvPr/>
        </p:nvSpPr>
        <p:spPr>
          <a:xfrm>
            <a:off x="7515810" y="3452940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F0D80F-7764-1974-BF41-FD22D389E262}"/>
              </a:ext>
            </a:extLst>
          </p:cNvPr>
          <p:cNvSpPr txBox="1"/>
          <p:nvPr/>
        </p:nvSpPr>
        <p:spPr>
          <a:xfrm>
            <a:off x="8670481" y="3452940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E72B6A-9B67-AAF3-2AB3-E1C7CC141927}"/>
              </a:ext>
            </a:extLst>
          </p:cNvPr>
          <p:cNvSpPr txBox="1"/>
          <p:nvPr/>
        </p:nvSpPr>
        <p:spPr>
          <a:xfrm>
            <a:off x="6678534" y="3452940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167105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3E7113-5204-4D1A-9EDD-57986E3B8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52436"/>
              </p:ext>
            </p:extLst>
          </p:nvPr>
        </p:nvGraphicFramePr>
        <p:xfrm>
          <a:off x="8805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3F82F66-2885-45AE-A6AA-392D6F91799B}"/>
              </a:ext>
            </a:extLst>
          </p:cNvPr>
          <p:cNvGrpSpPr/>
          <p:nvPr/>
        </p:nvGrpSpPr>
        <p:grpSpPr>
          <a:xfrm>
            <a:off x="404864" y="5891055"/>
            <a:ext cx="4233794" cy="261610"/>
            <a:chOff x="126609" y="5891055"/>
            <a:chExt cx="4233794" cy="2616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373FC2-82BB-4C2D-8413-86AC09994112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2FD715-A3FD-4FB4-A7A7-29D82D6B3711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A28B79-5221-4FA1-A86A-9EB1C9706E49}"/>
              </a:ext>
            </a:extLst>
          </p:cNvPr>
          <p:cNvSpPr/>
          <p:nvPr/>
        </p:nvSpPr>
        <p:spPr>
          <a:xfrm>
            <a:off x="762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E118EA-C225-462A-99F2-0840442E9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243936"/>
              </p:ext>
            </p:extLst>
          </p:nvPr>
        </p:nvGraphicFramePr>
        <p:xfrm>
          <a:off x="505160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E2EDB7EB-2771-4EF2-83D6-8BF2514C1093}"/>
              </a:ext>
            </a:extLst>
          </p:cNvPr>
          <p:cNvGrpSpPr/>
          <p:nvPr/>
        </p:nvGrpSpPr>
        <p:grpSpPr>
          <a:xfrm>
            <a:off x="5368414" y="5891055"/>
            <a:ext cx="4233794" cy="261610"/>
            <a:chOff x="126609" y="5891055"/>
            <a:chExt cx="4233794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75D143-CC2E-4627-A52C-25BCC2676023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F217A9-4A50-4EE5-8647-31B361EC0BCE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2B62D3-4126-4BEA-A72D-931EAAAC07D4}"/>
              </a:ext>
            </a:extLst>
          </p:cNvPr>
          <p:cNvSpPr/>
          <p:nvPr/>
        </p:nvSpPr>
        <p:spPr>
          <a:xfrm>
            <a:off x="497117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0386D4-69ED-BF71-FF01-2BF064FB445F}"/>
              </a:ext>
            </a:extLst>
          </p:cNvPr>
          <p:cNvSpPr txBox="1"/>
          <p:nvPr/>
        </p:nvSpPr>
        <p:spPr>
          <a:xfrm>
            <a:off x="1338364" y="647974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F9F2EB-406A-382C-416C-15A311032568}"/>
              </a:ext>
            </a:extLst>
          </p:cNvPr>
          <p:cNvSpPr txBox="1"/>
          <p:nvPr/>
        </p:nvSpPr>
        <p:spPr>
          <a:xfrm>
            <a:off x="3213785" y="647974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A06DCC-34D4-0E0D-78A7-E078B675A8D1}"/>
              </a:ext>
            </a:extLst>
          </p:cNvPr>
          <p:cNvSpPr txBox="1"/>
          <p:nvPr/>
        </p:nvSpPr>
        <p:spPr>
          <a:xfrm>
            <a:off x="6362" y="647974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81CBCC-9691-D856-288D-A04D66A22716}"/>
              </a:ext>
            </a:extLst>
          </p:cNvPr>
          <p:cNvSpPr txBox="1"/>
          <p:nvPr/>
        </p:nvSpPr>
        <p:spPr>
          <a:xfrm>
            <a:off x="6303172" y="682734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FDD404-59F6-814F-F64F-8975BF7CDAC6}"/>
              </a:ext>
            </a:extLst>
          </p:cNvPr>
          <p:cNvSpPr txBox="1"/>
          <p:nvPr/>
        </p:nvSpPr>
        <p:spPr>
          <a:xfrm>
            <a:off x="8178593" y="682734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51A5D8-6F2F-B6B3-39AB-919DE8B72490}"/>
              </a:ext>
            </a:extLst>
          </p:cNvPr>
          <p:cNvSpPr txBox="1"/>
          <p:nvPr/>
        </p:nvSpPr>
        <p:spPr>
          <a:xfrm>
            <a:off x="4971170" y="682734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378090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382151"/>
              </p:ext>
            </p:extLst>
          </p:nvPr>
        </p:nvGraphicFramePr>
        <p:xfrm>
          <a:off x="86228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BE45DD1-EEFA-4A1B-B897-206C0AD57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503417"/>
              </p:ext>
            </p:extLst>
          </p:nvPr>
        </p:nvGraphicFramePr>
        <p:xfrm>
          <a:off x="3443685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7A92F63A-6E0F-4D8A-A3A6-F89BE2B5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241354"/>
              </p:ext>
            </p:extLst>
          </p:nvPr>
        </p:nvGraphicFramePr>
        <p:xfrm>
          <a:off x="6784042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0D2E207E-57BA-4A6F-8084-F909F8846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661376"/>
              </p:ext>
            </p:extLst>
          </p:nvPr>
        </p:nvGraphicFramePr>
        <p:xfrm>
          <a:off x="86228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963D0993-C971-4C4A-B585-44FF9A5B2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574991"/>
              </p:ext>
            </p:extLst>
          </p:nvPr>
        </p:nvGraphicFramePr>
        <p:xfrm>
          <a:off x="3443685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C2FBABD-F7E3-4FD0-87F4-CEC326F97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722049"/>
              </p:ext>
            </p:extLst>
          </p:nvPr>
        </p:nvGraphicFramePr>
        <p:xfrm>
          <a:off x="6784042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B259934-0B09-FFBC-33FB-EFC84FEF97B8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9710B-A0E3-A642-9AF4-20015AA4A145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20641-9619-402C-0B06-64CAFA6815C8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341BA-4210-7470-285A-2A9555854509}"/>
              </a:ext>
            </a:extLst>
          </p:cNvPr>
          <p:cNvSpPr txBox="1"/>
          <p:nvPr/>
        </p:nvSpPr>
        <p:spPr>
          <a:xfrm>
            <a:off x="4149938" y="33217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AD055-1087-CBCD-008B-A85F08041093}"/>
              </a:ext>
            </a:extLst>
          </p:cNvPr>
          <p:cNvSpPr txBox="1"/>
          <p:nvPr/>
        </p:nvSpPr>
        <p:spPr>
          <a:xfrm>
            <a:off x="5304609" y="33217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2F7314-D54F-CF0F-5D68-18F3F5E474E8}"/>
              </a:ext>
            </a:extLst>
          </p:cNvPr>
          <p:cNvSpPr txBox="1"/>
          <p:nvPr/>
        </p:nvSpPr>
        <p:spPr>
          <a:xfrm>
            <a:off x="3312662" y="33217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C40BA0-1235-F99E-3A03-DA176452B388}"/>
              </a:ext>
            </a:extLst>
          </p:cNvPr>
          <p:cNvSpPr txBox="1"/>
          <p:nvPr/>
        </p:nvSpPr>
        <p:spPr>
          <a:xfrm>
            <a:off x="7498021" y="3123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BBC73E-4EB7-5019-9D5A-91647DB7FE02}"/>
              </a:ext>
            </a:extLst>
          </p:cNvPr>
          <p:cNvSpPr txBox="1"/>
          <p:nvPr/>
        </p:nvSpPr>
        <p:spPr>
          <a:xfrm>
            <a:off x="8652692" y="3123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19F4D6-9F3F-7368-F5C0-103713FB4449}"/>
              </a:ext>
            </a:extLst>
          </p:cNvPr>
          <p:cNvSpPr txBox="1"/>
          <p:nvPr/>
        </p:nvSpPr>
        <p:spPr>
          <a:xfrm>
            <a:off x="6660745" y="3123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415B61-2D43-C919-229C-DE2F3982E2CF}"/>
              </a:ext>
            </a:extLst>
          </p:cNvPr>
          <p:cNvSpPr txBox="1"/>
          <p:nvPr/>
        </p:nvSpPr>
        <p:spPr>
          <a:xfrm>
            <a:off x="829645" y="3503555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AD6C2E-0451-6B63-92FB-DC9874A342CE}"/>
              </a:ext>
            </a:extLst>
          </p:cNvPr>
          <p:cNvSpPr txBox="1"/>
          <p:nvPr/>
        </p:nvSpPr>
        <p:spPr>
          <a:xfrm>
            <a:off x="1984316" y="3503555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78B67D-3510-E243-B545-916D95EB3ED7}"/>
              </a:ext>
            </a:extLst>
          </p:cNvPr>
          <p:cNvSpPr txBox="1"/>
          <p:nvPr/>
        </p:nvSpPr>
        <p:spPr>
          <a:xfrm>
            <a:off x="-7631" y="3503555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8D942F-3256-0141-D499-557EA27C4D1B}"/>
              </a:ext>
            </a:extLst>
          </p:cNvPr>
          <p:cNvSpPr txBox="1"/>
          <p:nvPr/>
        </p:nvSpPr>
        <p:spPr>
          <a:xfrm>
            <a:off x="4211214" y="3475674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FEE41F-DB2A-F778-0310-D21BC4F255B5}"/>
              </a:ext>
            </a:extLst>
          </p:cNvPr>
          <p:cNvSpPr txBox="1"/>
          <p:nvPr/>
        </p:nvSpPr>
        <p:spPr>
          <a:xfrm>
            <a:off x="5365885" y="3475674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5B3B88-59B2-027E-0590-D12BC3849637}"/>
              </a:ext>
            </a:extLst>
          </p:cNvPr>
          <p:cNvSpPr txBox="1"/>
          <p:nvPr/>
        </p:nvSpPr>
        <p:spPr>
          <a:xfrm>
            <a:off x="3373938" y="3475674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0455F7-FE55-5ED0-86FC-727FDB10D50A}"/>
              </a:ext>
            </a:extLst>
          </p:cNvPr>
          <p:cNvSpPr txBox="1"/>
          <p:nvPr/>
        </p:nvSpPr>
        <p:spPr>
          <a:xfrm>
            <a:off x="7498153" y="3482662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3635FB-5B0D-4BA8-41EA-18BC7A8F6F44}"/>
              </a:ext>
            </a:extLst>
          </p:cNvPr>
          <p:cNvSpPr txBox="1"/>
          <p:nvPr/>
        </p:nvSpPr>
        <p:spPr>
          <a:xfrm>
            <a:off x="8652824" y="3482662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AEC013-D293-BD6B-CEFB-0E4B597731D3}"/>
              </a:ext>
            </a:extLst>
          </p:cNvPr>
          <p:cNvSpPr txBox="1"/>
          <p:nvPr/>
        </p:nvSpPr>
        <p:spPr>
          <a:xfrm>
            <a:off x="6660877" y="3482662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21526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10378</TotalTime>
  <Words>201</Words>
  <Application>Microsoft Office PowerPoint</Application>
  <PresentationFormat>A4 Paper (210x297 mm)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Comic Sans MS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476</cp:revision>
  <cp:lastPrinted>2023-10-03T19:13:06Z</cp:lastPrinted>
  <dcterms:created xsi:type="dcterms:W3CDTF">2017-01-17T16:57:04Z</dcterms:created>
  <dcterms:modified xsi:type="dcterms:W3CDTF">2023-10-18T07:07:08Z</dcterms:modified>
</cp:coreProperties>
</file>