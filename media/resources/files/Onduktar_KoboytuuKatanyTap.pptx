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4" r:id="rId2"/>
    <p:sldId id="831" r:id="rId3"/>
    <p:sldId id="939" r:id="rId4"/>
    <p:sldId id="832" r:id="rId5"/>
    <p:sldId id="833" r:id="rId6"/>
    <p:sldId id="938" r:id="rId7"/>
  </p:sldIdLst>
  <p:sldSz cx="9906000" cy="6858000" type="A4"/>
  <p:notesSz cx="7104063" cy="10234613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  <p:embeddedFont>
      <p:font typeface="Fira Code" panose="020B0809050000020004" pitchFamily="49" charset="0"/>
      <p:regular r:id="rId15"/>
      <p:bold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06/10/2023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Two worksheets 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035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0F66EF7-ED3B-3D57-4D0F-525F90939091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10490200" cy="435133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Көбөйтүү – Катаны тапкыла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2 өлчөмдө.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A061C24-690F-D956-1244-FD7EB5DA5C3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106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595140" y="2214673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Үч бурчтукта </a:t>
            </a:r>
            <a:endParaRPr lang="en-US" sz="2800" dirty="0"/>
          </a:p>
          <a:p>
            <a:pPr algn="ctr"/>
            <a:r>
              <a:rPr lang="ru-RU" sz="2800" dirty="0"/>
              <a:t>айрым каталар бар!</a:t>
            </a:r>
          </a:p>
          <a:p>
            <a:pPr algn="ctr"/>
            <a:endParaRPr lang="ru-RU" sz="2800" dirty="0"/>
          </a:p>
          <a:p>
            <a:pPr algn="ctr"/>
            <a:r>
              <a:rPr lang="ru-RU" sz="2800" dirty="0"/>
              <a:t>Сен алардын </a:t>
            </a:r>
            <a:endParaRPr lang="en-US" sz="2800" dirty="0"/>
          </a:p>
          <a:p>
            <a:pPr algn="ctr"/>
            <a:r>
              <a:rPr lang="ru-RU" sz="2800" dirty="0"/>
              <a:t>баарын таба аласынбы?</a:t>
            </a:r>
            <a:endParaRPr lang="en-GB" sz="2800" dirty="0"/>
          </a:p>
          <a:p>
            <a:pPr algn="ctr"/>
            <a:endParaRPr lang="en-GB" sz="2800" dirty="0"/>
          </a:p>
          <a:p>
            <a:pPr algn="ctr"/>
            <a:endParaRPr lang="en-GB" sz="2800" dirty="0"/>
          </a:p>
          <a:p>
            <a:pPr algn="ctr"/>
            <a:endParaRPr lang="en-GB" sz="28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552318" y="280805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139240" y="556981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9DFD38-76F5-9C8F-1CEB-A1BA100B80B1}"/>
              </a:ext>
            </a:extLst>
          </p:cNvPr>
          <p:cNvSpPr txBox="1"/>
          <p:nvPr/>
        </p:nvSpPr>
        <p:spPr>
          <a:xfrm>
            <a:off x="356981" y="114336"/>
            <a:ext cx="8453120" cy="1815882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r>
              <a:rPr lang="ru-RU" sz="88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glow rad="228600">
                    <a:schemeClr val="accent6">
                      <a:satMod val="175000"/>
                      <a:alpha val="40000"/>
                    </a:schemeClr>
                  </a:glow>
                  <a:reflection blurRad="6350" stA="55000" endA="50" endPos="85000" dist="29997" dir="5400000" sy="-100000" algn="bl" rotWithShape="0"/>
                </a:effectLst>
                <a:latin typeface="+mj-lt"/>
              </a:rPr>
              <a:t>Катаны тап</a:t>
            </a:r>
          </a:p>
          <a:p>
            <a:endParaRPr lang="ru-RU" sz="2400" b="0" dirty="0">
              <a:solidFill>
                <a:srgbClr val="FF0000"/>
              </a:solidFill>
              <a:effectLst>
                <a:reflection blurRad="6350" stA="55000" endA="50" endPos="85000" dist="29997" dir="5400000" sy="-100000" algn="bl" rotWithShape="0"/>
              </a:effectLst>
              <a:latin typeface="Fira Code" panose="020F0502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6F21C1-34E9-4685-B532-15A60AE3DE99}"/>
              </a:ext>
            </a:extLst>
          </p:cNvPr>
          <p:cNvSpPr txBox="1"/>
          <p:nvPr/>
        </p:nvSpPr>
        <p:spPr>
          <a:xfrm>
            <a:off x="623499" y="2048095"/>
            <a:ext cx="2857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Каталарды таба аласызбы?</a:t>
            </a:r>
          </a:p>
          <a:p>
            <a:pPr algn="ctr"/>
            <a:endParaRPr lang="ru-RU" sz="1800" dirty="0"/>
          </a:p>
          <a:p>
            <a:pPr algn="ctr"/>
            <a:r>
              <a:rPr lang="ru-RU" sz="1800" dirty="0"/>
              <a:t>Аларды оңдоңуз!</a:t>
            </a:r>
            <a:endParaRPr lang="en-GB" sz="1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3749A5A-114A-4C17-9E86-B9E7A8990608}"/>
              </a:ext>
            </a:extLst>
          </p:cNvPr>
          <p:cNvGrpSpPr/>
          <p:nvPr/>
        </p:nvGrpSpPr>
        <p:grpSpPr>
          <a:xfrm>
            <a:off x="2052320" y="21171"/>
            <a:ext cx="7853680" cy="6836829"/>
            <a:chOff x="3200400" y="2037287"/>
            <a:chExt cx="5122438" cy="4459213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99031D50-2378-46D6-BA74-E476A4785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21798" y="2037287"/>
              <a:ext cx="2645752" cy="2253095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A166AE9-C705-4841-BDA3-0236FB5D61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0400" y="4251558"/>
              <a:ext cx="5122438" cy="2244942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6554A55-23F0-0D2B-F8AF-96BFC68E7230}"/>
              </a:ext>
            </a:extLst>
          </p:cNvPr>
          <p:cNvSpPr txBox="1"/>
          <p:nvPr/>
        </p:nvSpPr>
        <p:spPr>
          <a:xfrm>
            <a:off x="512139" y="118795"/>
            <a:ext cx="4953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</a:t>
            </a:r>
            <a:r>
              <a:rPr lang="ru-RU" sz="36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 издеп</a:t>
            </a:r>
          </a:p>
          <a:p>
            <a:r>
              <a:rPr lang="ru-RU" sz="36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- тап</a:t>
            </a:r>
            <a:endParaRPr lang="en-US" sz="36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03446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93D4A6-11F1-9304-B79F-DAE2933DD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861647" y="1164047"/>
            <a:ext cx="6653052" cy="44875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45ABEFE-A9D3-72B4-4712-3EDB0D692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196943" y="1142637"/>
            <a:ext cx="6653054" cy="453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87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34B9B79-C1D4-48E7-9EA7-BA6A4C005A66}"/>
              </a:ext>
            </a:extLst>
          </p:cNvPr>
          <p:cNvGrpSpPr/>
          <p:nvPr/>
        </p:nvGrpSpPr>
        <p:grpSpPr>
          <a:xfrm>
            <a:off x="2052320" y="21171"/>
            <a:ext cx="7853680" cy="6836829"/>
            <a:chOff x="3200400" y="2037287"/>
            <a:chExt cx="5122438" cy="44592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314153C-7A36-4506-9ACC-5A6C79E84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21798" y="2037287"/>
              <a:ext cx="2645752" cy="225309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786366F-B460-4876-BF74-463F07B23E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0400" y="4251558"/>
              <a:ext cx="5122438" cy="2244942"/>
            </a:xfrm>
            <a:prstGeom prst="rect">
              <a:avLst/>
            </a:prstGeom>
          </p:spPr>
        </p:pic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B3955A4D-0509-4550-BC6B-C46A16E1AF2E}"/>
              </a:ext>
            </a:extLst>
          </p:cNvPr>
          <p:cNvSpPr/>
          <p:nvPr/>
        </p:nvSpPr>
        <p:spPr>
          <a:xfrm>
            <a:off x="2945951" y="534544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7B72457-24FB-4CA8-A750-8B2CECF51C53}"/>
              </a:ext>
            </a:extLst>
          </p:cNvPr>
          <p:cNvSpPr/>
          <p:nvPr/>
        </p:nvSpPr>
        <p:spPr>
          <a:xfrm>
            <a:off x="6351720" y="2910840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4821119" y="541112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46B0C1C-CE7D-4B26-8C7B-77AE7F5253E4}"/>
              </a:ext>
            </a:extLst>
          </p:cNvPr>
          <p:cNvSpPr/>
          <p:nvPr/>
        </p:nvSpPr>
        <p:spPr>
          <a:xfrm>
            <a:off x="4894959" y="1991910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2C5FBDA-1083-4457-A84E-0383319636D9}"/>
              </a:ext>
            </a:extLst>
          </p:cNvPr>
          <p:cNvSpPr/>
          <p:nvPr/>
        </p:nvSpPr>
        <p:spPr>
          <a:xfrm>
            <a:off x="5837769" y="3691728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76409E-EDA2-8911-B5A8-2E9AC3B55AB3}"/>
              </a:ext>
            </a:extLst>
          </p:cNvPr>
          <p:cNvSpPr txBox="1"/>
          <p:nvPr/>
        </p:nvSpPr>
        <p:spPr>
          <a:xfrm>
            <a:off x="0" y="377186"/>
            <a:ext cx="46024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80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20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85984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8325</TotalTime>
  <Words>114</Words>
  <Application>Microsoft Office PowerPoint</Application>
  <PresentationFormat>A4 Paper (210x297 mm)</PresentationFormat>
  <Paragraphs>36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 Light</vt:lpstr>
      <vt:lpstr>Arial</vt:lpstr>
      <vt:lpstr>Fira Code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361</cp:revision>
  <cp:lastPrinted>2023-10-05T19:55:31Z</cp:lastPrinted>
  <dcterms:created xsi:type="dcterms:W3CDTF">2017-01-17T16:57:04Z</dcterms:created>
  <dcterms:modified xsi:type="dcterms:W3CDTF">2023-10-05T19:57:19Z</dcterms:modified>
</cp:coreProperties>
</file>