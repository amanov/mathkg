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4" r:id="rId2"/>
    <p:sldId id="831" r:id="rId3"/>
    <p:sldId id="939" r:id="rId4"/>
    <p:sldId id="832" r:id="rId5"/>
    <p:sldId id="833" r:id="rId6"/>
    <p:sldId id="938" r:id="rId7"/>
  </p:sldIdLst>
  <p:sldSz cx="9906000" cy="6858000" type="A4"/>
  <p:notesSz cx="7104063" cy="10234613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Fira Code" panose="020B0809050000020004" pitchFamily="49" charset="0"/>
      <p:regular r:id="rId15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06/10/2023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– Катаны тапкыла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аласынбы?</a:t>
            </a:r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9DFD38-76F5-9C8F-1CEB-A1BA100B80B1}"/>
              </a:ext>
            </a:extLst>
          </p:cNvPr>
          <p:cNvSpPr txBox="1"/>
          <p:nvPr/>
        </p:nvSpPr>
        <p:spPr>
          <a:xfrm>
            <a:off x="356981" y="114336"/>
            <a:ext cx="8453120" cy="181588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8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  <a:p>
            <a:endParaRPr lang="ru-RU" sz="2400" b="0" dirty="0"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latin typeface="Fira Code" panose="020F0502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623499" y="2048095"/>
            <a:ext cx="2857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749A5A-114A-4C17-9E86-B9E7A8990608}"/>
              </a:ext>
            </a:extLst>
          </p:cNvPr>
          <p:cNvGrpSpPr/>
          <p:nvPr/>
        </p:nvGrpSpPr>
        <p:grpSpPr>
          <a:xfrm>
            <a:off x="2052320" y="21171"/>
            <a:ext cx="7853680" cy="6836829"/>
            <a:chOff x="3200400" y="2037287"/>
            <a:chExt cx="5122438" cy="445921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9031D50-2378-46D6-BA74-E476A4785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1798" y="2037287"/>
              <a:ext cx="2645752" cy="2253095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A166AE9-C705-4841-BDA3-0236FB5D6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0" y="4251558"/>
              <a:ext cx="5122438" cy="2244942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6554A55-23F0-0D2B-F8AF-96BFC68E7230}"/>
              </a:ext>
            </a:extLst>
          </p:cNvPr>
          <p:cNvSpPr txBox="1"/>
          <p:nvPr/>
        </p:nvSpPr>
        <p:spPr>
          <a:xfrm>
            <a:off x="512139" y="118795"/>
            <a:ext cx="4953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</a:t>
            </a:r>
            <a:r>
              <a:rPr lang="ru-RU" sz="36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издеп</a:t>
            </a:r>
          </a:p>
          <a:p>
            <a:r>
              <a:rPr lang="ru-RU" sz="36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- тап</a:t>
            </a:r>
            <a:endParaRPr lang="en-US" sz="36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93D4A6-11F1-9304-B79F-DAE2933DD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61647" y="1164047"/>
            <a:ext cx="6653052" cy="4487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5ABEFE-A9D3-72B4-4712-3EDB0D692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96943" y="1142637"/>
            <a:ext cx="6653054" cy="453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34B9B79-C1D4-48E7-9EA7-BA6A4C005A66}"/>
              </a:ext>
            </a:extLst>
          </p:cNvPr>
          <p:cNvGrpSpPr/>
          <p:nvPr/>
        </p:nvGrpSpPr>
        <p:grpSpPr>
          <a:xfrm>
            <a:off x="2052320" y="21171"/>
            <a:ext cx="7853680" cy="6836829"/>
            <a:chOff x="3200400" y="2037287"/>
            <a:chExt cx="5122438" cy="445921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314153C-7A36-4506-9ACC-5A6C79E84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1798" y="2037287"/>
              <a:ext cx="2645752" cy="225309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786366F-B460-4876-BF74-463F07B23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0" y="4251558"/>
              <a:ext cx="5122438" cy="2244942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2945951" y="534544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6351720" y="291084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821119" y="541112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4894959" y="199191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5837769" y="369172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76409E-EDA2-8911-B5A8-2E9AC3B55AB3}"/>
              </a:ext>
            </a:extLst>
          </p:cNvPr>
          <p:cNvSpPr txBox="1"/>
          <p:nvPr/>
        </p:nvSpPr>
        <p:spPr>
          <a:xfrm>
            <a:off x="0" y="377186"/>
            <a:ext cx="46024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80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20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8325</TotalTime>
  <Words>114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Arial</vt:lpstr>
      <vt:lpstr>Fira Code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2023-10-05T19:55:31Z</cp:lastPrinted>
  <dcterms:created xsi:type="dcterms:W3CDTF">2017-01-17T16:57:04Z</dcterms:created>
  <dcterms:modified xsi:type="dcterms:W3CDTF">2023-10-05T19:57:19Z</dcterms:modified>
</cp:coreProperties>
</file>