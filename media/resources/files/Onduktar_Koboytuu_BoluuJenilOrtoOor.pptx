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9" r:id="rId4"/>
    <p:sldId id="948" r:id="rId5"/>
    <p:sldId id="950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1"/>
          </p14:sldIdLst>
        </p14:section>
        <p14:section name="Көрсөтүүгө" id="{059544AC-2C27-45B1-9F95-F87DF8854DD6}">
          <p14:sldIdLst>
            <p14:sldId id="949"/>
          </p14:sldIdLst>
        </p14:section>
        <p14:section name="Жооптор" id="{1FEDB314-42DC-4694-9B04-D4A4AAE625F7}">
          <p14:sldIdLst>
            <p14:sldId id="948"/>
          </p14:sldIdLst>
        </p14:section>
        <p14:section name="Өз алдынча иштоо баракчалары" id="{A78D9305-6AAE-4715-A210-52F6908F30F7}">
          <p14:sldIdLst>
            <p14:sldId id="950"/>
          </p14:sldIdLst>
        </p14:section>
        <p14:section name="mathkgz" id="{D9831028-D2BA-4E4A-BD0C-D797FFBB14CF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1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47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 жана Бөлүү –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633951"/>
            <a:ext cx="3009139" cy="6176552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64170" y="633951"/>
            <a:ext cx="3009139" cy="622656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56408" y="633950"/>
            <a:ext cx="3018401" cy="619109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EF98E-193B-08BF-E3EC-30C5CE9E3F14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2C479-C184-E32C-F696-930D30EB9AD8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390A8-688E-8707-76AD-BD00CFF2C6A5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5DBC4-4796-49AF-5A61-9871E4CF7788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83723-D9AC-A0C6-3389-C594018F1E40}"/>
              </a:ext>
            </a:extLst>
          </p:cNvPr>
          <p:cNvSpPr txBox="1"/>
          <p:nvPr/>
        </p:nvSpPr>
        <p:spPr>
          <a:xfrm>
            <a:off x="929326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3E6C-24F6-4654-06D1-232F0762D9C1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02906A-C396-4E3C-DFC3-5FA884E539DA}"/>
              </a:ext>
            </a:extLst>
          </p:cNvPr>
          <p:cNvSpPr txBox="1"/>
          <p:nvPr/>
        </p:nvSpPr>
        <p:spPr>
          <a:xfrm>
            <a:off x="415664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9A547-EC00-7253-71BB-D9E7B771C986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420EF7-4555-B300-DBE1-2D5C5DAC4FF5}"/>
              </a:ext>
            </a:extLst>
          </p:cNvPr>
          <p:cNvSpPr txBox="1"/>
          <p:nvPr/>
        </p:nvSpPr>
        <p:spPr>
          <a:xfrm>
            <a:off x="7490046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1.3 × 0.6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AE71B-72FD-95EB-86F6-6C6B3C835DDF}"/>
              </a:ext>
            </a:extLst>
          </p:cNvPr>
          <p:cNvSpPr txBox="1"/>
          <p:nvPr/>
        </p:nvSpPr>
        <p:spPr>
          <a:xfrm>
            <a:off x="131166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5580F-E1A4-6F41-F767-24C2221966D4}"/>
              </a:ext>
            </a:extLst>
          </p:cNvPr>
          <p:cNvSpPr txBox="1"/>
          <p:nvPr/>
        </p:nvSpPr>
        <p:spPr>
          <a:xfrm>
            <a:off x="929326" y="201275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7B4E2-5505-3F22-8170-F6E26921529B}"/>
              </a:ext>
            </a:extLst>
          </p:cNvPr>
          <p:cNvSpPr txBox="1"/>
          <p:nvPr/>
        </p:nvSpPr>
        <p:spPr>
          <a:xfrm>
            <a:off x="3447943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07162-4616-AF88-7F99-0BE24D90BF28}"/>
              </a:ext>
            </a:extLst>
          </p:cNvPr>
          <p:cNvSpPr txBox="1"/>
          <p:nvPr/>
        </p:nvSpPr>
        <p:spPr>
          <a:xfrm>
            <a:off x="4156644" y="201275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884A44-8D44-490F-0251-DA59A3E88FEA}"/>
              </a:ext>
            </a:extLst>
          </p:cNvPr>
          <p:cNvSpPr txBox="1"/>
          <p:nvPr/>
        </p:nvSpPr>
        <p:spPr>
          <a:xfrm>
            <a:off x="6756408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60055B-2708-8C1A-90F6-99104B636615}"/>
              </a:ext>
            </a:extLst>
          </p:cNvPr>
          <p:cNvSpPr txBox="1"/>
          <p:nvPr/>
        </p:nvSpPr>
        <p:spPr>
          <a:xfrm>
            <a:off x="7425125" y="201275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C8179-336C-7F54-6F1F-8925E8A1F033}"/>
              </a:ext>
            </a:extLst>
          </p:cNvPr>
          <p:cNvSpPr txBox="1"/>
          <p:nvPr/>
        </p:nvSpPr>
        <p:spPr>
          <a:xfrm>
            <a:off x="131166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67BB0-6057-D4A7-49DC-07AC3C0F6C51}"/>
              </a:ext>
            </a:extLst>
          </p:cNvPr>
          <p:cNvSpPr txBox="1"/>
          <p:nvPr/>
        </p:nvSpPr>
        <p:spPr>
          <a:xfrm>
            <a:off x="929326" y="268786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A87853-92F1-46FE-E55B-3B8DDBA3E4AB}"/>
              </a:ext>
            </a:extLst>
          </p:cNvPr>
          <p:cNvSpPr txBox="1"/>
          <p:nvPr/>
        </p:nvSpPr>
        <p:spPr>
          <a:xfrm>
            <a:off x="3447943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88DCD1-DDF9-3CDE-32D0-7B5F964B1EE9}"/>
              </a:ext>
            </a:extLst>
          </p:cNvPr>
          <p:cNvSpPr txBox="1"/>
          <p:nvPr/>
        </p:nvSpPr>
        <p:spPr>
          <a:xfrm>
            <a:off x="4156644" y="268786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1.4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B6915-4B38-F5C4-182C-579EE3D98DD2}"/>
              </a:ext>
            </a:extLst>
          </p:cNvPr>
          <p:cNvSpPr txBox="1"/>
          <p:nvPr/>
        </p:nvSpPr>
        <p:spPr>
          <a:xfrm>
            <a:off x="6756408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FC5E1-8674-DB11-BD41-F156C49F5568}"/>
              </a:ext>
            </a:extLst>
          </p:cNvPr>
          <p:cNvSpPr txBox="1"/>
          <p:nvPr/>
        </p:nvSpPr>
        <p:spPr>
          <a:xfrm>
            <a:off x="7425125" y="268786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4.2 × 0.15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65835D-476E-8D61-4340-D50B90E0E5AD}"/>
              </a:ext>
            </a:extLst>
          </p:cNvPr>
          <p:cNvSpPr txBox="1"/>
          <p:nvPr/>
        </p:nvSpPr>
        <p:spPr>
          <a:xfrm>
            <a:off x="131166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53B57-1FFC-AB42-F1ED-F577C94538B0}"/>
              </a:ext>
            </a:extLst>
          </p:cNvPr>
          <p:cNvSpPr txBox="1"/>
          <p:nvPr/>
        </p:nvSpPr>
        <p:spPr>
          <a:xfrm>
            <a:off x="929326" y="336298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1.7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15C636-ACBF-BC94-2DB8-C27CAD35AB34}"/>
              </a:ext>
            </a:extLst>
          </p:cNvPr>
          <p:cNvSpPr txBox="1"/>
          <p:nvPr/>
        </p:nvSpPr>
        <p:spPr>
          <a:xfrm>
            <a:off x="3447943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0D64E7-F341-70B9-B692-4AA9D2F73108}"/>
              </a:ext>
            </a:extLst>
          </p:cNvPr>
          <p:cNvSpPr txBox="1"/>
          <p:nvPr/>
        </p:nvSpPr>
        <p:spPr>
          <a:xfrm>
            <a:off x="4156644" y="336298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2.3 × 1.1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03A92B-0970-50B0-9F37-783A9070108A}"/>
              </a:ext>
            </a:extLst>
          </p:cNvPr>
          <p:cNvSpPr txBox="1"/>
          <p:nvPr/>
        </p:nvSpPr>
        <p:spPr>
          <a:xfrm>
            <a:off x="6756408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89A1D-A61B-136D-BD3A-4C7EA9B668AA}"/>
              </a:ext>
            </a:extLst>
          </p:cNvPr>
          <p:cNvSpPr txBox="1"/>
          <p:nvPr/>
        </p:nvSpPr>
        <p:spPr>
          <a:xfrm>
            <a:off x="7425125" y="336298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1.42 × 2.5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F1B4FE-FA90-99B6-91C5-7BD13C0AAEDD}"/>
              </a:ext>
            </a:extLst>
          </p:cNvPr>
          <p:cNvSpPr txBox="1"/>
          <p:nvPr/>
        </p:nvSpPr>
        <p:spPr>
          <a:xfrm>
            <a:off x="131166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1FD80F-9A66-5615-0E54-85758934040F}"/>
              </a:ext>
            </a:extLst>
          </p:cNvPr>
          <p:cNvSpPr txBox="1"/>
          <p:nvPr/>
        </p:nvSpPr>
        <p:spPr>
          <a:xfrm>
            <a:off x="9293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E79EF6-5FAF-DC7F-11D2-D688CAFECC04}"/>
              </a:ext>
            </a:extLst>
          </p:cNvPr>
          <p:cNvSpPr txBox="1"/>
          <p:nvPr/>
        </p:nvSpPr>
        <p:spPr>
          <a:xfrm>
            <a:off x="3447945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3BF3A1-90BF-DC93-DAB0-5676BCAAC07C}"/>
              </a:ext>
            </a:extLst>
          </p:cNvPr>
          <p:cNvSpPr txBox="1"/>
          <p:nvPr/>
        </p:nvSpPr>
        <p:spPr>
          <a:xfrm>
            <a:off x="42536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1.5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7A5C7F-4999-7134-117C-E4E94955C28C}"/>
              </a:ext>
            </a:extLst>
          </p:cNvPr>
          <p:cNvSpPr txBox="1"/>
          <p:nvPr/>
        </p:nvSpPr>
        <p:spPr>
          <a:xfrm>
            <a:off x="6756410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E5E476-C20E-4E5D-C354-5B9D027F0D41}"/>
              </a:ext>
            </a:extLst>
          </p:cNvPr>
          <p:cNvSpPr txBox="1"/>
          <p:nvPr/>
        </p:nvSpPr>
        <p:spPr>
          <a:xfrm>
            <a:off x="7522107" y="403809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÷ 0.04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FEE8BD-1105-7E20-5962-3176FA8341C5}"/>
              </a:ext>
            </a:extLst>
          </p:cNvPr>
          <p:cNvSpPr txBox="1"/>
          <p:nvPr/>
        </p:nvSpPr>
        <p:spPr>
          <a:xfrm>
            <a:off x="131166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332BB1-3259-8968-3F94-EA5508D7295A}"/>
              </a:ext>
            </a:extLst>
          </p:cNvPr>
          <p:cNvSpPr txBox="1"/>
          <p:nvPr/>
        </p:nvSpPr>
        <p:spPr>
          <a:xfrm>
            <a:off x="8644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C13CF68-A603-857A-B897-BF5D33B646C8}"/>
              </a:ext>
            </a:extLst>
          </p:cNvPr>
          <p:cNvSpPr txBox="1"/>
          <p:nvPr/>
        </p:nvSpPr>
        <p:spPr>
          <a:xfrm>
            <a:off x="3447945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F952A7-06CE-7246-ECA6-95C78C454B73}"/>
              </a:ext>
            </a:extLst>
          </p:cNvPr>
          <p:cNvSpPr txBox="1"/>
          <p:nvPr/>
        </p:nvSpPr>
        <p:spPr>
          <a:xfrm>
            <a:off x="41887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 ÷ 1.7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77B9949-A124-9841-D787-1ADC62342350}"/>
              </a:ext>
            </a:extLst>
          </p:cNvPr>
          <p:cNvSpPr txBox="1"/>
          <p:nvPr/>
        </p:nvSpPr>
        <p:spPr>
          <a:xfrm>
            <a:off x="6756410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4679B5-ABA9-E7CF-ABCE-A6BD93F0D7E1}"/>
              </a:ext>
            </a:extLst>
          </p:cNvPr>
          <p:cNvSpPr txBox="1"/>
          <p:nvPr/>
        </p:nvSpPr>
        <p:spPr>
          <a:xfrm>
            <a:off x="7457185" y="471320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0.25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5A01CC9-CC53-7085-FACA-F0F97F0459CA}"/>
              </a:ext>
            </a:extLst>
          </p:cNvPr>
          <p:cNvSpPr txBox="1"/>
          <p:nvPr/>
        </p:nvSpPr>
        <p:spPr>
          <a:xfrm>
            <a:off x="131166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D9C586-937D-7F09-92F2-10FB8B3E3FE1}"/>
              </a:ext>
            </a:extLst>
          </p:cNvPr>
          <p:cNvSpPr txBox="1"/>
          <p:nvPr/>
        </p:nvSpPr>
        <p:spPr>
          <a:xfrm>
            <a:off x="832344" y="538831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8.4 ÷ 0.7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DA678C-3170-6E0A-023D-C3F52C39F36D}"/>
              </a:ext>
            </a:extLst>
          </p:cNvPr>
          <p:cNvSpPr txBox="1"/>
          <p:nvPr/>
        </p:nvSpPr>
        <p:spPr>
          <a:xfrm>
            <a:off x="3447945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B957DFA-08B9-C384-608B-784BC5E4B556}"/>
              </a:ext>
            </a:extLst>
          </p:cNvPr>
          <p:cNvSpPr txBox="1"/>
          <p:nvPr/>
        </p:nvSpPr>
        <p:spPr>
          <a:xfrm>
            <a:off x="4091723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12.4 ÷ 0.4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443444-B3DD-5AC0-92F3-8C806E0FB41D}"/>
              </a:ext>
            </a:extLst>
          </p:cNvPr>
          <p:cNvSpPr txBox="1"/>
          <p:nvPr/>
        </p:nvSpPr>
        <p:spPr>
          <a:xfrm>
            <a:off x="6756410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9BFF9-53CB-2046-2CF3-23DD8298CEF3}"/>
              </a:ext>
            </a:extLst>
          </p:cNvPr>
          <p:cNvSpPr txBox="1"/>
          <p:nvPr/>
        </p:nvSpPr>
        <p:spPr>
          <a:xfrm>
            <a:off x="7425125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28.6 ÷ 1.3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006A210-0C8E-E8D9-5F74-9BB1FEB2E88B}"/>
              </a:ext>
            </a:extLst>
          </p:cNvPr>
          <p:cNvSpPr txBox="1"/>
          <p:nvPr/>
        </p:nvSpPr>
        <p:spPr>
          <a:xfrm>
            <a:off x="131166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73EB6AD-BDF4-B32F-0683-39C25A19039B}"/>
              </a:ext>
            </a:extLst>
          </p:cNvPr>
          <p:cNvSpPr txBox="1"/>
          <p:nvPr/>
        </p:nvSpPr>
        <p:spPr>
          <a:xfrm>
            <a:off x="864405" y="6063428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0.56 ÷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BA2E32-FC48-58ED-9F63-C847D14E9FB6}"/>
              </a:ext>
            </a:extLst>
          </p:cNvPr>
          <p:cNvSpPr txBox="1"/>
          <p:nvPr/>
        </p:nvSpPr>
        <p:spPr>
          <a:xfrm>
            <a:off x="3447945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882CB2-59C4-6FE2-835A-35C84C60DC0C}"/>
              </a:ext>
            </a:extLst>
          </p:cNvPr>
          <p:cNvSpPr txBox="1"/>
          <p:nvPr/>
        </p:nvSpPr>
        <p:spPr>
          <a:xfrm>
            <a:off x="4091723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50.4 ÷ 0.8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A42552-1435-C4BA-2958-084B0D1AB833}"/>
              </a:ext>
            </a:extLst>
          </p:cNvPr>
          <p:cNvSpPr txBox="1"/>
          <p:nvPr/>
        </p:nvSpPr>
        <p:spPr>
          <a:xfrm>
            <a:off x="6756410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C03E65A-C2E6-2BC1-B585-D1953B1084AE}"/>
              </a:ext>
            </a:extLst>
          </p:cNvPr>
          <p:cNvSpPr txBox="1"/>
          <p:nvPr/>
        </p:nvSpPr>
        <p:spPr>
          <a:xfrm>
            <a:off x="7425125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17.4 ÷ 1.2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6DBF22-A08E-38B4-7FD1-7CE919275206}"/>
              </a:ext>
            </a:extLst>
          </p:cNvPr>
          <p:cNvSpPr txBox="1"/>
          <p:nvPr/>
        </p:nvSpPr>
        <p:spPr>
          <a:xfrm>
            <a:off x="-796356" y="70548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69921-9586-BF0D-6A53-6500C2C3BFA1}"/>
              </a:ext>
            </a:extLst>
          </p:cNvPr>
          <p:cNvSpPr txBox="1"/>
          <p:nvPr/>
        </p:nvSpPr>
        <p:spPr bwMode="auto">
          <a:xfrm>
            <a:off x="2472125" y="70546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1A7EE9-0C5E-D718-8298-7400FD570B64}"/>
              </a:ext>
            </a:extLst>
          </p:cNvPr>
          <p:cNvSpPr txBox="1"/>
          <p:nvPr/>
        </p:nvSpPr>
        <p:spPr>
          <a:xfrm>
            <a:off x="7707991" y="3976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0" y="770610"/>
            <a:ext cx="304550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848900" y="214540"/>
            <a:ext cx="1672627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2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EF98E-193B-08BF-E3EC-30C5CE9E3F14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2C479-C184-E32C-F696-930D30EB9AD8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390A8-688E-8707-76AD-BD00CFF2C6A5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5DBC4-4796-49AF-5A61-9871E4CF7788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83723-D9AC-A0C6-3389-C594018F1E40}"/>
              </a:ext>
            </a:extLst>
          </p:cNvPr>
          <p:cNvSpPr txBox="1"/>
          <p:nvPr/>
        </p:nvSpPr>
        <p:spPr>
          <a:xfrm>
            <a:off x="929326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3E6C-24F6-4654-06D1-232F0762D9C1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02906A-C396-4E3C-DFC3-5FA884E539DA}"/>
              </a:ext>
            </a:extLst>
          </p:cNvPr>
          <p:cNvSpPr txBox="1"/>
          <p:nvPr/>
        </p:nvSpPr>
        <p:spPr>
          <a:xfrm>
            <a:off x="415664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9A547-EC00-7253-71BB-D9E7B771C986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420EF7-4555-B300-DBE1-2D5C5DAC4FF5}"/>
              </a:ext>
            </a:extLst>
          </p:cNvPr>
          <p:cNvSpPr txBox="1"/>
          <p:nvPr/>
        </p:nvSpPr>
        <p:spPr>
          <a:xfrm>
            <a:off x="7490046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1.3 × 0.6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110CDF-D95D-8AF0-4FC9-6EF2D91D9E5A}"/>
              </a:ext>
            </a:extLst>
          </p:cNvPr>
          <p:cNvSpPr txBox="1"/>
          <p:nvPr/>
        </p:nvSpPr>
        <p:spPr>
          <a:xfrm>
            <a:off x="8815316" y="13376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AE71B-72FD-95EB-86F6-6C6B3C835DDF}"/>
              </a:ext>
            </a:extLst>
          </p:cNvPr>
          <p:cNvSpPr txBox="1"/>
          <p:nvPr/>
        </p:nvSpPr>
        <p:spPr>
          <a:xfrm>
            <a:off x="131166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5580F-E1A4-6F41-F767-24C2221966D4}"/>
              </a:ext>
            </a:extLst>
          </p:cNvPr>
          <p:cNvSpPr txBox="1"/>
          <p:nvPr/>
        </p:nvSpPr>
        <p:spPr>
          <a:xfrm>
            <a:off x="929326" y="201275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7B4E2-5505-3F22-8170-F6E26921529B}"/>
              </a:ext>
            </a:extLst>
          </p:cNvPr>
          <p:cNvSpPr txBox="1"/>
          <p:nvPr/>
        </p:nvSpPr>
        <p:spPr>
          <a:xfrm>
            <a:off x="3447943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07162-4616-AF88-7F99-0BE24D90BF28}"/>
              </a:ext>
            </a:extLst>
          </p:cNvPr>
          <p:cNvSpPr txBox="1"/>
          <p:nvPr/>
        </p:nvSpPr>
        <p:spPr>
          <a:xfrm>
            <a:off x="4156644" y="201275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884A44-8D44-490F-0251-DA59A3E88FEA}"/>
              </a:ext>
            </a:extLst>
          </p:cNvPr>
          <p:cNvSpPr txBox="1"/>
          <p:nvPr/>
        </p:nvSpPr>
        <p:spPr>
          <a:xfrm>
            <a:off x="6756408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60055B-2708-8C1A-90F6-99104B636615}"/>
              </a:ext>
            </a:extLst>
          </p:cNvPr>
          <p:cNvSpPr txBox="1"/>
          <p:nvPr/>
        </p:nvSpPr>
        <p:spPr>
          <a:xfrm>
            <a:off x="7425125" y="201275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0.13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3674B8-834C-7A88-0C17-690BEBA1D994}"/>
              </a:ext>
            </a:extLst>
          </p:cNvPr>
          <p:cNvSpPr txBox="1"/>
          <p:nvPr/>
        </p:nvSpPr>
        <p:spPr>
          <a:xfrm>
            <a:off x="8815316" y="2012756"/>
            <a:ext cx="89639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=0.052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C8179-336C-7F54-6F1F-8925E8A1F033}"/>
              </a:ext>
            </a:extLst>
          </p:cNvPr>
          <p:cNvSpPr txBox="1"/>
          <p:nvPr/>
        </p:nvSpPr>
        <p:spPr>
          <a:xfrm>
            <a:off x="131166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67BB0-6057-D4A7-49DC-07AC3C0F6C51}"/>
              </a:ext>
            </a:extLst>
          </p:cNvPr>
          <p:cNvSpPr txBox="1"/>
          <p:nvPr/>
        </p:nvSpPr>
        <p:spPr>
          <a:xfrm>
            <a:off x="929326" y="268786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A87853-92F1-46FE-E55B-3B8DDBA3E4AB}"/>
              </a:ext>
            </a:extLst>
          </p:cNvPr>
          <p:cNvSpPr txBox="1"/>
          <p:nvPr/>
        </p:nvSpPr>
        <p:spPr>
          <a:xfrm>
            <a:off x="3447943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88DCD1-DDF9-3CDE-32D0-7B5F964B1EE9}"/>
              </a:ext>
            </a:extLst>
          </p:cNvPr>
          <p:cNvSpPr txBox="1"/>
          <p:nvPr/>
        </p:nvSpPr>
        <p:spPr>
          <a:xfrm>
            <a:off x="4156644" y="268786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1.4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B6915-4B38-F5C4-182C-579EE3D98DD2}"/>
              </a:ext>
            </a:extLst>
          </p:cNvPr>
          <p:cNvSpPr txBox="1"/>
          <p:nvPr/>
        </p:nvSpPr>
        <p:spPr>
          <a:xfrm>
            <a:off x="6756408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FC5E1-8674-DB11-BD41-F156C49F5568}"/>
              </a:ext>
            </a:extLst>
          </p:cNvPr>
          <p:cNvSpPr txBox="1"/>
          <p:nvPr/>
        </p:nvSpPr>
        <p:spPr>
          <a:xfrm>
            <a:off x="7425125" y="268786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4.2 × 0.15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A92113-744E-817A-E9CF-F348CE3AE02B}"/>
              </a:ext>
            </a:extLst>
          </p:cNvPr>
          <p:cNvSpPr txBox="1"/>
          <p:nvPr/>
        </p:nvSpPr>
        <p:spPr>
          <a:xfrm>
            <a:off x="8815316" y="2687868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=0.63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65835D-476E-8D61-4340-D50B90E0E5AD}"/>
              </a:ext>
            </a:extLst>
          </p:cNvPr>
          <p:cNvSpPr txBox="1"/>
          <p:nvPr/>
        </p:nvSpPr>
        <p:spPr>
          <a:xfrm>
            <a:off x="131166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53B57-1FFC-AB42-F1ED-F577C94538B0}"/>
              </a:ext>
            </a:extLst>
          </p:cNvPr>
          <p:cNvSpPr txBox="1"/>
          <p:nvPr/>
        </p:nvSpPr>
        <p:spPr>
          <a:xfrm>
            <a:off x="929326" y="336298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1.7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15C636-ACBF-BC94-2DB8-C27CAD35AB34}"/>
              </a:ext>
            </a:extLst>
          </p:cNvPr>
          <p:cNvSpPr txBox="1"/>
          <p:nvPr/>
        </p:nvSpPr>
        <p:spPr>
          <a:xfrm>
            <a:off x="3447943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0D64E7-F341-70B9-B692-4AA9D2F73108}"/>
              </a:ext>
            </a:extLst>
          </p:cNvPr>
          <p:cNvSpPr txBox="1"/>
          <p:nvPr/>
        </p:nvSpPr>
        <p:spPr>
          <a:xfrm>
            <a:off x="4156644" y="336298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2.3 × 1.1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03A92B-0970-50B0-9F37-783A9070108A}"/>
              </a:ext>
            </a:extLst>
          </p:cNvPr>
          <p:cNvSpPr txBox="1"/>
          <p:nvPr/>
        </p:nvSpPr>
        <p:spPr>
          <a:xfrm>
            <a:off x="6756408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89A1D-A61B-136D-BD3A-4C7EA9B668AA}"/>
              </a:ext>
            </a:extLst>
          </p:cNvPr>
          <p:cNvSpPr txBox="1"/>
          <p:nvPr/>
        </p:nvSpPr>
        <p:spPr>
          <a:xfrm>
            <a:off x="7425125" y="336298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1.42 × 2.5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AE1226-0789-AA88-FCBF-9BE739F6F521}"/>
              </a:ext>
            </a:extLst>
          </p:cNvPr>
          <p:cNvSpPr txBox="1"/>
          <p:nvPr/>
        </p:nvSpPr>
        <p:spPr>
          <a:xfrm>
            <a:off x="8815316" y="3362980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/>
              <a:t>=3.55</a:t>
            </a:r>
            <a:endParaRPr lang="en-GB" sz="2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F1B4FE-FA90-99B6-91C5-7BD13C0AAEDD}"/>
              </a:ext>
            </a:extLst>
          </p:cNvPr>
          <p:cNvSpPr txBox="1"/>
          <p:nvPr/>
        </p:nvSpPr>
        <p:spPr>
          <a:xfrm>
            <a:off x="131166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1FD80F-9A66-5615-0E54-85758934040F}"/>
              </a:ext>
            </a:extLst>
          </p:cNvPr>
          <p:cNvSpPr txBox="1"/>
          <p:nvPr/>
        </p:nvSpPr>
        <p:spPr>
          <a:xfrm>
            <a:off x="9293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E79EF6-5FAF-DC7F-11D2-D688CAFECC04}"/>
              </a:ext>
            </a:extLst>
          </p:cNvPr>
          <p:cNvSpPr txBox="1"/>
          <p:nvPr/>
        </p:nvSpPr>
        <p:spPr>
          <a:xfrm>
            <a:off x="3447945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3BF3A1-90BF-DC93-DAB0-5676BCAAC07C}"/>
              </a:ext>
            </a:extLst>
          </p:cNvPr>
          <p:cNvSpPr txBox="1"/>
          <p:nvPr/>
        </p:nvSpPr>
        <p:spPr>
          <a:xfrm>
            <a:off x="42536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1.5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7A5C7F-4999-7134-117C-E4E94955C28C}"/>
              </a:ext>
            </a:extLst>
          </p:cNvPr>
          <p:cNvSpPr txBox="1"/>
          <p:nvPr/>
        </p:nvSpPr>
        <p:spPr>
          <a:xfrm>
            <a:off x="6756410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A6657E9-5932-DDDE-2692-EEB056D535AC}"/>
              </a:ext>
            </a:extLst>
          </p:cNvPr>
          <p:cNvSpPr txBox="1"/>
          <p:nvPr/>
        </p:nvSpPr>
        <p:spPr>
          <a:xfrm>
            <a:off x="8815316" y="4038092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E5E476-C20E-4E5D-C354-5B9D027F0D41}"/>
              </a:ext>
            </a:extLst>
          </p:cNvPr>
          <p:cNvSpPr txBox="1"/>
          <p:nvPr/>
        </p:nvSpPr>
        <p:spPr>
          <a:xfrm>
            <a:off x="7522107" y="403809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÷ 0.04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FEE8BD-1105-7E20-5962-3176FA8341C5}"/>
              </a:ext>
            </a:extLst>
          </p:cNvPr>
          <p:cNvSpPr txBox="1"/>
          <p:nvPr/>
        </p:nvSpPr>
        <p:spPr>
          <a:xfrm>
            <a:off x="131166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332BB1-3259-8968-3F94-EA5508D7295A}"/>
              </a:ext>
            </a:extLst>
          </p:cNvPr>
          <p:cNvSpPr txBox="1"/>
          <p:nvPr/>
        </p:nvSpPr>
        <p:spPr>
          <a:xfrm>
            <a:off x="8644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C13CF68-A603-857A-B897-BF5D33B646C8}"/>
              </a:ext>
            </a:extLst>
          </p:cNvPr>
          <p:cNvSpPr txBox="1"/>
          <p:nvPr/>
        </p:nvSpPr>
        <p:spPr>
          <a:xfrm>
            <a:off x="3447945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F952A7-06CE-7246-ECA6-95C78C454B73}"/>
              </a:ext>
            </a:extLst>
          </p:cNvPr>
          <p:cNvSpPr txBox="1"/>
          <p:nvPr/>
        </p:nvSpPr>
        <p:spPr>
          <a:xfrm>
            <a:off x="41887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 ÷ 1.7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77B9949-A124-9841-D787-1ADC62342350}"/>
              </a:ext>
            </a:extLst>
          </p:cNvPr>
          <p:cNvSpPr txBox="1"/>
          <p:nvPr/>
        </p:nvSpPr>
        <p:spPr>
          <a:xfrm>
            <a:off x="6756410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2C38954-E8CA-3E32-68FD-12B189D9522A}"/>
              </a:ext>
            </a:extLst>
          </p:cNvPr>
          <p:cNvSpPr txBox="1"/>
          <p:nvPr/>
        </p:nvSpPr>
        <p:spPr>
          <a:xfrm>
            <a:off x="8815316" y="4713204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4679B5-ABA9-E7CF-ABCE-A6BD93F0D7E1}"/>
              </a:ext>
            </a:extLst>
          </p:cNvPr>
          <p:cNvSpPr txBox="1"/>
          <p:nvPr/>
        </p:nvSpPr>
        <p:spPr>
          <a:xfrm>
            <a:off x="7457185" y="471320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0.25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5A01CC9-CC53-7085-FACA-F0F97F0459CA}"/>
              </a:ext>
            </a:extLst>
          </p:cNvPr>
          <p:cNvSpPr txBox="1"/>
          <p:nvPr/>
        </p:nvSpPr>
        <p:spPr>
          <a:xfrm>
            <a:off x="131166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D9C586-937D-7F09-92F2-10FB8B3E3FE1}"/>
              </a:ext>
            </a:extLst>
          </p:cNvPr>
          <p:cNvSpPr txBox="1"/>
          <p:nvPr/>
        </p:nvSpPr>
        <p:spPr>
          <a:xfrm>
            <a:off x="832344" y="538831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8.4 ÷ 0.7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DA678C-3170-6E0A-023D-C3F52C39F36D}"/>
              </a:ext>
            </a:extLst>
          </p:cNvPr>
          <p:cNvSpPr txBox="1"/>
          <p:nvPr/>
        </p:nvSpPr>
        <p:spPr>
          <a:xfrm>
            <a:off x="3447945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B957DFA-08B9-C384-608B-784BC5E4B556}"/>
              </a:ext>
            </a:extLst>
          </p:cNvPr>
          <p:cNvSpPr txBox="1"/>
          <p:nvPr/>
        </p:nvSpPr>
        <p:spPr>
          <a:xfrm>
            <a:off x="4091723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12.4 ÷ 0.4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443444-B3DD-5AC0-92F3-8C806E0FB41D}"/>
              </a:ext>
            </a:extLst>
          </p:cNvPr>
          <p:cNvSpPr txBox="1"/>
          <p:nvPr/>
        </p:nvSpPr>
        <p:spPr>
          <a:xfrm>
            <a:off x="6756410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BF10516-BE20-730E-CE4F-C4E2AF9D940D}"/>
              </a:ext>
            </a:extLst>
          </p:cNvPr>
          <p:cNvSpPr txBox="1"/>
          <p:nvPr/>
        </p:nvSpPr>
        <p:spPr>
          <a:xfrm>
            <a:off x="8815316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9BFF9-53CB-2046-2CF3-23DD8298CEF3}"/>
              </a:ext>
            </a:extLst>
          </p:cNvPr>
          <p:cNvSpPr txBox="1"/>
          <p:nvPr/>
        </p:nvSpPr>
        <p:spPr>
          <a:xfrm>
            <a:off x="7425125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28.6 ÷ 1.3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006A210-0C8E-E8D9-5F74-9BB1FEB2E88B}"/>
              </a:ext>
            </a:extLst>
          </p:cNvPr>
          <p:cNvSpPr txBox="1"/>
          <p:nvPr/>
        </p:nvSpPr>
        <p:spPr>
          <a:xfrm>
            <a:off x="131166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B8E36-CC2D-224A-CED9-6F6391A0C245}"/>
              </a:ext>
            </a:extLst>
          </p:cNvPr>
          <p:cNvSpPr txBox="1"/>
          <p:nvPr/>
        </p:nvSpPr>
        <p:spPr>
          <a:xfrm>
            <a:off x="2185002" y="1337644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DAC66-85DC-2376-48E2-64B6706B2452}"/>
              </a:ext>
            </a:extLst>
          </p:cNvPr>
          <p:cNvSpPr txBox="1"/>
          <p:nvPr/>
        </p:nvSpPr>
        <p:spPr>
          <a:xfrm>
            <a:off x="2185002" y="2012756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=2.4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89A96-AD9A-04D7-7330-4461C198E6CD}"/>
              </a:ext>
            </a:extLst>
          </p:cNvPr>
          <p:cNvSpPr txBox="1"/>
          <p:nvPr/>
        </p:nvSpPr>
        <p:spPr>
          <a:xfrm>
            <a:off x="2185002" y="2687868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=7.7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E3A0EA-12F1-6602-8402-E501DA9A69FD}"/>
              </a:ext>
            </a:extLst>
          </p:cNvPr>
          <p:cNvSpPr txBox="1"/>
          <p:nvPr/>
        </p:nvSpPr>
        <p:spPr>
          <a:xfrm>
            <a:off x="2185002" y="3362980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=6.8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E0F000A-2EE9-5E00-C5E6-FE88260FC333}"/>
              </a:ext>
            </a:extLst>
          </p:cNvPr>
          <p:cNvSpPr txBox="1"/>
          <p:nvPr/>
        </p:nvSpPr>
        <p:spPr>
          <a:xfrm>
            <a:off x="2185002" y="4038092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101049-8DE3-6302-B635-24A0C9D4A54E}"/>
              </a:ext>
            </a:extLst>
          </p:cNvPr>
          <p:cNvSpPr txBox="1"/>
          <p:nvPr/>
        </p:nvSpPr>
        <p:spPr>
          <a:xfrm>
            <a:off x="2185002" y="4713204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29A36EA-8B4B-41DC-318D-7EB94B8E8E16}"/>
              </a:ext>
            </a:extLst>
          </p:cNvPr>
          <p:cNvSpPr txBox="1"/>
          <p:nvPr/>
        </p:nvSpPr>
        <p:spPr>
          <a:xfrm>
            <a:off x="2185002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B9F713C-F70E-65E3-9D6A-6EF806B5F38A}"/>
              </a:ext>
            </a:extLst>
          </p:cNvPr>
          <p:cNvSpPr txBox="1"/>
          <p:nvPr/>
        </p:nvSpPr>
        <p:spPr>
          <a:xfrm>
            <a:off x="2185002" y="6063428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0.28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73EB6AD-BDF4-B32F-0683-39C25A19039B}"/>
              </a:ext>
            </a:extLst>
          </p:cNvPr>
          <p:cNvSpPr txBox="1"/>
          <p:nvPr/>
        </p:nvSpPr>
        <p:spPr>
          <a:xfrm>
            <a:off x="864405" y="6063428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0.56 ÷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BA2E32-FC48-58ED-9F63-C847D14E9FB6}"/>
              </a:ext>
            </a:extLst>
          </p:cNvPr>
          <p:cNvSpPr txBox="1"/>
          <p:nvPr/>
        </p:nvSpPr>
        <p:spPr>
          <a:xfrm>
            <a:off x="3447945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C0DFC9-4AAB-3C69-D08E-EA666A01FFAA}"/>
              </a:ext>
            </a:extLst>
          </p:cNvPr>
          <p:cNvSpPr txBox="1"/>
          <p:nvPr/>
        </p:nvSpPr>
        <p:spPr>
          <a:xfrm>
            <a:off x="5503533" y="13376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03D7D5-D075-3D55-5FED-D8EFD994FA4F}"/>
              </a:ext>
            </a:extLst>
          </p:cNvPr>
          <p:cNvSpPr txBox="1"/>
          <p:nvPr/>
        </p:nvSpPr>
        <p:spPr>
          <a:xfrm>
            <a:off x="5503533" y="2012756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06EBC0-217F-284E-C897-37FEC01D291F}"/>
              </a:ext>
            </a:extLst>
          </p:cNvPr>
          <p:cNvSpPr txBox="1"/>
          <p:nvPr/>
        </p:nvSpPr>
        <p:spPr>
          <a:xfrm>
            <a:off x="5503533" y="2687868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=0.84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D0D3F4-EC10-5585-378F-D94F76C43A67}"/>
              </a:ext>
            </a:extLst>
          </p:cNvPr>
          <p:cNvSpPr txBox="1"/>
          <p:nvPr/>
        </p:nvSpPr>
        <p:spPr>
          <a:xfrm>
            <a:off x="5503533" y="3362980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=2.53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A3E418-4F9D-E824-7E0F-73E908F504A0}"/>
              </a:ext>
            </a:extLst>
          </p:cNvPr>
          <p:cNvSpPr txBox="1"/>
          <p:nvPr/>
        </p:nvSpPr>
        <p:spPr>
          <a:xfrm>
            <a:off x="5503533" y="4038092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C6CF09F-FFA1-2882-A22D-CAA3EA4EB4EB}"/>
              </a:ext>
            </a:extLst>
          </p:cNvPr>
          <p:cNvSpPr txBox="1"/>
          <p:nvPr/>
        </p:nvSpPr>
        <p:spPr>
          <a:xfrm>
            <a:off x="5503533" y="4713204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E12C89-CFEF-D07F-1A4D-1E7A212863F4}"/>
              </a:ext>
            </a:extLst>
          </p:cNvPr>
          <p:cNvSpPr txBox="1"/>
          <p:nvPr/>
        </p:nvSpPr>
        <p:spPr>
          <a:xfrm>
            <a:off x="5503533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350FC05-6632-E313-5ED8-8C95D757988F}"/>
              </a:ext>
            </a:extLst>
          </p:cNvPr>
          <p:cNvSpPr txBox="1"/>
          <p:nvPr/>
        </p:nvSpPr>
        <p:spPr>
          <a:xfrm>
            <a:off x="5503533" y="6063428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882CB2-59C4-6FE2-835A-35C84C60DC0C}"/>
              </a:ext>
            </a:extLst>
          </p:cNvPr>
          <p:cNvSpPr txBox="1"/>
          <p:nvPr/>
        </p:nvSpPr>
        <p:spPr>
          <a:xfrm>
            <a:off x="4091723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50.4 ÷ 0.8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A42552-1435-C4BA-2958-084B0D1AB833}"/>
              </a:ext>
            </a:extLst>
          </p:cNvPr>
          <p:cNvSpPr txBox="1"/>
          <p:nvPr/>
        </p:nvSpPr>
        <p:spPr>
          <a:xfrm>
            <a:off x="6756410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52BD7F9-6BCC-D508-2DAF-62BBD5463A80}"/>
              </a:ext>
            </a:extLst>
          </p:cNvPr>
          <p:cNvSpPr txBox="1"/>
          <p:nvPr/>
        </p:nvSpPr>
        <p:spPr>
          <a:xfrm>
            <a:off x="8815316" y="6063428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14.5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C03E65A-C2E6-2BC1-B585-D1953B1084AE}"/>
              </a:ext>
            </a:extLst>
          </p:cNvPr>
          <p:cNvSpPr txBox="1"/>
          <p:nvPr/>
        </p:nvSpPr>
        <p:spPr>
          <a:xfrm>
            <a:off x="7425125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17.4 ÷ 1.2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15148-2536-9C90-C38C-E0EBBA740D69}"/>
              </a:ext>
            </a:extLst>
          </p:cNvPr>
          <p:cNvSpPr txBox="1"/>
          <p:nvPr/>
        </p:nvSpPr>
        <p:spPr>
          <a:xfrm>
            <a:off x="2630966" y="169568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EFBD1-9D63-03F4-ED95-55BB1290B105}"/>
              </a:ext>
            </a:extLst>
          </p:cNvPr>
          <p:cNvSpPr txBox="1"/>
          <p:nvPr/>
        </p:nvSpPr>
        <p:spPr>
          <a:xfrm>
            <a:off x="7823443" y="13878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5" grpId="0" animBg="1"/>
      <p:bldP spid="51" grpId="0" animBg="1"/>
      <p:bldP spid="54" grpId="0" animBg="1"/>
      <p:bldP spid="102" grpId="0" animBg="1"/>
      <p:bldP spid="112" grpId="0" animBg="1"/>
      <p:bldP spid="122" grpId="0" animBg="1"/>
      <p:bldP spid="12" grpId="0" animBg="1"/>
      <p:bldP spid="15" grpId="0" animBg="1"/>
      <p:bldP spid="18" grpId="0" animBg="1"/>
      <p:bldP spid="22" grpId="0" animBg="1"/>
      <p:bldP spid="96" grpId="0" animBg="1"/>
      <p:bldP spid="106" grpId="0" animBg="1"/>
      <p:bldP spid="116" grpId="0" animBg="1"/>
      <p:bldP spid="126" grpId="0" animBg="1"/>
      <p:bldP spid="25" grpId="0" animBg="1"/>
      <p:bldP spid="28" grpId="0" animBg="1"/>
      <p:bldP spid="31" grpId="0" animBg="1"/>
      <p:bldP spid="39" grpId="0" animBg="1"/>
      <p:bldP spid="99" grpId="0" animBg="1"/>
      <p:bldP spid="109" grpId="0" animBg="1"/>
      <p:bldP spid="119" grpId="0" animBg="1"/>
      <p:bldP spid="129" grpId="0" animBg="1"/>
      <p:bldP spid="1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4CA70-7D08-C6EF-D42B-1A7A76033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4" y="135337"/>
            <a:ext cx="4694416" cy="32025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148DB3-7489-CACE-C6EB-D09DD7E47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135336"/>
            <a:ext cx="4694416" cy="32025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DF1DB5-C9E4-632D-39A7-A41ACE1D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4" y="3520118"/>
            <a:ext cx="4694416" cy="3202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523CD-6EA8-E001-6932-0035099B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3520117"/>
            <a:ext cx="4694416" cy="320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10757</TotalTime>
  <Words>361</Words>
  <Application>Microsoft Office PowerPoint</Application>
  <PresentationFormat>A4 Paper (210x297 mm)</PresentationFormat>
  <Paragraphs>150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548</cp:revision>
  <cp:lastPrinted>2017-12-31T22:38:51Z</cp:lastPrinted>
  <dcterms:created xsi:type="dcterms:W3CDTF">2017-01-17T16:57:04Z</dcterms:created>
  <dcterms:modified xsi:type="dcterms:W3CDTF">2024-05-11T07:42:49Z</dcterms:modified>
</cp:coreProperties>
</file>