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3" r:id="rId4"/>
    <p:sldId id="974" r:id="rId5"/>
    <p:sldId id="851" r:id="rId6"/>
    <p:sldId id="950" r:id="rId7"/>
    <p:sldId id="964" r:id="rId8"/>
    <p:sldId id="965" r:id="rId9"/>
    <p:sldId id="967" r:id="rId10"/>
    <p:sldId id="958" r:id="rId11"/>
    <p:sldId id="968" r:id="rId12"/>
    <p:sldId id="962" r:id="rId13"/>
    <p:sldId id="970" r:id="rId14"/>
    <p:sldId id="963" r:id="rId15"/>
    <p:sldId id="959" r:id="rId16"/>
    <p:sldId id="966" r:id="rId17"/>
    <p:sldId id="969" r:id="rId18"/>
    <p:sldId id="960" r:id="rId19"/>
    <p:sldId id="971" r:id="rId20"/>
    <p:sldId id="961" r:id="rId21"/>
    <p:sldId id="972" r:id="rId22"/>
    <p:sldId id="940" r:id="rId23"/>
    <p:sldId id="274" r:id="rId24"/>
  </p:sldIdLst>
  <p:sldSz cx="9906000" cy="6858000" type="A4"/>
  <p:notesSz cx="6669088" cy="9926638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28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0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0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863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436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45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85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84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24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08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60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242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6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4368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8778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98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36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11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2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635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916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88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449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596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38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998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0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826A-866F-7DA4-2810-2A24E5293489}"/>
              </a:ext>
            </a:extLst>
          </p:cNvPr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FB4F3-8C4A-AFA5-C7A5-B1165983F80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5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BE96D-BFB3-77CC-8C7D-9DA3FA2A2CC6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5C399-F465-5C34-EBD0-0BAD4090197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56B90-2EA6-360F-5490-1695ADA8F14A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490CE-C109-A157-5ABB-5E436CC38BF1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D5453-3763-344E-DDEE-88935B5E9D5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6CCB7F-957E-8E84-1560-84E5FECCB7DE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470FA8-132E-686C-E04D-97D67EF801F3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92130-13E8-6CC4-F524-E4A0A0BA056C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C61E08-173A-C149-D50C-77FA86748226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C4DB67-93E8-3856-9643-01FB7B90A93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63B40C-27E2-EC39-78DF-D5B27EA8B026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0DAD1-7A81-FE27-AF6B-6AC21C6EA992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13.31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9CEB0-D707-F3B9-BF84-EE714769959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18.14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20E7F-30FE-7CE2-516C-4B1D96D4E6E9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8C937-6EC8-0884-8FC5-E7A7123010B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4.08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140F67-3B0F-7881-003B-BBFC291DF70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C3B9C5-8D08-BC73-ED4C-925C93CF329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6534CC-948F-7DA1-D2D6-5165018EEB4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214C9A-1F6B-BB35-9301-D340C62FC21E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695BA6-FC0D-A78B-04D2-3A9802CAFE26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5B57B-A867-6807-F71D-8AC7CBD7E590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14.03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CB16A-EF43-23B2-3F56-F3FBA26793D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CA8B0E-2A82-F6E1-98E9-EBED6EDFA7C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9B037-E4B6-8AC6-824F-B57672D05A3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1B429-C7DE-D319-CCEC-321FFA07A83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EB7563-37B8-3A51-6450-E9F3F73991B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E7F074-D9D2-898A-0530-737AFE35A5E9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159944-CBB2-B219-9319-AD79D692E13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4E575-6B21-495F-F42B-E1AF2A3D260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16.22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C7977-5B8F-D626-9C93-753F1289AEE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6B57BB-DEE6-CCBF-3E4D-8C872A098763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5F0F8A-EBF9-582E-E326-479D07B9ECB8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8F011D-4A69-C243-4B37-B56895E99D09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C55775-23DD-AEC2-87FE-A7E6BF865C59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050A44-6705-EA80-ED12-B5A3E05FED1C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859061-1E47-DFCE-3BB3-81D3B9741323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E4C15-361D-C11A-E16C-FC13CD989FC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8855</TotalTime>
  <Words>576</Words>
  <Application>Microsoft Office PowerPoint</Application>
  <PresentationFormat>A4 Paper (210x297 mm)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2017-12-31T22:38:51Z</cp:lastPrinted>
  <dcterms:created xsi:type="dcterms:W3CDTF">2017-01-17T16:57:04Z</dcterms:created>
  <dcterms:modified xsi:type="dcterms:W3CDTF">2023-10-17T16:31:45Z</dcterms:modified>
</cp:coreProperties>
</file>