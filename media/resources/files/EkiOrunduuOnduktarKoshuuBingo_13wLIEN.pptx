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  <p:sldMasterId id="2147483730" r:id="rId3"/>
  </p:sldMasterIdLst>
  <p:notesMasterIdLst>
    <p:notesMasterId r:id="rId25"/>
  </p:notesMasterIdLst>
  <p:sldIdLst>
    <p:sldId id="973" r:id="rId4"/>
    <p:sldId id="974" r:id="rId5"/>
    <p:sldId id="851" r:id="rId6"/>
    <p:sldId id="950" r:id="rId7"/>
    <p:sldId id="964" r:id="rId8"/>
    <p:sldId id="965" r:id="rId9"/>
    <p:sldId id="967" r:id="rId10"/>
    <p:sldId id="958" r:id="rId11"/>
    <p:sldId id="968" r:id="rId12"/>
    <p:sldId id="962" r:id="rId13"/>
    <p:sldId id="970" r:id="rId14"/>
    <p:sldId id="963" r:id="rId15"/>
    <p:sldId id="959" r:id="rId16"/>
    <p:sldId id="966" r:id="rId17"/>
    <p:sldId id="969" r:id="rId18"/>
    <p:sldId id="960" r:id="rId19"/>
    <p:sldId id="971" r:id="rId20"/>
    <p:sldId id="961" r:id="rId21"/>
    <p:sldId id="972" r:id="rId22"/>
    <p:sldId id="940" r:id="rId23"/>
    <p:sldId id="274" r:id="rId24"/>
  </p:sldIdLst>
  <p:sldSz cx="9906000" cy="6858000" type="A4"/>
  <p:notesSz cx="6669088" cy="9926638"/>
  <p:embeddedFontLst>
    <p:embeddedFont>
      <p:font typeface="Calibri" panose="020F0502020204030204" pitchFamily="34" charset="0"/>
      <p:regular r:id="rId26"/>
      <p:bold r:id="rId27"/>
      <p:italic r:id="rId28"/>
      <p:boldItalic r:id="rId29"/>
    </p:embeddedFont>
    <p:embeddedFont>
      <p:font typeface="Calibri Light" panose="020F0302020204030204" pitchFamily="34" charset="0"/>
      <p:regular r:id="rId30"/>
      <p:italic r:id="rId3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225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font" Target="fonts/font1.fntdata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theme" Target="theme/theme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notesMaster" Target="notesMasters/notesMaster1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font" Target="fonts/font3.fntdata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font" Target="fonts/font6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17/10/2023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92286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9061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0702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8637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34364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52450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31856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888457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3248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540812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26000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72420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10/17/2023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98680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10/17/2023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943689"/>
      </p:ext>
    </p:extLst>
  </p:cSld>
  <p:clrMapOvr>
    <a:masterClrMapping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10/17/2023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6787786"/>
      </p:ext>
    </p:extLst>
  </p:cSld>
  <p:clrMapOvr>
    <a:masterClrMapping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10/17/2023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59894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10/17/2023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85365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10/17/2023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58118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10/17/2023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8320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10/17/2023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86351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10/17/2023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7916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10/17/2023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38800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10/17/2023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5449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5965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2038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79987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5" Type="http://schemas.openxmlformats.org/officeDocument/2006/relationships/theme" Target="../theme/theme3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00111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10/17/2023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303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1" r:id="rId1"/>
    <p:sldLayoutId id="2147483732" r:id="rId2"/>
    <p:sldLayoutId id="2147483733" r:id="rId3"/>
    <p:sldLayoutId id="2147483734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740" r:id="rId10"/>
    <p:sldLayoutId id="2147483741" r:id="rId11"/>
    <p:sldLayoutId id="2147483742" r:id="rId12"/>
    <p:sldLayoutId id="2147483743" r:id="rId13"/>
    <p:sldLayoutId id="2147483744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538480" y="1361441"/>
            <a:ext cx="8605520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Сандуу Ондуктар – Кошуу – Бинго.жооптору менен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тордон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тогуз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тандап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аларды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дептериндеги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3х3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квадратка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туш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келди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жайгаштырышы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учурундагы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кыйынчылыкка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суроолорду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тандаса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болот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Убакыттын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өтүшүнө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сызык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X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бардыгы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алышат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85629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/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-749233" y="3759183"/>
            <a:ext cx="9811954" cy="304698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96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Ондуктарды кошуу</a:t>
            </a:r>
          </a:p>
        </p:txBody>
      </p:sp>
    </p:spTree>
    <p:extLst>
      <p:ext uri="{BB962C8B-B14F-4D97-AF65-F5344CB8AC3E}">
        <p14:creationId xmlns:p14="http://schemas.microsoft.com/office/powerpoint/2010/main" val="1810214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92100" y="1197032"/>
          <a:ext cx="9321800" cy="4430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0450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772295460"/>
                    </a:ext>
                  </a:extLst>
                </a:gridCol>
              </a:tblGrid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12.72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4.88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13.31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3.82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3.83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14.03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3.19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16.22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2.08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12.62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8.38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13.95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18.14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3.07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13.72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4.08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8986472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/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525719" y="6041522"/>
            <a:ext cx="4005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Китепке/дептерге 3х3 торчо тартыңыз.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AD826A-866F-7DA4-2810-2A24E5293489}"/>
              </a:ext>
            </a:extLst>
          </p:cNvPr>
          <p:cNvSpPr/>
          <p:nvPr/>
        </p:nvSpPr>
        <p:spPr>
          <a:xfrm>
            <a:off x="726618" y="19616"/>
            <a:ext cx="8452763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Сандарды тандаңыз…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368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069760" y="1556204"/>
            <a:ext cx="7783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Кошуу</a:t>
            </a:r>
            <a:r>
              <a:rPr lang="en-US" sz="2400" dirty="0"/>
              <a:t> </a:t>
            </a:r>
            <a:r>
              <a:rPr lang="ru-RU" sz="2400" dirty="0"/>
              <a:t>амалдарын аткаруу үчүн бул сандарды колдонуңуз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198217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198217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153296" y="5602778"/>
            <a:ext cx="3378447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1988771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153297" y="5602778"/>
            <a:ext cx="3378446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13.95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459E901-532C-2185-2C8B-3E34D9CDF5AD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77BF46C9-CECA-C7F2-8475-C43661BBCB74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832F1B9D-B992-FF82-DBB2-CD10A3F58019}"/>
              </a:ext>
            </a:extLst>
          </p:cNvPr>
          <p:cNvGrpSpPr/>
          <p:nvPr/>
        </p:nvGrpSpPr>
        <p:grpSpPr>
          <a:xfrm>
            <a:off x="1330038" y="282632"/>
            <a:ext cx="7262552" cy="1039091"/>
            <a:chOff x="1122220" y="282632"/>
            <a:chExt cx="7262552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122220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2396838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3671456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B57A6F64-1EEA-EFDE-0AD1-745E8AADB572}"/>
                </a:ext>
              </a:extLst>
            </p:cNvPr>
            <p:cNvSpPr/>
            <p:nvPr/>
          </p:nvSpPr>
          <p:spPr>
            <a:xfrm>
              <a:off x="4946074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62" name="Rectangle: Rounded Corners 61">
              <a:extLst>
                <a:ext uri="{FF2B5EF4-FFF2-40B4-BE49-F238E27FC236}">
                  <a16:creationId xmlns:a16="http://schemas.microsoft.com/office/drawing/2014/main" id="{E76029B0-33A2-914A-B677-D19EE6C1BE5D}"/>
                </a:ext>
              </a:extLst>
            </p:cNvPr>
            <p:cNvSpPr/>
            <p:nvPr/>
          </p:nvSpPr>
          <p:spPr>
            <a:xfrm>
              <a:off x="6220692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5C098C72-96CB-9CAD-BAA7-E6BB21E9BAEB}"/>
                </a:ext>
              </a:extLst>
            </p:cNvPr>
            <p:cNvSpPr/>
            <p:nvPr/>
          </p:nvSpPr>
          <p:spPr>
            <a:xfrm>
              <a:off x="7495311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7</a:t>
              </a:r>
            </a:p>
          </p:txBody>
        </p:sp>
      </p:grp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2B52A26-AEE0-3D54-4BC6-1BC0C07464D2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F8D38F92-1549-BAEB-81D0-DD5CB3A041AD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1" name="Plus Sign 10">
            <a:extLst>
              <a:ext uri="{FF2B5EF4-FFF2-40B4-BE49-F238E27FC236}">
                <a16:creationId xmlns:a16="http://schemas.microsoft.com/office/drawing/2014/main" id="{85D896BC-2846-1BFB-EB77-7967077FA034}"/>
              </a:ext>
            </a:extLst>
          </p:cNvPr>
          <p:cNvSpPr/>
          <p:nvPr/>
        </p:nvSpPr>
        <p:spPr>
          <a:xfrm>
            <a:off x="1990289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312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56" grpId="0"/>
      <p:bldP spid="49" grpId="0"/>
      <p:bldP spid="50" grpId="0"/>
      <p:bldP spid="51" grpId="0"/>
      <p:bldP spid="52" grpId="0"/>
      <p:bldP spid="65" grpId="0"/>
      <p:bldP spid="6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198217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198217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153296" y="5602778"/>
            <a:ext cx="3378447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1988771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153297" y="5602778"/>
            <a:ext cx="3378446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12.62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459E901-532C-2185-2C8B-3E34D9CDF5AD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77BF46C9-CECA-C7F2-8475-C43661BBCB74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832F1B9D-B992-FF82-DBB2-CD10A3F58019}"/>
              </a:ext>
            </a:extLst>
          </p:cNvPr>
          <p:cNvGrpSpPr/>
          <p:nvPr/>
        </p:nvGrpSpPr>
        <p:grpSpPr>
          <a:xfrm>
            <a:off x="1330038" y="282632"/>
            <a:ext cx="7262552" cy="1039091"/>
            <a:chOff x="1122220" y="282632"/>
            <a:chExt cx="7262552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122220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2396838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3671456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B57A6F64-1EEA-EFDE-0AD1-745E8AADB572}"/>
                </a:ext>
              </a:extLst>
            </p:cNvPr>
            <p:cNvSpPr/>
            <p:nvPr/>
          </p:nvSpPr>
          <p:spPr>
            <a:xfrm>
              <a:off x="4946074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62" name="Rectangle: Rounded Corners 61">
              <a:extLst>
                <a:ext uri="{FF2B5EF4-FFF2-40B4-BE49-F238E27FC236}">
                  <a16:creationId xmlns:a16="http://schemas.microsoft.com/office/drawing/2014/main" id="{E76029B0-33A2-914A-B677-D19EE6C1BE5D}"/>
                </a:ext>
              </a:extLst>
            </p:cNvPr>
            <p:cNvSpPr/>
            <p:nvPr/>
          </p:nvSpPr>
          <p:spPr>
            <a:xfrm>
              <a:off x="6220692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5C098C72-96CB-9CAD-BAA7-E6BB21E9BAEB}"/>
                </a:ext>
              </a:extLst>
            </p:cNvPr>
            <p:cNvSpPr/>
            <p:nvPr/>
          </p:nvSpPr>
          <p:spPr>
            <a:xfrm>
              <a:off x="7495311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2B52A26-AEE0-3D54-4BC6-1BC0C07464D2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F8D38F92-1549-BAEB-81D0-DD5CB3A041AD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1" name="Plus Sign 10">
            <a:extLst>
              <a:ext uri="{FF2B5EF4-FFF2-40B4-BE49-F238E27FC236}">
                <a16:creationId xmlns:a16="http://schemas.microsoft.com/office/drawing/2014/main" id="{85D896BC-2846-1BFB-EB77-7967077FA034}"/>
              </a:ext>
            </a:extLst>
          </p:cNvPr>
          <p:cNvSpPr/>
          <p:nvPr/>
        </p:nvSpPr>
        <p:spPr>
          <a:xfrm>
            <a:off x="1990289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0FB4F3-8C4A-AFA5-C7A5-B1165983F803}"/>
              </a:ext>
            </a:extLst>
          </p:cNvPr>
          <p:cNvSpPr txBox="1"/>
          <p:nvPr/>
        </p:nvSpPr>
        <p:spPr>
          <a:xfrm>
            <a:off x="1069760" y="1556204"/>
            <a:ext cx="7783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Кошуу</a:t>
            </a:r>
            <a:r>
              <a:rPr lang="en-US" sz="2400" dirty="0"/>
              <a:t> </a:t>
            </a:r>
            <a:r>
              <a:rPr lang="ru-RU" sz="2400" dirty="0"/>
              <a:t>амалдарын аткаруу үчүн бул сандарды колдонуңуз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86280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56" grpId="0"/>
      <p:bldP spid="49" grpId="0"/>
      <p:bldP spid="50" grpId="0"/>
      <p:bldP spid="51" grpId="0"/>
      <p:bldP spid="52" grpId="0"/>
      <p:bldP spid="65" grpId="0"/>
      <p:bldP spid="6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5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198217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198217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153296" y="5602778"/>
            <a:ext cx="3378447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1988771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153297" y="5602778"/>
            <a:ext cx="3378446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3.82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459E901-532C-2185-2C8B-3E34D9CDF5AD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77BF46C9-CECA-C7F2-8475-C43661BBCB74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832F1B9D-B992-FF82-DBB2-CD10A3F58019}"/>
              </a:ext>
            </a:extLst>
          </p:cNvPr>
          <p:cNvGrpSpPr/>
          <p:nvPr/>
        </p:nvGrpSpPr>
        <p:grpSpPr>
          <a:xfrm>
            <a:off x="1330038" y="282632"/>
            <a:ext cx="7262552" cy="1039091"/>
            <a:chOff x="1122220" y="282632"/>
            <a:chExt cx="7262552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122220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2396838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3671456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B57A6F64-1EEA-EFDE-0AD1-745E8AADB572}"/>
                </a:ext>
              </a:extLst>
            </p:cNvPr>
            <p:cNvSpPr/>
            <p:nvPr/>
          </p:nvSpPr>
          <p:spPr>
            <a:xfrm>
              <a:off x="4946074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62" name="Rectangle: Rounded Corners 61">
              <a:extLst>
                <a:ext uri="{FF2B5EF4-FFF2-40B4-BE49-F238E27FC236}">
                  <a16:creationId xmlns:a16="http://schemas.microsoft.com/office/drawing/2014/main" id="{E76029B0-33A2-914A-B677-D19EE6C1BE5D}"/>
                </a:ext>
              </a:extLst>
            </p:cNvPr>
            <p:cNvSpPr/>
            <p:nvPr/>
          </p:nvSpPr>
          <p:spPr>
            <a:xfrm>
              <a:off x="6220692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5C098C72-96CB-9CAD-BAA7-E6BB21E9BAEB}"/>
                </a:ext>
              </a:extLst>
            </p:cNvPr>
            <p:cNvSpPr/>
            <p:nvPr/>
          </p:nvSpPr>
          <p:spPr>
            <a:xfrm>
              <a:off x="7495311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2B52A26-AEE0-3D54-4BC6-1BC0C07464D2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F8D38F92-1549-BAEB-81D0-DD5CB3A041AD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1" name="Plus Sign 10">
            <a:extLst>
              <a:ext uri="{FF2B5EF4-FFF2-40B4-BE49-F238E27FC236}">
                <a16:creationId xmlns:a16="http://schemas.microsoft.com/office/drawing/2014/main" id="{85D896BC-2846-1BFB-EB77-7967077FA034}"/>
              </a:ext>
            </a:extLst>
          </p:cNvPr>
          <p:cNvSpPr/>
          <p:nvPr/>
        </p:nvSpPr>
        <p:spPr>
          <a:xfrm>
            <a:off x="1990289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7BE96D-BFB3-77CC-8C7D-9DA3FA2A2CC6}"/>
              </a:ext>
            </a:extLst>
          </p:cNvPr>
          <p:cNvSpPr txBox="1"/>
          <p:nvPr/>
        </p:nvSpPr>
        <p:spPr>
          <a:xfrm>
            <a:off x="1069760" y="1556204"/>
            <a:ext cx="7783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Кошуу</a:t>
            </a:r>
            <a:r>
              <a:rPr lang="en-US" sz="2400" dirty="0"/>
              <a:t> </a:t>
            </a:r>
            <a:r>
              <a:rPr lang="ru-RU" sz="2400" dirty="0"/>
              <a:t>амалдарын аткаруу үчүн бул сандарды колдонуңуз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192506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56" grpId="0"/>
      <p:bldP spid="49" grpId="0"/>
      <p:bldP spid="50" grpId="0"/>
      <p:bldP spid="51" grpId="0"/>
      <p:bldP spid="52" grpId="0"/>
      <p:bldP spid="65" grpId="0"/>
      <p:bldP spid="6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198217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198217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153296" y="5602778"/>
            <a:ext cx="3378447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1988771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153297" y="5602778"/>
            <a:ext cx="3378446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4.88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77BF46C9-CECA-C7F2-8475-C43661BBCB74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F8D38F92-1549-BAEB-81D0-DD5CB3A041AD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1" name="Plus Sign 10">
            <a:extLst>
              <a:ext uri="{FF2B5EF4-FFF2-40B4-BE49-F238E27FC236}">
                <a16:creationId xmlns:a16="http://schemas.microsoft.com/office/drawing/2014/main" id="{85D896BC-2846-1BFB-EB77-7967077FA034}"/>
              </a:ext>
            </a:extLst>
          </p:cNvPr>
          <p:cNvSpPr/>
          <p:nvPr/>
        </p:nvSpPr>
        <p:spPr>
          <a:xfrm>
            <a:off x="1990289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F200F7B-512F-BCAA-7CE6-B0415AB2F540}"/>
              </a:ext>
            </a:extLst>
          </p:cNvPr>
          <p:cNvSpPr/>
          <p:nvPr/>
        </p:nvSpPr>
        <p:spPr>
          <a:xfrm>
            <a:off x="1963832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3E612C7-69E9-E5BD-7E75-F7FD0B1A67DB}"/>
              </a:ext>
            </a:extLst>
          </p:cNvPr>
          <p:cNvSpPr/>
          <p:nvPr/>
        </p:nvSpPr>
        <p:spPr>
          <a:xfrm>
            <a:off x="3238450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164ACC3-B3F9-7E80-4FB3-6377C3586A45}"/>
              </a:ext>
            </a:extLst>
          </p:cNvPr>
          <p:cNvSpPr/>
          <p:nvPr/>
        </p:nvSpPr>
        <p:spPr>
          <a:xfrm>
            <a:off x="4513068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A973B93-5DE3-819A-7640-357D3B8D2D68}"/>
              </a:ext>
            </a:extLst>
          </p:cNvPr>
          <p:cNvSpPr/>
          <p:nvPr/>
        </p:nvSpPr>
        <p:spPr>
          <a:xfrm>
            <a:off x="5787686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0E5FEF6-3A6E-4874-4794-3DA49BBB033A}"/>
              </a:ext>
            </a:extLst>
          </p:cNvPr>
          <p:cNvSpPr/>
          <p:nvPr/>
        </p:nvSpPr>
        <p:spPr>
          <a:xfrm>
            <a:off x="7062304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75C399-F465-5C34-EBD0-0BAD40901973}"/>
              </a:ext>
            </a:extLst>
          </p:cNvPr>
          <p:cNvSpPr txBox="1"/>
          <p:nvPr/>
        </p:nvSpPr>
        <p:spPr>
          <a:xfrm>
            <a:off x="1069760" y="1556204"/>
            <a:ext cx="7783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Кошуу</a:t>
            </a:r>
            <a:r>
              <a:rPr lang="en-US" sz="2400" dirty="0"/>
              <a:t> </a:t>
            </a:r>
            <a:r>
              <a:rPr lang="ru-RU" sz="2400" dirty="0"/>
              <a:t>амалдарын аткаруу үчүн бул сандарды колдонуңуз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4038402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56" grpId="0"/>
      <p:bldP spid="49" grpId="0"/>
      <p:bldP spid="50" grpId="0"/>
      <p:bldP spid="51" grpId="0"/>
      <p:bldP spid="52" grpId="0"/>
      <p:bldP spid="6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198217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198217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153296" y="5602778"/>
            <a:ext cx="3378447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1988771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153297" y="5602778"/>
            <a:ext cx="3378446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12.72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77BF46C9-CECA-C7F2-8475-C43661BBCB74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1963832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23168F8-C3AD-2040-34D1-5FB9EC58A192}"/>
              </a:ext>
            </a:extLst>
          </p:cNvPr>
          <p:cNvSpPr/>
          <p:nvPr/>
        </p:nvSpPr>
        <p:spPr>
          <a:xfrm>
            <a:off x="3238450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27E12A-F2C0-42F3-11C8-E3F001B98710}"/>
              </a:ext>
            </a:extLst>
          </p:cNvPr>
          <p:cNvSpPr/>
          <p:nvPr/>
        </p:nvSpPr>
        <p:spPr>
          <a:xfrm>
            <a:off x="4513068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B57A6F64-1EEA-EFDE-0AD1-745E8AADB572}"/>
              </a:ext>
            </a:extLst>
          </p:cNvPr>
          <p:cNvSpPr/>
          <p:nvPr/>
        </p:nvSpPr>
        <p:spPr>
          <a:xfrm>
            <a:off x="5787686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76029B0-33A2-914A-B677-D19EE6C1BE5D}"/>
              </a:ext>
            </a:extLst>
          </p:cNvPr>
          <p:cNvSpPr/>
          <p:nvPr/>
        </p:nvSpPr>
        <p:spPr>
          <a:xfrm>
            <a:off x="7062304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F8D38F92-1549-BAEB-81D0-DD5CB3A041AD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1" name="Plus Sign 10">
            <a:extLst>
              <a:ext uri="{FF2B5EF4-FFF2-40B4-BE49-F238E27FC236}">
                <a16:creationId xmlns:a16="http://schemas.microsoft.com/office/drawing/2014/main" id="{85D896BC-2846-1BFB-EB77-7967077FA034}"/>
              </a:ext>
            </a:extLst>
          </p:cNvPr>
          <p:cNvSpPr/>
          <p:nvPr/>
        </p:nvSpPr>
        <p:spPr>
          <a:xfrm>
            <a:off x="1990289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256B90-2EA6-360F-5490-1695ADA8F14A}"/>
              </a:ext>
            </a:extLst>
          </p:cNvPr>
          <p:cNvSpPr txBox="1"/>
          <p:nvPr/>
        </p:nvSpPr>
        <p:spPr>
          <a:xfrm>
            <a:off x="1069760" y="1556204"/>
            <a:ext cx="7783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Кошуу</a:t>
            </a:r>
            <a:r>
              <a:rPr lang="en-US" sz="2400" dirty="0"/>
              <a:t> </a:t>
            </a:r>
            <a:r>
              <a:rPr lang="ru-RU" sz="2400" dirty="0"/>
              <a:t>амалдарын аткаруу үчүн бул сандарды колдонуңуз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828571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56" grpId="0"/>
      <p:bldP spid="49" grpId="0"/>
      <p:bldP spid="50" grpId="0"/>
      <p:bldP spid="51" grpId="0"/>
      <p:bldP spid="52" grpId="0"/>
      <p:bldP spid="6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198217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198217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153296" y="5602778"/>
            <a:ext cx="3378447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1988771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153297" y="5602778"/>
            <a:ext cx="3378446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3.19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77BF46C9-CECA-C7F2-8475-C43661BBCB74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F8D38F92-1549-BAEB-81D0-DD5CB3A041AD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1" name="Plus Sign 10">
            <a:extLst>
              <a:ext uri="{FF2B5EF4-FFF2-40B4-BE49-F238E27FC236}">
                <a16:creationId xmlns:a16="http://schemas.microsoft.com/office/drawing/2014/main" id="{85D896BC-2846-1BFB-EB77-7967077FA034}"/>
              </a:ext>
            </a:extLst>
          </p:cNvPr>
          <p:cNvSpPr/>
          <p:nvPr/>
        </p:nvSpPr>
        <p:spPr>
          <a:xfrm>
            <a:off x="1990289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4657142-A28C-BF76-3C8A-93CFBD46E31D}"/>
              </a:ext>
            </a:extLst>
          </p:cNvPr>
          <p:cNvSpPr/>
          <p:nvPr/>
        </p:nvSpPr>
        <p:spPr>
          <a:xfrm>
            <a:off x="1963832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6F2A51F-1171-3983-968B-CB1F3706564A}"/>
              </a:ext>
            </a:extLst>
          </p:cNvPr>
          <p:cNvSpPr/>
          <p:nvPr/>
        </p:nvSpPr>
        <p:spPr>
          <a:xfrm>
            <a:off x="3238450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F92DB33-DA3F-634D-5F1A-EC916CF731B3}"/>
              </a:ext>
            </a:extLst>
          </p:cNvPr>
          <p:cNvSpPr/>
          <p:nvPr/>
        </p:nvSpPr>
        <p:spPr>
          <a:xfrm>
            <a:off x="4513068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B9EFF0B-A0D1-64EB-0305-D2E38A5A735F}"/>
              </a:ext>
            </a:extLst>
          </p:cNvPr>
          <p:cNvSpPr/>
          <p:nvPr/>
        </p:nvSpPr>
        <p:spPr>
          <a:xfrm>
            <a:off x="5787686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AE4A119-A607-AF35-3E66-EC6A66760ACF}"/>
              </a:ext>
            </a:extLst>
          </p:cNvPr>
          <p:cNvSpPr/>
          <p:nvPr/>
        </p:nvSpPr>
        <p:spPr>
          <a:xfrm>
            <a:off x="7062304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0490CE-C109-A157-5ABB-5E436CC38BF1}"/>
              </a:ext>
            </a:extLst>
          </p:cNvPr>
          <p:cNvSpPr txBox="1"/>
          <p:nvPr/>
        </p:nvSpPr>
        <p:spPr>
          <a:xfrm>
            <a:off x="1069760" y="1556204"/>
            <a:ext cx="7783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Кошуу</a:t>
            </a:r>
            <a:r>
              <a:rPr lang="en-US" sz="2400" dirty="0"/>
              <a:t> </a:t>
            </a:r>
            <a:r>
              <a:rPr lang="ru-RU" sz="2400" dirty="0"/>
              <a:t>амалдарын аткаруу үчүн бул сандарды колдонуңуз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312427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56" grpId="0"/>
      <p:bldP spid="49" grpId="0"/>
      <p:bldP spid="50" grpId="0"/>
      <p:bldP spid="51" grpId="0"/>
      <p:bldP spid="52" grpId="0"/>
      <p:bldP spid="6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198217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198217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153296" y="5602778"/>
            <a:ext cx="3378447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1988771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153297" y="5602778"/>
            <a:ext cx="3378446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13.72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77BF46C9-CECA-C7F2-8475-C43661BBCB74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1963832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23168F8-C3AD-2040-34D1-5FB9EC58A192}"/>
              </a:ext>
            </a:extLst>
          </p:cNvPr>
          <p:cNvSpPr/>
          <p:nvPr/>
        </p:nvSpPr>
        <p:spPr>
          <a:xfrm>
            <a:off x="3238450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27E12A-F2C0-42F3-11C8-E3F001B98710}"/>
              </a:ext>
            </a:extLst>
          </p:cNvPr>
          <p:cNvSpPr/>
          <p:nvPr/>
        </p:nvSpPr>
        <p:spPr>
          <a:xfrm>
            <a:off x="4513068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B57A6F64-1EEA-EFDE-0AD1-745E8AADB572}"/>
              </a:ext>
            </a:extLst>
          </p:cNvPr>
          <p:cNvSpPr/>
          <p:nvPr/>
        </p:nvSpPr>
        <p:spPr>
          <a:xfrm>
            <a:off x="5787686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76029B0-33A2-914A-B677-D19EE6C1BE5D}"/>
              </a:ext>
            </a:extLst>
          </p:cNvPr>
          <p:cNvSpPr/>
          <p:nvPr/>
        </p:nvSpPr>
        <p:spPr>
          <a:xfrm>
            <a:off x="7062304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F8D38F92-1549-BAEB-81D0-DD5CB3A041AD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1" name="Plus Sign 10">
            <a:extLst>
              <a:ext uri="{FF2B5EF4-FFF2-40B4-BE49-F238E27FC236}">
                <a16:creationId xmlns:a16="http://schemas.microsoft.com/office/drawing/2014/main" id="{85D896BC-2846-1BFB-EB77-7967077FA034}"/>
              </a:ext>
            </a:extLst>
          </p:cNvPr>
          <p:cNvSpPr/>
          <p:nvPr/>
        </p:nvSpPr>
        <p:spPr>
          <a:xfrm>
            <a:off x="1990289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9D5453-3763-344E-DDEE-88935B5E9D53}"/>
              </a:ext>
            </a:extLst>
          </p:cNvPr>
          <p:cNvSpPr txBox="1"/>
          <p:nvPr/>
        </p:nvSpPr>
        <p:spPr>
          <a:xfrm>
            <a:off x="1069760" y="1556204"/>
            <a:ext cx="7783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Кошуу</a:t>
            </a:r>
            <a:r>
              <a:rPr lang="en-US" sz="2400" dirty="0"/>
              <a:t> </a:t>
            </a:r>
            <a:r>
              <a:rPr lang="ru-RU" sz="2400" dirty="0"/>
              <a:t>амалдарын аткаруу үчүн бул сандарды колдонуңуз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454679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56" grpId="0"/>
      <p:bldP spid="49" grpId="0"/>
      <p:bldP spid="50" grpId="0"/>
      <p:bldP spid="51" grpId="0"/>
      <p:bldP spid="52" grpId="0"/>
      <p:bldP spid="6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198217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198217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1988771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459E901-532C-2185-2C8B-3E34D9CDF5AD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2B52A26-AEE0-3D54-4BC6-1BC0C07464D2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1" name="Plus Sign 10">
            <a:extLst>
              <a:ext uri="{FF2B5EF4-FFF2-40B4-BE49-F238E27FC236}">
                <a16:creationId xmlns:a16="http://schemas.microsoft.com/office/drawing/2014/main" id="{85D896BC-2846-1BFB-EB77-7967077FA034}"/>
              </a:ext>
            </a:extLst>
          </p:cNvPr>
          <p:cNvSpPr/>
          <p:nvPr/>
        </p:nvSpPr>
        <p:spPr>
          <a:xfrm>
            <a:off x="1990289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D6CCB7F-957E-8E84-1560-84E5FECCB7DE}"/>
              </a:ext>
            </a:extLst>
          </p:cNvPr>
          <p:cNvSpPr/>
          <p:nvPr/>
        </p:nvSpPr>
        <p:spPr>
          <a:xfrm>
            <a:off x="1963832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6470FA8-132E-686C-E04D-97D67EF801F3}"/>
              </a:ext>
            </a:extLst>
          </p:cNvPr>
          <p:cNvSpPr/>
          <p:nvPr/>
        </p:nvSpPr>
        <p:spPr>
          <a:xfrm>
            <a:off x="3238450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F992130-13E8-6CC4-F524-E4A0A0BA056C}"/>
              </a:ext>
            </a:extLst>
          </p:cNvPr>
          <p:cNvSpPr/>
          <p:nvPr/>
        </p:nvSpPr>
        <p:spPr>
          <a:xfrm>
            <a:off x="4513068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CC61E08-173A-C149-D50C-77FA86748226}"/>
              </a:ext>
            </a:extLst>
          </p:cNvPr>
          <p:cNvSpPr/>
          <p:nvPr/>
        </p:nvSpPr>
        <p:spPr>
          <a:xfrm>
            <a:off x="5787686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FC4DB67-93E8-3856-9643-01FB7B90A93F}"/>
              </a:ext>
            </a:extLst>
          </p:cNvPr>
          <p:cNvSpPr/>
          <p:nvPr/>
        </p:nvSpPr>
        <p:spPr>
          <a:xfrm>
            <a:off x="7062304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E63B40C-27E2-EC39-78DF-D5B27EA8B026}"/>
              </a:ext>
            </a:extLst>
          </p:cNvPr>
          <p:cNvSpPr/>
          <p:nvPr/>
        </p:nvSpPr>
        <p:spPr>
          <a:xfrm>
            <a:off x="3153296" y="5602778"/>
            <a:ext cx="3378447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2.08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B0DAD1-7A81-FE27-AF6B-6AC21C6EA992}"/>
              </a:ext>
            </a:extLst>
          </p:cNvPr>
          <p:cNvSpPr txBox="1"/>
          <p:nvPr/>
        </p:nvSpPr>
        <p:spPr>
          <a:xfrm>
            <a:off x="1069760" y="1556204"/>
            <a:ext cx="7783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Кошуу</a:t>
            </a:r>
            <a:r>
              <a:rPr lang="en-US" sz="2400" dirty="0"/>
              <a:t> </a:t>
            </a:r>
            <a:r>
              <a:rPr lang="ru-RU" sz="2400" dirty="0"/>
              <a:t>амалдарын аткаруу үчүн бул сандарды колдонуңуз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380465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65" grpId="0"/>
      <p:bldP spid="1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198217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198217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153296" y="5602778"/>
            <a:ext cx="3378447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1988771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153297" y="5602778"/>
            <a:ext cx="3378446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13.31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77BF46C9-CECA-C7F2-8475-C43661BBCB74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1961781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23168F8-C3AD-2040-34D1-5FB9EC58A192}"/>
              </a:ext>
            </a:extLst>
          </p:cNvPr>
          <p:cNvSpPr/>
          <p:nvPr/>
        </p:nvSpPr>
        <p:spPr>
          <a:xfrm>
            <a:off x="3236399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27E12A-F2C0-42F3-11C8-E3F001B98710}"/>
              </a:ext>
            </a:extLst>
          </p:cNvPr>
          <p:cNvSpPr/>
          <p:nvPr/>
        </p:nvSpPr>
        <p:spPr>
          <a:xfrm>
            <a:off x="4511017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B57A6F64-1EEA-EFDE-0AD1-745E8AADB572}"/>
              </a:ext>
            </a:extLst>
          </p:cNvPr>
          <p:cNvSpPr/>
          <p:nvPr/>
        </p:nvSpPr>
        <p:spPr>
          <a:xfrm>
            <a:off x="5785635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76029B0-33A2-914A-B677-D19EE6C1BE5D}"/>
              </a:ext>
            </a:extLst>
          </p:cNvPr>
          <p:cNvSpPr/>
          <p:nvPr/>
        </p:nvSpPr>
        <p:spPr>
          <a:xfrm>
            <a:off x="7060253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F8D38F92-1549-BAEB-81D0-DD5CB3A041AD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Plus Sign 10">
            <a:extLst>
              <a:ext uri="{FF2B5EF4-FFF2-40B4-BE49-F238E27FC236}">
                <a16:creationId xmlns:a16="http://schemas.microsoft.com/office/drawing/2014/main" id="{85D896BC-2846-1BFB-EB77-7967077FA034}"/>
              </a:ext>
            </a:extLst>
          </p:cNvPr>
          <p:cNvSpPr/>
          <p:nvPr/>
        </p:nvSpPr>
        <p:spPr>
          <a:xfrm>
            <a:off x="1990289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19CEB0-D707-F3B9-BF84-EE7147699597}"/>
              </a:ext>
            </a:extLst>
          </p:cNvPr>
          <p:cNvSpPr txBox="1"/>
          <p:nvPr/>
        </p:nvSpPr>
        <p:spPr>
          <a:xfrm>
            <a:off x="1069760" y="1556204"/>
            <a:ext cx="7783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Кошуу</a:t>
            </a:r>
            <a:r>
              <a:rPr lang="en-US" sz="2400" dirty="0"/>
              <a:t> </a:t>
            </a:r>
            <a:r>
              <a:rPr lang="ru-RU" sz="2400" dirty="0"/>
              <a:t>амалдарын аткаруу үчүн бул сандарды колдонуңуз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55156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56" grpId="0"/>
      <p:bldP spid="49" grpId="0"/>
      <p:bldP spid="50" grpId="0"/>
      <p:bldP spid="51" grpId="0"/>
      <p:bldP spid="52" grpId="0"/>
      <p:bldP spid="6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198217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198217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153296" y="5602778"/>
            <a:ext cx="3378447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1988771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153297" y="5602778"/>
            <a:ext cx="3378446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18.14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459E901-532C-2185-2C8B-3E34D9CDF5AD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1963832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23168F8-C3AD-2040-34D1-5FB9EC58A192}"/>
              </a:ext>
            </a:extLst>
          </p:cNvPr>
          <p:cNvSpPr/>
          <p:nvPr/>
        </p:nvSpPr>
        <p:spPr>
          <a:xfrm>
            <a:off x="3238450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27E12A-F2C0-42F3-11C8-E3F001B98710}"/>
              </a:ext>
            </a:extLst>
          </p:cNvPr>
          <p:cNvSpPr/>
          <p:nvPr/>
        </p:nvSpPr>
        <p:spPr>
          <a:xfrm>
            <a:off x="4513068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B57A6F64-1EEA-EFDE-0AD1-745E8AADB572}"/>
              </a:ext>
            </a:extLst>
          </p:cNvPr>
          <p:cNvSpPr/>
          <p:nvPr/>
        </p:nvSpPr>
        <p:spPr>
          <a:xfrm>
            <a:off x="5787686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76029B0-33A2-914A-B677-D19EE6C1BE5D}"/>
              </a:ext>
            </a:extLst>
          </p:cNvPr>
          <p:cNvSpPr/>
          <p:nvPr/>
        </p:nvSpPr>
        <p:spPr>
          <a:xfrm>
            <a:off x="7062304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2B52A26-AEE0-3D54-4BC6-1BC0C07464D2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1" name="Plus Sign 10">
            <a:extLst>
              <a:ext uri="{FF2B5EF4-FFF2-40B4-BE49-F238E27FC236}">
                <a16:creationId xmlns:a16="http://schemas.microsoft.com/office/drawing/2014/main" id="{85D896BC-2846-1BFB-EB77-7967077FA034}"/>
              </a:ext>
            </a:extLst>
          </p:cNvPr>
          <p:cNvSpPr/>
          <p:nvPr/>
        </p:nvSpPr>
        <p:spPr>
          <a:xfrm>
            <a:off x="1990289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B20E7F-30FE-7CE2-516C-4B1D96D4E6E9}"/>
              </a:ext>
            </a:extLst>
          </p:cNvPr>
          <p:cNvSpPr txBox="1"/>
          <p:nvPr/>
        </p:nvSpPr>
        <p:spPr>
          <a:xfrm>
            <a:off x="1069760" y="1556204"/>
            <a:ext cx="7783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Кошуу</a:t>
            </a:r>
            <a:r>
              <a:rPr lang="en-US" sz="2400" dirty="0"/>
              <a:t> </a:t>
            </a:r>
            <a:r>
              <a:rPr lang="ru-RU" sz="2400" dirty="0"/>
              <a:t>амалдарын аткаруу үчүн бул сандарды колдонуңуз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220211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56" grpId="0"/>
      <p:bldP spid="49" grpId="0"/>
      <p:bldP spid="50" grpId="0"/>
      <p:bldP spid="51" grpId="0"/>
      <p:bldP spid="52" grpId="0"/>
      <p:bldP spid="6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198217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198217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153296" y="5602778"/>
            <a:ext cx="3378447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1988771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153297" y="5602778"/>
            <a:ext cx="3378446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3.83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459E901-532C-2185-2C8B-3E34D9CDF5AD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77BF46C9-CECA-C7F2-8475-C43661BBCB74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832F1B9D-B992-FF82-DBB2-CD10A3F58019}"/>
              </a:ext>
            </a:extLst>
          </p:cNvPr>
          <p:cNvGrpSpPr/>
          <p:nvPr/>
        </p:nvGrpSpPr>
        <p:grpSpPr>
          <a:xfrm>
            <a:off x="1330038" y="282632"/>
            <a:ext cx="7262552" cy="1039091"/>
            <a:chOff x="1122220" y="282632"/>
            <a:chExt cx="7262552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122220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2396838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3671456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B57A6F64-1EEA-EFDE-0AD1-745E8AADB572}"/>
                </a:ext>
              </a:extLst>
            </p:cNvPr>
            <p:cNvSpPr/>
            <p:nvPr/>
          </p:nvSpPr>
          <p:spPr>
            <a:xfrm>
              <a:off x="4946074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2" name="Rectangle: Rounded Corners 61">
              <a:extLst>
                <a:ext uri="{FF2B5EF4-FFF2-40B4-BE49-F238E27FC236}">
                  <a16:creationId xmlns:a16="http://schemas.microsoft.com/office/drawing/2014/main" id="{E76029B0-33A2-914A-B677-D19EE6C1BE5D}"/>
                </a:ext>
              </a:extLst>
            </p:cNvPr>
            <p:cNvSpPr/>
            <p:nvPr/>
          </p:nvSpPr>
          <p:spPr>
            <a:xfrm>
              <a:off x="6220692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5C098C72-96CB-9CAD-BAA7-E6BB21E9BAEB}"/>
                </a:ext>
              </a:extLst>
            </p:cNvPr>
            <p:cNvSpPr/>
            <p:nvPr/>
          </p:nvSpPr>
          <p:spPr>
            <a:xfrm>
              <a:off x="7495311" y="282632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2B52A26-AEE0-3D54-4BC6-1BC0C07464D2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F8D38F92-1549-BAEB-81D0-DD5CB3A041AD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1" name="Plus Sign 10">
            <a:extLst>
              <a:ext uri="{FF2B5EF4-FFF2-40B4-BE49-F238E27FC236}">
                <a16:creationId xmlns:a16="http://schemas.microsoft.com/office/drawing/2014/main" id="{85D896BC-2846-1BFB-EB77-7967077FA034}"/>
              </a:ext>
            </a:extLst>
          </p:cNvPr>
          <p:cNvSpPr/>
          <p:nvPr/>
        </p:nvSpPr>
        <p:spPr>
          <a:xfrm>
            <a:off x="1990289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48C937-6EC8-0884-8FC5-E7A7123010B7}"/>
              </a:ext>
            </a:extLst>
          </p:cNvPr>
          <p:cNvSpPr txBox="1"/>
          <p:nvPr/>
        </p:nvSpPr>
        <p:spPr>
          <a:xfrm>
            <a:off x="1069760" y="1556204"/>
            <a:ext cx="7783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Кошуу</a:t>
            </a:r>
            <a:r>
              <a:rPr lang="en-US" sz="2400" dirty="0"/>
              <a:t> </a:t>
            </a:r>
            <a:r>
              <a:rPr lang="ru-RU" sz="2400" dirty="0"/>
              <a:t>амалдарын аткаруу үчүн бул сандарды колдонуңуз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749961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56" grpId="0"/>
      <p:bldP spid="49" grpId="0"/>
      <p:bldP spid="50" grpId="0"/>
      <p:bldP spid="51" grpId="0"/>
      <p:bldP spid="52" grpId="0"/>
      <p:bldP spid="65" grpId="0"/>
      <p:bldP spid="6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198217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198217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153296" y="5602778"/>
            <a:ext cx="3378447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4.08</a:t>
            </a: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1988771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77BF46C9-CECA-C7F2-8475-C43661BBCB74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F8D38F92-1549-BAEB-81D0-DD5CB3A041AD}"/>
              </a:ext>
            </a:extLst>
          </p:cNvPr>
          <p:cNvSpPr/>
          <p:nvPr/>
        </p:nvSpPr>
        <p:spPr>
          <a:xfrm>
            <a:off x="5655427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1" name="Plus Sign 10">
            <a:extLst>
              <a:ext uri="{FF2B5EF4-FFF2-40B4-BE49-F238E27FC236}">
                <a16:creationId xmlns:a16="http://schemas.microsoft.com/office/drawing/2014/main" id="{85D896BC-2846-1BFB-EB77-7967077FA034}"/>
              </a:ext>
            </a:extLst>
          </p:cNvPr>
          <p:cNvSpPr/>
          <p:nvPr/>
        </p:nvSpPr>
        <p:spPr>
          <a:xfrm>
            <a:off x="1990289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C140F67-3B0F-7881-003B-BBFC291DF700}"/>
              </a:ext>
            </a:extLst>
          </p:cNvPr>
          <p:cNvSpPr/>
          <p:nvPr/>
        </p:nvSpPr>
        <p:spPr>
          <a:xfrm>
            <a:off x="1963832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DC3B9C5-8D08-BC73-ED4C-925C93CF329C}"/>
              </a:ext>
            </a:extLst>
          </p:cNvPr>
          <p:cNvSpPr/>
          <p:nvPr/>
        </p:nvSpPr>
        <p:spPr>
          <a:xfrm>
            <a:off x="3238450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56534CC-948F-7DA1-D2D6-5165018EEB40}"/>
              </a:ext>
            </a:extLst>
          </p:cNvPr>
          <p:cNvSpPr/>
          <p:nvPr/>
        </p:nvSpPr>
        <p:spPr>
          <a:xfrm>
            <a:off x="4513068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B214C9A-1F6B-BB35-9301-D340C62FC21E}"/>
              </a:ext>
            </a:extLst>
          </p:cNvPr>
          <p:cNvSpPr/>
          <p:nvPr/>
        </p:nvSpPr>
        <p:spPr>
          <a:xfrm>
            <a:off x="5787686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0695BA6-FC0D-A78B-04D2-3A9802CAFE26}"/>
              </a:ext>
            </a:extLst>
          </p:cNvPr>
          <p:cNvSpPr/>
          <p:nvPr/>
        </p:nvSpPr>
        <p:spPr>
          <a:xfrm>
            <a:off x="7062304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35B57B-A867-6807-F71D-8AC7CBD7E590}"/>
              </a:ext>
            </a:extLst>
          </p:cNvPr>
          <p:cNvSpPr txBox="1"/>
          <p:nvPr/>
        </p:nvSpPr>
        <p:spPr>
          <a:xfrm>
            <a:off x="1069760" y="1556204"/>
            <a:ext cx="7783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Кошуу</a:t>
            </a:r>
            <a:r>
              <a:rPr lang="en-US" sz="2400" dirty="0"/>
              <a:t> </a:t>
            </a:r>
            <a:r>
              <a:rPr lang="ru-RU" sz="2400" dirty="0"/>
              <a:t>амалдарын аткаруу үчүн бул сандарды колдонуңуз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972451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49" grpId="0"/>
      <p:bldP spid="50" grpId="0"/>
      <p:bldP spid="51" grpId="0"/>
      <p:bldP spid="52" grpId="0"/>
      <p:bldP spid="6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198217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198217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153296" y="5602778"/>
            <a:ext cx="3378447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1988771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153297" y="5602778"/>
            <a:ext cx="3378446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14.03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459E901-532C-2185-2C8B-3E34D9CDF5AD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1963832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23168F8-C3AD-2040-34D1-5FB9EC58A192}"/>
              </a:ext>
            </a:extLst>
          </p:cNvPr>
          <p:cNvSpPr/>
          <p:nvPr/>
        </p:nvSpPr>
        <p:spPr>
          <a:xfrm>
            <a:off x="3238450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27E12A-F2C0-42F3-11C8-E3F001B98710}"/>
              </a:ext>
            </a:extLst>
          </p:cNvPr>
          <p:cNvSpPr/>
          <p:nvPr/>
        </p:nvSpPr>
        <p:spPr>
          <a:xfrm>
            <a:off x="4513068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B57A6F64-1EEA-EFDE-0AD1-745E8AADB572}"/>
              </a:ext>
            </a:extLst>
          </p:cNvPr>
          <p:cNvSpPr/>
          <p:nvPr/>
        </p:nvSpPr>
        <p:spPr>
          <a:xfrm>
            <a:off x="5787686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76029B0-33A2-914A-B677-D19EE6C1BE5D}"/>
              </a:ext>
            </a:extLst>
          </p:cNvPr>
          <p:cNvSpPr/>
          <p:nvPr/>
        </p:nvSpPr>
        <p:spPr>
          <a:xfrm>
            <a:off x="7062304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2B52A26-AEE0-3D54-4BC6-1BC0C07464D2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1" name="Plus Sign 10">
            <a:extLst>
              <a:ext uri="{FF2B5EF4-FFF2-40B4-BE49-F238E27FC236}">
                <a16:creationId xmlns:a16="http://schemas.microsoft.com/office/drawing/2014/main" id="{85D896BC-2846-1BFB-EB77-7967077FA034}"/>
              </a:ext>
            </a:extLst>
          </p:cNvPr>
          <p:cNvSpPr/>
          <p:nvPr/>
        </p:nvSpPr>
        <p:spPr>
          <a:xfrm>
            <a:off x="1990289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9CB16A-EF43-23B2-3F56-F3FBA26793DB}"/>
              </a:ext>
            </a:extLst>
          </p:cNvPr>
          <p:cNvSpPr txBox="1"/>
          <p:nvPr/>
        </p:nvSpPr>
        <p:spPr>
          <a:xfrm>
            <a:off x="1069760" y="1556204"/>
            <a:ext cx="7783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Кошуу</a:t>
            </a:r>
            <a:r>
              <a:rPr lang="en-US" sz="2400" dirty="0"/>
              <a:t> </a:t>
            </a:r>
            <a:r>
              <a:rPr lang="ru-RU" sz="2400" dirty="0"/>
              <a:t>амалдарын аткаруу үчүн бул сандарды колдонуңуз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058924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56" grpId="0"/>
      <p:bldP spid="49" grpId="0"/>
      <p:bldP spid="50" grpId="0"/>
      <p:bldP spid="51" grpId="0"/>
      <p:bldP spid="52" grpId="0"/>
      <p:bldP spid="6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198217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198217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1988771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459E901-532C-2185-2C8B-3E34D9CDF5AD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2B52A26-AEE0-3D54-4BC6-1BC0C07464D2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1" name="Plus Sign 10">
            <a:extLst>
              <a:ext uri="{FF2B5EF4-FFF2-40B4-BE49-F238E27FC236}">
                <a16:creationId xmlns:a16="http://schemas.microsoft.com/office/drawing/2014/main" id="{85D896BC-2846-1BFB-EB77-7967077FA034}"/>
              </a:ext>
            </a:extLst>
          </p:cNvPr>
          <p:cNvSpPr/>
          <p:nvPr/>
        </p:nvSpPr>
        <p:spPr>
          <a:xfrm>
            <a:off x="1990289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FCA8B0E-2A82-F6E1-98E9-EBED6EDFA7CD}"/>
              </a:ext>
            </a:extLst>
          </p:cNvPr>
          <p:cNvSpPr/>
          <p:nvPr/>
        </p:nvSpPr>
        <p:spPr>
          <a:xfrm>
            <a:off x="1963832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F59B037-E4B6-8AC6-824F-B57672D05A3C}"/>
              </a:ext>
            </a:extLst>
          </p:cNvPr>
          <p:cNvSpPr/>
          <p:nvPr/>
        </p:nvSpPr>
        <p:spPr>
          <a:xfrm>
            <a:off x="3238450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D31B429-C7DE-D319-CCEC-321FFA07A835}"/>
              </a:ext>
            </a:extLst>
          </p:cNvPr>
          <p:cNvSpPr/>
          <p:nvPr/>
        </p:nvSpPr>
        <p:spPr>
          <a:xfrm>
            <a:off x="4513068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8EB7563-37B8-3A51-6450-E9F3F73991B7}"/>
              </a:ext>
            </a:extLst>
          </p:cNvPr>
          <p:cNvSpPr/>
          <p:nvPr/>
        </p:nvSpPr>
        <p:spPr>
          <a:xfrm>
            <a:off x="5787686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4E7F074-D9D2-898A-0530-737AFE35A5E9}"/>
              </a:ext>
            </a:extLst>
          </p:cNvPr>
          <p:cNvSpPr/>
          <p:nvPr/>
        </p:nvSpPr>
        <p:spPr>
          <a:xfrm>
            <a:off x="7062304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A159944-CBB2-B219-9319-AD79D692E13F}"/>
              </a:ext>
            </a:extLst>
          </p:cNvPr>
          <p:cNvSpPr/>
          <p:nvPr/>
        </p:nvSpPr>
        <p:spPr>
          <a:xfrm>
            <a:off x="3153296" y="5602778"/>
            <a:ext cx="3378447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8.38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34E575-6B21-495F-F42B-E1AF2A3D260C}"/>
              </a:ext>
            </a:extLst>
          </p:cNvPr>
          <p:cNvSpPr txBox="1"/>
          <p:nvPr/>
        </p:nvSpPr>
        <p:spPr>
          <a:xfrm>
            <a:off x="1069760" y="1556204"/>
            <a:ext cx="7783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Кошуу</a:t>
            </a:r>
            <a:r>
              <a:rPr lang="en-US" sz="2400" dirty="0"/>
              <a:t> </a:t>
            </a:r>
            <a:r>
              <a:rPr lang="ru-RU" sz="2400" dirty="0"/>
              <a:t>амалдарын аткаруу үчүн бул сандарды колдонуңуз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705974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65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198217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198217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153296" y="5602778"/>
            <a:ext cx="3378447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1988771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153297" y="5602778"/>
            <a:ext cx="3378446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16.22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459E901-532C-2185-2C8B-3E34D9CDF5AD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1963832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23168F8-C3AD-2040-34D1-5FB9EC58A192}"/>
              </a:ext>
            </a:extLst>
          </p:cNvPr>
          <p:cNvSpPr/>
          <p:nvPr/>
        </p:nvSpPr>
        <p:spPr>
          <a:xfrm>
            <a:off x="3238450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27E12A-F2C0-42F3-11C8-E3F001B98710}"/>
              </a:ext>
            </a:extLst>
          </p:cNvPr>
          <p:cNvSpPr/>
          <p:nvPr/>
        </p:nvSpPr>
        <p:spPr>
          <a:xfrm>
            <a:off x="4513068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B57A6F64-1EEA-EFDE-0AD1-745E8AADB572}"/>
              </a:ext>
            </a:extLst>
          </p:cNvPr>
          <p:cNvSpPr/>
          <p:nvPr/>
        </p:nvSpPr>
        <p:spPr>
          <a:xfrm>
            <a:off x="5787686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76029B0-33A2-914A-B677-D19EE6C1BE5D}"/>
              </a:ext>
            </a:extLst>
          </p:cNvPr>
          <p:cNvSpPr/>
          <p:nvPr/>
        </p:nvSpPr>
        <p:spPr>
          <a:xfrm>
            <a:off x="7062304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2B52A26-AEE0-3D54-4BC6-1BC0C07464D2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1" name="Plus Sign 10">
            <a:extLst>
              <a:ext uri="{FF2B5EF4-FFF2-40B4-BE49-F238E27FC236}">
                <a16:creationId xmlns:a16="http://schemas.microsoft.com/office/drawing/2014/main" id="{85D896BC-2846-1BFB-EB77-7967077FA034}"/>
              </a:ext>
            </a:extLst>
          </p:cNvPr>
          <p:cNvSpPr/>
          <p:nvPr/>
        </p:nvSpPr>
        <p:spPr>
          <a:xfrm>
            <a:off x="1990289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1C7977-5B8F-D626-9C93-753F1289AEEB}"/>
              </a:ext>
            </a:extLst>
          </p:cNvPr>
          <p:cNvSpPr txBox="1"/>
          <p:nvPr/>
        </p:nvSpPr>
        <p:spPr>
          <a:xfrm>
            <a:off x="1069760" y="1556204"/>
            <a:ext cx="7783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Кошуу</a:t>
            </a:r>
            <a:r>
              <a:rPr lang="en-US" sz="2400" dirty="0"/>
              <a:t> </a:t>
            </a:r>
            <a:r>
              <a:rPr lang="ru-RU" sz="2400" dirty="0"/>
              <a:t>амалдарын аткаруу үчүн бул сандарды колдонуңуз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768929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56" grpId="0"/>
      <p:bldP spid="49" grpId="0"/>
      <p:bldP spid="50" grpId="0"/>
      <p:bldP spid="51" grpId="0"/>
      <p:bldP spid="52" grpId="0"/>
      <p:bldP spid="6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198217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198217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1988771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459E901-532C-2185-2C8B-3E34D9CDF5AD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153296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4516583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153296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4516583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2B52A26-AEE0-3D54-4BC6-1BC0C07464D2}"/>
              </a:ext>
            </a:extLst>
          </p:cNvPr>
          <p:cNvSpPr/>
          <p:nvPr/>
        </p:nvSpPr>
        <p:spPr>
          <a:xfrm>
            <a:off x="5655427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1" name="Plus Sign 10">
            <a:extLst>
              <a:ext uri="{FF2B5EF4-FFF2-40B4-BE49-F238E27FC236}">
                <a16:creationId xmlns:a16="http://schemas.microsoft.com/office/drawing/2014/main" id="{85D896BC-2846-1BFB-EB77-7967077FA034}"/>
              </a:ext>
            </a:extLst>
          </p:cNvPr>
          <p:cNvSpPr/>
          <p:nvPr/>
        </p:nvSpPr>
        <p:spPr>
          <a:xfrm>
            <a:off x="1990289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16B57BB-DEE6-CCBF-3E4D-8C872A098763}"/>
              </a:ext>
            </a:extLst>
          </p:cNvPr>
          <p:cNvSpPr/>
          <p:nvPr/>
        </p:nvSpPr>
        <p:spPr>
          <a:xfrm>
            <a:off x="1963832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75F0F8A-EBF9-582E-E326-479D07B9ECB8}"/>
              </a:ext>
            </a:extLst>
          </p:cNvPr>
          <p:cNvSpPr/>
          <p:nvPr/>
        </p:nvSpPr>
        <p:spPr>
          <a:xfrm>
            <a:off x="3238450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A8F011D-4A69-C243-4B37-B56895E99D09}"/>
              </a:ext>
            </a:extLst>
          </p:cNvPr>
          <p:cNvSpPr/>
          <p:nvPr/>
        </p:nvSpPr>
        <p:spPr>
          <a:xfrm>
            <a:off x="4513068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C55775-23DD-AEC2-87FE-A7E6BF865C59}"/>
              </a:ext>
            </a:extLst>
          </p:cNvPr>
          <p:cNvSpPr/>
          <p:nvPr/>
        </p:nvSpPr>
        <p:spPr>
          <a:xfrm>
            <a:off x="5787686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B050A44-6705-EA80-ED12-B5A3E05FED1C}"/>
              </a:ext>
            </a:extLst>
          </p:cNvPr>
          <p:cNvSpPr/>
          <p:nvPr/>
        </p:nvSpPr>
        <p:spPr>
          <a:xfrm>
            <a:off x="7062304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8859061-1E47-DFCE-3BB3-81D3B9741323}"/>
              </a:ext>
            </a:extLst>
          </p:cNvPr>
          <p:cNvSpPr/>
          <p:nvPr/>
        </p:nvSpPr>
        <p:spPr>
          <a:xfrm>
            <a:off x="3153296" y="5602778"/>
            <a:ext cx="3378447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3.07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AE4C15-361D-C11A-E16C-FC13CD989FCC}"/>
              </a:ext>
            </a:extLst>
          </p:cNvPr>
          <p:cNvSpPr txBox="1"/>
          <p:nvPr/>
        </p:nvSpPr>
        <p:spPr>
          <a:xfrm>
            <a:off x="1069760" y="1556204"/>
            <a:ext cx="7783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Кошуу</a:t>
            </a:r>
            <a:r>
              <a:rPr lang="en-US" sz="2400" dirty="0"/>
              <a:t> </a:t>
            </a:r>
            <a:r>
              <a:rPr lang="ru-RU" sz="2400" dirty="0"/>
              <a:t>амалдарын аткаруу үчүн бул сандарды колдонуңуз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489280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65" grpId="0"/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55F9FF-A775-44DB-99DD-42DDB4748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929352"/>
              </p:ext>
            </p:extLst>
          </p:nvPr>
        </p:nvGraphicFramePr>
        <p:xfrm>
          <a:off x="59945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D8C36C-2AB2-44CF-BF97-992F65F82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891624"/>
              </p:ext>
            </p:extLst>
          </p:nvPr>
        </p:nvGraphicFramePr>
        <p:xfrm>
          <a:off x="2042419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773A22-7D82-4A6C-9386-8C73822F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005975"/>
              </p:ext>
            </p:extLst>
          </p:nvPr>
        </p:nvGraphicFramePr>
        <p:xfrm>
          <a:off x="4024893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A04EB-1AF0-4BA4-B56C-D92E4B8FC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737508"/>
              </p:ext>
            </p:extLst>
          </p:nvPr>
        </p:nvGraphicFramePr>
        <p:xfrm>
          <a:off x="6007367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0CEA2-BF13-4F1F-BDF8-72377439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065140"/>
              </p:ext>
            </p:extLst>
          </p:nvPr>
        </p:nvGraphicFramePr>
        <p:xfrm>
          <a:off x="7989841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217ECC1-187E-45C6-AAD9-69FCF451F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819278"/>
              </p:ext>
            </p:extLst>
          </p:nvPr>
        </p:nvGraphicFramePr>
        <p:xfrm>
          <a:off x="59945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8F2A369-4849-4D8C-9C48-42AC19EAC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02619"/>
              </p:ext>
            </p:extLst>
          </p:nvPr>
        </p:nvGraphicFramePr>
        <p:xfrm>
          <a:off x="2042419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C34FD8-28B7-4290-89FF-C844EE6A1A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19173"/>
              </p:ext>
            </p:extLst>
          </p:nvPr>
        </p:nvGraphicFramePr>
        <p:xfrm>
          <a:off x="4024893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EE0B481-E5E6-4A56-A167-F7909231A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741186"/>
              </p:ext>
            </p:extLst>
          </p:nvPr>
        </p:nvGraphicFramePr>
        <p:xfrm>
          <a:off x="6007367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04524C6-1AA7-41E4-A1BD-52B735BCF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690728"/>
              </p:ext>
            </p:extLst>
          </p:nvPr>
        </p:nvGraphicFramePr>
        <p:xfrm>
          <a:off x="7989841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378E7F-888B-451D-A437-1143E900F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700732"/>
              </p:ext>
            </p:extLst>
          </p:nvPr>
        </p:nvGraphicFramePr>
        <p:xfrm>
          <a:off x="59945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D9438F2-5F7B-453A-9852-A5D953E2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154783"/>
              </p:ext>
            </p:extLst>
          </p:nvPr>
        </p:nvGraphicFramePr>
        <p:xfrm>
          <a:off x="2042419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E97513C-7184-48FD-B483-FD49969CA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329546"/>
              </p:ext>
            </p:extLst>
          </p:nvPr>
        </p:nvGraphicFramePr>
        <p:xfrm>
          <a:off x="4024893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DA72-78F4-437E-AA8B-E7D5DF47D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55289"/>
              </p:ext>
            </p:extLst>
          </p:nvPr>
        </p:nvGraphicFramePr>
        <p:xfrm>
          <a:off x="6007367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BB7F846-3757-45E8-B86C-628E47A78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402805"/>
              </p:ext>
            </p:extLst>
          </p:nvPr>
        </p:nvGraphicFramePr>
        <p:xfrm>
          <a:off x="7989841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8449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/>
              <a:t>mathematicskgz@</a:t>
            </a:r>
            <a:r>
              <a:rPr lang="en-US" dirty="0"/>
              <a:t>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40000"/>
            <a:lumOff val="60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8855</TotalTime>
  <Words>576</Words>
  <Application>Microsoft Office PowerPoint</Application>
  <PresentationFormat>A4 Paper (210x297 mm)</PresentationFormat>
  <Paragraphs>267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Calibri Light</vt:lpstr>
      <vt:lpstr>Arial</vt:lpstr>
      <vt:lpstr>Calibri</vt:lpstr>
      <vt:lpstr>Office Theme</vt:lpstr>
      <vt:lpstr>1_Office Theme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407</cp:revision>
  <cp:lastPrinted>2017-12-31T22:38:51Z</cp:lastPrinted>
  <dcterms:created xsi:type="dcterms:W3CDTF">2017-01-17T16:57:04Z</dcterms:created>
  <dcterms:modified xsi:type="dcterms:W3CDTF">2023-10-17T16:31:45Z</dcterms:modified>
</cp:coreProperties>
</file>