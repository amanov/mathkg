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  <p:sldMasterId id="2147483717" r:id="rId2"/>
  </p:sldMasterIdLst>
  <p:notesMasterIdLst>
    <p:notesMasterId r:id="rId13"/>
  </p:notesMasterIdLst>
  <p:sldIdLst>
    <p:sldId id="257" r:id="rId3"/>
    <p:sldId id="278" r:id="rId4"/>
    <p:sldId id="948" r:id="rId5"/>
    <p:sldId id="944" r:id="rId6"/>
    <p:sldId id="946" r:id="rId7"/>
    <p:sldId id="952" r:id="rId8"/>
    <p:sldId id="953" r:id="rId9"/>
    <p:sldId id="950" r:id="rId10"/>
    <p:sldId id="951" r:id="rId11"/>
    <p:sldId id="274" r:id="rId12"/>
  </p:sldIdLst>
  <p:sldSz cx="9906000" cy="6858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1380" y="64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viewProps" Target="view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22/05/2024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293F4D-D01F-93A3-9EB0-D06BC57F79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38250" y="1122363"/>
            <a:ext cx="7429500" cy="2387600"/>
          </a:xfrm>
        </p:spPr>
        <p:txBody>
          <a:bodyPr anchor="b"/>
          <a:lstStyle>
            <a:lvl1pPr algn="ctr">
              <a:defRPr sz="48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812B11-7E4E-839A-04E0-02C24D9550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1950"/>
            </a:lvl1pPr>
            <a:lvl2pPr marL="371475" indent="0" algn="ctr">
              <a:buNone/>
              <a:defRPr sz="1625"/>
            </a:lvl2pPr>
            <a:lvl3pPr marL="742950" indent="0" algn="ctr">
              <a:buNone/>
              <a:defRPr sz="1463"/>
            </a:lvl3pPr>
            <a:lvl4pPr marL="1114425" indent="0" algn="ctr">
              <a:buNone/>
              <a:defRPr sz="1300"/>
            </a:lvl4pPr>
            <a:lvl5pPr marL="1485900" indent="0" algn="ctr">
              <a:buNone/>
              <a:defRPr sz="1300"/>
            </a:lvl5pPr>
            <a:lvl6pPr marL="1857375" indent="0" algn="ctr">
              <a:buNone/>
              <a:defRPr sz="1300"/>
            </a:lvl6pPr>
            <a:lvl7pPr marL="2228850" indent="0" algn="ctr">
              <a:buNone/>
              <a:defRPr sz="1300"/>
            </a:lvl7pPr>
            <a:lvl8pPr marL="2600325" indent="0" algn="ctr">
              <a:buNone/>
              <a:defRPr sz="1300"/>
            </a:lvl8pPr>
            <a:lvl9pPr marL="2971800" indent="0" algn="ctr">
              <a:buNone/>
              <a:defRPr sz="13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ABD867-CBFE-B60E-94FE-5E77AFA18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6662E-FAF4-44BC-88B5-85A7CBFB6D30}" type="datetime1">
              <a:rPr lang="en-US" smtClean="0"/>
              <a:pPr/>
              <a:t>5/22/2024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F92923-5691-201D-9863-7C30507532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37E006-83CA-71CA-8D81-D81C549A4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55991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B602F-6E81-0690-42B3-F319961306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CCCDD-EFAD-983F-26E9-4DF01E94A6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6BEF54-E3A6-3438-FB70-CA9F728400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5/22/2024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DC804C-59EB-58AD-19D6-DD91BE1A2D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2E3ABE-C108-D63B-0C80-FF56F17F3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4737924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461F2-375D-397C-903D-1C9A6DC94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879" y="1709741"/>
            <a:ext cx="8543925" cy="2852737"/>
          </a:xfrm>
        </p:spPr>
        <p:txBody>
          <a:bodyPr anchor="b"/>
          <a:lstStyle>
            <a:lvl1pPr>
              <a:defRPr sz="48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55F7C1-DA44-F885-7F76-6AEF872F4E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5879" y="4589466"/>
            <a:ext cx="8543925" cy="1500187"/>
          </a:xfrm>
        </p:spPr>
        <p:txBody>
          <a:bodyPr/>
          <a:lstStyle>
            <a:lvl1pPr marL="0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1pPr>
            <a:lvl2pPr marL="371475" indent="0">
              <a:buNone/>
              <a:defRPr sz="1625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8A5E7A-3C4E-B0FF-6048-2428F13D7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5/22/2024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4EF43D-AA59-6F72-6E99-24BACA4DB0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20488E-9575-AA10-6650-5EFF64A311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220892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4C236-4D6A-F50F-F96A-0B33FAF755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9B67EB-5934-4033-C48B-523183C75E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70EE30-BC22-BA32-5555-2D92711BBE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7A8EA1-F6CD-6BFF-8918-10BD9D7CB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1DA2F-80B8-49CF-99FB-5ABCA53A607A}" type="datetime1">
              <a:rPr lang="en-US" smtClean="0"/>
              <a:t>5/22/2024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A52A51-170D-0A97-76E8-C96E6E36F4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4E1132-9890-0200-7169-348F438F01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3571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23700-5056-34AA-A2B1-5A0B192AE8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365128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BE887B-58EA-8D7A-9294-12B7F549D8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2AF15E-9662-63E9-7EFD-AAF9E53714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A126DF-2F27-AAE9-509B-33B91D26E7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0A3A8AA-F2AC-1915-04A9-63EC756842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0AD720E-DDCF-A042-525A-A95B33AF83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852172-E6C9-4B6C-929A-A9DE3837BBF1}" type="datetime1">
              <a:rPr lang="en-US" smtClean="0"/>
              <a:t>5/22/2024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1CC3DD1-3866-8861-C983-17EB37437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F36F28-5B8B-A0E8-06F7-3F5B93025A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1447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6B005-13E9-BCAA-22F3-54833121B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7409B5-5904-AB68-A3D2-EEE55612CD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B41CFF-90C9-47B3-9DA1-F2BF8D839F7E}" type="datetime1">
              <a:rPr lang="en-US" smtClean="0"/>
              <a:t>5/22/2024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65F024-0351-150D-CE65-CA2A74137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6FD2D2-622D-EAB7-F9F1-A6687F2A6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23790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5E6D05-C3FE-5D83-ABAE-5EA740EFA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6048FA-06AB-4884-A69B-986B96E68A24}" type="datetime1">
              <a:rPr lang="en-US" smtClean="0"/>
              <a:t>5/22/2024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48A5EF-28C1-DD13-2869-594EA5A3D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D7AFC8-9655-DD74-E767-245E9A7B1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61995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3982C-0085-BA19-333E-A71327042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01765-BF41-54B2-CCAB-9A893B528A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11340" y="987428"/>
            <a:ext cx="5014913" cy="4873625"/>
          </a:xfrm>
        </p:spPr>
        <p:txBody>
          <a:bodyPr/>
          <a:lstStyle>
            <a:lvl1pPr>
              <a:defRPr sz="2600"/>
            </a:lvl1pPr>
            <a:lvl2pPr>
              <a:defRPr sz="2275"/>
            </a:lvl2pPr>
            <a:lvl3pPr>
              <a:defRPr sz="1950"/>
            </a:lvl3pPr>
            <a:lvl4pPr>
              <a:defRPr sz="1625"/>
            </a:lvl4pPr>
            <a:lvl5pPr>
              <a:defRPr sz="1625"/>
            </a:lvl5pPr>
            <a:lvl6pPr>
              <a:defRPr sz="1625"/>
            </a:lvl6pPr>
            <a:lvl7pPr>
              <a:defRPr sz="1625"/>
            </a:lvl7pPr>
            <a:lvl8pPr>
              <a:defRPr sz="1625"/>
            </a:lvl8pPr>
            <a:lvl9pPr>
              <a:defRPr sz="162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4472CA-71AC-D0BD-DA67-C0026E7E70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2DE5CC-1DCA-74E9-1894-D78E49D29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B7ABA-0172-4F9C-889D-567164F66BCD}" type="datetime1">
              <a:rPr lang="en-US" smtClean="0"/>
              <a:t>5/22/2024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BBF998-C4E1-7D1D-7798-8E64EF355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D4DEEC-F443-F9CC-3C71-43B43309D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61959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275CA-C16C-F543-5FBE-94BA8E7485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05EFBD-08DC-FEC5-DB7F-889F30898BB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11340" y="987428"/>
            <a:ext cx="5014913" cy="4873625"/>
          </a:xfrm>
        </p:spPr>
        <p:txBody>
          <a:bodyPr/>
          <a:lstStyle>
            <a:lvl1pPr marL="0" indent="0">
              <a:buNone/>
              <a:defRPr sz="2600"/>
            </a:lvl1pPr>
            <a:lvl2pPr marL="371475" indent="0">
              <a:buNone/>
              <a:defRPr sz="2275"/>
            </a:lvl2pPr>
            <a:lvl3pPr marL="742950" indent="0">
              <a:buNone/>
              <a:defRPr sz="1950"/>
            </a:lvl3pPr>
            <a:lvl4pPr marL="1114425" indent="0">
              <a:buNone/>
              <a:defRPr sz="1625"/>
            </a:lvl4pPr>
            <a:lvl5pPr marL="1485900" indent="0">
              <a:buNone/>
              <a:defRPr sz="1625"/>
            </a:lvl5pPr>
            <a:lvl6pPr marL="1857375" indent="0">
              <a:buNone/>
              <a:defRPr sz="1625"/>
            </a:lvl6pPr>
            <a:lvl7pPr marL="2228850" indent="0">
              <a:buNone/>
              <a:defRPr sz="1625"/>
            </a:lvl7pPr>
            <a:lvl8pPr marL="2600325" indent="0">
              <a:buNone/>
              <a:defRPr sz="1625"/>
            </a:lvl8pPr>
            <a:lvl9pPr marL="2971800" indent="0">
              <a:buNone/>
              <a:defRPr sz="1625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55E3FE-8205-A0D3-E364-AE2329A9A7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973538-62E9-2462-AC52-41FA61FD5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AC6A5B-8AE7-4A41-B5A7-9ADC6686DC18}" type="datetime1">
              <a:rPr lang="en-US" smtClean="0"/>
              <a:t>5/22/2024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D01BD5-559A-AC1D-5F9F-FFE05E5E7A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7CE6E5-78E7-6241-E001-F0C758D0C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12491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13D88-2BF6-614B-3079-2C6D33215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328EC6-2893-E93C-61E9-FBB8B8BEFF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F8F509-5F7D-165D-0064-2BDE7D928B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559632-1575-4E14-B53B-3DC3D5ED3947}" type="datetime1">
              <a:rPr lang="en-US" smtClean="0"/>
              <a:t>5/22/2024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AE5BE3-6897-E183-83EE-24E2A66D85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A6FFAB-F65C-AA1B-F804-E5137C3FF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53165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B1A297-8AFF-A561-0BCF-DFDC8411431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8CB72B-897C-F259-A022-BD779EA2AC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9C401B-ED7F-8920-B7DE-5D74C0C21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A6868-2568-4CC9-B302-F37117B01A6E}" type="datetime1">
              <a:rPr lang="en-US" smtClean="0"/>
              <a:t>5/22/2024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596E29-87BB-96E5-3FFA-F963A867B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2EF2CD-2735-30BE-2465-466EEE1C4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8146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5/22/2024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43322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5/22/2024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34651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8401" y="4777381"/>
            <a:ext cx="7170848" cy="860400"/>
          </a:xfrm>
        </p:spPr>
        <p:txBody>
          <a:bodyPr anchor="t"/>
          <a:lstStyle>
            <a:lvl1pPr marL="0" indent="0" algn="l">
              <a:buNone/>
              <a:defRPr sz="1625" cap="all">
                <a:solidFill>
                  <a:schemeClr val="accent1"/>
                </a:solidFill>
              </a:defRPr>
            </a:lvl1pPr>
            <a:lvl2pPr marL="371475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8207914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4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slideLayout" Target="../slideLayouts/slideLayout13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Relationship Id="rId14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D783609-0CE5-670D-75C4-4EB473A033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038" y="365128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96DF15-2EE1-DB9D-BDD5-2BEDF4A946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9A8A0-7FAC-CC94-B820-32410EC442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81038" y="6356353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E0CF6C-748E-4B7A-BC8B-3011EF78ED13}" type="datetime1">
              <a:rPr lang="en-US" smtClean="0"/>
              <a:pPr/>
              <a:t>5/22/2024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ED8C11-3CED-972F-4CCA-6920830ACC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81363" y="6356353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3F2AE-352A-A10E-B208-93514C0EF2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96113" y="6356353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61913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  <p:sldLayoutId id="2147483719" r:id="rId2"/>
    <p:sldLayoutId id="2147483720" r:id="rId3"/>
    <p:sldLayoutId id="2147483721" r:id="rId4"/>
    <p:sldLayoutId id="2147483722" r:id="rId5"/>
    <p:sldLayoutId id="2147483723" r:id="rId6"/>
    <p:sldLayoutId id="2147483724" r:id="rId7"/>
    <p:sldLayoutId id="2147483725" r:id="rId8"/>
    <p:sldLayoutId id="2147483726" r:id="rId9"/>
    <p:sldLayoutId id="2147483727" r:id="rId10"/>
    <p:sldLayoutId id="2147483728" r:id="rId11"/>
    <p:sldLayoutId id="2147483729" r:id="rId12"/>
    <p:sldLayoutId id="2147483730" r:id="rId13"/>
    <p:sldLayoutId id="2147483731" r:id="rId14"/>
  </p:sldLayoutIdLst>
  <p:hf sldNum="0" hdr="0" ftr="0" dt="0"/>
  <p:txStyles>
    <p:titleStyle>
      <a:lvl1pPr algn="l" defTabSz="742950" rtl="0" eaLnBrk="1" latinLnBrk="0" hangingPunct="1">
        <a:lnSpc>
          <a:spcPct val="90000"/>
        </a:lnSpc>
        <a:spcBef>
          <a:spcPct val="0"/>
        </a:spcBef>
        <a:buNone/>
        <a:defRPr sz="357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5738" indent="-185738" algn="l" defTabSz="742950" rtl="0" eaLnBrk="1" latinLnBrk="0" hangingPunct="1">
        <a:lnSpc>
          <a:spcPct val="90000"/>
        </a:lnSpc>
        <a:spcBef>
          <a:spcPts val="813"/>
        </a:spcBef>
        <a:buFont typeface="Arial" panose="020B0604020202020204" pitchFamily="34" charset="0"/>
        <a:buChar char="•"/>
        <a:defRPr sz="2275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286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625" kern="1200">
          <a:solidFill>
            <a:schemeClr val="tx1"/>
          </a:solidFill>
          <a:latin typeface="+mn-lt"/>
          <a:ea typeface="+mn-ea"/>
          <a:cs typeface="+mn-cs"/>
        </a:defRPr>
      </a:lvl3pPr>
      <a:lvl4pPr marL="13001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6716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20431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4145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7860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31575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1pPr>
      <a:lvl2pPr marL="3714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2pPr>
      <a:lvl3pPr marL="7429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3pPr>
      <a:lvl4pPr marL="11144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4859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18573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6003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29718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884C22-E567-2E46-13CA-C26DA13A27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2 орундуу ондуктар – кошуу жана кемитүү – </a:t>
            </a:r>
            <a:r>
              <a:rPr lang="ky-KG" dirty="0"/>
              <a:t>Чечим чыгаруу </a:t>
            </a:r>
            <a:endParaRPr lang="en-US" dirty="0"/>
          </a:p>
          <a:p>
            <a:endParaRPr lang="en-US" dirty="0"/>
          </a:p>
          <a:p>
            <a:r>
              <a:rPr lang="ky-KG" dirty="0"/>
              <a:t>-  Туура же Ката</a:t>
            </a:r>
            <a:endParaRPr lang="ru-RU" dirty="0"/>
          </a:p>
          <a:p>
            <a:endParaRPr lang="ru-RU" dirty="0"/>
          </a:p>
          <a:p>
            <a:endParaRPr lang="ru-RU" dirty="0"/>
          </a:p>
          <a:p>
            <a:r>
              <a:rPr lang="ru-RU" dirty="0"/>
              <a:t>Бул ресурс математикалык ыкманын жандуу демонстрацияларын камсыз кылат.</a:t>
            </a:r>
          </a:p>
          <a:p>
            <a:endParaRPr lang="ru-RU" dirty="0"/>
          </a:p>
          <a:p>
            <a:r>
              <a:rPr lang="ru-RU" dirty="0"/>
              <a:t>Анимацияларды текшерип, </a:t>
            </a:r>
            <a:r>
              <a:rPr lang="ky-KG" dirty="0"/>
              <a:t>сабагы</a:t>
            </a:r>
            <a:r>
              <a:rPr lang="ru-RU" dirty="0"/>
              <a:t>ң</a:t>
            </a:r>
            <a:r>
              <a:rPr lang="ky-KG" dirty="0"/>
              <a:t>ызга </a:t>
            </a:r>
            <a:r>
              <a:rPr lang="ru-RU" b="1" dirty="0">
                <a:solidFill>
                  <a:srgbClr val="FF0000"/>
                </a:solidFill>
              </a:rPr>
              <a:t>КЕРЕГИ ЖОК </a:t>
            </a:r>
            <a:r>
              <a:rPr lang="ru-RU" dirty="0"/>
              <a:t>слайддарды </a:t>
            </a:r>
            <a:r>
              <a:rPr lang="ru-RU" sz="2600" b="1" dirty="0">
                <a:solidFill>
                  <a:srgbClr val="FF0000"/>
                </a:solidFill>
              </a:rPr>
              <a:t>ӨЧҮРҮ</a:t>
            </a:r>
            <a:r>
              <a:rPr lang="ky-KG" sz="2600" b="1" dirty="0">
                <a:solidFill>
                  <a:srgbClr val="FF0000"/>
                </a:solidFill>
              </a:rPr>
              <a:t>П САЛЫ</a:t>
            </a:r>
            <a:r>
              <a:rPr lang="ru-RU" sz="2600" b="1" dirty="0">
                <a:solidFill>
                  <a:srgbClr val="FF0000"/>
                </a:solidFill>
              </a:rPr>
              <a:t>ҢЫЗ.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9C32CF0-A8B2-1442-8506-9CB94EBCF53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54148" y="480616"/>
            <a:ext cx="7641034" cy="1137642"/>
          </a:xfrm>
        </p:spPr>
        <p:txBody>
          <a:bodyPr>
            <a:normAutofit/>
          </a:bodyPr>
          <a:lstStyle/>
          <a:p>
            <a:r>
              <a:rPr lang="en-US" sz="5363" dirty="0" err="1">
                <a:solidFill>
                  <a:srgbClr val="00B0F0"/>
                </a:solidFill>
              </a:rPr>
              <a:t>MathKGZ</a:t>
            </a:r>
            <a:r>
              <a:rPr lang="en-US" sz="4225" dirty="0">
                <a:solidFill>
                  <a:srgbClr val="00B0F0"/>
                </a:solidFill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40756886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8C2E0AE-7EBE-F981-D20A-0535B0324E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y-KG" sz="4875" dirty="0"/>
              <a:t>Көнүгүүлөр топтомун текшерип, аларды </a:t>
            </a:r>
            <a:r>
              <a:rPr lang="ky-KG" sz="4875" dirty="0">
                <a:solidFill>
                  <a:srgbClr val="00B050"/>
                </a:solidFill>
              </a:rPr>
              <a:t>Туура</a:t>
            </a:r>
            <a:r>
              <a:rPr lang="ky-KG" sz="4875" dirty="0"/>
              <a:t> же </a:t>
            </a:r>
            <a:r>
              <a:rPr lang="ky-KG" sz="4875" dirty="0">
                <a:solidFill>
                  <a:srgbClr val="FF0000"/>
                </a:solidFill>
              </a:rPr>
              <a:t>Ката</a:t>
            </a:r>
            <a:r>
              <a:rPr lang="ky-KG" sz="4875" dirty="0"/>
              <a:t> деп эки топко бөлүңүз</a:t>
            </a:r>
            <a:endParaRPr lang="en-US" sz="4875" dirty="0"/>
          </a:p>
          <a:p>
            <a:endParaRPr lang="en-US" dirty="0"/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EEC873A1-32F3-9DD6-047E-F5A5F854AEA1}"/>
              </a:ext>
            </a:extLst>
          </p:cNvPr>
          <p:cNvSpPr txBox="1">
            <a:spLocks/>
          </p:cNvSpPr>
          <p:nvPr/>
        </p:nvSpPr>
        <p:spPr>
          <a:xfrm>
            <a:off x="161108" y="511096"/>
            <a:ext cx="7641034" cy="1137642"/>
          </a:xfrm>
          <a:prstGeom prst="rect">
            <a:avLst/>
          </a:prstGeom>
        </p:spPr>
        <p:txBody>
          <a:bodyPr vert="horz" lIns="74295" tIns="37148" rIns="74295" bIns="37148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74295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363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4225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32082304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TextBox 255">
            <a:extLst>
              <a:ext uri="{FF2B5EF4-FFF2-40B4-BE49-F238E27FC236}">
                <a16:creationId xmlns:a16="http://schemas.microsoft.com/office/drawing/2014/main" id="{B88E44BA-8734-41BD-999F-9B56202BB2A6}"/>
              </a:ext>
            </a:extLst>
          </p:cNvPr>
          <p:cNvSpPr txBox="1"/>
          <p:nvPr/>
        </p:nvSpPr>
        <p:spPr>
          <a:xfrm>
            <a:off x="2372258" y="103479"/>
            <a:ext cx="61097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400" dirty="0"/>
              <a:t>Көнүгүүлөр топтомун текшерип, аларды </a:t>
            </a:r>
            <a:r>
              <a:rPr lang="ky-KG" sz="1400" dirty="0">
                <a:solidFill>
                  <a:srgbClr val="FF0000"/>
                </a:solidFill>
              </a:rPr>
              <a:t>Туура же Ката</a:t>
            </a:r>
            <a:r>
              <a:rPr lang="ky-KG" sz="1400" dirty="0"/>
              <a:t> деп эки топко бөлүңүз</a:t>
            </a:r>
            <a:endParaRPr lang="en-US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44E187-E261-609D-ABF3-B719C4FD0C57}"/>
              </a:ext>
            </a:extLst>
          </p:cNvPr>
          <p:cNvSpPr txBox="1"/>
          <p:nvPr/>
        </p:nvSpPr>
        <p:spPr>
          <a:xfrm>
            <a:off x="1807146" y="987838"/>
            <a:ext cx="9509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= 2.79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1A50DAA-2952-6180-CC4E-ADBACE57254D}"/>
              </a:ext>
            </a:extLst>
          </p:cNvPr>
          <p:cNvSpPr txBox="1"/>
          <p:nvPr/>
        </p:nvSpPr>
        <p:spPr>
          <a:xfrm>
            <a:off x="6711657" y="987838"/>
            <a:ext cx="79541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= 4.1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CD57710-6DEF-DE15-F303-C4C6E78EAF14}"/>
              </a:ext>
            </a:extLst>
          </p:cNvPr>
          <p:cNvSpPr txBox="1"/>
          <p:nvPr/>
        </p:nvSpPr>
        <p:spPr>
          <a:xfrm>
            <a:off x="1807146" y="2309561"/>
            <a:ext cx="9509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= 4.65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EE84A86-B0D6-9D1B-CE9D-AA5E731DD871}"/>
              </a:ext>
            </a:extLst>
          </p:cNvPr>
          <p:cNvSpPr txBox="1"/>
          <p:nvPr/>
        </p:nvSpPr>
        <p:spPr>
          <a:xfrm>
            <a:off x="6711657" y="2309561"/>
            <a:ext cx="9509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= 6.89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2CEE0EA-57A4-2C1C-E781-0B25DFECA6F7}"/>
              </a:ext>
            </a:extLst>
          </p:cNvPr>
          <p:cNvSpPr txBox="1"/>
          <p:nvPr/>
        </p:nvSpPr>
        <p:spPr>
          <a:xfrm>
            <a:off x="7698366" y="3049397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−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839889B-9CCA-F0CF-F253-B09AC195631D}"/>
              </a:ext>
            </a:extLst>
          </p:cNvPr>
          <p:cNvSpPr txBox="1"/>
          <p:nvPr/>
        </p:nvSpPr>
        <p:spPr>
          <a:xfrm>
            <a:off x="6711657" y="3622975"/>
            <a:ext cx="9509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= 0.79</a:t>
            </a:r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E633DB1B-C6D6-F017-64F2-A4597929AE5F}"/>
              </a:ext>
            </a:extLst>
          </p:cNvPr>
          <p:cNvSpPr txBox="1"/>
          <p:nvPr/>
        </p:nvSpPr>
        <p:spPr>
          <a:xfrm>
            <a:off x="1807146" y="4944698"/>
            <a:ext cx="9509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= 7.99</a:t>
            </a:r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52115265-C523-94F7-5A07-78F689CFC04D}"/>
              </a:ext>
            </a:extLst>
          </p:cNvPr>
          <p:cNvSpPr txBox="1"/>
          <p:nvPr/>
        </p:nvSpPr>
        <p:spPr>
          <a:xfrm>
            <a:off x="6711657" y="4944698"/>
            <a:ext cx="9509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= 1.78</a:t>
            </a:r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D82CDF5A-3B37-B8AE-DE00-62A0C5B37BBC}"/>
              </a:ext>
            </a:extLst>
          </p:cNvPr>
          <p:cNvSpPr txBox="1"/>
          <p:nvPr/>
        </p:nvSpPr>
        <p:spPr>
          <a:xfrm>
            <a:off x="1807146" y="6274734"/>
            <a:ext cx="9509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= 0.98</a:t>
            </a:r>
          </a:p>
        </p:txBody>
      </p:sp>
      <p:sp>
        <p:nvSpPr>
          <p:cNvPr id="242" name="TextBox 241">
            <a:extLst>
              <a:ext uri="{FF2B5EF4-FFF2-40B4-BE49-F238E27FC236}">
                <a16:creationId xmlns:a16="http://schemas.microsoft.com/office/drawing/2014/main" id="{D374E326-78D7-FEBD-A8F2-F956E2AACAF7}"/>
              </a:ext>
            </a:extLst>
          </p:cNvPr>
          <p:cNvSpPr txBox="1"/>
          <p:nvPr/>
        </p:nvSpPr>
        <p:spPr>
          <a:xfrm>
            <a:off x="1807146" y="3622921"/>
            <a:ext cx="11063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= 2.812</a:t>
            </a:r>
          </a:p>
        </p:txBody>
      </p:sp>
      <p:sp>
        <p:nvSpPr>
          <p:cNvPr id="255" name="TextBox 254">
            <a:extLst>
              <a:ext uri="{FF2B5EF4-FFF2-40B4-BE49-F238E27FC236}">
                <a16:creationId xmlns:a16="http://schemas.microsoft.com/office/drawing/2014/main" id="{A5DD6CE9-E742-E66C-3BD3-B6E67F1FD553}"/>
              </a:ext>
            </a:extLst>
          </p:cNvPr>
          <p:cNvSpPr txBox="1"/>
          <p:nvPr/>
        </p:nvSpPr>
        <p:spPr>
          <a:xfrm>
            <a:off x="6703342" y="6291359"/>
            <a:ext cx="11063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= 1.935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4F9F4CB-35BA-611E-2702-3868691D0A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0430681"/>
              </p:ext>
            </p:extLst>
          </p:nvPr>
        </p:nvGraphicFramePr>
        <p:xfrm>
          <a:off x="35168" y="198120"/>
          <a:ext cx="9803424" cy="65983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01712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4901712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1319667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1319667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1319667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2037999"/>
                  </a:ext>
                </a:extLst>
              </a:tr>
              <a:tr h="1319667"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0804890"/>
                  </a:ext>
                </a:extLst>
              </a:tr>
              <a:tr h="1319667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7241893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D3933521-34D8-33CB-2626-B1177EDB8F88}"/>
              </a:ext>
            </a:extLst>
          </p:cNvPr>
          <p:cNvSpPr txBox="1"/>
          <p:nvPr/>
        </p:nvSpPr>
        <p:spPr>
          <a:xfrm>
            <a:off x="-1990" y="20925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EB6AA4D-0341-BCE5-254C-F42DD98E3E6F}"/>
              </a:ext>
            </a:extLst>
          </p:cNvPr>
          <p:cNvSpPr txBox="1"/>
          <p:nvPr/>
        </p:nvSpPr>
        <p:spPr>
          <a:xfrm>
            <a:off x="4294138" y="-61546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DDD64FA-3C56-5056-F27F-5C2896415FDF}"/>
              </a:ext>
            </a:extLst>
          </p:cNvPr>
          <p:cNvSpPr txBox="1"/>
          <p:nvPr/>
        </p:nvSpPr>
        <p:spPr>
          <a:xfrm>
            <a:off x="4901187" y="20925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B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C8B8282-7CED-2C2C-28EF-5BF8CE21306F}"/>
              </a:ext>
            </a:extLst>
          </p:cNvPr>
          <p:cNvSpPr txBox="1"/>
          <p:nvPr/>
        </p:nvSpPr>
        <p:spPr>
          <a:xfrm>
            <a:off x="-1990" y="1570306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C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085F6D5-5878-04E0-29B8-348548F31379}"/>
              </a:ext>
            </a:extLst>
          </p:cNvPr>
          <p:cNvSpPr txBox="1"/>
          <p:nvPr/>
        </p:nvSpPr>
        <p:spPr>
          <a:xfrm>
            <a:off x="4901187" y="1570306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D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86707AD-2419-4EEA-C30C-0E3D62DF28C6}"/>
              </a:ext>
            </a:extLst>
          </p:cNvPr>
          <p:cNvSpPr txBox="1"/>
          <p:nvPr/>
        </p:nvSpPr>
        <p:spPr>
          <a:xfrm>
            <a:off x="-1990" y="2906346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9B8CE54-4B4F-2AF2-B44B-BC51B58BD159}"/>
              </a:ext>
            </a:extLst>
          </p:cNvPr>
          <p:cNvSpPr txBox="1"/>
          <p:nvPr/>
        </p:nvSpPr>
        <p:spPr>
          <a:xfrm>
            <a:off x="4901187" y="2906346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F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B5107B7-969E-97AF-D2DB-C78DD36C4CC2}"/>
              </a:ext>
            </a:extLst>
          </p:cNvPr>
          <p:cNvSpPr txBox="1"/>
          <p:nvPr/>
        </p:nvSpPr>
        <p:spPr>
          <a:xfrm>
            <a:off x="-1990" y="4209562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G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6A154E6-B982-6A8D-14D3-837B2CCE687C}"/>
              </a:ext>
            </a:extLst>
          </p:cNvPr>
          <p:cNvSpPr txBox="1"/>
          <p:nvPr/>
        </p:nvSpPr>
        <p:spPr>
          <a:xfrm>
            <a:off x="4901187" y="4209562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H</a:t>
            </a:r>
          </a:p>
        </p:txBody>
      </p:sp>
      <p:sp>
        <p:nvSpPr>
          <p:cNvPr id="224" name="TextBox 223">
            <a:extLst>
              <a:ext uri="{FF2B5EF4-FFF2-40B4-BE49-F238E27FC236}">
                <a16:creationId xmlns:a16="http://schemas.microsoft.com/office/drawing/2014/main" id="{ED194BC6-EB2D-8AF0-CF45-BFD23091049E}"/>
              </a:ext>
            </a:extLst>
          </p:cNvPr>
          <p:cNvSpPr txBox="1"/>
          <p:nvPr/>
        </p:nvSpPr>
        <p:spPr>
          <a:xfrm>
            <a:off x="-1990" y="5536809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I</a:t>
            </a:r>
          </a:p>
        </p:txBody>
      </p:sp>
      <p:sp>
        <p:nvSpPr>
          <p:cNvPr id="225" name="TextBox 224">
            <a:extLst>
              <a:ext uri="{FF2B5EF4-FFF2-40B4-BE49-F238E27FC236}">
                <a16:creationId xmlns:a16="http://schemas.microsoft.com/office/drawing/2014/main" id="{A3D52EFC-2B84-78DE-7264-C64082AC6FBA}"/>
              </a:ext>
            </a:extLst>
          </p:cNvPr>
          <p:cNvSpPr txBox="1"/>
          <p:nvPr/>
        </p:nvSpPr>
        <p:spPr>
          <a:xfrm>
            <a:off x="4901187" y="5536809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J</a:t>
            </a:r>
          </a:p>
        </p:txBody>
      </p:sp>
      <p:sp>
        <p:nvSpPr>
          <p:cNvPr id="226" name="TextBox 225">
            <a:extLst>
              <a:ext uri="{FF2B5EF4-FFF2-40B4-BE49-F238E27FC236}">
                <a16:creationId xmlns:a16="http://schemas.microsoft.com/office/drawing/2014/main" id="{FDC22E9D-056E-C60E-28B1-F360BC8369BD}"/>
              </a:ext>
            </a:extLst>
          </p:cNvPr>
          <p:cNvSpPr txBox="1"/>
          <p:nvPr/>
        </p:nvSpPr>
        <p:spPr>
          <a:xfrm>
            <a:off x="2793855" y="414260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+</a:t>
            </a:r>
          </a:p>
        </p:txBody>
      </p:sp>
      <p:sp>
        <p:nvSpPr>
          <p:cNvPr id="227" name="Rectangle: Rounded Corners 226">
            <a:extLst>
              <a:ext uri="{FF2B5EF4-FFF2-40B4-BE49-F238E27FC236}">
                <a16:creationId xmlns:a16="http://schemas.microsoft.com/office/drawing/2014/main" id="{29E3FAEC-A8B4-E576-445C-99C09B01F400}"/>
              </a:ext>
            </a:extLst>
          </p:cNvPr>
          <p:cNvSpPr/>
          <p:nvPr/>
        </p:nvSpPr>
        <p:spPr>
          <a:xfrm>
            <a:off x="3217025" y="492827"/>
            <a:ext cx="1528799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9 </a:t>
            </a:r>
            <a:r>
              <a:rPr lang="ru-RU" sz="1600" dirty="0">
                <a:solidFill>
                  <a:schemeClr val="tx1"/>
                </a:solidFill>
              </a:rPr>
              <a:t>жүздүк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228" name="Rectangle: Rounded Corners 227">
            <a:extLst>
              <a:ext uri="{FF2B5EF4-FFF2-40B4-BE49-F238E27FC236}">
                <a16:creationId xmlns:a16="http://schemas.microsoft.com/office/drawing/2014/main" id="{FF6BFD60-23CB-17FF-4697-C4F7EA4D8DD4}"/>
              </a:ext>
            </a:extLst>
          </p:cNvPr>
          <p:cNvSpPr/>
          <p:nvPr/>
        </p:nvSpPr>
        <p:spPr>
          <a:xfrm>
            <a:off x="1720735" y="492827"/>
            <a:ext cx="1064132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7 </a:t>
            </a:r>
            <a:r>
              <a:rPr lang="ru-RU" sz="1600" dirty="0">
                <a:solidFill>
                  <a:schemeClr val="tx1"/>
                </a:solidFill>
              </a:rPr>
              <a:t>ондук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229" name="Rectangle: Rounded Corners 228">
            <a:extLst>
              <a:ext uri="{FF2B5EF4-FFF2-40B4-BE49-F238E27FC236}">
                <a16:creationId xmlns:a16="http://schemas.microsoft.com/office/drawing/2014/main" id="{D123A4FC-1724-D87C-05E0-68C02926074F}"/>
              </a:ext>
            </a:extLst>
          </p:cNvPr>
          <p:cNvSpPr/>
          <p:nvPr/>
        </p:nvSpPr>
        <p:spPr>
          <a:xfrm>
            <a:off x="161651" y="492827"/>
            <a:ext cx="1258474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2 </a:t>
            </a:r>
            <a:r>
              <a:rPr lang="ru-RU" sz="1600" dirty="0">
                <a:solidFill>
                  <a:schemeClr val="tx1"/>
                </a:solidFill>
              </a:rPr>
              <a:t>бирдик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230" name="TextBox 229">
            <a:extLst>
              <a:ext uri="{FF2B5EF4-FFF2-40B4-BE49-F238E27FC236}">
                <a16:creationId xmlns:a16="http://schemas.microsoft.com/office/drawing/2014/main" id="{28D018D1-DCB5-4EF9-A969-C337A3C94BE9}"/>
              </a:ext>
            </a:extLst>
          </p:cNvPr>
          <p:cNvSpPr txBox="1"/>
          <p:nvPr/>
        </p:nvSpPr>
        <p:spPr>
          <a:xfrm>
            <a:off x="1399909" y="443832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+</a:t>
            </a:r>
          </a:p>
        </p:txBody>
      </p:sp>
      <p:sp>
        <p:nvSpPr>
          <p:cNvPr id="231" name="TextBox 230">
            <a:extLst>
              <a:ext uri="{FF2B5EF4-FFF2-40B4-BE49-F238E27FC236}">
                <a16:creationId xmlns:a16="http://schemas.microsoft.com/office/drawing/2014/main" id="{00D6D4E0-B736-CB39-DA82-222CC8A52CF8}"/>
              </a:ext>
            </a:extLst>
          </p:cNvPr>
          <p:cNvSpPr txBox="1"/>
          <p:nvPr/>
        </p:nvSpPr>
        <p:spPr>
          <a:xfrm>
            <a:off x="1807146" y="987838"/>
            <a:ext cx="9509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= 2.79</a:t>
            </a:r>
          </a:p>
        </p:txBody>
      </p:sp>
      <p:sp>
        <p:nvSpPr>
          <p:cNvPr id="232" name="Rectangle: Rounded Corners 231">
            <a:extLst>
              <a:ext uri="{FF2B5EF4-FFF2-40B4-BE49-F238E27FC236}">
                <a16:creationId xmlns:a16="http://schemas.microsoft.com/office/drawing/2014/main" id="{D5F947FA-88F9-77E8-7F3E-45E3FDA63047}"/>
              </a:ext>
            </a:extLst>
          </p:cNvPr>
          <p:cNvSpPr/>
          <p:nvPr/>
        </p:nvSpPr>
        <p:spPr>
          <a:xfrm>
            <a:off x="7615845" y="492827"/>
            <a:ext cx="1014153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11 </a:t>
            </a:r>
            <a:r>
              <a:rPr lang="ru-RU" sz="1600" dirty="0">
                <a:solidFill>
                  <a:schemeClr val="tx1"/>
                </a:solidFill>
              </a:rPr>
              <a:t>ондук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233" name="Rectangle: Rounded Corners 232">
            <a:extLst>
              <a:ext uri="{FF2B5EF4-FFF2-40B4-BE49-F238E27FC236}">
                <a16:creationId xmlns:a16="http://schemas.microsoft.com/office/drawing/2014/main" id="{22BFCE23-8760-8811-2B0D-5D00EF077E99}"/>
              </a:ext>
            </a:extLst>
          </p:cNvPr>
          <p:cNvSpPr/>
          <p:nvPr/>
        </p:nvSpPr>
        <p:spPr>
          <a:xfrm>
            <a:off x="5984082" y="492827"/>
            <a:ext cx="1149626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3 </a:t>
            </a:r>
            <a:r>
              <a:rPr lang="ru-RU" sz="1600" dirty="0">
                <a:solidFill>
                  <a:schemeClr val="tx1"/>
                </a:solidFill>
              </a:rPr>
              <a:t>бирдик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08E5F8D0-E072-2DEA-EFCA-7BBACBD42D9B}"/>
              </a:ext>
            </a:extLst>
          </p:cNvPr>
          <p:cNvSpPr txBox="1"/>
          <p:nvPr/>
        </p:nvSpPr>
        <p:spPr>
          <a:xfrm>
            <a:off x="7192675" y="414260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+</a:t>
            </a:r>
          </a:p>
        </p:txBody>
      </p:sp>
      <p:sp>
        <p:nvSpPr>
          <p:cNvPr id="235" name="TextBox 234">
            <a:extLst>
              <a:ext uri="{FF2B5EF4-FFF2-40B4-BE49-F238E27FC236}">
                <a16:creationId xmlns:a16="http://schemas.microsoft.com/office/drawing/2014/main" id="{9F763048-E638-B032-DB7F-60FDCC345238}"/>
              </a:ext>
            </a:extLst>
          </p:cNvPr>
          <p:cNvSpPr txBox="1"/>
          <p:nvPr/>
        </p:nvSpPr>
        <p:spPr>
          <a:xfrm>
            <a:off x="6711657" y="987838"/>
            <a:ext cx="79541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= 4.1</a:t>
            </a:r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08838DB9-AE0F-E530-875E-6C63AE8E2B01}"/>
              </a:ext>
            </a:extLst>
          </p:cNvPr>
          <p:cNvSpPr txBox="1"/>
          <p:nvPr/>
        </p:nvSpPr>
        <p:spPr>
          <a:xfrm>
            <a:off x="2793855" y="1735983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−</a:t>
            </a:r>
          </a:p>
        </p:txBody>
      </p:sp>
      <p:sp>
        <p:nvSpPr>
          <p:cNvPr id="237" name="Rectangle: Rounded Corners 236">
            <a:extLst>
              <a:ext uri="{FF2B5EF4-FFF2-40B4-BE49-F238E27FC236}">
                <a16:creationId xmlns:a16="http://schemas.microsoft.com/office/drawing/2014/main" id="{60F3E340-DD0F-AB6A-FF6B-C2EF6DFB9835}"/>
              </a:ext>
            </a:extLst>
          </p:cNvPr>
          <p:cNvSpPr/>
          <p:nvPr/>
        </p:nvSpPr>
        <p:spPr>
          <a:xfrm>
            <a:off x="3217025" y="1814550"/>
            <a:ext cx="1528799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5 </a:t>
            </a:r>
            <a:r>
              <a:rPr lang="ru-RU" sz="1600" dirty="0">
                <a:solidFill>
                  <a:schemeClr val="tx1"/>
                </a:solidFill>
              </a:rPr>
              <a:t>жүздүк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238" name="Rectangle: Rounded Corners 237">
            <a:extLst>
              <a:ext uri="{FF2B5EF4-FFF2-40B4-BE49-F238E27FC236}">
                <a16:creationId xmlns:a16="http://schemas.microsoft.com/office/drawing/2014/main" id="{5730E4B3-85A3-581C-0A1B-F4828C93D87A}"/>
              </a:ext>
            </a:extLst>
          </p:cNvPr>
          <p:cNvSpPr/>
          <p:nvPr/>
        </p:nvSpPr>
        <p:spPr>
          <a:xfrm>
            <a:off x="1720734" y="1814550"/>
            <a:ext cx="1014153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6 </a:t>
            </a:r>
            <a:r>
              <a:rPr lang="ru-RU" sz="1600" dirty="0">
                <a:solidFill>
                  <a:schemeClr val="tx1"/>
                </a:solidFill>
              </a:rPr>
              <a:t>ондук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243" name="Rectangle: Rounded Corners 242">
            <a:extLst>
              <a:ext uri="{FF2B5EF4-FFF2-40B4-BE49-F238E27FC236}">
                <a16:creationId xmlns:a16="http://schemas.microsoft.com/office/drawing/2014/main" id="{0E654444-140B-04A0-1010-D430EF324554}"/>
              </a:ext>
            </a:extLst>
          </p:cNvPr>
          <p:cNvSpPr/>
          <p:nvPr/>
        </p:nvSpPr>
        <p:spPr>
          <a:xfrm>
            <a:off x="97443" y="1814550"/>
            <a:ext cx="1141153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4 </a:t>
            </a:r>
            <a:r>
              <a:rPr lang="ru-RU" sz="1600" dirty="0">
                <a:solidFill>
                  <a:schemeClr val="tx1"/>
                </a:solidFill>
              </a:rPr>
              <a:t>бирдик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244" name="TextBox 243">
            <a:extLst>
              <a:ext uri="{FF2B5EF4-FFF2-40B4-BE49-F238E27FC236}">
                <a16:creationId xmlns:a16="http://schemas.microsoft.com/office/drawing/2014/main" id="{8C965D89-E8C0-2FFC-4120-ADB152E0CA11}"/>
              </a:ext>
            </a:extLst>
          </p:cNvPr>
          <p:cNvSpPr txBox="1"/>
          <p:nvPr/>
        </p:nvSpPr>
        <p:spPr>
          <a:xfrm>
            <a:off x="1297564" y="1735983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+</a:t>
            </a:r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A0903F7C-4EAE-4E90-2AEE-2583851741F7}"/>
              </a:ext>
            </a:extLst>
          </p:cNvPr>
          <p:cNvSpPr txBox="1"/>
          <p:nvPr/>
        </p:nvSpPr>
        <p:spPr>
          <a:xfrm>
            <a:off x="1807146" y="2309561"/>
            <a:ext cx="9509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= 4.65</a:t>
            </a:r>
          </a:p>
        </p:txBody>
      </p:sp>
      <p:sp>
        <p:nvSpPr>
          <p:cNvPr id="246" name="TextBox 245">
            <a:extLst>
              <a:ext uri="{FF2B5EF4-FFF2-40B4-BE49-F238E27FC236}">
                <a16:creationId xmlns:a16="http://schemas.microsoft.com/office/drawing/2014/main" id="{70967543-316C-F906-3193-F7B0BBE3D557}"/>
              </a:ext>
            </a:extLst>
          </p:cNvPr>
          <p:cNvSpPr txBox="1"/>
          <p:nvPr/>
        </p:nvSpPr>
        <p:spPr>
          <a:xfrm>
            <a:off x="7698366" y="1735983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+</a:t>
            </a:r>
          </a:p>
        </p:txBody>
      </p:sp>
      <p:sp>
        <p:nvSpPr>
          <p:cNvPr id="247" name="Rectangle: Rounded Corners 246">
            <a:extLst>
              <a:ext uri="{FF2B5EF4-FFF2-40B4-BE49-F238E27FC236}">
                <a16:creationId xmlns:a16="http://schemas.microsoft.com/office/drawing/2014/main" id="{C3B9F5D1-BDC4-5A0B-8E48-7E8C36F32CDD}"/>
              </a:ext>
            </a:extLst>
          </p:cNvPr>
          <p:cNvSpPr/>
          <p:nvPr/>
        </p:nvSpPr>
        <p:spPr>
          <a:xfrm>
            <a:off x="8121536" y="1814550"/>
            <a:ext cx="1528799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9 </a:t>
            </a:r>
            <a:r>
              <a:rPr lang="ru-RU" sz="1600" dirty="0">
                <a:solidFill>
                  <a:schemeClr val="tx1"/>
                </a:solidFill>
              </a:rPr>
              <a:t>жүздүк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249" name="Rectangle: Rounded Corners 248">
            <a:extLst>
              <a:ext uri="{FF2B5EF4-FFF2-40B4-BE49-F238E27FC236}">
                <a16:creationId xmlns:a16="http://schemas.microsoft.com/office/drawing/2014/main" id="{5644D6A4-931A-19B9-F49F-567E31E4C83F}"/>
              </a:ext>
            </a:extLst>
          </p:cNvPr>
          <p:cNvSpPr/>
          <p:nvPr/>
        </p:nvSpPr>
        <p:spPr>
          <a:xfrm>
            <a:off x="6625245" y="1814550"/>
            <a:ext cx="1014153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2 </a:t>
            </a:r>
            <a:r>
              <a:rPr lang="ru-RU" sz="1600" dirty="0">
                <a:solidFill>
                  <a:schemeClr val="tx1"/>
                </a:solidFill>
              </a:rPr>
              <a:t>ондук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257" name="Rectangle: Rounded Corners 256">
            <a:extLst>
              <a:ext uri="{FF2B5EF4-FFF2-40B4-BE49-F238E27FC236}">
                <a16:creationId xmlns:a16="http://schemas.microsoft.com/office/drawing/2014/main" id="{AB4FCAFC-3BE9-8620-FCEC-47FC778D5447}"/>
              </a:ext>
            </a:extLst>
          </p:cNvPr>
          <p:cNvSpPr/>
          <p:nvPr/>
        </p:nvSpPr>
        <p:spPr>
          <a:xfrm>
            <a:off x="4993481" y="1814550"/>
            <a:ext cx="1149626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7 </a:t>
            </a:r>
            <a:r>
              <a:rPr lang="ru-RU" sz="1600" dirty="0">
                <a:solidFill>
                  <a:schemeClr val="tx1"/>
                </a:solidFill>
              </a:rPr>
              <a:t>бирдик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A042976E-7EEF-5C13-6BF3-B8230D8522E7}"/>
              </a:ext>
            </a:extLst>
          </p:cNvPr>
          <p:cNvSpPr txBox="1"/>
          <p:nvPr/>
        </p:nvSpPr>
        <p:spPr>
          <a:xfrm>
            <a:off x="6202075" y="1735983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−</a:t>
            </a:r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67810235-147B-7EBE-8DA8-55008225C556}"/>
              </a:ext>
            </a:extLst>
          </p:cNvPr>
          <p:cNvSpPr txBox="1"/>
          <p:nvPr/>
        </p:nvSpPr>
        <p:spPr>
          <a:xfrm>
            <a:off x="6711657" y="2309561"/>
            <a:ext cx="9509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= 6.89</a:t>
            </a: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DF3E4F7A-3E0B-2DB3-4AB0-36AF60F7EFF3}"/>
              </a:ext>
            </a:extLst>
          </p:cNvPr>
          <p:cNvSpPr txBox="1"/>
          <p:nvPr/>
        </p:nvSpPr>
        <p:spPr>
          <a:xfrm>
            <a:off x="2793855" y="3049397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+</a:t>
            </a:r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33B36C47-BE88-18B3-AC30-AA1D0DD2CC69}"/>
              </a:ext>
            </a:extLst>
          </p:cNvPr>
          <p:cNvSpPr txBox="1"/>
          <p:nvPr/>
        </p:nvSpPr>
        <p:spPr>
          <a:xfrm>
            <a:off x="1297564" y="3049397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+</a:t>
            </a:r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90A2E8F0-5B56-DCB3-C933-EF40D638A9FA}"/>
              </a:ext>
            </a:extLst>
          </p:cNvPr>
          <p:cNvSpPr txBox="1"/>
          <p:nvPr/>
        </p:nvSpPr>
        <p:spPr>
          <a:xfrm>
            <a:off x="7698366" y="3049397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−</a:t>
            </a:r>
          </a:p>
        </p:txBody>
      </p:sp>
      <p:sp>
        <p:nvSpPr>
          <p:cNvPr id="264" name="Rectangle: Rounded Corners 263">
            <a:extLst>
              <a:ext uri="{FF2B5EF4-FFF2-40B4-BE49-F238E27FC236}">
                <a16:creationId xmlns:a16="http://schemas.microsoft.com/office/drawing/2014/main" id="{1B3A133C-41D7-1FD3-3296-6B89A14EBF2C}"/>
              </a:ext>
            </a:extLst>
          </p:cNvPr>
          <p:cNvSpPr/>
          <p:nvPr/>
        </p:nvSpPr>
        <p:spPr>
          <a:xfrm>
            <a:off x="8121536" y="3127964"/>
            <a:ext cx="1528799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1 </a:t>
            </a:r>
            <a:r>
              <a:rPr lang="ru-RU" sz="1600" dirty="0">
                <a:solidFill>
                  <a:schemeClr val="tx1"/>
                </a:solidFill>
              </a:rPr>
              <a:t>жүздүк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265" name="Rectangle: Rounded Corners 264">
            <a:extLst>
              <a:ext uri="{FF2B5EF4-FFF2-40B4-BE49-F238E27FC236}">
                <a16:creationId xmlns:a16="http://schemas.microsoft.com/office/drawing/2014/main" id="{253C24D1-1012-3CC5-3B4A-25A5DF042991}"/>
              </a:ext>
            </a:extLst>
          </p:cNvPr>
          <p:cNvSpPr/>
          <p:nvPr/>
        </p:nvSpPr>
        <p:spPr>
          <a:xfrm>
            <a:off x="6625245" y="3127964"/>
            <a:ext cx="1014153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3 </a:t>
            </a:r>
            <a:r>
              <a:rPr lang="ru-RU" sz="1600" dirty="0">
                <a:solidFill>
                  <a:schemeClr val="tx1"/>
                </a:solidFill>
              </a:rPr>
              <a:t>ондук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266" name="Rectangle: Rounded Corners 265">
            <a:extLst>
              <a:ext uri="{FF2B5EF4-FFF2-40B4-BE49-F238E27FC236}">
                <a16:creationId xmlns:a16="http://schemas.microsoft.com/office/drawing/2014/main" id="{174B4C2B-F3FB-7777-0E72-433B3A19EDD6}"/>
              </a:ext>
            </a:extLst>
          </p:cNvPr>
          <p:cNvSpPr/>
          <p:nvPr/>
        </p:nvSpPr>
        <p:spPr>
          <a:xfrm>
            <a:off x="5128954" y="2931355"/>
            <a:ext cx="1014153" cy="758433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600" dirty="0">
                <a:solidFill>
                  <a:schemeClr val="tx1"/>
                </a:solidFill>
              </a:rPr>
              <a:t>бирдиктин жарымы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267" name="TextBox 266">
            <a:extLst>
              <a:ext uri="{FF2B5EF4-FFF2-40B4-BE49-F238E27FC236}">
                <a16:creationId xmlns:a16="http://schemas.microsoft.com/office/drawing/2014/main" id="{9CB04A58-C5D9-B5D5-5912-7519E657935C}"/>
              </a:ext>
            </a:extLst>
          </p:cNvPr>
          <p:cNvSpPr txBox="1"/>
          <p:nvPr/>
        </p:nvSpPr>
        <p:spPr>
          <a:xfrm>
            <a:off x="6202075" y="3049397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+</a:t>
            </a:r>
          </a:p>
        </p:txBody>
      </p:sp>
      <p:sp>
        <p:nvSpPr>
          <p:cNvPr id="268" name="TextBox 267">
            <a:extLst>
              <a:ext uri="{FF2B5EF4-FFF2-40B4-BE49-F238E27FC236}">
                <a16:creationId xmlns:a16="http://schemas.microsoft.com/office/drawing/2014/main" id="{82CD6598-990E-10AB-32AA-B343117C915A}"/>
              </a:ext>
            </a:extLst>
          </p:cNvPr>
          <p:cNvSpPr txBox="1"/>
          <p:nvPr/>
        </p:nvSpPr>
        <p:spPr>
          <a:xfrm>
            <a:off x="6711657" y="3622975"/>
            <a:ext cx="9509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= 0.79</a:t>
            </a:r>
          </a:p>
        </p:txBody>
      </p:sp>
      <p:sp>
        <p:nvSpPr>
          <p:cNvPr id="269" name="TextBox 268">
            <a:extLst>
              <a:ext uri="{FF2B5EF4-FFF2-40B4-BE49-F238E27FC236}">
                <a16:creationId xmlns:a16="http://schemas.microsoft.com/office/drawing/2014/main" id="{8B812C02-D220-E5E4-968D-CCC6635E6B5F}"/>
              </a:ext>
            </a:extLst>
          </p:cNvPr>
          <p:cNvSpPr txBox="1"/>
          <p:nvPr/>
        </p:nvSpPr>
        <p:spPr>
          <a:xfrm>
            <a:off x="2793855" y="4371120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+</a:t>
            </a:r>
          </a:p>
        </p:txBody>
      </p:sp>
      <p:sp>
        <p:nvSpPr>
          <p:cNvPr id="270" name="Rectangle: Rounded Corners 269">
            <a:extLst>
              <a:ext uri="{FF2B5EF4-FFF2-40B4-BE49-F238E27FC236}">
                <a16:creationId xmlns:a16="http://schemas.microsoft.com/office/drawing/2014/main" id="{5E583F23-18B1-D52F-3340-96C2AB20BD42}"/>
              </a:ext>
            </a:extLst>
          </p:cNvPr>
          <p:cNvSpPr/>
          <p:nvPr/>
        </p:nvSpPr>
        <p:spPr>
          <a:xfrm>
            <a:off x="3217025" y="4449687"/>
            <a:ext cx="1528799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19 </a:t>
            </a:r>
            <a:r>
              <a:rPr lang="ru-RU" sz="1600" dirty="0">
                <a:solidFill>
                  <a:schemeClr val="tx1"/>
                </a:solidFill>
              </a:rPr>
              <a:t>жүздүк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271" name="Rectangle: Rounded Corners 270">
            <a:extLst>
              <a:ext uri="{FF2B5EF4-FFF2-40B4-BE49-F238E27FC236}">
                <a16:creationId xmlns:a16="http://schemas.microsoft.com/office/drawing/2014/main" id="{42F6C3C5-1761-FC05-5FF0-52E7FAC08818}"/>
              </a:ext>
            </a:extLst>
          </p:cNvPr>
          <p:cNvSpPr/>
          <p:nvPr/>
        </p:nvSpPr>
        <p:spPr>
          <a:xfrm>
            <a:off x="1720734" y="4449687"/>
            <a:ext cx="1014153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18 </a:t>
            </a:r>
            <a:r>
              <a:rPr lang="ru-RU" sz="1600" dirty="0">
                <a:solidFill>
                  <a:schemeClr val="tx1"/>
                </a:solidFill>
              </a:rPr>
              <a:t>ондук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272" name="Rectangle: Rounded Corners 271">
            <a:extLst>
              <a:ext uri="{FF2B5EF4-FFF2-40B4-BE49-F238E27FC236}">
                <a16:creationId xmlns:a16="http://schemas.microsoft.com/office/drawing/2014/main" id="{9AA8AB02-1CF7-CAAC-D482-14FBF7C8E29B}"/>
              </a:ext>
            </a:extLst>
          </p:cNvPr>
          <p:cNvSpPr/>
          <p:nvPr/>
        </p:nvSpPr>
        <p:spPr>
          <a:xfrm>
            <a:off x="224443" y="4449687"/>
            <a:ext cx="1183296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6 </a:t>
            </a:r>
            <a:r>
              <a:rPr lang="ru-RU" sz="1600" dirty="0">
                <a:solidFill>
                  <a:schemeClr val="tx1"/>
                </a:solidFill>
              </a:rPr>
              <a:t>бирдик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273" name="TextBox 272">
            <a:extLst>
              <a:ext uri="{FF2B5EF4-FFF2-40B4-BE49-F238E27FC236}">
                <a16:creationId xmlns:a16="http://schemas.microsoft.com/office/drawing/2014/main" id="{E4FD6784-D393-B764-406C-9A8E1DB73CE4}"/>
              </a:ext>
            </a:extLst>
          </p:cNvPr>
          <p:cNvSpPr txBox="1"/>
          <p:nvPr/>
        </p:nvSpPr>
        <p:spPr>
          <a:xfrm>
            <a:off x="1297564" y="4371120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+</a:t>
            </a:r>
          </a:p>
        </p:txBody>
      </p:sp>
      <p:sp>
        <p:nvSpPr>
          <p:cNvPr id="274" name="TextBox 273">
            <a:extLst>
              <a:ext uri="{FF2B5EF4-FFF2-40B4-BE49-F238E27FC236}">
                <a16:creationId xmlns:a16="http://schemas.microsoft.com/office/drawing/2014/main" id="{D80B0261-A3D2-7785-3289-CDD042F8186F}"/>
              </a:ext>
            </a:extLst>
          </p:cNvPr>
          <p:cNvSpPr txBox="1"/>
          <p:nvPr/>
        </p:nvSpPr>
        <p:spPr>
          <a:xfrm>
            <a:off x="1807146" y="4944698"/>
            <a:ext cx="9509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= 7.99</a:t>
            </a:r>
          </a:p>
        </p:txBody>
      </p:sp>
      <p:sp>
        <p:nvSpPr>
          <p:cNvPr id="275" name="TextBox 274">
            <a:extLst>
              <a:ext uri="{FF2B5EF4-FFF2-40B4-BE49-F238E27FC236}">
                <a16:creationId xmlns:a16="http://schemas.microsoft.com/office/drawing/2014/main" id="{9A535B20-5922-36D8-D02A-22BB6A2A8FE6}"/>
              </a:ext>
            </a:extLst>
          </p:cNvPr>
          <p:cNvSpPr txBox="1"/>
          <p:nvPr/>
        </p:nvSpPr>
        <p:spPr>
          <a:xfrm>
            <a:off x="8213012" y="4371120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−</a:t>
            </a:r>
          </a:p>
        </p:txBody>
      </p:sp>
      <p:sp>
        <p:nvSpPr>
          <p:cNvPr id="276" name="Rectangle: Rounded Corners 275">
            <a:extLst>
              <a:ext uri="{FF2B5EF4-FFF2-40B4-BE49-F238E27FC236}">
                <a16:creationId xmlns:a16="http://schemas.microsoft.com/office/drawing/2014/main" id="{1E43CC4A-550C-ADFD-8D25-1EE115D294A5}"/>
              </a:ext>
            </a:extLst>
          </p:cNvPr>
          <p:cNvSpPr/>
          <p:nvPr/>
        </p:nvSpPr>
        <p:spPr>
          <a:xfrm>
            <a:off x="6625245" y="4449687"/>
            <a:ext cx="1528799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3 </a:t>
            </a:r>
            <a:r>
              <a:rPr lang="ru-RU" sz="1600" dirty="0">
                <a:solidFill>
                  <a:schemeClr val="tx1"/>
                </a:solidFill>
              </a:rPr>
              <a:t>жүздүк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277" name="Rectangle: Rounded Corners 276">
            <a:extLst>
              <a:ext uri="{FF2B5EF4-FFF2-40B4-BE49-F238E27FC236}">
                <a16:creationId xmlns:a16="http://schemas.microsoft.com/office/drawing/2014/main" id="{66323D4E-8D31-9429-F17D-40B9620230FA}"/>
              </a:ext>
            </a:extLst>
          </p:cNvPr>
          <p:cNvSpPr/>
          <p:nvPr/>
        </p:nvSpPr>
        <p:spPr>
          <a:xfrm>
            <a:off x="8636182" y="4449687"/>
            <a:ext cx="1014153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7 </a:t>
            </a:r>
            <a:r>
              <a:rPr lang="ru-RU" sz="1600" dirty="0">
                <a:solidFill>
                  <a:schemeClr val="tx1"/>
                </a:solidFill>
              </a:rPr>
              <a:t>ондук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278" name="Rectangle: Rounded Corners 277">
            <a:extLst>
              <a:ext uri="{FF2B5EF4-FFF2-40B4-BE49-F238E27FC236}">
                <a16:creationId xmlns:a16="http://schemas.microsoft.com/office/drawing/2014/main" id="{6BFFA0C9-61FC-674F-C7CF-841333B580DF}"/>
              </a:ext>
            </a:extLst>
          </p:cNvPr>
          <p:cNvSpPr/>
          <p:nvPr/>
        </p:nvSpPr>
        <p:spPr>
          <a:xfrm>
            <a:off x="5128954" y="4449687"/>
            <a:ext cx="1014153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26 </a:t>
            </a:r>
            <a:r>
              <a:rPr lang="ru-RU" sz="1600" dirty="0">
                <a:solidFill>
                  <a:schemeClr val="tx1"/>
                </a:solidFill>
              </a:rPr>
              <a:t>ондук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279" name="TextBox 278">
            <a:extLst>
              <a:ext uri="{FF2B5EF4-FFF2-40B4-BE49-F238E27FC236}">
                <a16:creationId xmlns:a16="http://schemas.microsoft.com/office/drawing/2014/main" id="{526425DF-C010-0C06-07E8-A9359B9010C6}"/>
              </a:ext>
            </a:extLst>
          </p:cNvPr>
          <p:cNvSpPr txBox="1"/>
          <p:nvPr/>
        </p:nvSpPr>
        <p:spPr>
          <a:xfrm>
            <a:off x="6202075" y="4371120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−</a:t>
            </a:r>
          </a:p>
        </p:txBody>
      </p:sp>
      <p:sp>
        <p:nvSpPr>
          <p:cNvPr id="280" name="TextBox 279">
            <a:extLst>
              <a:ext uri="{FF2B5EF4-FFF2-40B4-BE49-F238E27FC236}">
                <a16:creationId xmlns:a16="http://schemas.microsoft.com/office/drawing/2014/main" id="{5F6A4445-088E-239B-5F39-612B09B3BDB6}"/>
              </a:ext>
            </a:extLst>
          </p:cNvPr>
          <p:cNvSpPr txBox="1"/>
          <p:nvPr/>
        </p:nvSpPr>
        <p:spPr>
          <a:xfrm>
            <a:off x="6711657" y="4944698"/>
            <a:ext cx="9509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= 1.78</a:t>
            </a:r>
          </a:p>
        </p:txBody>
      </p:sp>
      <p:sp>
        <p:nvSpPr>
          <p:cNvPr id="281" name="TextBox 280">
            <a:extLst>
              <a:ext uri="{FF2B5EF4-FFF2-40B4-BE49-F238E27FC236}">
                <a16:creationId xmlns:a16="http://schemas.microsoft.com/office/drawing/2014/main" id="{10298EEC-9FCB-F65D-E78C-F77884990164}"/>
              </a:ext>
            </a:extLst>
          </p:cNvPr>
          <p:cNvSpPr txBox="1"/>
          <p:nvPr/>
        </p:nvSpPr>
        <p:spPr>
          <a:xfrm>
            <a:off x="2990779" y="5701156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−</a:t>
            </a:r>
          </a:p>
        </p:txBody>
      </p:sp>
      <p:sp>
        <p:nvSpPr>
          <p:cNvPr id="282" name="Rectangle: Rounded Corners 281">
            <a:extLst>
              <a:ext uri="{FF2B5EF4-FFF2-40B4-BE49-F238E27FC236}">
                <a16:creationId xmlns:a16="http://schemas.microsoft.com/office/drawing/2014/main" id="{ABCB8CAD-0636-EC73-F281-1A44570317BC}"/>
              </a:ext>
            </a:extLst>
          </p:cNvPr>
          <p:cNvSpPr/>
          <p:nvPr/>
        </p:nvSpPr>
        <p:spPr>
          <a:xfrm>
            <a:off x="3350375" y="5779723"/>
            <a:ext cx="1528799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26 </a:t>
            </a:r>
            <a:r>
              <a:rPr lang="ru-RU" sz="1600" dirty="0">
                <a:solidFill>
                  <a:schemeClr val="tx1"/>
                </a:solidFill>
              </a:rPr>
              <a:t>жүздүк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283" name="Rectangle: Rounded Corners 282">
            <a:extLst>
              <a:ext uri="{FF2B5EF4-FFF2-40B4-BE49-F238E27FC236}">
                <a16:creationId xmlns:a16="http://schemas.microsoft.com/office/drawing/2014/main" id="{4A356EF1-F1FD-FC0A-4669-8434EE1F6EA5}"/>
              </a:ext>
            </a:extLst>
          </p:cNvPr>
          <p:cNvSpPr/>
          <p:nvPr/>
        </p:nvSpPr>
        <p:spPr>
          <a:xfrm>
            <a:off x="1981232" y="5779723"/>
            <a:ext cx="1014153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12 </a:t>
            </a:r>
            <a:r>
              <a:rPr lang="ru-RU" sz="1600" dirty="0">
                <a:solidFill>
                  <a:schemeClr val="tx1"/>
                </a:solidFill>
              </a:rPr>
              <a:t>ондук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284" name="TextBox 283">
            <a:extLst>
              <a:ext uri="{FF2B5EF4-FFF2-40B4-BE49-F238E27FC236}">
                <a16:creationId xmlns:a16="http://schemas.microsoft.com/office/drawing/2014/main" id="{024831EB-4FB9-E3FA-3BB0-EC7662311821}"/>
              </a:ext>
            </a:extLst>
          </p:cNvPr>
          <p:cNvSpPr txBox="1"/>
          <p:nvPr/>
        </p:nvSpPr>
        <p:spPr>
          <a:xfrm>
            <a:off x="1621636" y="5701156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+</a:t>
            </a:r>
          </a:p>
        </p:txBody>
      </p:sp>
      <p:sp>
        <p:nvSpPr>
          <p:cNvPr id="285" name="TextBox 284">
            <a:extLst>
              <a:ext uri="{FF2B5EF4-FFF2-40B4-BE49-F238E27FC236}">
                <a16:creationId xmlns:a16="http://schemas.microsoft.com/office/drawing/2014/main" id="{4EF4500B-6558-2563-CD8A-CA6D0538241E}"/>
              </a:ext>
            </a:extLst>
          </p:cNvPr>
          <p:cNvSpPr txBox="1"/>
          <p:nvPr/>
        </p:nvSpPr>
        <p:spPr>
          <a:xfrm>
            <a:off x="1807146" y="6274734"/>
            <a:ext cx="9509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= 0.98</a:t>
            </a:r>
          </a:p>
        </p:txBody>
      </p:sp>
      <p:sp>
        <p:nvSpPr>
          <p:cNvPr id="286" name="Rectangle: Rounded Corners 285">
            <a:extLst>
              <a:ext uri="{FF2B5EF4-FFF2-40B4-BE49-F238E27FC236}">
                <a16:creationId xmlns:a16="http://schemas.microsoft.com/office/drawing/2014/main" id="{6501608E-4B55-91CD-B8E9-3D0E17D07739}"/>
              </a:ext>
            </a:extLst>
          </p:cNvPr>
          <p:cNvSpPr/>
          <p:nvPr/>
        </p:nvSpPr>
        <p:spPr>
          <a:xfrm>
            <a:off x="3217025" y="3127910"/>
            <a:ext cx="1528799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12 </a:t>
            </a:r>
            <a:r>
              <a:rPr lang="ru-RU" sz="1600" dirty="0">
                <a:solidFill>
                  <a:schemeClr val="tx1"/>
                </a:solidFill>
              </a:rPr>
              <a:t>жүздүк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287" name="Rectangle: Rounded Corners 286">
            <a:extLst>
              <a:ext uri="{FF2B5EF4-FFF2-40B4-BE49-F238E27FC236}">
                <a16:creationId xmlns:a16="http://schemas.microsoft.com/office/drawing/2014/main" id="{F92A6B90-A7B4-2984-06E9-F5C8456BE759}"/>
              </a:ext>
            </a:extLst>
          </p:cNvPr>
          <p:cNvSpPr/>
          <p:nvPr/>
        </p:nvSpPr>
        <p:spPr>
          <a:xfrm>
            <a:off x="1720734" y="3127910"/>
            <a:ext cx="1014153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8 </a:t>
            </a:r>
            <a:r>
              <a:rPr lang="ru-RU" sz="1600" dirty="0">
                <a:solidFill>
                  <a:schemeClr val="tx1"/>
                </a:solidFill>
              </a:rPr>
              <a:t>ондук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818664C8-C70C-0851-D09F-470EC94CBBAC}"/>
              </a:ext>
            </a:extLst>
          </p:cNvPr>
          <p:cNvSpPr/>
          <p:nvPr/>
        </p:nvSpPr>
        <p:spPr>
          <a:xfrm>
            <a:off x="224443" y="3127910"/>
            <a:ext cx="1141153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1 </a:t>
            </a:r>
            <a:r>
              <a:rPr lang="ru-RU" sz="1600" dirty="0">
                <a:solidFill>
                  <a:schemeClr val="tx1"/>
                </a:solidFill>
              </a:rPr>
              <a:t>бирдик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2B8832A-9905-7EA8-AC36-4A8D898396A9}"/>
              </a:ext>
            </a:extLst>
          </p:cNvPr>
          <p:cNvSpPr txBox="1"/>
          <p:nvPr/>
        </p:nvSpPr>
        <p:spPr>
          <a:xfrm>
            <a:off x="1807146" y="3622921"/>
            <a:ext cx="11063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= 2.812</a:t>
            </a: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0112A7AE-990E-1BC3-DE89-30048B87C81C}"/>
              </a:ext>
            </a:extLst>
          </p:cNvPr>
          <p:cNvSpPr/>
          <p:nvPr/>
        </p:nvSpPr>
        <p:spPr>
          <a:xfrm>
            <a:off x="97443" y="5622534"/>
            <a:ext cx="1528799" cy="683593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600" dirty="0">
                <a:solidFill>
                  <a:schemeClr val="tx1"/>
                </a:solidFill>
              </a:rPr>
              <a:t>ондуктун жарымы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81CE7A7-D156-94E4-ABF6-4B154C5B41EF}"/>
              </a:ext>
            </a:extLst>
          </p:cNvPr>
          <p:cNvSpPr txBox="1"/>
          <p:nvPr/>
        </p:nvSpPr>
        <p:spPr>
          <a:xfrm>
            <a:off x="7886975" y="5784283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+</a:t>
            </a: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E193842A-8925-4C66-4B55-A3EFBACCFA85}"/>
              </a:ext>
            </a:extLst>
          </p:cNvPr>
          <p:cNvSpPr/>
          <p:nvPr/>
        </p:nvSpPr>
        <p:spPr>
          <a:xfrm>
            <a:off x="8246571" y="5783557"/>
            <a:ext cx="1528799" cy="507802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213 </a:t>
            </a:r>
            <a:r>
              <a:rPr lang="ru-RU" sz="1600" dirty="0">
                <a:solidFill>
                  <a:schemeClr val="tx1"/>
                </a:solidFill>
              </a:rPr>
              <a:t>жүздүк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9B64ACA2-43B0-05B8-3D5A-A973B8025FB3}"/>
              </a:ext>
            </a:extLst>
          </p:cNvPr>
          <p:cNvSpPr/>
          <p:nvPr/>
        </p:nvSpPr>
        <p:spPr>
          <a:xfrm>
            <a:off x="6877428" y="5862850"/>
            <a:ext cx="1014153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2 </a:t>
            </a:r>
            <a:r>
              <a:rPr lang="ru-RU" sz="1600" dirty="0">
                <a:solidFill>
                  <a:schemeClr val="tx1"/>
                </a:solidFill>
              </a:rPr>
              <a:t>ондук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24BD702-F97E-69C8-02BB-3B31376FA150}"/>
              </a:ext>
            </a:extLst>
          </p:cNvPr>
          <p:cNvSpPr txBox="1"/>
          <p:nvPr/>
        </p:nvSpPr>
        <p:spPr>
          <a:xfrm>
            <a:off x="6517832" y="5784283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−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429C2DB-D054-6E7F-8D04-F1213775FB6C}"/>
              </a:ext>
            </a:extLst>
          </p:cNvPr>
          <p:cNvSpPr txBox="1"/>
          <p:nvPr/>
        </p:nvSpPr>
        <p:spPr>
          <a:xfrm>
            <a:off x="6703342" y="6291359"/>
            <a:ext cx="11063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= 1.935</a:t>
            </a: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EB9D46F0-6982-0521-B2DA-304D0188A872}"/>
              </a:ext>
            </a:extLst>
          </p:cNvPr>
          <p:cNvSpPr/>
          <p:nvPr/>
        </p:nvSpPr>
        <p:spPr>
          <a:xfrm>
            <a:off x="4993639" y="5785658"/>
            <a:ext cx="1528799" cy="52047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600" dirty="0">
                <a:solidFill>
                  <a:schemeClr val="tx1"/>
                </a:solidFill>
              </a:rPr>
              <a:t>жүздүкттүн жарымы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01DA8650-B95E-0150-C1A6-536A03968641}"/>
              </a:ext>
            </a:extLst>
          </p:cNvPr>
          <p:cNvSpPr txBox="1"/>
          <p:nvPr/>
        </p:nvSpPr>
        <p:spPr>
          <a:xfrm>
            <a:off x="1445197" y="-82641"/>
            <a:ext cx="69499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600" dirty="0"/>
              <a:t>Көнүгүүлөр топтомун текшерип, аларды </a:t>
            </a:r>
            <a:r>
              <a:rPr lang="ky-KG" sz="1600" dirty="0">
                <a:solidFill>
                  <a:srgbClr val="FF0000"/>
                </a:solidFill>
              </a:rPr>
              <a:t>Туура же Ката</a:t>
            </a:r>
            <a:r>
              <a:rPr lang="ky-KG" sz="1600" dirty="0"/>
              <a:t> деп эки топко бөлүңүз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050504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47148116-68B5-43EF-9B20-F78218403B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6582243"/>
              </p:ext>
            </p:extLst>
          </p:nvPr>
        </p:nvGraphicFramePr>
        <p:xfrm>
          <a:off x="35168" y="198120"/>
          <a:ext cx="9803424" cy="39590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01712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4901712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1319667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1319667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1319667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2037999"/>
                  </a:ext>
                </a:extLst>
              </a:tr>
            </a:tbl>
          </a:graphicData>
        </a:graphic>
      </p:graphicFrame>
      <p:sp>
        <p:nvSpPr>
          <p:cNvPr id="254" name="TextBox 253">
            <a:extLst>
              <a:ext uri="{FF2B5EF4-FFF2-40B4-BE49-F238E27FC236}">
                <a16:creationId xmlns:a16="http://schemas.microsoft.com/office/drawing/2014/main" id="{D9CE5F0C-04B0-4FE6-8B7C-3934B6CA6E7E}"/>
              </a:ext>
            </a:extLst>
          </p:cNvPr>
          <p:cNvSpPr txBox="1"/>
          <p:nvPr/>
        </p:nvSpPr>
        <p:spPr>
          <a:xfrm>
            <a:off x="-1990" y="20925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A</a:t>
            </a:r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B88E44BA-8734-41BD-999F-9B56202BB2A6}"/>
              </a:ext>
            </a:extLst>
          </p:cNvPr>
          <p:cNvSpPr txBox="1"/>
          <p:nvPr/>
        </p:nvSpPr>
        <p:spPr>
          <a:xfrm>
            <a:off x="4325236" y="-61546"/>
            <a:ext cx="12664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400" b="1" dirty="0">
                <a:solidFill>
                  <a:srgbClr val="FF0000"/>
                </a:solidFill>
              </a:rPr>
              <a:t>Туура же Ката</a:t>
            </a:r>
            <a:endParaRPr lang="en-GB" sz="1400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0C22FD3-B77F-47AC-8794-48461852773C}"/>
              </a:ext>
            </a:extLst>
          </p:cNvPr>
          <p:cNvSpPr txBox="1"/>
          <p:nvPr/>
        </p:nvSpPr>
        <p:spPr>
          <a:xfrm>
            <a:off x="4901187" y="20925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B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C9F22E2-5CFF-442C-884F-E3AF99F2B8B0}"/>
              </a:ext>
            </a:extLst>
          </p:cNvPr>
          <p:cNvSpPr txBox="1"/>
          <p:nvPr/>
        </p:nvSpPr>
        <p:spPr>
          <a:xfrm>
            <a:off x="-1990" y="1570306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C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965EAB3-34FC-496E-B0E1-603ACF8C5831}"/>
              </a:ext>
            </a:extLst>
          </p:cNvPr>
          <p:cNvSpPr txBox="1"/>
          <p:nvPr/>
        </p:nvSpPr>
        <p:spPr>
          <a:xfrm>
            <a:off x="4901187" y="1570306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D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7CBEE2A-CB01-46A8-81B8-51C37283DA04}"/>
              </a:ext>
            </a:extLst>
          </p:cNvPr>
          <p:cNvSpPr txBox="1"/>
          <p:nvPr/>
        </p:nvSpPr>
        <p:spPr>
          <a:xfrm>
            <a:off x="-1990" y="2906346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E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38A31A5B-C7F1-4C8D-9A70-BBE61F386FA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4484297" y="1052969"/>
            <a:ext cx="408033" cy="408033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2793855" y="414260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+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A94CF8B-318A-01EB-E7D1-AC1A04818C16}"/>
              </a:ext>
            </a:extLst>
          </p:cNvPr>
          <p:cNvSpPr/>
          <p:nvPr/>
        </p:nvSpPr>
        <p:spPr>
          <a:xfrm>
            <a:off x="3217025" y="492827"/>
            <a:ext cx="1528799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9 </a:t>
            </a:r>
            <a:r>
              <a:rPr lang="ru-RU" sz="1600" dirty="0">
                <a:solidFill>
                  <a:schemeClr val="tx1"/>
                </a:solidFill>
              </a:rPr>
              <a:t>жүздүк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8212CE3-BA43-F323-73BA-CA897989E02A}"/>
              </a:ext>
            </a:extLst>
          </p:cNvPr>
          <p:cNvSpPr/>
          <p:nvPr/>
        </p:nvSpPr>
        <p:spPr>
          <a:xfrm>
            <a:off x="1720734" y="492827"/>
            <a:ext cx="1014153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7 </a:t>
            </a:r>
            <a:r>
              <a:rPr lang="ru-RU" sz="1600" dirty="0">
                <a:solidFill>
                  <a:schemeClr val="tx1"/>
                </a:solidFill>
              </a:rPr>
              <a:t>ондук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D8A1FDE-616C-1166-6077-312CA23A3BBA}"/>
              </a:ext>
            </a:extLst>
          </p:cNvPr>
          <p:cNvSpPr/>
          <p:nvPr/>
        </p:nvSpPr>
        <p:spPr>
          <a:xfrm>
            <a:off x="165475" y="492827"/>
            <a:ext cx="1073121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2 </a:t>
            </a:r>
            <a:r>
              <a:rPr lang="ru-RU" sz="1600" dirty="0">
                <a:solidFill>
                  <a:schemeClr val="tx1"/>
                </a:solidFill>
              </a:rPr>
              <a:t>бирдик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DA441D8-9CA2-6480-D343-BE7D6D5BCD9E}"/>
              </a:ext>
            </a:extLst>
          </p:cNvPr>
          <p:cNvSpPr txBox="1"/>
          <p:nvPr/>
        </p:nvSpPr>
        <p:spPr>
          <a:xfrm>
            <a:off x="1297564" y="414260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+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44E187-E261-609D-ABF3-B719C4FD0C57}"/>
              </a:ext>
            </a:extLst>
          </p:cNvPr>
          <p:cNvSpPr txBox="1"/>
          <p:nvPr/>
        </p:nvSpPr>
        <p:spPr>
          <a:xfrm>
            <a:off x="1807146" y="987838"/>
            <a:ext cx="9509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= 2.79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40C19353-FE0E-2753-8FE1-C5B35FB4FCA4}"/>
              </a:ext>
            </a:extLst>
          </p:cNvPr>
          <p:cNvSpPr/>
          <p:nvPr/>
        </p:nvSpPr>
        <p:spPr>
          <a:xfrm>
            <a:off x="7615845" y="492827"/>
            <a:ext cx="1014153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11 </a:t>
            </a:r>
            <a:r>
              <a:rPr lang="ru-RU" sz="1600" dirty="0">
                <a:solidFill>
                  <a:schemeClr val="tx1"/>
                </a:solidFill>
              </a:rPr>
              <a:t>ондук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24168734-C72C-121F-C510-167DC2D5D9D6}"/>
              </a:ext>
            </a:extLst>
          </p:cNvPr>
          <p:cNvSpPr/>
          <p:nvPr/>
        </p:nvSpPr>
        <p:spPr>
          <a:xfrm>
            <a:off x="5984082" y="492827"/>
            <a:ext cx="1149626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3 </a:t>
            </a:r>
            <a:r>
              <a:rPr lang="ru-RU" sz="1600" dirty="0">
                <a:solidFill>
                  <a:schemeClr val="tx1"/>
                </a:solidFill>
              </a:rPr>
              <a:t>бирдик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338F267-DFD0-C88E-FC24-32B405051A9F}"/>
              </a:ext>
            </a:extLst>
          </p:cNvPr>
          <p:cNvSpPr txBox="1"/>
          <p:nvPr/>
        </p:nvSpPr>
        <p:spPr>
          <a:xfrm>
            <a:off x="7192675" y="414260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+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1A50DAA-2952-6180-CC4E-ADBACE57254D}"/>
              </a:ext>
            </a:extLst>
          </p:cNvPr>
          <p:cNvSpPr txBox="1"/>
          <p:nvPr/>
        </p:nvSpPr>
        <p:spPr>
          <a:xfrm>
            <a:off x="6711657" y="987838"/>
            <a:ext cx="79541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= 4.1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0B17E11-E5D3-4151-9B94-18625CA34559}"/>
              </a:ext>
            </a:extLst>
          </p:cNvPr>
          <p:cNvSpPr txBox="1"/>
          <p:nvPr/>
        </p:nvSpPr>
        <p:spPr>
          <a:xfrm>
            <a:off x="2793855" y="1735983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−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3A903095-93B7-1AD1-EC7D-91EFAAC205F7}"/>
              </a:ext>
            </a:extLst>
          </p:cNvPr>
          <p:cNvSpPr/>
          <p:nvPr/>
        </p:nvSpPr>
        <p:spPr>
          <a:xfrm>
            <a:off x="3217025" y="1814550"/>
            <a:ext cx="1528799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5 </a:t>
            </a:r>
            <a:r>
              <a:rPr lang="ru-RU" sz="1600" dirty="0">
                <a:solidFill>
                  <a:schemeClr val="tx1"/>
                </a:solidFill>
              </a:rPr>
              <a:t>жүздүк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7F4F7629-69DA-9559-6780-2AB47FBA8E09}"/>
              </a:ext>
            </a:extLst>
          </p:cNvPr>
          <p:cNvSpPr/>
          <p:nvPr/>
        </p:nvSpPr>
        <p:spPr>
          <a:xfrm>
            <a:off x="1720734" y="1814550"/>
            <a:ext cx="1014153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6 </a:t>
            </a:r>
            <a:r>
              <a:rPr lang="ru-RU" sz="1600" dirty="0">
                <a:solidFill>
                  <a:schemeClr val="tx1"/>
                </a:solidFill>
              </a:rPr>
              <a:t>ондук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31A0FC1D-AD64-06DB-7A3E-FDE922891C63}"/>
              </a:ext>
            </a:extLst>
          </p:cNvPr>
          <p:cNvSpPr/>
          <p:nvPr/>
        </p:nvSpPr>
        <p:spPr>
          <a:xfrm>
            <a:off x="67409" y="1814550"/>
            <a:ext cx="1171188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4 </a:t>
            </a:r>
            <a:r>
              <a:rPr lang="ru-RU" sz="1600" dirty="0">
                <a:solidFill>
                  <a:schemeClr val="tx1"/>
                </a:solidFill>
              </a:rPr>
              <a:t>бирдик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A4DBCC2-3DA5-7AA0-06E8-1DCFE62F2EFA}"/>
              </a:ext>
            </a:extLst>
          </p:cNvPr>
          <p:cNvSpPr txBox="1"/>
          <p:nvPr/>
        </p:nvSpPr>
        <p:spPr>
          <a:xfrm>
            <a:off x="1297564" y="1735983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+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CD57710-6DEF-DE15-F303-C4C6E78EAF14}"/>
              </a:ext>
            </a:extLst>
          </p:cNvPr>
          <p:cNvSpPr txBox="1"/>
          <p:nvPr/>
        </p:nvSpPr>
        <p:spPr>
          <a:xfrm>
            <a:off x="1807146" y="2309561"/>
            <a:ext cx="9509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= 4.65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5E5C3A2-AB5B-9FCD-8547-26E2A5EEBA70}"/>
              </a:ext>
            </a:extLst>
          </p:cNvPr>
          <p:cNvSpPr txBox="1"/>
          <p:nvPr/>
        </p:nvSpPr>
        <p:spPr>
          <a:xfrm>
            <a:off x="7698366" y="1735983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+</a:t>
            </a: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A2369E23-E9E9-A09F-DF41-D88F4A3EE638}"/>
              </a:ext>
            </a:extLst>
          </p:cNvPr>
          <p:cNvSpPr/>
          <p:nvPr/>
        </p:nvSpPr>
        <p:spPr>
          <a:xfrm>
            <a:off x="8121536" y="1814550"/>
            <a:ext cx="1528799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9 </a:t>
            </a:r>
            <a:r>
              <a:rPr lang="ru-RU" sz="1600" dirty="0">
                <a:solidFill>
                  <a:schemeClr val="tx1"/>
                </a:solidFill>
              </a:rPr>
              <a:t>жүздүк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4BF1F827-0A5C-06BF-D617-70401F660281}"/>
              </a:ext>
            </a:extLst>
          </p:cNvPr>
          <p:cNvSpPr/>
          <p:nvPr/>
        </p:nvSpPr>
        <p:spPr>
          <a:xfrm>
            <a:off x="6625245" y="1814550"/>
            <a:ext cx="1014153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2 </a:t>
            </a:r>
            <a:r>
              <a:rPr lang="ru-RU" sz="1600" dirty="0">
                <a:solidFill>
                  <a:schemeClr val="tx1"/>
                </a:solidFill>
              </a:rPr>
              <a:t>ондук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941CE9EF-558C-5216-53A5-87858F522FC2}"/>
              </a:ext>
            </a:extLst>
          </p:cNvPr>
          <p:cNvSpPr/>
          <p:nvPr/>
        </p:nvSpPr>
        <p:spPr>
          <a:xfrm>
            <a:off x="5069986" y="1814550"/>
            <a:ext cx="1073121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7 </a:t>
            </a:r>
            <a:r>
              <a:rPr lang="ru-RU" sz="1600" dirty="0">
                <a:solidFill>
                  <a:schemeClr val="tx1"/>
                </a:solidFill>
              </a:rPr>
              <a:t>бирдик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84EC72A-7A78-D5B0-0C5C-9339C1102EEC}"/>
              </a:ext>
            </a:extLst>
          </p:cNvPr>
          <p:cNvSpPr txBox="1"/>
          <p:nvPr/>
        </p:nvSpPr>
        <p:spPr>
          <a:xfrm>
            <a:off x="6202075" y="1735983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−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EE84A86-B0D6-9D1B-CE9D-AA5E731DD871}"/>
              </a:ext>
            </a:extLst>
          </p:cNvPr>
          <p:cNvSpPr txBox="1"/>
          <p:nvPr/>
        </p:nvSpPr>
        <p:spPr>
          <a:xfrm>
            <a:off x="6711657" y="2309561"/>
            <a:ext cx="9509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= 6.89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1F368DE-8827-6D44-A3EC-1EC7E6784B23}"/>
              </a:ext>
            </a:extLst>
          </p:cNvPr>
          <p:cNvSpPr txBox="1"/>
          <p:nvPr/>
        </p:nvSpPr>
        <p:spPr>
          <a:xfrm>
            <a:off x="2793855" y="3049397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+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848F9F9-2DB8-0C38-54D6-F78A0C50788D}"/>
              </a:ext>
            </a:extLst>
          </p:cNvPr>
          <p:cNvSpPr txBox="1"/>
          <p:nvPr/>
        </p:nvSpPr>
        <p:spPr>
          <a:xfrm>
            <a:off x="1297564" y="3049397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+</a:t>
            </a:r>
          </a:p>
        </p:txBody>
      </p:sp>
      <p:pic>
        <p:nvPicPr>
          <p:cNvPr id="216" name="Picture 215">
            <a:extLst>
              <a:ext uri="{FF2B5EF4-FFF2-40B4-BE49-F238E27FC236}">
                <a16:creationId xmlns:a16="http://schemas.microsoft.com/office/drawing/2014/main" id="{BC2CC5A5-62AF-4B63-0FB9-E6B031C66EB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4490967" y="2351587"/>
            <a:ext cx="408033" cy="408033"/>
          </a:xfrm>
          <a:prstGeom prst="rect">
            <a:avLst/>
          </a:prstGeom>
        </p:spPr>
      </p:pic>
      <p:pic>
        <p:nvPicPr>
          <p:cNvPr id="217" name="Picture 216">
            <a:extLst>
              <a:ext uri="{FF2B5EF4-FFF2-40B4-BE49-F238E27FC236}">
                <a16:creationId xmlns:a16="http://schemas.microsoft.com/office/drawing/2014/main" id="{986DAC2F-D446-5333-FF5B-7E4265BCB6F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9372181" y="1074443"/>
            <a:ext cx="408033" cy="408033"/>
          </a:xfrm>
          <a:prstGeom prst="rect">
            <a:avLst/>
          </a:prstGeom>
        </p:spPr>
      </p:pic>
      <p:pic>
        <p:nvPicPr>
          <p:cNvPr id="232" name="Picture 231">
            <a:extLst>
              <a:ext uri="{FF2B5EF4-FFF2-40B4-BE49-F238E27FC236}">
                <a16:creationId xmlns:a16="http://schemas.microsoft.com/office/drawing/2014/main" id="{A94607BC-63E5-AF94-CB18-3803FB9EF93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9372181" y="2385083"/>
            <a:ext cx="408033" cy="408033"/>
          </a:xfrm>
          <a:prstGeom prst="rect">
            <a:avLst/>
          </a:prstGeom>
        </p:spPr>
      </p:pic>
      <p:sp>
        <p:nvSpPr>
          <p:cNvPr id="239" name="Rectangle: Rounded Corners 238">
            <a:extLst>
              <a:ext uri="{FF2B5EF4-FFF2-40B4-BE49-F238E27FC236}">
                <a16:creationId xmlns:a16="http://schemas.microsoft.com/office/drawing/2014/main" id="{D1EF3F42-D582-9093-B372-8CC46584DB0E}"/>
              </a:ext>
            </a:extLst>
          </p:cNvPr>
          <p:cNvSpPr/>
          <p:nvPr/>
        </p:nvSpPr>
        <p:spPr>
          <a:xfrm>
            <a:off x="3217025" y="3127910"/>
            <a:ext cx="1528799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12 </a:t>
            </a:r>
            <a:r>
              <a:rPr lang="ru-RU" sz="1600" dirty="0">
                <a:solidFill>
                  <a:schemeClr val="tx1"/>
                </a:solidFill>
              </a:rPr>
              <a:t>жүздүк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240" name="Rectangle: Rounded Corners 239">
            <a:extLst>
              <a:ext uri="{FF2B5EF4-FFF2-40B4-BE49-F238E27FC236}">
                <a16:creationId xmlns:a16="http://schemas.microsoft.com/office/drawing/2014/main" id="{516B75AE-49E8-D3DC-064E-AE73A6DD80C1}"/>
              </a:ext>
            </a:extLst>
          </p:cNvPr>
          <p:cNvSpPr/>
          <p:nvPr/>
        </p:nvSpPr>
        <p:spPr>
          <a:xfrm>
            <a:off x="1720734" y="3127910"/>
            <a:ext cx="1014153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8 </a:t>
            </a:r>
            <a:r>
              <a:rPr lang="ru-RU" sz="1600" dirty="0">
                <a:solidFill>
                  <a:schemeClr val="tx1"/>
                </a:solidFill>
              </a:rPr>
              <a:t>ондук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241" name="Rectangle: Rounded Corners 240">
            <a:extLst>
              <a:ext uri="{FF2B5EF4-FFF2-40B4-BE49-F238E27FC236}">
                <a16:creationId xmlns:a16="http://schemas.microsoft.com/office/drawing/2014/main" id="{532F257F-8E82-9B07-CC33-DA256F753A03}"/>
              </a:ext>
            </a:extLst>
          </p:cNvPr>
          <p:cNvSpPr/>
          <p:nvPr/>
        </p:nvSpPr>
        <p:spPr>
          <a:xfrm>
            <a:off x="224443" y="3127910"/>
            <a:ext cx="1171188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1 </a:t>
            </a:r>
            <a:r>
              <a:rPr lang="ru-RU" sz="1600" dirty="0">
                <a:solidFill>
                  <a:schemeClr val="tx1"/>
                </a:solidFill>
              </a:rPr>
              <a:t>бирдик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242" name="TextBox 241">
            <a:extLst>
              <a:ext uri="{FF2B5EF4-FFF2-40B4-BE49-F238E27FC236}">
                <a16:creationId xmlns:a16="http://schemas.microsoft.com/office/drawing/2014/main" id="{D374E326-78D7-FEBD-A8F2-F956E2AACAF7}"/>
              </a:ext>
            </a:extLst>
          </p:cNvPr>
          <p:cNvSpPr txBox="1"/>
          <p:nvPr/>
        </p:nvSpPr>
        <p:spPr>
          <a:xfrm>
            <a:off x="1807146" y="3622921"/>
            <a:ext cx="11063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= 2.812</a:t>
            </a:r>
          </a:p>
        </p:txBody>
      </p:sp>
      <p:pic>
        <p:nvPicPr>
          <p:cNvPr id="243" name="Picture 242">
            <a:extLst>
              <a:ext uri="{FF2B5EF4-FFF2-40B4-BE49-F238E27FC236}">
                <a16:creationId xmlns:a16="http://schemas.microsoft.com/office/drawing/2014/main" id="{C293D07B-C104-EF55-1719-93F08CAC773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4466027" y="3731448"/>
            <a:ext cx="408033" cy="408033"/>
          </a:xfrm>
          <a:prstGeom prst="rect">
            <a:avLst/>
          </a:prstGeom>
        </p:spPr>
      </p:pic>
      <p:sp>
        <p:nvSpPr>
          <p:cNvPr id="261" name="Rectangle 260">
            <a:extLst>
              <a:ext uri="{FF2B5EF4-FFF2-40B4-BE49-F238E27FC236}">
                <a16:creationId xmlns:a16="http://schemas.microsoft.com/office/drawing/2014/main" id="{193F7652-5406-88A9-AD60-C5138FDC7993}"/>
              </a:ext>
            </a:extLst>
          </p:cNvPr>
          <p:cNvSpPr/>
          <p:nvPr/>
        </p:nvSpPr>
        <p:spPr>
          <a:xfrm>
            <a:off x="5185050" y="4090871"/>
            <a:ext cx="4015651" cy="175432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Ж</a:t>
            </a:r>
            <a:r>
              <a:rPr lang="ru-RU" sz="5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ооптордун </a:t>
            </a:r>
          </a:p>
          <a:p>
            <a:pPr algn="ctr"/>
            <a:r>
              <a:rPr lang="ru-RU" sz="5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жарымы </a:t>
            </a:r>
            <a:endParaRPr lang="en-US" sz="5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7708535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TextBox 310">
            <a:extLst>
              <a:ext uri="{FF2B5EF4-FFF2-40B4-BE49-F238E27FC236}">
                <a16:creationId xmlns:a16="http://schemas.microsoft.com/office/drawing/2014/main" id="{834B2F48-DB4E-D6AE-BA2E-37954299FBE6}"/>
              </a:ext>
            </a:extLst>
          </p:cNvPr>
          <p:cNvSpPr txBox="1"/>
          <p:nvPr/>
        </p:nvSpPr>
        <p:spPr>
          <a:xfrm>
            <a:off x="4325236" y="-61546"/>
            <a:ext cx="12664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400" b="1" dirty="0">
                <a:solidFill>
                  <a:srgbClr val="FF0000"/>
                </a:solidFill>
              </a:rPr>
              <a:t>Туура же Ката</a:t>
            </a:r>
            <a:endParaRPr lang="en-GB" sz="1400" b="1" dirty="0"/>
          </a:p>
        </p:txBody>
      </p:sp>
      <p:sp>
        <p:nvSpPr>
          <p:cNvPr id="312" name="TextBox 311">
            <a:extLst>
              <a:ext uri="{FF2B5EF4-FFF2-40B4-BE49-F238E27FC236}">
                <a16:creationId xmlns:a16="http://schemas.microsoft.com/office/drawing/2014/main" id="{4F08A196-8EA6-E848-3DA4-082F44124F61}"/>
              </a:ext>
            </a:extLst>
          </p:cNvPr>
          <p:cNvSpPr txBox="1"/>
          <p:nvPr/>
        </p:nvSpPr>
        <p:spPr>
          <a:xfrm>
            <a:off x="1807146" y="987838"/>
            <a:ext cx="9509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= 2.79</a:t>
            </a:r>
          </a:p>
        </p:txBody>
      </p:sp>
      <p:sp>
        <p:nvSpPr>
          <p:cNvPr id="313" name="TextBox 312">
            <a:extLst>
              <a:ext uri="{FF2B5EF4-FFF2-40B4-BE49-F238E27FC236}">
                <a16:creationId xmlns:a16="http://schemas.microsoft.com/office/drawing/2014/main" id="{694A39B9-E5ED-F5AC-E4BF-035CE8F8EFE3}"/>
              </a:ext>
            </a:extLst>
          </p:cNvPr>
          <p:cNvSpPr txBox="1"/>
          <p:nvPr/>
        </p:nvSpPr>
        <p:spPr>
          <a:xfrm>
            <a:off x="6711657" y="987838"/>
            <a:ext cx="79541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= 4.1</a:t>
            </a:r>
          </a:p>
        </p:txBody>
      </p:sp>
      <p:sp>
        <p:nvSpPr>
          <p:cNvPr id="314" name="TextBox 313">
            <a:extLst>
              <a:ext uri="{FF2B5EF4-FFF2-40B4-BE49-F238E27FC236}">
                <a16:creationId xmlns:a16="http://schemas.microsoft.com/office/drawing/2014/main" id="{9F62BD5D-833F-16E4-18C8-C4CE93F8C9D5}"/>
              </a:ext>
            </a:extLst>
          </p:cNvPr>
          <p:cNvSpPr txBox="1"/>
          <p:nvPr/>
        </p:nvSpPr>
        <p:spPr>
          <a:xfrm>
            <a:off x="1807146" y="2309561"/>
            <a:ext cx="9509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= 4.65</a:t>
            </a:r>
          </a:p>
        </p:txBody>
      </p:sp>
      <p:sp>
        <p:nvSpPr>
          <p:cNvPr id="315" name="TextBox 314">
            <a:extLst>
              <a:ext uri="{FF2B5EF4-FFF2-40B4-BE49-F238E27FC236}">
                <a16:creationId xmlns:a16="http://schemas.microsoft.com/office/drawing/2014/main" id="{2C2796D3-211B-312E-A1C4-CCC79BB7EBC2}"/>
              </a:ext>
            </a:extLst>
          </p:cNvPr>
          <p:cNvSpPr txBox="1"/>
          <p:nvPr/>
        </p:nvSpPr>
        <p:spPr>
          <a:xfrm>
            <a:off x="6711657" y="2309561"/>
            <a:ext cx="9509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= 6.89</a:t>
            </a:r>
          </a:p>
        </p:txBody>
      </p:sp>
      <p:sp>
        <p:nvSpPr>
          <p:cNvPr id="316" name="TextBox 315">
            <a:extLst>
              <a:ext uri="{FF2B5EF4-FFF2-40B4-BE49-F238E27FC236}">
                <a16:creationId xmlns:a16="http://schemas.microsoft.com/office/drawing/2014/main" id="{A68A2836-31CD-15E2-5465-BC115485EB75}"/>
              </a:ext>
            </a:extLst>
          </p:cNvPr>
          <p:cNvSpPr txBox="1"/>
          <p:nvPr/>
        </p:nvSpPr>
        <p:spPr>
          <a:xfrm>
            <a:off x="7698366" y="3049397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−</a:t>
            </a:r>
          </a:p>
        </p:txBody>
      </p:sp>
      <p:sp>
        <p:nvSpPr>
          <p:cNvPr id="317" name="TextBox 316">
            <a:extLst>
              <a:ext uri="{FF2B5EF4-FFF2-40B4-BE49-F238E27FC236}">
                <a16:creationId xmlns:a16="http://schemas.microsoft.com/office/drawing/2014/main" id="{FC0371C6-6F15-5B51-C2D7-A4A18855972A}"/>
              </a:ext>
            </a:extLst>
          </p:cNvPr>
          <p:cNvSpPr txBox="1"/>
          <p:nvPr/>
        </p:nvSpPr>
        <p:spPr>
          <a:xfrm>
            <a:off x="6711657" y="3622975"/>
            <a:ext cx="9509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= 0.79</a:t>
            </a:r>
          </a:p>
        </p:txBody>
      </p:sp>
      <p:sp>
        <p:nvSpPr>
          <p:cNvPr id="318" name="TextBox 317">
            <a:extLst>
              <a:ext uri="{FF2B5EF4-FFF2-40B4-BE49-F238E27FC236}">
                <a16:creationId xmlns:a16="http://schemas.microsoft.com/office/drawing/2014/main" id="{E95AD40C-3F23-0FE7-3BE7-C914CA07C198}"/>
              </a:ext>
            </a:extLst>
          </p:cNvPr>
          <p:cNvSpPr txBox="1"/>
          <p:nvPr/>
        </p:nvSpPr>
        <p:spPr>
          <a:xfrm>
            <a:off x="1807146" y="4944698"/>
            <a:ext cx="9509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= 7.99</a:t>
            </a:r>
          </a:p>
        </p:txBody>
      </p:sp>
      <p:sp>
        <p:nvSpPr>
          <p:cNvPr id="319" name="TextBox 318">
            <a:extLst>
              <a:ext uri="{FF2B5EF4-FFF2-40B4-BE49-F238E27FC236}">
                <a16:creationId xmlns:a16="http://schemas.microsoft.com/office/drawing/2014/main" id="{12B9D145-F9A7-D0B8-A5E0-ED988BB6EC9E}"/>
              </a:ext>
            </a:extLst>
          </p:cNvPr>
          <p:cNvSpPr txBox="1"/>
          <p:nvPr/>
        </p:nvSpPr>
        <p:spPr>
          <a:xfrm>
            <a:off x="6711657" y="4944698"/>
            <a:ext cx="9509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= 1.78</a:t>
            </a:r>
          </a:p>
        </p:txBody>
      </p:sp>
      <p:sp>
        <p:nvSpPr>
          <p:cNvPr id="320" name="TextBox 319">
            <a:extLst>
              <a:ext uri="{FF2B5EF4-FFF2-40B4-BE49-F238E27FC236}">
                <a16:creationId xmlns:a16="http://schemas.microsoft.com/office/drawing/2014/main" id="{A8B1E771-403F-481A-05A2-6E0D6D5EB006}"/>
              </a:ext>
            </a:extLst>
          </p:cNvPr>
          <p:cNvSpPr txBox="1"/>
          <p:nvPr/>
        </p:nvSpPr>
        <p:spPr>
          <a:xfrm>
            <a:off x="1807146" y="6274734"/>
            <a:ext cx="9509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= 0.98</a:t>
            </a:r>
          </a:p>
        </p:txBody>
      </p:sp>
      <p:sp>
        <p:nvSpPr>
          <p:cNvPr id="321" name="TextBox 320">
            <a:extLst>
              <a:ext uri="{FF2B5EF4-FFF2-40B4-BE49-F238E27FC236}">
                <a16:creationId xmlns:a16="http://schemas.microsoft.com/office/drawing/2014/main" id="{4ED727C1-74BE-1A33-E65E-BFCFA5ECD52F}"/>
              </a:ext>
            </a:extLst>
          </p:cNvPr>
          <p:cNvSpPr txBox="1"/>
          <p:nvPr/>
        </p:nvSpPr>
        <p:spPr>
          <a:xfrm>
            <a:off x="1807146" y="3622921"/>
            <a:ext cx="11063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= 2.812</a:t>
            </a:r>
          </a:p>
        </p:txBody>
      </p:sp>
      <p:sp>
        <p:nvSpPr>
          <p:cNvPr id="322" name="TextBox 321">
            <a:extLst>
              <a:ext uri="{FF2B5EF4-FFF2-40B4-BE49-F238E27FC236}">
                <a16:creationId xmlns:a16="http://schemas.microsoft.com/office/drawing/2014/main" id="{9024B75E-6BD5-95C1-4B8C-3DF4E2531B14}"/>
              </a:ext>
            </a:extLst>
          </p:cNvPr>
          <p:cNvSpPr txBox="1"/>
          <p:nvPr/>
        </p:nvSpPr>
        <p:spPr>
          <a:xfrm>
            <a:off x="6703342" y="6291359"/>
            <a:ext cx="11063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= 1.935</a:t>
            </a:r>
          </a:p>
        </p:txBody>
      </p:sp>
      <p:graphicFrame>
        <p:nvGraphicFramePr>
          <p:cNvPr id="323" name="Table 322">
            <a:extLst>
              <a:ext uri="{FF2B5EF4-FFF2-40B4-BE49-F238E27FC236}">
                <a16:creationId xmlns:a16="http://schemas.microsoft.com/office/drawing/2014/main" id="{223274F0-1891-10D0-77BC-201831534088}"/>
              </a:ext>
            </a:extLst>
          </p:cNvPr>
          <p:cNvGraphicFramePr>
            <a:graphicFrameLocks noGrp="1"/>
          </p:cNvGraphicFramePr>
          <p:nvPr/>
        </p:nvGraphicFramePr>
        <p:xfrm>
          <a:off x="35168" y="198120"/>
          <a:ext cx="9803424" cy="65983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01712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4901712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1319667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1319667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1319667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2037999"/>
                  </a:ext>
                </a:extLst>
              </a:tr>
              <a:tr h="1319667"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0804890"/>
                  </a:ext>
                </a:extLst>
              </a:tr>
              <a:tr h="1319667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7241893"/>
                  </a:ext>
                </a:extLst>
              </a:tr>
            </a:tbl>
          </a:graphicData>
        </a:graphic>
      </p:graphicFrame>
      <p:sp>
        <p:nvSpPr>
          <p:cNvPr id="324" name="TextBox 323">
            <a:extLst>
              <a:ext uri="{FF2B5EF4-FFF2-40B4-BE49-F238E27FC236}">
                <a16:creationId xmlns:a16="http://schemas.microsoft.com/office/drawing/2014/main" id="{EF2B4917-0974-9F90-AB42-3CEFFFEA31E5}"/>
              </a:ext>
            </a:extLst>
          </p:cNvPr>
          <p:cNvSpPr txBox="1"/>
          <p:nvPr/>
        </p:nvSpPr>
        <p:spPr>
          <a:xfrm>
            <a:off x="-1990" y="20925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A</a:t>
            </a:r>
          </a:p>
        </p:txBody>
      </p:sp>
      <p:sp>
        <p:nvSpPr>
          <p:cNvPr id="326" name="TextBox 325">
            <a:extLst>
              <a:ext uri="{FF2B5EF4-FFF2-40B4-BE49-F238E27FC236}">
                <a16:creationId xmlns:a16="http://schemas.microsoft.com/office/drawing/2014/main" id="{032DA45E-B312-ED52-58C8-C24D632971B1}"/>
              </a:ext>
            </a:extLst>
          </p:cNvPr>
          <p:cNvSpPr txBox="1"/>
          <p:nvPr/>
        </p:nvSpPr>
        <p:spPr>
          <a:xfrm>
            <a:off x="4901187" y="20925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B</a:t>
            </a:r>
          </a:p>
        </p:txBody>
      </p:sp>
      <p:sp>
        <p:nvSpPr>
          <p:cNvPr id="327" name="TextBox 326">
            <a:extLst>
              <a:ext uri="{FF2B5EF4-FFF2-40B4-BE49-F238E27FC236}">
                <a16:creationId xmlns:a16="http://schemas.microsoft.com/office/drawing/2014/main" id="{052B2872-A063-8202-5E86-345E355082E4}"/>
              </a:ext>
            </a:extLst>
          </p:cNvPr>
          <p:cNvSpPr txBox="1"/>
          <p:nvPr/>
        </p:nvSpPr>
        <p:spPr>
          <a:xfrm>
            <a:off x="-1990" y="1570306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C</a:t>
            </a:r>
          </a:p>
        </p:txBody>
      </p:sp>
      <p:sp>
        <p:nvSpPr>
          <p:cNvPr id="328" name="TextBox 327">
            <a:extLst>
              <a:ext uri="{FF2B5EF4-FFF2-40B4-BE49-F238E27FC236}">
                <a16:creationId xmlns:a16="http://schemas.microsoft.com/office/drawing/2014/main" id="{51C6BD21-044D-75D6-0BF7-B72B802C127B}"/>
              </a:ext>
            </a:extLst>
          </p:cNvPr>
          <p:cNvSpPr txBox="1"/>
          <p:nvPr/>
        </p:nvSpPr>
        <p:spPr>
          <a:xfrm>
            <a:off x="4901187" y="1570306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D</a:t>
            </a:r>
          </a:p>
        </p:txBody>
      </p:sp>
      <p:sp>
        <p:nvSpPr>
          <p:cNvPr id="329" name="TextBox 328">
            <a:extLst>
              <a:ext uri="{FF2B5EF4-FFF2-40B4-BE49-F238E27FC236}">
                <a16:creationId xmlns:a16="http://schemas.microsoft.com/office/drawing/2014/main" id="{17EE7691-37C4-3404-841F-7A1418E2B96F}"/>
              </a:ext>
            </a:extLst>
          </p:cNvPr>
          <p:cNvSpPr txBox="1"/>
          <p:nvPr/>
        </p:nvSpPr>
        <p:spPr>
          <a:xfrm>
            <a:off x="-1990" y="2906346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E</a:t>
            </a:r>
          </a:p>
        </p:txBody>
      </p:sp>
      <p:sp>
        <p:nvSpPr>
          <p:cNvPr id="330" name="TextBox 329">
            <a:extLst>
              <a:ext uri="{FF2B5EF4-FFF2-40B4-BE49-F238E27FC236}">
                <a16:creationId xmlns:a16="http://schemas.microsoft.com/office/drawing/2014/main" id="{AED15C0D-3A06-64D1-768A-B8B15325660A}"/>
              </a:ext>
            </a:extLst>
          </p:cNvPr>
          <p:cNvSpPr txBox="1"/>
          <p:nvPr/>
        </p:nvSpPr>
        <p:spPr>
          <a:xfrm>
            <a:off x="4901187" y="2906346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F</a:t>
            </a:r>
          </a:p>
        </p:txBody>
      </p:sp>
      <p:sp>
        <p:nvSpPr>
          <p:cNvPr id="331" name="TextBox 330">
            <a:extLst>
              <a:ext uri="{FF2B5EF4-FFF2-40B4-BE49-F238E27FC236}">
                <a16:creationId xmlns:a16="http://schemas.microsoft.com/office/drawing/2014/main" id="{E8AFC5B5-195A-FC97-C984-3120AE346397}"/>
              </a:ext>
            </a:extLst>
          </p:cNvPr>
          <p:cNvSpPr txBox="1"/>
          <p:nvPr/>
        </p:nvSpPr>
        <p:spPr>
          <a:xfrm>
            <a:off x="-1990" y="4209562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G</a:t>
            </a:r>
          </a:p>
        </p:txBody>
      </p:sp>
      <p:sp>
        <p:nvSpPr>
          <p:cNvPr id="332" name="TextBox 331">
            <a:extLst>
              <a:ext uri="{FF2B5EF4-FFF2-40B4-BE49-F238E27FC236}">
                <a16:creationId xmlns:a16="http://schemas.microsoft.com/office/drawing/2014/main" id="{C4FB8B3E-1B31-161C-CC86-59C264DF997E}"/>
              </a:ext>
            </a:extLst>
          </p:cNvPr>
          <p:cNvSpPr txBox="1"/>
          <p:nvPr/>
        </p:nvSpPr>
        <p:spPr>
          <a:xfrm>
            <a:off x="4901187" y="4209562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H</a:t>
            </a:r>
          </a:p>
        </p:txBody>
      </p:sp>
      <p:sp>
        <p:nvSpPr>
          <p:cNvPr id="333" name="TextBox 332">
            <a:extLst>
              <a:ext uri="{FF2B5EF4-FFF2-40B4-BE49-F238E27FC236}">
                <a16:creationId xmlns:a16="http://schemas.microsoft.com/office/drawing/2014/main" id="{69D95BD6-80A9-1C42-E71D-7AEB66CA097F}"/>
              </a:ext>
            </a:extLst>
          </p:cNvPr>
          <p:cNvSpPr txBox="1"/>
          <p:nvPr/>
        </p:nvSpPr>
        <p:spPr>
          <a:xfrm>
            <a:off x="-1990" y="5536809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I</a:t>
            </a:r>
          </a:p>
        </p:txBody>
      </p:sp>
      <p:sp>
        <p:nvSpPr>
          <p:cNvPr id="334" name="TextBox 333">
            <a:extLst>
              <a:ext uri="{FF2B5EF4-FFF2-40B4-BE49-F238E27FC236}">
                <a16:creationId xmlns:a16="http://schemas.microsoft.com/office/drawing/2014/main" id="{9515170A-BC78-01F7-024E-9D2286C4FB00}"/>
              </a:ext>
            </a:extLst>
          </p:cNvPr>
          <p:cNvSpPr txBox="1"/>
          <p:nvPr/>
        </p:nvSpPr>
        <p:spPr>
          <a:xfrm>
            <a:off x="4901187" y="5536809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J</a:t>
            </a:r>
          </a:p>
        </p:txBody>
      </p:sp>
      <p:sp>
        <p:nvSpPr>
          <p:cNvPr id="335" name="TextBox 334">
            <a:extLst>
              <a:ext uri="{FF2B5EF4-FFF2-40B4-BE49-F238E27FC236}">
                <a16:creationId xmlns:a16="http://schemas.microsoft.com/office/drawing/2014/main" id="{55052244-08D5-0783-6985-19334C7E4C6E}"/>
              </a:ext>
            </a:extLst>
          </p:cNvPr>
          <p:cNvSpPr txBox="1"/>
          <p:nvPr/>
        </p:nvSpPr>
        <p:spPr>
          <a:xfrm>
            <a:off x="2793855" y="414260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+</a:t>
            </a:r>
          </a:p>
        </p:txBody>
      </p:sp>
      <p:sp>
        <p:nvSpPr>
          <p:cNvPr id="336" name="Rectangle: Rounded Corners 335">
            <a:extLst>
              <a:ext uri="{FF2B5EF4-FFF2-40B4-BE49-F238E27FC236}">
                <a16:creationId xmlns:a16="http://schemas.microsoft.com/office/drawing/2014/main" id="{A1BD643E-4012-85A2-16DC-9C55C930C428}"/>
              </a:ext>
            </a:extLst>
          </p:cNvPr>
          <p:cNvSpPr/>
          <p:nvPr/>
        </p:nvSpPr>
        <p:spPr>
          <a:xfrm>
            <a:off x="3217025" y="492827"/>
            <a:ext cx="1528799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9 </a:t>
            </a:r>
            <a:r>
              <a:rPr lang="ru-RU" sz="1600" dirty="0">
                <a:solidFill>
                  <a:schemeClr val="tx1"/>
                </a:solidFill>
              </a:rPr>
              <a:t>жүздүк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37" name="Rectangle: Rounded Corners 336">
            <a:extLst>
              <a:ext uri="{FF2B5EF4-FFF2-40B4-BE49-F238E27FC236}">
                <a16:creationId xmlns:a16="http://schemas.microsoft.com/office/drawing/2014/main" id="{EE09D099-ECFF-2958-B801-8879FE0F5352}"/>
              </a:ext>
            </a:extLst>
          </p:cNvPr>
          <p:cNvSpPr/>
          <p:nvPr/>
        </p:nvSpPr>
        <p:spPr>
          <a:xfrm>
            <a:off x="1720735" y="492827"/>
            <a:ext cx="1064132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7 </a:t>
            </a:r>
            <a:r>
              <a:rPr lang="ru-RU" sz="1600" dirty="0">
                <a:solidFill>
                  <a:schemeClr val="tx1"/>
                </a:solidFill>
              </a:rPr>
              <a:t>ондук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38" name="Rectangle: Rounded Corners 337">
            <a:extLst>
              <a:ext uri="{FF2B5EF4-FFF2-40B4-BE49-F238E27FC236}">
                <a16:creationId xmlns:a16="http://schemas.microsoft.com/office/drawing/2014/main" id="{CCB9F30E-02CC-5F63-4221-1FCC8A2A19D4}"/>
              </a:ext>
            </a:extLst>
          </p:cNvPr>
          <p:cNvSpPr/>
          <p:nvPr/>
        </p:nvSpPr>
        <p:spPr>
          <a:xfrm>
            <a:off x="161651" y="492827"/>
            <a:ext cx="1258474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2 </a:t>
            </a:r>
            <a:r>
              <a:rPr lang="ru-RU" sz="1600" dirty="0">
                <a:solidFill>
                  <a:schemeClr val="tx1"/>
                </a:solidFill>
              </a:rPr>
              <a:t>бирдик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39" name="TextBox 338">
            <a:extLst>
              <a:ext uri="{FF2B5EF4-FFF2-40B4-BE49-F238E27FC236}">
                <a16:creationId xmlns:a16="http://schemas.microsoft.com/office/drawing/2014/main" id="{DDAEE322-4C56-E557-384C-1AE0252017AC}"/>
              </a:ext>
            </a:extLst>
          </p:cNvPr>
          <p:cNvSpPr txBox="1"/>
          <p:nvPr/>
        </p:nvSpPr>
        <p:spPr>
          <a:xfrm>
            <a:off x="1399909" y="443832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+</a:t>
            </a:r>
          </a:p>
        </p:txBody>
      </p:sp>
      <p:sp>
        <p:nvSpPr>
          <p:cNvPr id="340" name="TextBox 339">
            <a:extLst>
              <a:ext uri="{FF2B5EF4-FFF2-40B4-BE49-F238E27FC236}">
                <a16:creationId xmlns:a16="http://schemas.microsoft.com/office/drawing/2014/main" id="{4662FF93-D68E-CE95-4249-C8EE7713A7DC}"/>
              </a:ext>
            </a:extLst>
          </p:cNvPr>
          <p:cNvSpPr txBox="1"/>
          <p:nvPr/>
        </p:nvSpPr>
        <p:spPr>
          <a:xfrm>
            <a:off x="1807146" y="987838"/>
            <a:ext cx="9509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= 2.79</a:t>
            </a:r>
          </a:p>
        </p:txBody>
      </p:sp>
      <p:sp>
        <p:nvSpPr>
          <p:cNvPr id="341" name="Rectangle: Rounded Corners 340">
            <a:extLst>
              <a:ext uri="{FF2B5EF4-FFF2-40B4-BE49-F238E27FC236}">
                <a16:creationId xmlns:a16="http://schemas.microsoft.com/office/drawing/2014/main" id="{BABFE4C0-17B2-E322-EC07-CA7C0557ED50}"/>
              </a:ext>
            </a:extLst>
          </p:cNvPr>
          <p:cNvSpPr/>
          <p:nvPr/>
        </p:nvSpPr>
        <p:spPr>
          <a:xfrm>
            <a:off x="7615845" y="492827"/>
            <a:ext cx="1014153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11 </a:t>
            </a:r>
            <a:r>
              <a:rPr lang="ru-RU" sz="1600" dirty="0">
                <a:solidFill>
                  <a:schemeClr val="tx1"/>
                </a:solidFill>
              </a:rPr>
              <a:t>ондук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42" name="Rectangle: Rounded Corners 341">
            <a:extLst>
              <a:ext uri="{FF2B5EF4-FFF2-40B4-BE49-F238E27FC236}">
                <a16:creationId xmlns:a16="http://schemas.microsoft.com/office/drawing/2014/main" id="{AA01D050-F3B0-9497-79D7-B65C7FE7F4FB}"/>
              </a:ext>
            </a:extLst>
          </p:cNvPr>
          <p:cNvSpPr/>
          <p:nvPr/>
        </p:nvSpPr>
        <p:spPr>
          <a:xfrm>
            <a:off x="5984082" y="492827"/>
            <a:ext cx="1149626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3 </a:t>
            </a:r>
            <a:r>
              <a:rPr lang="ru-RU" sz="1600" dirty="0">
                <a:solidFill>
                  <a:schemeClr val="tx1"/>
                </a:solidFill>
              </a:rPr>
              <a:t>бирдик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43" name="TextBox 342">
            <a:extLst>
              <a:ext uri="{FF2B5EF4-FFF2-40B4-BE49-F238E27FC236}">
                <a16:creationId xmlns:a16="http://schemas.microsoft.com/office/drawing/2014/main" id="{82DBB1DF-FD94-BA71-53DB-D2A5D7F14C39}"/>
              </a:ext>
            </a:extLst>
          </p:cNvPr>
          <p:cNvSpPr txBox="1"/>
          <p:nvPr/>
        </p:nvSpPr>
        <p:spPr>
          <a:xfrm>
            <a:off x="7192675" y="414260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+</a:t>
            </a:r>
          </a:p>
        </p:txBody>
      </p:sp>
      <p:sp>
        <p:nvSpPr>
          <p:cNvPr id="344" name="TextBox 343">
            <a:extLst>
              <a:ext uri="{FF2B5EF4-FFF2-40B4-BE49-F238E27FC236}">
                <a16:creationId xmlns:a16="http://schemas.microsoft.com/office/drawing/2014/main" id="{ED024D96-C104-A9DB-48DE-598D5E3CF1A0}"/>
              </a:ext>
            </a:extLst>
          </p:cNvPr>
          <p:cNvSpPr txBox="1"/>
          <p:nvPr/>
        </p:nvSpPr>
        <p:spPr>
          <a:xfrm>
            <a:off x="6711657" y="987838"/>
            <a:ext cx="79541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= 4.1</a:t>
            </a:r>
          </a:p>
        </p:txBody>
      </p:sp>
      <p:sp>
        <p:nvSpPr>
          <p:cNvPr id="345" name="TextBox 344">
            <a:extLst>
              <a:ext uri="{FF2B5EF4-FFF2-40B4-BE49-F238E27FC236}">
                <a16:creationId xmlns:a16="http://schemas.microsoft.com/office/drawing/2014/main" id="{8C126F0D-8423-367E-05BB-89F10D5571F6}"/>
              </a:ext>
            </a:extLst>
          </p:cNvPr>
          <p:cNvSpPr txBox="1"/>
          <p:nvPr/>
        </p:nvSpPr>
        <p:spPr>
          <a:xfrm>
            <a:off x="2793855" y="1735983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−</a:t>
            </a:r>
          </a:p>
        </p:txBody>
      </p:sp>
      <p:sp>
        <p:nvSpPr>
          <p:cNvPr id="346" name="Rectangle: Rounded Corners 345">
            <a:extLst>
              <a:ext uri="{FF2B5EF4-FFF2-40B4-BE49-F238E27FC236}">
                <a16:creationId xmlns:a16="http://schemas.microsoft.com/office/drawing/2014/main" id="{93AE3119-7BCC-3BD1-2B9B-02FD5283D24F}"/>
              </a:ext>
            </a:extLst>
          </p:cNvPr>
          <p:cNvSpPr/>
          <p:nvPr/>
        </p:nvSpPr>
        <p:spPr>
          <a:xfrm>
            <a:off x="3217025" y="1814550"/>
            <a:ext cx="1528799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5 </a:t>
            </a:r>
            <a:r>
              <a:rPr lang="ru-RU" sz="1600" dirty="0">
                <a:solidFill>
                  <a:schemeClr val="tx1"/>
                </a:solidFill>
              </a:rPr>
              <a:t>жүздүк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47" name="Rectangle: Rounded Corners 346">
            <a:extLst>
              <a:ext uri="{FF2B5EF4-FFF2-40B4-BE49-F238E27FC236}">
                <a16:creationId xmlns:a16="http://schemas.microsoft.com/office/drawing/2014/main" id="{BF436711-50BC-DBDA-57A5-B877E3FBF8BD}"/>
              </a:ext>
            </a:extLst>
          </p:cNvPr>
          <p:cNvSpPr/>
          <p:nvPr/>
        </p:nvSpPr>
        <p:spPr>
          <a:xfrm>
            <a:off x="1720734" y="1814550"/>
            <a:ext cx="1014153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6 </a:t>
            </a:r>
            <a:r>
              <a:rPr lang="ru-RU" sz="1600" dirty="0">
                <a:solidFill>
                  <a:schemeClr val="tx1"/>
                </a:solidFill>
              </a:rPr>
              <a:t>ондук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48" name="Rectangle: Rounded Corners 347">
            <a:extLst>
              <a:ext uri="{FF2B5EF4-FFF2-40B4-BE49-F238E27FC236}">
                <a16:creationId xmlns:a16="http://schemas.microsoft.com/office/drawing/2014/main" id="{E8A23786-1EEE-9BAB-8EF0-5753C1C4AB02}"/>
              </a:ext>
            </a:extLst>
          </p:cNvPr>
          <p:cNvSpPr/>
          <p:nvPr/>
        </p:nvSpPr>
        <p:spPr>
          <a:xfrm>
            <a:off x="97443" y="1814550"/>
            <a:ext cx="1141153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4 </a:t>
            </a:r>
            <a:r>
              <a:rPr lang="ru-RU" sz="1600" dirty="0">
                <a:solidFill>
                  <a:schemeClr val="tx1"/>
                </a:solidFill>
              </a:rPr>
              <a:t>бирдик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49" name="TextBox 348">
            <a:extLst>
              <a:ext uri="{FF2B5EF4-FFF2-40B4-BE49-F238E27FC236}">
                <a16:creationId xmlns:a16="http://schemas.microsoft.com/office/drawing/2014/main" id="{C7A21D90-5873-FCF6-DBBB-4C60AAB2521C}"/>
              </a:ext>
            </a:extLst>
          </p:cNvPr>
          <p:cNvSpPr txBox="1"/>
          <p:nvPr/>
        </p:nvSpPr>
        <p:spPr>
          <a:xfrm>
            <a:off x="1297564" y="1735983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+</a:t>
            </a:r>
          </a:p>
        </p:txBody>
      </p:sp>
      <p:sp>
        <p:nvSpPr>
          <p:cNvPr id="350" name="TextBox 349">
            <a:extLst>
              <a:ext uri="{FF2B5EF4-FFF2-40B4-BE49-F238E27FC236}">
                <a16:creationId xmlns:a16="http://schemas.microsoft.com/office/drawing/2014/main" id="{1F1A06DE-6FD2-41ED-4617-3DCEC3BAEE72}"/>
              </a:ext>
            </a:extLst>
          </p:cNvPr>
          <p:cNvSpPr txBox="1"/>
          <p:nvPr/>
        </p:nvSpPr>
        <p:spPr>
          <a:xfrm>
            <a:off x="1807146" y="2309561"/>
            <a:ext cx="9509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= 4.65</a:t>
            </a:r>
          </a:p>
        </p:txBody>
      </p:sp>
      <p:sp>
        <p:nvSpPr>
          <p:cNvPr id="351" name="TextBox 350">
            <a:extLst>
              <a:ext uri="{FF2B5EF4-FFF2-40B4-BE49-F238E27FC236}">
                <a16:creationId xmlns:a16="http://schemas.microsoft.com/office/drawing/2014/main" id="{AF9583B0-1002-E4CD-AF0F-BC1AF30FC361}"/>
              </a:ext>
            </a:extLst>
          </p:cNvPr>
          <p:cNvSpPr txBox="1"/>
          <p:nvPr/>
        </p:nvSpPr>
        <p:spPr>
          <a:xfrm>
            <a:off x="7698366" y="1735983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+</a:t>
            </a:r>
          </a:p>
        </p:txBody>
      </p:sp>
      <p:sp>
        <p:nvSpPr>
          <p:cNvPr id="352" name="Rectangle: Rounded Corners 351">
            <a:extLst>
              <a:ext uri="{FF2B5EF4-FFF2-40B4-BE49-F238E27FC236}">
                <a16:creationId xmlns:a16="http://schemas.microsoft.com/office/drawing/2014/main" id="{CC7FE9BF-2EC0-A7D4-3581-6E9DFDAD3FE3}"/>
              </a:ext>
            </a:extLst>
          </p:cNvPr>
          <p:cNvSpPr/>
          <p:nvPr/>
        </p:nvSpPr>
        <p:spPr>
          <a:xfrm>
            <a:off x="8121536" y="1814550"/>
            <a:ext cx="1528799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9 </a:t>
            </a:r>
            <a:r>
              <a:rPr lang="ru-RU" sz="1600" dirty="0">
                <a:solidFill>
                  <a:schemeClr val="tx1"/>
                </a:solidFill>
              </a:rPr>
              <a:t>жүздүк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53" name="Rectangle: Rounded Corners 352">
            <a:extLst>
              <a:ext uri="{FF2B5EF4-FFF2-40B4-BE49-F238E27FC236}">
                <a16:creationId xmlns:a16="http://schemas.microsoft.com/office/drawing/2014/main" id="{13BFEB3B-FCDD-04EF-2085-F5D26FAD546D}"/>
              </a:ext>
            </a:extLst>
          </p:cNvPr>
          <p:cNvSpPr/>
          <p:nvPr/>
        </p:nvSpPr>
        <p:spPr>
          <a:xfrm>
            <a:off x="6625245" y="1814550"/>
            <a:ext cx="1014153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2 </a:t>
            </a:r>
            <a:r>
              <a:rPr lang="ru-RU" sz="1600" dirty="0">
                <a:solidFill>
                  <a:schemeClr val="tx1"/>
                </a:solidFill>
              </a:rPr>
              <a:t>ондук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54" name="Rectangle: Rounded Corners 353">
            <a:extLst>
              <a:ext uri="{FF2B5EF4-FFF2-40B4-BE49-F238E27FC236}">
                <a16:creationId xmlns:a16="http://schemas.microsoft.com/office/drawing/2014/main" id="{4646C624-1566-31D1-882D-D5274889738D}"/>
              </a:ext>
            </a:extLst>
          </p:cNvPr>
          <p:cNvSpPr/>
          <p:nvPr/>
        </p:nvSpPr>
        <p:spPr>
          <a:xfrm>
            <a:off x="4993481" y="1814550"/>
            <a:ext cx="1149626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7 </a:t>
            </a:r>
            <a:r>
              <a:rPr lang="ru-RU" sz="1600" dirty="0">
                <a:solidFill>
                  <a:schemeClr val="tx1"/>
                </a:solidFill>
              </a:rPr>
              <a:t>бирдик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55" name="TextBox 354">
            <a:extLst>
              <a:ext uri="{FF2B5EF4-FFF2-40B4-BE49-F238E27FC236}">
                <a16:creationId xmlns:a16="http://schemas.microsoft.com/office/drawing/2014/main" id="{CDB3C740-E71C-DB6A-87D6-AC4B7D8D0D8E}"/>
              </a:ext>
            </a:extLst>
          </p:cNvPr>
          <p:cNvSpPr txBox="1"/>
          <p:nvPr/>
        </p:nvSpPr>
        <p:spPr>
          <a:xfrm>
            <a:off x="6202075" y="1735983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−</a:t>
            </a:r>
          </a:p>
        </p:txBody>
      </p:sp>
      <p:sp>
        <p:nvSpPr>
          <p:cNvPr id="356" name="TextBox 355">
            <a:extLst>
              <a:ext uri="{FF2B5EF4-FFF2-40B4-BE49-F238E27FC236}">
                <a16:creationId xmlns:a16="http://schemas.microsoft.com/office/drawing/2014/main" id="{70CBA321-E32F-1DEA-A266-EF820A2D8A5C}"/>
              </a:ext>
            </a:extLst>
          </p:cNvPr>
          <p:cNvSpPr txBox="1"/>
          <p:nvPr/>
        </p:nvSpPr>
        <p:spPr>
          <a:xfrm>
            <a:off x="6711657" y="2309561"/>
            <a:ext cx="9509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= 6.89</a:t>
            </a:r>
          </a:p>
        </p:txBody>
      </p:sp>
      <p:sp>
        <p:nvSpPr>
          <p:cNvPr id="357" name="TextBox 356">
            <a:extLst>
              <a:ext uri="{FF2B5EF4-FFF2-40B4-BE49-F238E27FC236}">
                <a16:creationId xmlns:a16="http://schemas.microsoft.com/office/drawing/2014/main" id="{D88FA923-B777-8331-6A26-43467C5515D0}"/>
              </a:ext>
            </a:extLst>
          </p:cNvPr>
          <p:cNvSpPr txBox="1"/>
          <p:nvPr/>
        </p:nvSpPr>
        <p:spPr>
          <a:xfrm>
            <a:off x="2793855" y="3049397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+</a:t>
            </a:r>
          </a:p>
        </p:txBody>
      </p:sp>
      <p:sp>
        <p:nvSpPr>
          <p:cNvPr id="358" name="TextBox 357">
            <a:extLst>
              <a:ext uri="{FF2B5EF4-FFF2-40B4-BE49-F238E27FC236}">
                <a16:creationId xmlns:a16="http://schemas.microsoft.com/office/drawing/2014/main" id="{070B648F-88D1-08E5-CF77-32362765C321}"/>
              </a:ext>
            </a:extLst>
          </p:cNvPr>
          <p:cNvSpPr txBox="1"/>
          <p:nvPr/>
        </p:nvSpPr>
        <p:spPr>
          <a:xfrm>
            <a:off x="1297564" y="3049397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+</a:t>
            </a:r>
          </a:p>
        </p:txBody>
      </p:sp>
      <p:sp>
        <p:nvSpPr>
          <p:cNvPr id="359" name="TextBox 358">
            <a:extLst>
              <a:ext uri="{FF2B5EF4-FFF2-40B4-BE49-F238E27FC236}">
                <a16:creationId xmlns:a16="http://schemas.microsoft.com/office/drawing/2014/main" id="{7B8CA862-1D65-7FF9-229E-0733E1CDCD39}"/>
              </a:ext>
            </a:extLst>
          </p:cNvPr>
          <p:cNvSpPr txBox="1"/>
          <p:nvPr/>
        </p:nvSpPr>
        <p:spPr>
          <a:xfrm>
            <a:off x="7698366" y="3049397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−</a:t>
            </a:r>
          </a:p>
        </p:txBody>
      </p:sp>
      <p:sp>
        <p:nvSpPr>
          <p:cNvPr id="360" name="Rectangle: Rounded Corners 359">
            <a:extLst>
              <a:ext uri="{FF2B5EF4-FFF2-40B4-BE49-F238E27FC236}">
                <a16:creationId xmlns:a16="http://schemas.microsoft.com/office/drawing/2014/main" id="{D511E85C-839D-DAB0-9C36-08D364C703C5}"/>
              </a:ext>
            </a:extLst>
          </p:cNvPr>
          <p:cNvSpPr/>
          <p:nvPr/>
        </p:nvSpPr>
        <p:spPr>
          <a:xfrm>
            <a:off x="8121536" y="3127964"/>
            <a:ext cx="1528799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1 </a:t>
            </a:r>
            <a:r>
              <a:rPr lang="ru-RU" sz="1600" dirty="0">
                <a:solidFill>
                  <a:schemeClr val="tx1"/>
                </a:solidFill>
              </a:rPr>
              <a:t>жүздүк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61" name="Rectangle: Rounded Corners 360">
            <a:extLst>
              <a:ext uri="{FF2B5EF4-FFF2-40B4-BE49-F238E27FC236}">
                <a16:creationId xmlns:a16="http://schemas.microsoft.com/office/drawing/2014/main" id="{3C4681EB-4287-4BF9-CF7C-CE8051D8E258}"/>
              </a:ext>
            </a:extLst>
          </p:cNvPr>
          <p:cNvSpPr/>
          <p:nvPr/>
        </p:nvSpPr>
        <p:spPr>
          <a:xfrm>
            <a:off x="6625245" y="3127964"/>
            <a:ext cx="1014153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3 </a:t>
            </a:r>
            <a:r>
              <a:rPr lang="ru-RU" sz="1600" dirty="0">
                <a:solidFill>
                  <a:schemeClr val="tx1"/>
                </a:solidFill>
              </a:rPr>
              <a:t>ондук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62" name="Rectangle: Rounded Corners 361">
            <a:extLst>
              <a:ext uri="{FF2B5EF4-FFF2-40B4-BE49-F238E27FC236}">
                <a16:creationId xmlns:a16="http://schemas.microsoft.com/office/drawing/2014/main" id="{DF398C8C-EE7F-C3B5-52BB-CDEA07624FD5}"/>
              </a:ext>
            </a:extLst>
          </p:cNvPr>
          <p:cNvSpPr/>
          <p:nvPr/>
        </p:nvSpPr>
        <p:spPr>
          <a:xfrm>
            <a:off x="5128954" y="2931355"/>
            <a:ext cx="1014153" cy="758433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600" dirty="0">
                <a:solidFill>
                  <a:schemeClr val="tx1"/>
                </a:solidFill>
              </a:rPr>
              <a:t>бирдиктин жарымы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63" name="TextBox 362">
            <a:extLst>
              <a:ext uri="{FF2B5EF4-FFF2-40B4-BE49-F238E27FC236}">
                <a16:creationId xmlns:a16="http://schemas.microsoft.com/office/drawing/2014/main" id="{BE47E1E7-C4D2-56B3-E7A5-109B73E3AFFE}"/>
              </a:ext>
            </a:extLst>
          </p:cNvPr>
          <p:cNvSpPr txBox="1"/>
          <p:nvPr/>
        </p:nvSpPr>
        <p:spPr>
          <a:xfrm>
            <a:off x="6202075" y="3049397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+</a:t>
            </a:r>
          </a:p>
        </p:txBody>
      </p:sp>
      <p:sp>
        <p:nvSpPr>
          <p:cNvPr id="364" name="TextBox 363">
            <a:extLst>
              <a:ext uri="{FF2B5EF4-FFF2-40B4-BE49-F238E27FC236}">
                <a16:creationId xmlns:a16="http://schemas.microsoft.com/office/drawing/2014/main" id="{806DF8A9-9F16-33B0-1AD6-F7C25A7A35B8}"/>
              </a:ext>
            </a:extLst>
          </p:cNvPr>
          <p:cNvSpPr txBox="1"/>
          <p:nvPr/>
        </p:nvSpPr>
        <p:spPr>
          <a:xfrm>
            <a:off x="6711657" y="3622975"/>
            <a:ext cx="9509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= 0.79</a:t>
            </a:r>
          </a:p>
        </p:txBody>
      </p:sp>
      <p:sp>
        <p:nvSpPr>
          <p:cNvPr id="365" name="TextBox 364">
            <a:extLst>
              <a:ext uri="{FF2B5EF4-FFF2-40B4-BE49-F238E27FC236}">
                <a16:creationId xmlns:a16="http://schemas.microsoft.com/office/drawing/2014/main" id="{D5979560-CFF9-8956-66C4-C4F8E81945A7}"/>
              </a:ext>
            </a:extLst>
          </p:cNvPr>
          <p:cNvSpPr txBox="1"/>
          <p:nvPr/>
        </p:nvSpPr>
        <p:spPr>
          <a:xfrm>
            <a:off x="2793855" y="4371120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+</a:t>
            </a:r>
          </a:p>
        </p:txBody>
      </p:sp>
      <p:sp>
        <p:nvSpPr>
          <p:cNvPr id="366" name="Rectangle: Rounded Corners 365">
            <a:extLst>
              <a:ext uri="{FF2B5EF4-FFF2-40B4-BE49-F238E27FC236}">
                <a16:creationId xmlns:a16="http://schemas.microsoft.com/office/drawing/2014/main" id="{8F15B62A-847F-EE3C-C26A-76A32022C0D4}"/>
              </a:ext>
            </a:extLst>
          </p:cNvPr>
          <p:cNvSpPr/>
          <p:nvPr/>
        </p:nvSpPr>
        <p:spPr>
          <a:xfrm>
            <a:off x="3217025" y="4449687"/>
            <a:ext cx="1528799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19 </a:t>
            </a:r>
            <a:r>
              <a:rPr lang="ru-RU" sz="1600" dirty="0">
                <a:solidFill>
                  <a:schemeClr val="tx1"/>
                </a:solidFill>
              </a:rPr>
              <a:t>жүздүк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67" name="Rectangle: Rounded Corners 366">
            <a:extLst>
              <a:ext uri="{FF2B5EF4-FFF2-40B4-BE49-F238E27FC236}">
                <a16:creationId xmlns:a16="http://schemas.microsoft.com/office/drawing/2014/main" id="{38868168-DFB6-D0B9-8B1B-85238B78E0BF}"/>
              </a:ext>
            </a:extLst>
          </p:cNvPr>
          <p:cNvSpPr/>
          <p:nvPr/>
        </p:nvSpPr>
        <p:spPr>
          <a:xfrm>
            <a:off x="1720734" y="4449687"/>
            <a:ext cx="1014153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18 </a:t>
            </a:r>
            <a:r>
              <a:rPr lang="ru-RU" sz="1600" dirty="0">
                <a:solidFill>
                  <a:schemeClr val="tx1"/>
                </a:solidFill>
              </a:rPr>
              <a:t>ондук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68" name="Rectangle: Rounded Corners 367">
            <a:extLst>
              <a:ext uri="{FF2B5EF4-FFF2-40B4-BE49-F238E27FC236}">
                <a16:creationId xmlns:a16="http://schemas.microsoft.com/office/drawing/2014/main" id="{0AB32E0D-F6A9-DE95-3971-15EF173EFBF4}"/>
              </a:ext>
            </a:extLst>
          </p:cNvPr>
          <p:cNvSpPr/>
          <p:nvPr/>
        </p:nvSpPr>
        <p:spPr>
          <a:xfrm>
            <a:off x="224443" y="4449687"/>
            <a:ext cx="1183296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6 </a:t>
            </a:r>
            <a:r>
              <a:rPr lang="ru-RU" sz="1600" dirty="0">
                <a:solidFill>
                  <a:schemeClr val="tx1"/>
                </a:solidFill>
              </a:rPr>
              <a:t>бирдик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69" name="TextBox 368">
            <a:extLst>
              <a:ext uri="{FF2B5EF4-FFF2-40B4-BE49-F238E27FC236}">
                <a16:creationId xmlns:a16="http://schemas.microsoft.com/office/drawing/2014/main" id="{E24736A1-D1CB-374E-258C-CA16863B203B}"/>
              </a:ext>
            </a:extLst>
          </p:cNvPr>
          <p:cNvSpPr txBox="1"/>
          <p:nvPr/>
        </p:nvSpPr>
        <p:spPr>
          <a:xfrm>
            <a:off x="1297564" y="4371120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+</a:t>
            </a:r>
          </a:p>
        </p:txBody>
      </p:sp>
      <p:sp>
        <p:nvSpPr>
          <p:cNvPr id="370" name="TextBox 369">
            <a:extLst>
              <a:ext uri="{FF2B5EF4-FFF2-40B4-BE49-F238E27FC236}">
                <a16:creationId xmlns:a16="http://schemas.microsoft.com/office/drawing/2014/main" id="{C5A8C2BF-0D01-6855-CF71-4693EE033730}"/>
              </a:ext>
            </a:extLst>
          </p:cNvPr>
          <p:cNvSpPr txBox="1"/>
          <p:nvPr/>
        </p:nvSpPr>
        <p:spPr>
          <a:xfrm>
            <a:off x="1807146" y="4944698"/>
            <a:ext cx="9509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= 7.99</a:t>
            </a:r>
          </a:p>
        </p:txBody>
      </p:sp>
      <p:sp>
        <p:nvSpPr>
          <p:cNvPr id="371" name="TextBox 370">
            <a:extLst>
              <a:ext uri="{FF2B5EF4-FFF2-40B4-BE49-F238E27FC236}">
                <a16:creationId xmlns:a16="http://schemas.microsoft.com/office/drawing/2014/main" id="{B256D05D-FA25-3C2D-0B4C-E215AA24A124}"/>
              </a:ext>
            </a:extLst>
          </p:cNvPr>
          <p:cNvSpPr txBox="1"/>
          <p:nvPr/>
        </p:nvSpPr>
        <p:spPr>
          <a:xfrm>
            <a:off x="8213012" y="4371120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−</a:t>
            </a:r>
          </a:p>
        </p:txBody>
      </p:sp>
      <p:sp>
        <p:nvSpPr>
          <p:cNvPr id="372" name="Rectangle: Rounded Corners 371">
            <a:extLst>
              <a:ext uri="{FF2B5EF4-FFF2-40B4-BE49-F238E27FC236}">
                <a16:creationId xmlns:a16="http://schemas.microsoft.com/office/drawing/2014/main" id="{2FBC0DDA-6693-5504-C1C0-E4F6652EB343}"/>
              </a:ext>
            </a:extLst>
          </p:cNvPr>
          <p:cNvSpPr/>
          <p:nvPr/>
        </p:nvSpPr>
        <p:spPr>
          <a:xfrm>
            <a:off x="6625245" y="4449687"/>
            <a:ext cx="1528799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3 </a:t>
            </a:r>
            <a:r>
              <a:rPr lang="ru-RU" sz="1600" dirty="0">
                <a:solidFill>
                  <a:schemeClr val="tx1"/>
                </a:solidFill>
              </a:rPr>
              <a:t>жүздүк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73" name="Rectangle: Rounded Corners 372">
            <a:extLst>
              <a:ext uri="{FF2B5EF4-FFF2-40B4-BE49-F238E27FC236}">
                <a16:creationId xmlns:a16="http://schemas.microsoft.com/office/drawing/2014/main" id="{52050A21-9259-0A8F-ADB6-6C3E9B5B5E74}"/>
              </a:ext>
            </a:extLst>
          </p:cNvPr>
          <p:cNvSpPr/>
          <p:nvPr/>
        </p:nvSpPr>
        <p:spPr>
          <a:xfrm>
            <a:off x="8636182" y="4449687"/>
            <a:ext cx="1014153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7 </a:t>
            </a:r>
            <a:r>
              <a:rPr lang="ru-RU" sz="1600" dirty="0">
                <a:solidFill>
                  <a:schemeClr val="tx1"/>
                </a:solidFill>
              </a:rPr>
              <a:t>ондук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74" name="Rectangle: Rounded Corners 373">
            <a:extLst>
              <a:ext uri="{FF2B5EF4-FFF2-40B4-BE49-F238E27FC236}">
                <a16:creationId xmlns:a16="http://schemas.microsoft.com/office/drawing/2014/main" id="{619D250F-2706-95E6-0B54-27B1F5C8CDA6}"/>
              </a:ext>
            </a:extLst>
          </p:cNvPr>
          <p:cNvSpPr/>
          <p:nvPr/>
        </p:nvSpPr>
        <p:spPr>
          <a:xfrm>
            <a:off x="5128954" y="4449687"/>
            <a:ext cx="1014153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26 </a:t>
            </a:r>
            <a:r>
              <a:rPr lang="ru-RU" sz="1600" dirty="0">
                <a:solidFill>
                  <a:schemeClr val="tx1"/>
                </a:solidFill>
              </a:rPr>
              <a:t>ондук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75" name="TextBox 374">
            <a:extLst>
              <a:ext uri="{FF2B5EF4-FFF2-40B4-BE49-F238E27FC236}">
                <a16:creationId xmlns:a16="http://schemas.microsoft.com/office/drawing/2014/main" id="{895CF620-FB38-C405-7CEB-149953DC4AF4}"/>
              </a:ext>
            </a:extLst>
          </p:cNvPr>
          <p:cNvSpPr txBox="1"/>
          <p:nvPr/>
        </p:nvSpPr>
        <p:spPr>
          <a:xfrm>
            <a:off x="6202075" y="4371120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−</a:t>
            </a:r>
          </a:p>
        </p:txBody>
      </p:sp>
      <p:sp>
        <p:nvSpPr>
          <p:cNvPr id="376" name="TextBox 375">
            <a:extLst>
              <a:ext uri="{FF2B5EF4-FFF2-40B4-BE49-F238E27FC236}">
                <a16:creationId xmlns:a16="http://schemas.microsoft.com/office/drawing/2014/main" id="{98D55D03-6F7D-7E03-81B5-DFD7DD8EF465}"/>
              </a:ext>
            </a:extLst>
          </p:cNvPr>
          <p:cNvSpPr txBox="1"/>
          <p:nvPr/>
        </p:nvSpPr>
        <p:spPr>
          <a:xfrm>
            <a:off x="6711657" y="4944698"/>
            <a:ext cx="9509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= 1.78</a:t>
            </a:r>
          </a:p>
        </p:txBody>
      </p:sp>
      <p:sp>
        <p:nvSpPr>
          <p:cNvPr id="377" name="TextBox 376">
            <a:extLst>
              <a:ext uri="{FF2B5EF4-FFF2-40B4-BE49-F238E27FC236}">
                <a16:creationId xmlns:a16="http://schemas.microsoft.com/office/drawing/2014/main" id="{64D6099B-2DBE-655F-E54E-9C14869167B9}"/>
              </a:ext>
            </a:extLst>
          </p:cNvPr>
          <p:cNvSpPr txBox="1"/>
          <p:nvPr/>
        </p:nvSpPr>
        <p:spPr>
          <a:xfrm>
            <a:off x="2990779" y="5701156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−</a:t>
            </a:r>
          </a:p>
        </p:txBody>
      </p:sp>
      <p:sp>
        <p:nvSpPr>
          <p:cNvPr id="378" name="Rectangle: Rounded Corners 377">
            <a:extLst>
              <a:ext uri="{FF2B5EF4-FFF2-40B4-BE49-F238E27FC236}">
                <a16:creationId xmlns:a16="http://schemas.microsoft.com/office/drawing/2014/main" id="{A7B681C9-A3E9-A4A7-961D-166DE2C2668E}"/>
              </a:ext>
            </a:extLst>
          </p:cNvPr>
          <p:cNvSpPr/>
          <p:nvPr/>
        </p:nvSpPr>
        <p:spPr>
          <a:xfrm>
            <a:off x="3350375" y="5779723"/>
            <a:ext cx="1528799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26 </a:t>
            </a:r>
            <a:r>
              <a:rPr lang="ru-RU" sz="1600" dirty="0">
                <a:solidFill>
                  <a:schemeClr val="tx1"/>
                </a:solidFill>
              </a:rPr>
              <a:t>жүздүк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79" name="Rectangle: Rounded Corners 378">
            <a:extLst>
              <a:ext uri="{FF2B5EF4-FFF2-40B4-BE49-F238E27FC236}">
                <a16:creationId xmlns:a16="http://schemas.microsoft.com/office/drawing/2014/main" id="{2573D488-FBE1-64C8-BC50-1363123DBC47}"/>
              </a:ext>
            </a:extLst>
          </p:cNvPr>
          <p:cNvSpPr/>
          <p:nvPr/>
        </p:nvSpPr>
        <p:spPr>
          <a:xfrm>
            <a:off x="1981232" y="5779723"/>
            <a:ext cx="1014153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12 </a:t>
            </a:r>
            <a:r>
              <a:rPr lang="ru-RU" sz="1600" dirty="0">
                <a:solidFill>
                  <a:schemeClr val="tx1"/>
                </a:solidFill>
              </a:rPr>
              <a:t>ондук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80" name="TextBox 379">
            <a:extLst>
              <a:ext uri="{FF2B5EF4-FFF2-40B4-BE49-F238E27FC236}">
                <a16:creationId xmlns:a16="http://schemas.microsoft.com/office/drawing/2014/main" id="{11A8B61F-920E-7B9B-4381-EECCB39246F7}"/>
              </a:ext>
            </a:extLst>
          </p:cNvPr>
          <p:cNvSpPr txBox="1"/>
          <p:nvPr/>
        </p:nvSpPr>
        <p:spPr>
          <a:xfrm>
            <a:off x="1621636" y="5701156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+</a:t>
            </a:r>
          </a:p>
        </p:txBody>
      </p:sp>
      <p:sp>
        <p:nvSpPr>
          <p:cNvPr id="381" name="TextBox 380">
            <a:extLst>
              <a:ext uri="{FF2B5EF4-FFF2-40B4-BE49-F238E27FC236}">
                <a16:creationId xmlns:a16="http://schemas.microsoft.com/office/drawing/2014/main" id="{92332882-099F-58E7-45F3-CB6B91DB8301}"/>
              </a:ext>
            </a:extLst>
          </p:cNvPr>
          <p:cNvSpPr txBox="1"/>
          <p:nvPr/>
        </p:nvSpPr>
        <p:spPr>
          <a:xfrm>
            <a:off x="1807146" y="6274734"/>
            <a:ext cx="9509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= 0.98</a:t>
            </a:r>
          </a:p>
        </p:txBody>
      </p:sp>
      <p:sp>
        <p:nvSpPr>
          <p:cNvPr id="382" name="Rectangle: Rounded Corners 381">
            <a:extLst>
              <a:ext uri="{FF2B5EF4-FFF2-40B4-BE49-F238E27FC236}">
                <a16:creationId xmlns:a16="http://schemas.microsoft.com/office/drawing/2014/main" id="{09F4FEDB-8181-B7C1-604F-E43A3F3EC118}"/>
              </a:ext>
            </a:extLst>
          </p:cNvPr>
          <p:cNvSpPr/>
          <p:nvPr/>
        </p:nvSpPr>
        <p:spPr>
          <a:xfrm>
            <a:off x="3217025" y="3127910"/>
            <a:ext cx="1528799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12 </a:t>
            </a:r>
            <a:r>
              <a:rPr lang="ru-RU" sz="1600" dirty="0">
                <a:solidFill>
                  <a:schemeClr val="tx1"/>
                </a:solidFill>
              </a:rPr>
              <a:t>жүздүк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83" name="Rectangle: Rounded Corners 382">
            <a:extLst>
              <a:ext uri="{FF2B5EF4-FFF2-40B4-BE49-F238E27FC236}">
                <a16:creationId xmlns:a16="http://schemas.microsoft.com/office/drawing/2014/main" id="{3C7A6B5C-3AE0-458C-DD49-A8C076FE177C}"/>
              </a:ext>
            </a:extLst>
          </p:cNvPr>
          <p:cNvSpPr/>
          <p:nvPr/>
        </p:nvSpPr>
        <p:spPr>
          <a:xfrm>
            <a:off x="1720734" y="3127910"/>
            <a:ext cx="1014153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8 </a:t>
            </a:r>
            <a:r>
              <a:rPr lang="ru-RU" sz="1600" dirty="0">
                <a:solidFill>
                  <a:schemeClr val="tx1"/>
                </a:solidFill>
              </a:rPr>
              <a:t>ондук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84" name="Rectangle: Rounded Corners 383">
            <a:extLst>
              <a:ext uri="{FF2B5EF4-FFF2-40B4-BE49-F238E27FC236}">
                <a16:creationId xmlns:a16="http://schemas.microsoft.com/office/drawing/2014/main" id="{E5070D07-5F59-8BAC-9A46-FDBEB835BA99}"/>
              </a:ext>
            </a:extLst>
          </p:cNvPr>
          <p:cNvSpPr/>
          <p:nvPr/>
        </p:nvSpPr>
        <p:spPr>
          <a:xfrm>
            <a:off x="224443" y="3127910"/>
            <a:ext cx="1141153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1 </a:t>
            </a:r>
            <a:r>
              <a:rPr lang="ru-RU" sz="1600" dirty="0">
                <a:solidFill>
                  <a:schemeClr val="tx1"/>
                </a:solidFill>
              </a:rPr>
              <a:t>бирдик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85" name="TextBox 384">
            <a:extLst>
              <a:ext uri="{FF2B5EF4-FFF2-40B4-BE49-F238E27FC236}">
                <a16:creationId xmlns:a16="http://schemas.microsoft.com/office/drawing/2014/main" id="{9D4F530A-A561-5F2D-E1A6-69C88DD74D59}"/>
              </a:ext>
            </a:extLst>
          </p:cNvPr>
          <p:cNvSpPr txBox="1"/>
          <p:nvPr/>
        </p:nvSpPr>
        <p:spPr>
          <a:xfrm>
            <a:off x="1807146" y="3622921"/>
            <a:ext cx="11063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= 2.812</a:t>
            </a:r>
          </a:p>
        </p:txBody>
      </p:sp>
      <p:sp>
        <p:nvSpPr>
          <p:cNvPr id="386" name="Rectangle: Rounded Corners 385">
            <a:extLst>
              <a:ext uri="{FF2B5EF4-FFF2-40B4-BE49-F238E27FC236}">
                <a16:creationId xmlns:a16="http://schemas.microsoft.com/office/drawing/2014/main" id="{3262072D-D177-754D-FC27-AC9E913324B0}"/>
              </a:ext>
            </a:extLst>
          </p:cNvPr>
          <p:cNvSpPr/>
          <p:nvPr/>
        </p:nvSpPr>
        <p:spPr>
          <a:xfrm>
            <a:off x="97443" y="5622534"/>
            <a:ext cx="1528799" cy="683593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600" dirty="0">
                <a:solidFill>
                  <a:schemeClr val="tx1"/>
                </a:solidFill>
              </a:rPr>
              <a:t>ондуктун жарымы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87" name="TextBox 386">
            <a:extLst>
              <a:ext uri="{FF2B5EF4-FFF2-40B4-BE49-F238E27FC236}">
                <a16:creationId xmlns:a16="http://schemas.microsoft.com/office/drawing/2014/main" id="{0DAED839-C1EC-249B-0832-F9979A8157AD}"/>
              </a:ext>
            </a:extLst>
          </p:cNvPr>
          <p:cNvSpPr txBox="1"/>
          <p:nvPr/>
        </p:nvSpPr>
        <p:spPr>
          <a:xfrm>
            <a:off x="7886975" y="5784283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+</a:t>
            </a:r>
          </a:p>
        </p:txBody>
      </p:sp>
      <p:sp>
        <p:nvSpPr>
          <p:cNvPr id="388" name="Rectangle: Rounded Corners 387">
            <a:extLst>
              <a:ext uri="{FF2B5EF4-FFF2-40B4-BE49-F238E27FC236}">
                <a16:creationId xmlns:a16="http://schemas.microsoft.com/office/drawing/2014/main" id="{94D30A57-95C0-C22F-5F00-C6D9C4BB04D5}"/>
              </a:ext>
            </a:extLst>
          </p:cNvPr>
          <p:cNvSpPr/>
          <p:nvPr/>
        </p:nvSpPr>
        <p:spPr>
          <a:xfrm>
            <a:off x="8246571" y="5783557"/>
            <a:ext cx="1528799" cy="507802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213 </a:t>
            </a:r>
            <a:r>
              <a:rPr lang="ru-RU" sz="1600" dirty="0">
                <a:solidFill>
                  <a:schemeClr val="tx1"/>
                </a:solidFill>
              </a:rPr>
              <a:t>жүздүк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89" name="Rectangle: Rounded Corners 388">
            <a:extLst>
              <a:ext uri="{FF2B5EF4-FFF2-40B4-BE49-F238E27FC236}">
                <a16:creationId xmlns:a16="http://schemas.microsoft.com/office/drawing/2014/main" id="{7C13DF61-0E69-1F54-0D0B-43C8FBC9B28C}"/>
              </a:ext>
            </a:extLst>
          </p:cNvPr>
          <p:cNvSpPr/>
          <p:nvPr/>
        </p:nvSpPr>
        <p:spPr>
          <a:xfrm>
            <a:off x="6877428" y="5862850"/>
            <a:ext cx="1014153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2 </a:t>
            </a:r>
            <a:r>
              <a:rPr lang="ru-RU" sz="1600" dirty="0">
                <a:solidFill>
                  <a:schemeClr val="tx1"/>
                </a:solidFill>
              </a:rPr>
              <a:t>ондук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90" name="TextBox 389">
            <a:extLst>
              <a:ext uri="{FF2B5EF4-FFF2-40B4-BE49-F238E27FC236}">
                <a16:creationId xmlns:a16="http://schemas.microsoft.com/office/drawing/2014/main" id="{D7D23246-6003-1305-ED9F-E2B337E1BBA0}"/>
              </a:ext>
            </a:extLst>
          </p:cNvPr>
          <p:cNvSpPr txBox="1"/>
          <p:nvPr/>
        </p:nvSpPr>
        <p:spPr>
          <a:xfrm>
            <a:off x="6517832" y="5784283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−</a:t>
            </a:r>
          </a:p>
        </p:txBody>
      </p:sp>
      <p:sp>
        <p:nvSpPr>
          <p:cNvPr id="391" name="TextBox 390">
            <a:extLst>
              <a:ext uri="{FF2B5EF4-FFF2-40B4-BE49-F238E27FC236}">
                <a16:creationId xmlns:a16="http://schemas.microsoft.com/office/drawing/2014/main" id="{DB8C510D-E40C-0D2B-2D03-F8591F0B9E1E}"/>
              </a:ext>
            </a:extLst>
          </p:cNvPr>
          <p:cNvSpPr txBox="1"/>
          <p:nvPr/>
        </p:nvSpPr>
        <p:spPr>
          <a:xfrm>
            <a:off x="6703342" y="6291359"/>
            <a:ext cx="11063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= 1.935</a:t>
            </a:r>
          </a:p>
        </p:txBody>
      </p:sp>
      <p:sp>
        <p:nvSpPr>
          <p:cNvPr id="392" name="Rectangle: Rounded Corners 391">
            <a:extLst>
              <a:ext uri="{FF2B5EF4-FFF2-40B4-BE49-F238E27FC236}">
                <a16:creationId xmlns:a16="http://schemas.microsoft.com/office/drawing/2014/main" id="{229D1E6E-0841-D327-1E99-45CC0EA8BE76}"/>
              </a:ext>
            </a:extLst>
          </p:cNvPr>
          <p:cNvSpPr/>
          <p:nvPr/>
        </p:nvSpPr>
        <p:spPr>
          <a:xfrm>
            <a:off x="4993639" y="5785658"/>
            <a:ext cx="1528799" cy="52047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600" dirty="0">
                <a:solidFill>
                  <a:schemeClr val="tx1"/>
                </a:solidFill>
              </a:rPr>
              <a:t>жүздүкттүн жарымы</a:t>
            </a:r>
            <a:endParaRPr lang="en-GB" sz="1600" dirty="0">
              <a:solidFill>
                <a:schemeClr val="tx1"/>
              </a:solidFill>
            </a:endParaRP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38A31A5B-C7F1-4C8D-9A70-BBE61F386FA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4484297" y="1052969"/>
            <a:ext cx="408033" cy="408033"/>
          </a:xfrm>
          <a:prstGeom prst="rect">
            <a:avLst/>
          </a:prstGeom>
        </p:spPr>
      </p:pic>
      <p:pic>
        <p:nvPicPr>
          <p:cNvPr id="216" name="Picture 215">
            <a:extLst>
              <a:ext uri="{FF2B5EF4-FFF2-40B4-BE49-F238E27FC236}">
                <a16:creationId xmlns:a16="http://schemas.microsoft.com/office/drawing/2014/main" id="{BC2CC5A5-62AF-4B63-0FB9-E6B031C66EB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4490967" y="2351587"/>
            <a:ext cx="408033" cy="408033"/>
          </a:xfrm>
          <a:prstGeom prst="rect">
            <a:avLst/>
          </a:prstGeom>
        </p:spPr>
      </p:pic>
      <p:pic>
        <p:nvPicPr>
          <p:cNvPr id="243" name="Picture 242">
            <a:extLst>
              <a:ext uri="{FF2B5EF4-FFF2-40B4-BE49-F238E27FC236}">
                <a16:creationId xmlns:a16="http://schemas.microsoft.com/office/drawing/2014/main" id="{C293D07B-C104-EF55-1719-93F08CAC773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4466027" y="3731448"/>
            <a:ext cx="408033" cy="408033"/>
          </a:xfrm>
          <a:prstGeom prst="rect">
            <a:avLst/>
          </a:prstGeom>
        </p:spPr>
      </p:pic>
      <p:pic>
        <p:nvPicPr>
          <p:cNvPr id="221" name="Picture 220">
            <a:extLst>
              <a:ext uri="{FF2B5EF4-FFF2-40B4-BE49-F238E27FC236}">
                <a16:creationId xmlns:a16="http://schemas.microsoft.com/office/drawing/2014/main" id="{2B2DC026-553E-3EC2-2F0D-55574AE13B9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4484297" y="5051391"/>
            <a:ext cx="408033" cy="408033"/>
          </a:xfrm>
          <a:prstGeom prst="rect">
            <a:avLst/>
          </a:prstGeom>
        </p:spPr>
      </p:pic>
      <p:pic>
        <p:nvPicPr>
          <p:cNvPr id="217" name="Picture 216">
            <a:extLst>
              <a:ext uri="{FF2B5EF4-FFF2-40B4-BE49-F238E27FC236}">
                <a16:creationId xmlns:a16="http://schemas.microsoft.com/office/drawing/2014/main" id="{986DAC2F-D446-5333-FF5B-7E4265BCB6F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9372181" y="1074443"/>
            <a:ext cx="408033" cy="408033"/>
          </a:xfrm>
          <a:prstGeom prst="rect">
            <a:avLst/>
          </a:prstGeom>
        </p:spPr>
      </p:pic>
      <p:pic>
        <p:nvPicPr>
          <p:cNvPr id="232" name="Picture 231">
            <a:extLst>
              <a:ext uri="{FF2B5EF4-FFF2-40B4-BE49-F238E27FC236}">
                <a16:creationId xmlns:a16="http://schemas.microsoft.com/office/drawing/2014/main" id="{A94607BC-63E5-AF94-CB18-3803FB9EF93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9372181" y="2385083"/>
            <a:ext cx="408033" cy="408033"/>
          </a:xfrm>
          <a:prstGeom prst="rect">
            <a:avLst/>
          </a:prstGeom>
        </p:spPr>
      </p:pic>
      <p:pic>
        <p:nvPicPr>
          <p:cNvPr id="219" name="Picture 218">
            <a:extLst>
              <a:ext uri="{FF2B5EF4-FFF2-40B4-BE49-F238E27FC236}">
                <a16:creationId xmlns:a16="http://schemas.microsoft.com/office/drawing/2014/main" id="{CE4BF37E-A7BA-B904-E27D-DCCDFBD06A4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9372181" y="3713042"/>
            <a:ext cx="408033" cy="40803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CEA72AF0-26FE-E012-EABB-31C1ED4D64E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9370538" y="5036597"/>
            <a:ext cx="408033" cy="408033"/>
          </a:xfrm>
          <a:prstGeom prst="rect">
            <a:avLst/>
          </a:prstGeom>
        </p:spPr>
      </p:pic>
      <p:pic>
        <p:nvPicPr>
          <p:cNvPr id="222" name="Picture 221">
            <a:extLst>
              <a:ext uri="{FF2B5EF4-FFF2-40B4-BE49-F238E27FC236}">
                <a16:creationId xmlns:a16="http://schemas.microsoft.com/office/drawing/2014/main" id="{8E794E32-4456-460F-6EF5-645E6C5CEC5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4490967" y="6350009"/>
            <a:ext cx="408033" cy="408033"/>
          </a:xfrm>
          <a:prstGeom prst="rect">
            <a:avLst/>
          </a:prstGeom>
        </p:spPr>
      </p:pic>
      <p:pic>
        <p:nvPicPr>
          <p:cNvPr id="260" name="Picture 259">
            <a:extLst>
              <a:ext uri="{FF2B5EF4-FFF2-40B4-BE49-F238E27FC236}">
                <a16:creationId xmlns:a16="http://schemas.microsoft.com/office/drawing/2014/main" id="{43ED45D2-F358-928C-CB7C-C38FA168B80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9372181" y="6339864"/>
            <a:ext cx="408033" cy="4080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51873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AF77AB6-8F88-D26C-8477-79096A85C741}"/>
              </a:ext>
            </a:extLst>
          </p:cNvPr>
          <p:cNvSpPr txBox="1"/>
          <p:nvPr/>
        </p:nvSpPr>
        <p:spPr>
          <a:xfrm>
            <a:off x="4325237" y="-61546"/>
            <a:ext cx="12664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400" b="1" dirty="0">
                <a:solidFill>
                  <a:srgbClr val="FF0000"/>
                </a:solidFill>
              </a:rPr>
              <a:t>Туура же Ката</a:t>
            </a:r>
            <a:endParaRPr lang="en-GB" sz="14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B9BE2B-DEDA-F886-F8DB-47913F27C479}"/>
              </a:ext>
            </a:extLst>
          </p:cNvPr>
          <p:cNvSpPr txBox="1"/>
          <p:nvPr/>
        </p:nvSpPr>
        <p:spPr>
          <a:xfrm>
            <a:off x="1807146" y="987838"/>
            <a:ext cx="9509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= 2.79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662A815-BD67-35E4-DAEA-50F62CF144A5}"/>
              </a:ext>
            </a:extLst>
          </p:cNvPr>
          <p:cNvSpPr txBox="1"/>
          <p:nvPr/>
        </p:nvSpPr>
        <p:spPr>
          <a:xfrm>
            <a:off x="6711657" y="987838"/>
            <a:ext cx="79541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= 4.1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8DE5EF-521C-2E85-C58D-A72198EEEF37}"/>
              </a:ext>
            </a:extLst>
          </p:cNvPr>
          <p:cNvSpPr txBox="1"/>
          <p:nvPr/>
        </p:nvSpPr>
        <p:spPr>
          <a:xfrm>
            <a:off x="1807146" y="2309561"/>
            <a:ext cx="9509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= 4.65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17F816A-6599-7077-9B5C-1B96DB4CE5A2}"/>
              </a:ext>
            </a:extLst>
          </p:cNvPr>
          <p:cNvSpPr txBox="1"/>
          <p:nvPr/>
        </p:nvSpPr>
        <p:spPr>
          <a:xfrm>
            <a:off x="6711657" y="2309561"/>
            <a:ext cx="9509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= 6.89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42D284E-79CB-7663-ED63-6E433BE2545C}"/>
              </a:ext>
            </a:extLst>
          </p:cNvPr>
          <p:cNvSpPr txBox="1"/>
          <p:nvPr/>
        </p:nvSpPr>
        <p:spPr>
          <a:xfrm>
            <a:off x="7698366" y="3049397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−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D6A3195-9FC2-B7AB-0B60-9ED2558ECB64}"/>
              </a:ext>
            </a:extLst>
          </p:cNvPr>
          <p:cNvSpPr txBox="1"/>
          <p:nvPr/>
        </p:nvSpPr>
        <p:spPr>
          <a:xfrm>
            <a:off x="6711657" y="3622975"/>
            <a:ext cx="9509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= 0.79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16D7ED-730C-A309-44B3-5BFA147CC2A3}"/>
              </a:ext>
            </a:extLst>
          </p:cNvPr>
          <p:cNvSpPr txBox="1"/>
          <p:nvPr/>
        </p:nvSpPr>
        <p:spPr>
          <a:xfrm>
            <a:off x="1807146" y="4944698"/>
            <a:ext cx="9509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= 7.99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9764A29-733C-15CD-8CCC-E7DEA4510B4F}"/>
              </a:ext>
            </a:extLst>
          </p:cNvPr>
          <p:cNvSpPr txBox="1"/>
          <p:nvPr/>
        </p:nvSpPr>
        <p:spPr>
          <a:xfrm>
            <a:off x="6711657" y="4944698"/>
            <a:ext cx="9509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= 1.78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10009DA-C880-A015-EA6E-4D2EB4BF23E8}"/>
              </a:ext>
            </a:extLst>
          </p:cNvPr>
          <p:cNvSpPr txBox="1"/>
          <p:nvPr/>
        </p:nvSpPr>
        <p:spPr>
          <a:xfrm>
            <a:off x="1807146" y="6274734"/>
            <a:ext cx="9509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= 0.98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EEA5844-8339-432B-93DE-1165A7EE50B2}"/>
              </a:ext>
            </a:extLst>
          </p:cNvPr>
          <p:cNvSpPr txBox="1"/>
          <p:nvPr/>
        </p:nvSpPr>
        <p:spPr>
          <a:xfrm>
            <a:off x="1807146" y="3622921"/>
            <a:ext cx="11063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= 2.812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04ABE66-BE54-2C40-2370-63C466BC5857}"/>
              </a:ext>
            </a:extLst>
          </p:cNvPr>
          <p:cNvSpPr txBox="1"/>
          <p:nvPr/>
        </p:nvSpPr>
        <p:spPr>
          <a:xfrm>
            <a:off x="6703342" y="6291359"/>
            <a:ext cx="11063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= 1.935</a:t>
            </a:r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C42B82EE-D6E2-7E02-A769-4E11593761B3}"/>
              </a:ext>
            </a:extLst>
          </p:cNvPr>
          <p:cNvGraphicFramePr>
            <a:graphicFrameLocks noGrp="1"/>
          </p:cNvGraphicFramePr>
          <p:nvPr/>
        </p:nvGraphicFramePr>
        <p:xfrm>
          <a:off x="35168" y="198120"/>
          <a:ext cx="9803424" cy="65983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01712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4901712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1319667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1319667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1319667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2037999"/>
                  </a:ext>
                </a:extLst>
              </a:tr>
              <a:tr h="1319667"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0804890"/>
                  </a:ext>
                </a:extLst>
              </a:tr>
              <a:tr h="1319667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7241893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98B3CF6B-77FC-B69C-BACC-5CFC59417A22}"/>
              </a:ext>
            </a:extLst>
          </p:cNvPr>
          <p:cNvSpPr txBox="1"/>
          <p:nvPr/>
        </p:nvSpPr>
        <p:spPr>
          <a:xfrm>
            <a:off x="-1990" y="20925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A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094C1A2-9937-AFF2-588C-7E8BA1E3F2BD}"/>
              </a:ext>
            </a:extLst>
          </p:cNvPr>
          <p:cNvSpPr txBox="1"/>
          <p:nvPr/>
        </p:nvSpPr>
        <p:spPr>
          <a:xfrm>
            <a:off x="4901187" y="20925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B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D149EAD-3F5D-DBFB-122C-FA401160D501}"/>
              </a:ext>
            </a:extLst>
          </p:cNvPr>
          <p:cNvSpPr txBox="1"/>
          <p:nvPr/>
        </p:nvSpPr>
        <p:spPr>
          <a:xfrm>
            <a:off x="-1990" y="1570306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C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74794A-25F4-1650-3B12-7360523B670C}"/>
              </a:ext>
            </a:extLst>
          </p:cNvPr>
          <p:cNvSpPr txBox="1"/>
          <p:nvPr/>
        </p:nvSpPr>
        <p:spPr>
          <a:xfrm>
            <a:off x="4901187" y="1570306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D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9AE0E52-2E41-3C8B-61B5-4E674ED61E8D}"/>
              </a:ext>
            </a:extLst>
          </p:cNvPr>
          <p:cNvSpPr txBox="1"/>
          <p:nvPr/>
        </p:nvSpPr>
        <p:spPr>
          <a:xfrm>
            <a:off x="-1990" y="2906346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AA6092A-ECD5-0C9D-4230-E13E73547608}"/>
              </a:ext>
            </a:extLst>
          </p:cNvPr>
          <p:cNvSpPr txBox="1"/>
          <p:nvPr/>
        </p:nvSpPr>
        <p:spPr>
          <a:xfrm>
            <a:off x="4901187" y="2906346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F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3B410B3-4007-DAA1-BDCE-E500DC45AF48}"/>
              </a:ext>
            </a:extLst>
          </p:cNvPr>
          <p:cNvSpPr txBox="1"/>
          <p:nvPr/>
        </p:nvSpPr>
        <p:spPr>
          <a:xfrm>
            <a:off x="-1990" y="4209562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G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2CE87B9-402F-7CB9-3B9A-695741AA5B0E}"/>
              </a:ext>
            </a:extLst>
          </p:cNvPr>
          <p:cNvSpPr txBox="1"/>
          <p:nvPr/>
        </p:nvSpPr>
        <p:spPr>
          <a:xfrm>
            <a:off x="4901187" y="4209562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H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0B4A38F-1764-7CEC-26E4-B28724EE919E}"/>
              </a:ext>
            </a:extLst>
          </p:cNvPr>
          <p:cNvSpPr txBox="1"/>
          <p:nvPr/>
        </p:nvSpPr>
        <p:spPr>
          <a:xfrm>
            <a:off x="-1990" y="5536809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I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4E7B4D7-3BEE-6247-13FB-7380FF4DB59A}"/>
              </a:ext>
            </a:extLst>
          </p:cNvPr>
          <p:cNvSpPr txBox="1"/>
          <p:nvPr/>
        </p:nvSpPr>
        <p:spPr>
          <a:xfrm>
            <a:off x="4901187" y="5536809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J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C885E19-DA3A-8FEC-ABE7-C9C9838D2458}"/>
              </a:ext>
            </a:extLst>
          </p:cNvPr>
          <p:cNvSpPr txBox="1"/>
          <p:nvPr/>
        </p:nvSpPr>
        <p:spPr>
          <a:xfrm>
            <a:off x="2793855" y="414260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+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DB1F1DA2-0B4A-A198-4D2C-779473B69ACC}"/>
              </a:ext>
            </a:extLst>
          </p:cNvPr>
          <p:cNvSpPr/>
          <p:nvPr/>
        </p:nvSpPr>
        <p:spPr>
          <a:xfrm>
            <a:off x="3217025" y="492827"/>
            <a:ext cx="1528799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9 </a:t>
            </a:r>
            <a:r>
              <a:rPr lang="ru-RU" sz="1600" dirty="0">
                <a:solidFill>
                  <a:schemeClr val="tx1"/>
                </a:solidFill>
              </a:rPr>
              <a:t>жүздүк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E33FB028-BBCA-FBDB-DDD8-47BD258B9665}"/>
              </a:ext>
            </a:extLst>
          </p:cNvPr>
          <p:cNvSpPr/>
          <p:nvPr/>
        </p:nvSpPr>
        <p:spPr>
          <a:xfrm>
            <a:off x="1720735" y="492827"/>
            <a:ext cx="1064132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7 </a:t>
            </a:r>
            <a:r>
              <a:rPr lang="ru-RU" sz="1600" dirty="0">
                <a:solidFill>
                  <a:schemeClr val="tx1"/>
                </a:solidFill>
              </a:rPr>
              <a:t>ондук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3249F3F7-BBBC-B6A0-D7E4-0EF208CC473C}"/>
              </a:ext>
            </a:extLst>
          </p:cNvPr>
          <p:cNvSpPr/>
          <p:nvPr/>
        </p:nvSpPr>
        <p:spPr>
          <a:xfrm>
            <a:off x="161651" y="492827"/>
            <a:ext cx="1258474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2 </a:t>
            </a:r>
            <a:r>
              <a:rPr lang="ru-RU" sz="1600" dirty="0">
                <a:solidFill>
                  <a:schemeClr val="tx1"/>
                </a:solidFill>
              </a:rPr>
              <a:t>бирдик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2A35D53-9B1A-51D4-EC06-B0DD94555C95}"/>
              </a:ext>
            </a:extLst>
          </p:cNvPr>
          <p:cNvSpPr txBox="1"/>
          <p:nvPr/>
        </p:nvSpPr>
        <p:spPr>
          <a:xfrm>
            <a:off x="1399909" y="443832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+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D54E403-D648-882D-5F3E-EE343C245385}"/>
              </a:ext>
            </a:extLst>
          </p:cNvPr>
          <p:cNvSpPr txBox="1"/>
          <p:nvPr/>
        </p:nvSpPr>
        <p:spPr>
          <a:xfrm>
            <a:off x="1807146" y="987838"/>
            <a:ext cx="9509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= 2.79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E1A12F8E-A37C-2396-CC69-8483450080AD}"/>
              </a:ext>
            </a:extLst>
          </p:cNvPr>
          <p:cNvSpPr/>
          <p:nvPr/>
        </p:nvSpPr>
        <p:spPr>
          <a:xfrm>
            <a:off x="7615845" y="492827"/>
            <a:ext cx="1014153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11 </a:t>
            </a:r>
            <a:r>
              <a:rPr lang="ru-RU" sz="1600" dirty="0">
                <a:solidFill>
                  <a:schemeClr val="tx1"/>
                </a:solidFill>
              </a:rPr>
              <a:t>ондук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CE3C3EF5-E682-8C5A-7888-BC4B85169770}"/>
              </a:ext>
            </a:extLst>
          </p:cNvPr>
          <p:cNvSpPr/>
          <p:nvPr/>
        </p:nvSpPr>
        <p:spPr>
          <a:xfrm>
            <a:off x="5984082" y="492827"/>
            <a:ext cx="1149626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3 </a:t>
            </a:r>
            <a:r>
              <a:rPr lang="ru-RU" sz="1600" dirty="0">
                <a:solidFill>
                  <a:schemeClr val="tx1"/>
                </a:solidFill>
              </a:rPr>
              <a:t>бирдик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B3E74DB-01A1-A049-356E-999DC47A61A5}"/>
              </a:ext>
            </a:extLst>
          </p:cNvPr>
          <p:cNvSpPr txBox="1"/>
          <p:nvPr/>
        </p:nvSpPr>
        <p:spPr>
          <a:xfrm>
            <a:off x="7192675" y="414260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+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75DD7F9-E2A3-E59B-3CFC-B36C3B7A1DE1}"/>
              </a:ext>
            </a:extLst>
          </p:cNvPr>
          <p:cNvSpPr txBox="1"/>
          <p:nvPr/>
        </p:nvSpPr>
        <p:spPr>
          <a:xfrm>
            <a:off x="6711657" y="987838"/>
            <a:ext cx="79541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= 4.1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299ED7A-6AC9-CA41-1E24-6117D365EE58}"/>
              </a:ext>
            </a:extLst>
          </p:cNvPr>
          <p:cNvSpPr txBox="1"/>
          <p:nvPr/>
        </p:nvSpPr>
        <p:spPr>
          <a:xfrm>
            <a:off x="2793855" y="1735983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−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D6A4456C-DFEB-AEB2-D371-D889573F764E}"/>
              </a:ext>
            </a:extLst>
          </p:cNvPr>
          <p:cNvSpPr/>
          <p:nvPr/>
        </p:nvSpPr>
        <p:spPr>
          <a:xfrm>
            <a:off x="3217025" y="1814550"/>
            <a:ext cx="1528799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5 </a:t>
            </a:r>
            <a:r>
              <a:rPr lang="ru-RU" sz="1600" dirty="0">
                <a:solidFill>
                  <a:schemeClr val="tx1"/>
                </a:solidFill>
              </a:rPr>
              <a:t>жүздүк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924A2243-4ECF-308C-8DC2-9BF89C57BA39}"/>
              </a:ext>
            </a:extLst>
          </p:cNvPr>
          <p:cNvSpPr/>
          <p:nvPr/>
        </p:nvSpPr>
        <p:spPr>
          <a:xfrm>
            <a:off x="1720734" y="1814550"/>
            <a:ext cx="1014153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6 </a:t>
            </a:r>
            <a:r>
              <a:rPr lang="ru-RU" sz="1600" dirty="0">
                <a:solidFill>
                  <a:schemeClr val="tx1"/>
                </a:solidFill>
              </a:rPr>
              <a:t>ондук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67A9AE99-86D7-B657-D016-C2EA02F21321}"/>
              </a:ext>
            </a:extLst>
          </p:cNvPr>
          <p:cNvSpPr/>
          <p:nvPr/>
        </p:nvSpPr>
        <p:spPr>
          <a:xfrm>
            <a:off x="97443" y="1814550"/>
            <a:ext cx="1141153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4 </a:t>
            </a:r>
            <a:r>
              <a:rPr lang="ru-RU" sz="1600" dirty="0">
                <a:solidFill>
                  <a:schemeClr val="tx1"/>
                </a:solidFill>
              </a:rPr>
              <a:t>бирдик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484CC79-9F0C-8429-9BF1-1B7168872E1C}"/>
              </a:ext>
            </a:extLst>
          </p:cNvPr>
          <p:cNvSpPr txBox="1"/>
          <p:nvPr/>
        </p:nvSpPr>
        <p:spPr>
          <a:xfrm>
            <a:off x="1297564" y="1735983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+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4C915EE-A48D-F195-E8F6-5D354BCA9D57}"/>
              </a:ext>
            </a:extLst>
          </p:cNvPr>
          <p:cNvSpPr txBox="1"/>
          <p:nvPr/>
        </p:nvSpPr>
        <p:spPr>
          <a:xfrm>
            <a:off x="1807146" y="2309561"/>
            <a:ext cx="9509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= 4.65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47524FD-61BB-23D4-111A-B93970644625}"/>
              </a:ext>
            </a:extLst>
          </p:cNvPr>
          <p:cNvSpPr txBox="1"/>
          <p:nvPr/>
        </p:nvSpPr>
        <p:spPr>
          <a:xfrm>
            <a:off x="7698366" y="1735983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+</a:t>
            </a: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7F3FFD0F-5F19-724C-9B73-EDB7E7163933}"/>
              </a:ext>
            </a:extLst>
          </p:cNvPr>
          <p:cNvSpPr/>
          <p:nvPr/>
        </p:nvSpPr>
        <p:spPr>
          <a:xfrm>
            <a:off x="8121536" y="1814550"/>
            <a:ext cx="1528799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9 </a:t>
            </a:r>
            <a:r>
              <a:rPr lang="ru-RU" sz="1600" dirty="0">
                <a:solidFill>
                  <a:schemeClr val="tx1"/>
                </a:solidFill>
              </a:rPr>
              <a:t>жүздүк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1F0374ED-E61B-F731-51B8-6F08321BFAEF}"/>
              </a:ext>
            </a:extLst>
          </p:cNvPr>
          <p:cNvSpPr/>
          <p:nvPr/>
        </p:nvSpPr>
        <p:spPr>
          <a:xfrm>
            <a:off x="6625245" y="1814550"/>
            <a:ext cx="1014153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2 </a:t>
            </a:r>
            <a:r>
              <a:rPr lang="ru-RU" sz="1600" dirty="0">
                <a:solidFill>
                  <a:schemeClr val="tx1"/>
                </a:solidFill>
              </a:rPr>
              <a:t>ондук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E50693F9-19BA-25F1-6954-663807EE0436}"/>
              </a:ext>
            </a:extLst>
          </p:cNvPr>
          <p:cNvSpPr/>
          <p:nvPr/>
        </p:nvSpPr>
        <p:spPr>
          <a:xfrm>
            <a:off x="4993481" y="1814550"/>
            <a:ext cx="1149626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7 </a:t>
            </a:r>
            <a:r>
              <a:rPr lang="ru-RU" sz="1600" dirty="0">
                <a:solidFill>
                  <a:schemeClr val="tx1"/>
                </a:solidFill>
              </a:rPr>
              <a:t>бирдик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E32505F-F47F-B758-2EDC-589014DD6668}"/>
              </a:ext>
            </a:extLst>
          </p:cNvPr>
          <p:cNvSpPr txBox="1"/>
          <p:nvPr/>
        </p:nvSpPr>
        <p:spPr>
          <a:xfrm>
            <a:off x="6202075" y="1735983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−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EF5C065-B79C-C66D-51A3-C4AA1A31F499}"/>
              </a:ext>
            </a:extLst>
          </p:cNvPr>
          <p:cNvSpPr txBox="1"/>
          <p:nvPr/>
        </p:nvSpPr>
        <p:spPr>
          <a:xfrm>
            <a:off x="6711657" y="2309561"/>
            <a:ext cx="9509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= 6.89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7B94CCF-D999-A5A4-5ED9-EA9FA6A4D7F3}"/>
              </a:ext>
            </a:extLst>
          </p:cNvPr>
          <p:cNvSpPr txBox="1"/>
          <p:nvPr/>
        </p:nvSpPr>
        <p:spPr>
          <a:xfrm>
            <a:off x="2793855" y="3049397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+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3514EE7-9BB3-097F-2661-3C8DE975C817}"/>
              </a:ext>
            </a:extLst>
          </p:cNvPr>
          <p:cNvSpPr txBox="1"/>
          <p:nvPr/>
        </p:nvSpPr>
        <p:spPr>
          <a:xfrm>
            <a:off x="1297564" y="3049397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+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6627EC5-A73F-A2F6-0632-8BC903F640E8}"/>
              </a:ext>
            </a:extLst>
          </p:cNvPr>
          <p:cNvSpPr txBox="1"/>
          <p:nvPr/>
        </p:nvSpPr>
        <p:spPr>
          <a:xfrm>
            <a:off x="7698366" y="3049397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−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D87C90C1-5505-408A-F8BF-C247DD71BD35}"/>
              </a:ext>
            </a:extLst>
          </p:cNvPr>
          <p:cNvSpPr/>
          <p:nvPr/>
        </p:nvSpPr>
        <p:spPr>
          <a:xfrm>
            <a:off x="8121536" y="3127964"/>
            <a:ext cx="1528799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1 </a:t>
            </a:r>
            <a:r>
              <a:rPr lang="ru-RU" sz="1600" dirty="0">
                <a:solidFill>
                  <a:schemeClr val="tx1"/>
                </a:solidFill>
              </a:rPr>
              <a:t>жүздүк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C19FC2DF-D54E-9F6B-D079-7A5FA33109B2}"/>
              </a:ext>
            </a:extLst>
          </p:cNvPr>
          <p:cNvSpPr/>
          <p:nvPr/>
        </p:nvSpPr>
        <p:spPr>
          <a:xfrm>
            <a:off x="6625245" y="3127964"/>
            <a:ext cx="1014153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3 </a:t>
            </a:r>
            <a:r>
              <a:rPr lang="ru-RU" sz="1600" dirty="0">
                <a:solidFill>
                  <a:schemeClr val="tx1"/>
                </a:solidFill>
              </a:rPr>
              <a:t>ондук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D0F03603-A253-4852-59A6-FB9AD57EB500}"/>
              </a:ext>
            </a:extLst>
          </p:cNvPr>
          <p:cNvSpPr/>
          <p:nvPr/>
        </p:nvSpPr>
        <p:spPr>
          <a:xfrm>
            <a:off x="5128954" y="2931355"/>
            <a:ext cx="1014153" cy="758433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600" dirty="0">
                <a:solidFill>
                  <a:schemeClr val="tx1"/>
                </a:solidFill>
              </a:rPr>
              <a:t>бирдиктин жарымы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16DF6CD-D126-ED04-E869-38EA7246632E}"/>
              </a:ext>
            </a:extLst>
          </p:cNvPr>
          <p:cNvSpPr txBox="1"/>
          <p:nvPr/>
        </p:nvSpPr>
        <p:spPr>
          <a:xfrm>
            <a:off x="6202075" y="3049397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+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7B33D84-CD78-70BF-F2FF-FE357507228A}"/>
              </a:ext>
            </a:extLst>
          </p:cNvPr>
          <p:cNvSpPr txBox="1"/>
          <p:nvPr/>
        </p:nvSpPr>
        <p:spPr>
          <a:xfrm>
            <a:off x="6711657" y="3622975"/>
            <a:ext cx="9509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= 0.79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FC53761-FE6F-5627-C8A0-68986D935630}"/>
              </a:ext>
            </a:extLst>
          </p:cNvPr>
          <p:cNvSpPr txBox="1"/>
          <p:nvPr/>
        </p:nvSpPr>
        <p:spPr>
          <a:xfrm>
            <a:off x="2793855" y="4371120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+</a:t>
            </a:r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8113DF93-CFDB-D13C-5694-791AA4EC0463}"/>
              </a:ext>
            </a:extLst>
          </p:cNvPr>
          <p:cNvSpPr/>
          <p:nvPr/>
        </p:nvSpPr>
        <p:spPr>
          <a:xfrm>
            <a:off x="3217025" y="4449687"/>
            <a:ext cx="1528799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19 </a:t>
            </a:r>
            <a:r>
              <a:rPr lang="ru-RU" sz="1600" dirty="0">
                <a:solidFill>
                  <a:schemeClr val="tx1"/>
                </a:solidFill>
              </a:rPr>
              <a:t>жүздүк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6B0165D7-B862-30A6-3801-33C177D35FE2}"/>
              </a:ext>
            </a:extLst>
          </p:cNvPr>
          <p:cNvSpPr/>
          <p:nvPr/>
        </p:nvSpPr>
        <p:spPr>
          <a:xfrm>
            <a:off x="1720734" y="4449687"/>
            <a:ext cx="1014153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18 </a:t>
            </a:r>
            <a:r>
              <a:rPr lang="ru-RU" sz="1600" dirty="0">
                <a:solidFill>
                  <a:schemeClr val="tx1"/>
                </a:solidFill>
              </a:rPr>
              <a:t>ондук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0A247D40-B2D9-C16F-23E5-F80E1CF86D0A}"/>
              </a:ext>
            </a:extLst>
          </p:cNvPr>
          <p:cNvSpPr/>
          <p:nvPr/>
        </p:nvSpPr>
        <p:spPr>
          <a:xfrm>
            <a:off x="224443" y="4449687"/>
            <a:ext cx="1183296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6 </a:t>
            </a:r>
            <a:r>
              <a:rPr lang="ru-RU" sz="1600" dirty="0">
                <a:solidFill>
                  <a:schemeClr val="tx1"/>
                </a:solidFill>
              </a:rPr>
              <a:t>бирдик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262DEED-5555-0EDB-7FE6-BCC790371EB3}"/>
              </a:ext>
            </a:extLst>
          </p:cNvPr>
          <p:cNvSpPr txBox="1"/>
          <p:nvPr/>
        </p:nvSpPr>
        <p:spPr>
          <a:xfrm>
            <a:off x="1297564" y="4371120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+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D585455-8E38-6889-21D2-DC8DB5219137}"/>
              </a:ext>
            </a:extLst>
          </p:cNvPr>
          <p:cNvSpPr txBox="1"/>
          <p:nvPr/>
        </p:nvSpPr>
        <p:spPr>
          <a:xfrm>
            <a:off x="1807146" y="4944698"/>
            <a:ext cx="9509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= 7.99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B06C9B0-D1D0-F4AC-F0C9-C322A0EF9EB0}"/>
              </a:ext>
            </a:extLst>
          </p:cNvPr>
          <p:cNvSpPr txBox="1"/>
          <p:nvPr/>
        </p:nvSpPr>
        <p:spPr>
          <a:xfrm>
            <a:off x="8213012" y="4371120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−</a:t>
            </a:r>
          </a:p>
        </p:txBody>
      </p:sp>
      <p:sp>
        <p:nvSpPr>
          <p:cNvPr id="63" name="Rectangle: Rounded Corners 62">
            <a:extLst>
              <a:ext uri="{FF2B5EF4-FFF2-40B4-BE49-F238E27FC236}">
                <a16:creationId xmlns:a16="http://schemas.microsoft.com/office/drawing/2014/main" id="{E0D6383F-D613-01CC-7766-FCE52B4FFF28}"/>
              </a:ext>
            </a:extLst>
          </p:cNvPr>
          <p:cNvSpPr/>
          <p:nvPr/>
        </p:nvSpPr>
        <p:spPr>
          <a:xfrm>
            <a:off x="6625245" y="4449687"/>
            <a:ext cx="1528799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3 </a:t>
            </a:r>
            <a:r>
              <a:rPr lang="ru-RU" sz="1600" dirty="0">
                <a:solidFill>
                  <a:schemeClr val="tx1"/>
                </a:solidFill>
              </a:rPr>
              <a:t>жүздүк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940B8F2C-F8C1-FB58-88C4-DDCB166D4548}"/>
              </a:ext>
            </a:extLst>
          </p:cNvPr>
          <p:cNvSpPr/>
          <p:nvPr/>
        </p:nvSpPr>
        <p:spPr>
          <a:xfrm>
            <a:off x="8636182" y="4449687"/>
            <a:ext cx="1014153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7 </a:t>
            </a:r>
            <a:r>
              <a:rPr lang="ru-RU" sz="1600" dirty="0">
                <a:solidFill>
                  <a:schemeClr val="tx1"/>
                </a:solidFill>
              </a:rPr>
              <a:t>ондук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5F8CC572-0BFE-7A92-DB48-85100F496E3A}"/>
              </a:ext>
            </a:extLst>
          </p:cNvPr>
          <p:cNvSpPr/>
          <p:nvPr/>
        </p:nvSpPr>
        <p:spPr>
          <a:xfrm>
            <a:off x="5128954" y="4449687"/>
            <a:ext cx="1014153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26 </a:t>
            </a:r>
            <a:r>
              <a:rPr lang="ru-RU" sz="1600" dirty="0">
                <a:solidFill>
                  <a:schemeClr val="tx1"/>
                </a:solidFill>
              </a:rPr>
              <a:t>ондук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8E00463-F068-0B99-D10A-2680DC23642D}"/>
              </a:ext>
            </a:extLst>
          </p:cNvPr>
          <p:cNvSpPr txBox="1"/>
          <p:nvPr/>
        </p:nvSpPr>
        <p:spPr>
          <a:xfrm>
            <a:off x="6202075" y="4371120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−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23F66CA-AFCE-329A-865B-9455045A2C0F}"/>
              </a:ext>
            </a:extLst>
          </p:cNvPr>
          <p:cNvSpPr txBox="1"/>
          <p:nvPr/>
        </p:nvSpPr>
        <p:spPr>
          <a:xfrm>
            <a:off x="6711657" y="4944698"/>
            <a:ext cx="9509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= 1.78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F1A2AD2-30C0-13CE-2F50-354BD62B250E}"/>
              </a:ext>
            </a:extLst>
          </p:cNvPr>
          <p:cNvSpPr txBox="1"/>
          <p:nvPr/>
        </p:nvSpPr>
        <p:spPr>
          <a:xfrm>
            <a:off x="2990779" y="5701156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−</a:t>
            </a:r>
          </a:p>
        </p:txBody>
      </p: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DCF43277-B085-BD6B-0CBD-F22CD23A937C}"/>
              </a:ext>
            </a:extLst>
          </p:cNvPr>
          <p:cNvSpPr/>
          <p:nvPr/>
        </p:nvSpPr>
        <p:spPr>
          <a:xfrm>
            <a:off x="3350375" y="5779723"/>
            <a:ext cx="1528799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26 </a:t>
            </a:r>
            <a:r>
              <a:rPr lang="ru-RU" sz="1600" dirty="0">
                <a:solidFill>
                  <a:schemeClr val="tx1"/>
                </a:solidFill>
              </a:rPr>
              <a:t>жүздүк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70" name="Rectangle: Rounded Corners 69">
            <a:extLst>
              <a:ext uri="{FF2B5EF4-FFF2-40B4-BE49-F238E27FC236}">
                <a16:creationId xmlns:a16="http://schemas.microsoft.com/office/drawing/2014/main" id="{F16B69A9-E32B-71E1-25D5-137119DB1098}"/>
              </a:ext>
            </a:extLst>
          </p:cNvPr>
          <p:cNvSpPr/>
          <p:nvPr/>
        </p:nvSpPr>
        <p:spPr>
          <a:xfrm>
            <a:off x="1981232" y="5779723"/>
            <a:ext cx="1014153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12 </a:t>
            </a:r>
            <a:r>
              <a:rPr lang="ru-RU" sz="1600" dirty="0">
                <a:solidFill>
                  <a:schemeClr val="tx1"/>
                </a:solidFill>
              </a:rPr>
              <a:t>ондук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4D21AFA-E312-1B70-1D07-6FCB08733AB5}"/>
              </a:ext>
            </a:extLst>
          </p:cNvPr>
          <p:cNvSpPr txBox="1"/>
          <p:nvPr/>
        </p:nvSpPr>
        <p:spPr>
          <a:xfrm>
            <a:off x="1621636" y="5701156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+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9582D01-E9DA-D59B-409A-BE9A30ADAC78}"/>
              </a:ext>
            </a:extLst>
          </p:cNvPr>
          <p:cNvSpPr txBox="1"/>
          <p:nvPr/>
        </p:nvSpPr>
        <p:spPr>
          <a:xfrm>
            <a:off x="1807146" y="6274734"/>
            <a:ext cx="9509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= 0.98</a:t>
            </a:r>
          </a:p>
        </p:txBody>
      </p:sp>
      <p:sp>
        <p:nvSpPr>
          <p:cNvPr id="73" name="Rectangle: Rounded Corners 72">
            <a:extLst>
              <a:ext uri="{FF2B5EF4-FFF2-40B4-BE49-F238E27FC236}">
                <a16:creationId xmlns:a16="http://schemas.microsoft.com/office/drawing/2014/main" id="{90A084E5-D814-1521-8DF7-9B1B2052354D}"/>
              </a:ext>
            </a:extLst>
          </p:cNvPr>
          <p:cNvSpPr/>
          <p:nvPr/>
        </p:nvSpPr>
        <p:spPr>
          <a:xfrm>
            <a:off x="3217025" y="3127910"/>
            <a:ext cx="1528799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12 </a:t>
            </a:r>
            <a:r>
              <a:rPr lang="ru-RU" sz="1600" dirty="0">
                <a:solidFill>
                  <a:schemeClr val="tx1"/>
                </a:solidFill>
              </a:rPr>
              <a:t>жүздүк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74" name="Rectangle: Rounded Corners 73">
            <a:extLst>
              <a:ext uri="{FF2B5EF4-FFF2-40B4-BE49-F238E27FC236}">
                <a16:creationId xmlns:a16="http://schemas.microsoft.com/office/drawing/2014/main" id="{936E0FA3-F33D-2533-028C-E22BAB20810B}"/>
              </a:ext>
            </a:extLst>
          </p:cNvPr>
          <p:cNvSpPr/>
          <p:nvPr/>
        </p:nvSpPr>
        <p:spPr>
          <a:xfrm>
            <a:off x="1720734" y="3127910"/>
            <a:ext cx="1014153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8 </a:t>
            </a:r>
            <a:r>
              <a:rPr lang="ru-RU" sz="1600" dirty="0">
                <a:solidFill>
                  <a:schemeClr val="tx1"/>
                </a:solidFill>
              </a:rPr>
              <a:t>ондук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75" name="Rectangle: Rounded Corners 74">
            <a:extLst>
              <a:ext uri="{FF2B5EF4-FFF2-40B4-BE49-F238E27FC236}">
                <a16:creationId xmlns:a16="http://schemas.microsoft.com/office/drawing/2014/main" id="{0413BA74-3215-C53D-0917-1916CF2243A9}"/>
              </a:ext>
            </a:extLst>
          </p:cNvPr>
          <p:cNvSpPr/>
          <p:nvPr/>
        </p:nvSpPr>
        <p:spPr>
          <a:xfrm>
            <a:off x="224443" y="3127910"/>
            <a:ext cx="1141153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1 </a:t>
            </a:r>
            <a:r>
              <a:rPr lang="ru-RU" sz="1600" dirty="0">
                <a:solidFill>
                  <a:schemeClr val="tx1"/>
                </a:solidFill>
              </a:rPr>
              <a:t>бирдик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86B8869-4004-CA62-252F-F76E5239164A}"/>
              </a:ext>
            </a:extLst>
          </p:cNvPr>
          <p:cNvSpPr txBox="1"/>
          <p:nvPr/>
        </p:nvSpPr>
        <p:spPr>
          <a:xfrm>
            <a:off x="1807146" y="3622921"/>
            <a:ext cx="11063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= 2.812</a:t>
            </a:r>
          </a:p>
        </p:txBody>
      </p:sp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EC9EF3D6-DCC7-7548-E4FB-A4A337C86B04}"/>
              </a:ext>
            </a:extLst>
          </p:cNvPr>
          <p:cNvSpPr/>
          <p:nvPr/>
        </p:nvSpPr>
        <p:spPr>
          <a:xfrm>
            <a:off x="97443" y="5622534"/>
            <a:ext cx="1528799" cy="683593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600" dirty="0">
                <a:solidFill>
                  <a:schemeClr val="tx1"/>
                </a:solidFill>
              </a:rPr>
              <a:t>ондуктун жарымы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DC43440-5C55-7CD1-44DE-BB5D89D645AB}"/>
              </a:ext>
            </a:extLst>
          </p:cNvPr>
          <p:cNvSpPr txBox="1"/>
          <p:nvPr/>
        </p:nvSpPr>
        <p:spPr>
          <a:xfrm>
            <a:off x="7886975" y="5784283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+</a:t>
            </a:r>
          </a:p>
        </p:txBody>
      </p:sp>
      <p:sp>
        <p:nvSpPr>
          <p:cNvPr id="79" name="Rectangle: Rounded Corners 78">
            <a:extLst>
              <a:ext uri="{FF2B5EF4-FFF2-40B4-BE49-F238E27FC236}">
                <a16:creationId xmlns:a16="http://schemas.microsoft.com/office/drawing/2014/main" id="{5FEF231A-2DBD-D990-F2C1-83F6E6ACDAF0}"/>
              </a:ext>
            </a:extLst>
          </p:cNvPr>
          <p:cNvSpPr/>
          <p:nvPr/>
        </p:nvSpPr>
        <p:spPr>
          <a:xfrm>
            <a:off x="8246571" y="5783557"/>
            <a:ext cx="1528799" cy="507802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213 </a:t>
            </a:r>
            <a:r>
              <a:rPr lang="ru-RU" sz="1600" dirty="0">
                <a:solidFill>
                  <a:schemeClr val="tx1"/>
                </a:solidFill>
              </a:rPr>
              <a:t>жүздүк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80" name="Rectangle: Rounded Corners 79">
            <a:extLst>
              <a:ext uri="{FF2B5EF4-FFF2-40B4-BE49-F238E27FC236}">
                <a16:creationId xmlns:a16="http://schemas.microsoft.com/office/drawing/2014/main" id="{66302E40-CDAA-06A4-7133-A9AA12E2DC27}"/>
              </a:ext>
            </a:extLst>
          </p:cNvPr>
          <p:cNvSpPr/>
          <p:nvPr/>
        </p:nvSpPr>
        <p:spPr>
          <a:xfrm>
            <a:off x="6877428" y="5862850"/>
            <a:ext cx="1014153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2 </a:t>
            </a:r>
            <a:r>
              <a:rPr lang="ru-RU" sz="1600" dirty="0">
                <a:solidFill>
                  <a:schemeClr val="tx1"/>
                </a:solidFill>
              </a:rPr>
              <a:t>ондук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FAA8737-DBC8-CA67-3D1C-EF2A48EC9CBB}"/>
              </a:ext>
            </a:extLst>
          </p:cNvPr>
          <p:cNvSpPr txBox="1"/>
          <p:nvPr/>
        </p:nvSpPr>
        <p:spPr>
          <a:xfrm>
            <a:off x="6517832" y="5784283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−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A719E90B-30C5-BC67-8777-5689883988FA}"/>
              </a:ext>
            </a:extLst>
          </p:cNvPr>
          <p:cNvSpPr txBox="1"/>
          <p:nvPr/>
        </p:nvSpPr>
        <p:spPr>
          <a:xfrm>
            <a:off x="6703342" y="6291359"/>
            <a:ext cx="11063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= 1.935</a:t>
            </a:r>
          </a:p>
        </p:txBody>
      </p:sp>
      <p:sp>
        <p:nvSpPr>
          <p:cNvPr id="83" name="Rectangle: Rounded Corners 82">
            <a:extLst>
              <a:ext uri="{FF2B5EF4-FFF2-40B4-BE49-F238E27FC236}">
                <a16:creationId xmlns:a16="http://schemas.microsoft.com/office/drawing/2014/main" id="{AA9F14BA-5C30-3A69-7073-3094BE01A9F9}"/>
              </a:ext>
            </a:extLst>
          </p:cNvPr>
          <p:cNvSpPr/>
          <p:nvPr/>
        </p:nvSpPr>
        <p:spPr>
          <a:xfrm>
            <a:off x="4993639" y="5785658"/>
            <a:ext cx="1528799" cy="52047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600" dirty="0">
                <a:solidFill>
                  <a:schemeClr val="tx1"/>
                </a:solidFill>
              </a:rPr>
              <a:t>жүздүкттүн жарымы</a:t>
            </a:r>
            <a:endParaRPr lang="en-GB" sz="1600" dirty="0">
              <a:solidFill>
                <a:schemeClr val="tx1"/>
              </a:solidFill>
            </a:endParaRPr>
          </a:p>
        </p:txBody>
      </p:sp>
      <p:pic>
        <p:nvPicPr>
          <p:cNvPr id="84" name="Picture 83">
            <a:extLst>
              <a:ext uri="{FF2B5EF4-FFF2-40B4-BE49-F238E27FC236}">
                <a16:creationId xmlns:a16="http://schemas.microsoft.com/office/drawing/2014/main" id="{2130CCA7-DD3E-95E3-0F86-FD673BE0F763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4484297" y="1052969"/>
            <a:ext cx="408033" cy="408033"/>
          </a:xfrm>
          <a:prstGeom prst="rect">
            <a:avLst/>
          </a:prstGeom>
        </p:spPr>
      </p:pic>
      <p:pic>
        <p:nvPicPr>
          <p:cNvPr id="85" name="Picture 84">
            <a:extLst>
              <a:ext uri="{FF2B5EF4-FFF2-40B4-BE49-F238E27FC236}">
                <a16:creationId xmlns:a16="http://schemas.microsoft.com/office/drawing/2014/main" id="{C0493D6B-3EB5-A9E3-E7B2-93818284BA5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4490967" y="2351587"/>
            <a:ext cx="408033" cy="408033"/>
          </a:xfrm>
          <a:prstGeom prst="rect">
            <a:avLst/>
          </a:prstGeom>
        </p:spPr>
      </p:pic>
      <p:pic>
        <p:nvPicPr>
          <p:cNvPr id="86" name="Picture 85">
            <a:extLst>
              <a:ext uri="{FF2B5EF4-FFF2-40B4-BE49-F238E27FC236}">
                <a16:creationId xmlns:a16="http://schemas.microsoft.com/office/drawing/2014/main" id="{D4F79428-7B1A-F755-BECD-006B1B57DF8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9372181" y="1074443"/>
            <a:ext cx="408033" cy="408033"/>
          </a:xfrm>
          <a:prstGeom prst="rect">
            <a:avLst/>
          </a:prstGeom>
        </p:spPr>
      </p:pic>
      <p:pic>
        <p:nvPicPr>
          <p:cNvPr id="87" name="Picture 86">
            <a:extLst>
              <a:ext uri="{FF2B5EF4-FFF2-40B4-BE49-F238E27FC236}">
                <a16:creationId xmlns:a16="http://schemas.microsoft.com/office/drawing/2014/main" id="{E8FC4EE3-0DCE-7A7B-0EAC-862F49B7FF1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9372181" y="3713042"/>
            <a:ext cx="408033" cy="408033"/>
          </a:xfrm>
          <a:prstGeom prst="rect">
            <a:avLst/>
          </a:prstGeom>
        </p:spPr>
      </p:pic>
      <p:pic>
        <p:nvPicPr>
          <p:cNvPr id="88" name="Picture 87">
            <a:extLst>
              <a:ext uri="{FF2B5EF4-FFF2-40B4-BE49-F238E27FC236}">
                <a16:creationId xmlns:a16="http://schemas.microsoft.com/office/drawing/2014/main" id="{A9BCDF46-A8C3-6306-CCDE-E09286D60A6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4484297" y="5051391"/>
            <a:ext cx="408033" cy="408033"/>
          </a:xfrm>
          <a:prstGeom prst="rect">
            <a:avLst/>
          </a:prstGeom>
        </p:spPr>
      </p:pic>
      <p:pic>
        <p:nvPicPr>
          <p:cNvPr id="89" name="Picture 88">
            <a:extLst>
              <a:ext uri="{FF2B5EF4-FFF2-40B4-BE49-F238E27FC236}">
                <a16:creationId xmlns:a16="http://schemas.microsoft.com/office/drawing/2014/main" id="{E139F51C-C2BE-DF26-86D1-0E52B253B77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4490967" y="6350009"/>
            <a:ext cx="408033" cy="408033"/>
          </a:xfrm>
          <a:prstGeom prst="rect">
            <a:avLst/>
          </a:prstGeom>
        </p:spPr>
      </p:pic>
      <p:pic>
        <p:nvPicPr>
          <p:cNvPr id="90" name="Picture 89">
            <a:extLst>
              <a:ext uri="{FF2B5EF4-FFF2-40B4-BE49-F238E27FC236}">
                <a16:creationId xmlns:a16="http://schemas.microsoft.com/office/drawing/2014/main" id="{71FDAF4E-4987-4BA7-727E-5CA29725978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9370538" y="5036597"/>
            <a:ext cx="408033" cy="408033"/>
          </a:xfrm>
          <a:prstGeom prst="rect">
            <a:avLst/>
          </a:prstGeom>
        </p:spPr>
      </p:pic>
      <p:sp>
        <p:nvSpPr>
          <p:cNvPr id="91" name="TextBox 90">
            <a:extLst>
              <a:ext uri="{FF2B5EF4-FFF2-40B4-BE49-F238E27FC236}">
                <a16:creationId xmlns:a16="http://schemas.microsoft.com/office/drawing/2014/main" id="{1E6CDE14-837B-7E41-431C-79FBBE616F6E}"/>
              </a:ext>
            </a:extLst>
          </p:cNvPr>
          <p:cNvSpPr txBox="1"/>
          <p:nvPr/>
        </p:nvSpPr>
        <p:spPr>
          <a:xfrm>
            <a:off x="3265340" y="2311178"/>
            <a:ext cx="950901" cy="461665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GB" sz="2400" dirty="0"/>
              <a:t>= 4.55</a:t>
            </a:r>
          </a:p>
        </p:txBody>
      </p:sp>
      <p:pic>
        <p:nvPicPr>
          <p:cNvPr id="92" name="Picture 91">
            <a:extLst>
              <a:ext uri="{FF2B5EF4-FFF2-40B4-BE49-F238E27FC236}">
                <a16:creationId xmlns:a16="http://schemas.microsoft.com/office/drawing/2014/main" id="{1F7A0C02-BDC7-9E69-7232-B6F40D47AD0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9372181" y="2385083"/>
            <a:ext cx="408033" cy="408033"/>
          </a:xfrm>
          <a:prstGeom prst="rect">
            <a:avLst/>
          </a:prstGeom>
        </p:spPr>
      </p:pic>
      <p:pic>
        <p:nvPicPr>
          <p:cNvPr id="93" name="Picture 92">
            <a:extLst>
              <a:ext uri="{FF2B5EF4-FFF2-40B4-BE49-F238E27FC236}">
                <a16:creationId xmlns:a16="http://schemas.microsoft.com/office/drawing/2014/main" id="{E2A3CE6F-221C-72DF-E2C1-BB7AF8F36E03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4466027" y="3731448"/>
            <a:ext cx="408033" cy="408033"/>
          </a:xfrm>
          <a:prstGeom prst="rect">
            <a:avLst/>
          </a:prstGeom>
        </p:spPr>
      </p:pic>
      <p:sp>
        <p:nvSpPr>
          <p:cNvPr id="94" name="TextBox 93">
            <a:extLst>
              <a:ext uri="{FF2B5EF4-FFF2-40B4-BE49-F238E27FC236}">
                <a16:creationId xmlns:a16="http://schemas.microsoft.com/office/drawing/2014/main" id="{1D524C94-2F82-9D67-A34B-59B1E1320DE2}"/>
              </a:ext>
            </a:extLst>
          </p:cNvPr>
          <p:cNvSpPr txBox="1"/>
          <p:nvPr/>
        </p:nvSpPr>
        <p:spPr>
          <a:xfrm>
            <a:off x="3062369" y="3622921"/>
            <a:ext cx="950901" cy="461665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GB" sz="2400" dirty="0"/>
              <a:t>= 2.92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E4B29306-4E9F-610B-9C98-EA712197B7B8}"/>
              </a:ext>
            </a:extLst>
          </p:cNvPr>
          <p:cNvSpPr txBox="1"/>
          <p:nvPr/>
        </p:nvSpPr>
        <p:spPr>
          <a:xfrm>
            <a:off x="8007749" y="4941181"/>
            <a:ext cx="950901" cy="461665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GB" sz="2400" dirty="0"/>
              <a:t>= 1.87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F3601134-90A6-2D3D-CBEE-187E90697DD3}"/>
              </a:ext>
            </a:extLst>
          </p:cNvPr>
          <p:cNvSpPr txBox="1"/>
          <p:nvPr/>
        </p:nvSpPr>
        <p:spPr>
          <a:xfrm>
            <a:off x="3118249" y="6255631"/>
            <a:ext cx="950901" cy="461665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GB" sz="2400" dirty="0"/>
              <a:t>= 0.99</a:t>
            </a:r>
          </a:p>
        </p:txBody>
      </p:sp>
      <p:pic>
        <p:nvPicPr>
          <p:cNvPr id="97" name="Picture 96">
            <a:extLst>
              <a:ext uri="{FF2B5EF4-FFF2-40B4-BE49-F238E27FC236}">
                <a16:creationId xmlns:a16="http://schemas.microsoft.com/office/drawing/2014/main" id="{3AC92227-4998-982E-4603-FAFED813A47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9372181" y="6339864"/>
            <a:ext cx="408033" cy="4080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05223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TextBox 255">
            <a:extLst>
              <a:ext uri="{FF2B5EF4-FFF2-40B4-BE49-F238E27FC236}">
                <a16:creationId xmlns:a16="http://schemas.microsoft.com/office/drawing/2014/main" id="{B88E44BA-8734-41BD-999F-9B56202BB2A6}"/>
              </a:ext>
            </a:extLst>
          </p:cNvPr>
          <p:cNvSpPr txBox="1"/>
          <p:nvPr/>
        </p:nvSpPr>
        <p:spPr>
          <a:xfrm>
            <a:off x="4325237" y="-61546"/>
            <a:ext cx="12664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400" b="1" dirty="0">
                <a:solidFill>
                  <a:srgbClr val="FF0000"/>
                </a:solidFill>
              </a:rPr>
              <a:t>Туура же Ката</a:t>
            </a:r>
            <a:endParaRPr lang="en-GB" sz="14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44E187-E261-609D-ABF3-B719C4FD0C57}"/>
              </a:ext>
            </a:extLst>
          </p:cNvPr>
          <p:cNvSpPr txBox="1"/>
          <p:nvPr/>
        </p:nvSpPr>
        <p:spPr>
          <a:xfrm>
            <a:off x="1807146" y="987838"/>
            <a:ext cx="9509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= 2.79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1A50DAA-2952-6180-CC4E-ADBACE57254D}"/>
              </a:ext>
            </a:extLst>
          </p:cNvPr>
          <p:cNvSpPr txBox="1"/>
          <p:nvPr/>
        </p:nvSpPr>
        <p:spPr>
          <a:xfrm>
            <a:off x="6711657" y="987838"/>
            <a:ext cx="79541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= 4.1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CD57710-6DEF-DE15-F303-C4C6E78EAF14}"/>
              </a:ext>
            </a:extLst>
          </p:cNvPr>
          <p:cNvSpPr txBox="1"/>
          <p:nvPr/>
        </p:nvSpPr>
        <p:spPr>
          <a:xfrm>
            <a:off x="1807146" y="2309561"/>
            <a:ext cx="9509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= 4.65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EE84A86-B0D6-9D1B-CE9D-AA5E731DD871}"/>
              </a:ext>
            </a:extLst>
          </p:cNvPr>
          <p:cNvSpPr txBox="1"/>
          <p:nvPr/>
        </p:nvSpPr>
        <p:spPr>
          <a:xfrm>
            <a:off x="6711657" y="2309561"/>
            <a:ext cx="9509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= 6.89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2CEE0EA-57A4-2C1C-E781-0B25DFECA6F7}"/>
              </a:ext>
            </a:extLst>
          </p:cNvPr>
          <p:cNvSpPr txBox="1"/>
          <p:nvPr/>
        </p:nvSpPr>
        <p:spPr>
          <a:xfrm>
            <a:off x="7698366" y="3049397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−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839889B-9CCA-F0CF-F253-B09AC195631D}"/>
              </a:ext>
            </a:extLst>
          </p:cNvPr>
          <p:cNvSpPr txBox="1"/>
          <p:nvPr/>
        </p:nvSpPr>
        <p:spPr>
          <a:xfrm>
            <a:off x="6711657" y="3622975"/>
            <a:ext cx="9509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= 0.79</a:t>
            </a:r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E633DB1B-C6D6-F017-64F2-A4597929AE5F}"/>
              </a:ext>
            </a:extLst>
          </p:cNvPr>
          <p:cNvSpPr txBox="1"/>
          <p:nvPr/>
        </p:nvSpPr>
        <p:spPr>
          <a:xfrm>
            <a:off x="1807146" y="4944698"/>
            <a:ext cx="9509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= 7.99</a:t>
            </a:r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52115265-C523-94F7-5A07-78F689CFC04D}"/>
              </a:ext>
            </a:extLst>
          </p:cNvPr>
          <p:cNvSpPr txBox="1"/>
          <p:nvPr/>
        </p:nvSpPr>
        <p:spPr>
          <a:xfrm>
            <a:off x="6711657" y="4944698"/>
            <a:ext cx="9509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= 1.78</a:t>
            </a:r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D82CDF5A-3B37-B8AE-DE00-62A0C5B37BBC}"/>
              </a:ext>
            </a:extLst>
          </p:cNvPr>
          <p:cNvSpPr txBox="1"/>
          <p:nvPr/>
        </p:nvSpPr>
        <p:spPr>
          <a:xfrm>
            <a:off x="1807146" y="6274734"/>
            <a:ext cx="9509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= 0.98</a:t>
            </a:r>
          </a:p>
        </p:txBody>
      </p:sp>
      <p:sp>
        <p:nvSpPr>
          <p:cNvPr id="242" name="TextBox 241">
            <a:extLst>
              <a:ext uri="{FF2B5EF4-FFF2-40B4-BE49-F238E27FC236}">
                <a16:creationId xmlns:a16="http://schemas.microsoft.com/office/drawing/2014/main" id="{D374E326-78D7-FEBD-A8F2-F956E2AACAF7}"/>
              </a:ext>
            </a:extLst>
          </p:cNvPr>
          <p:cNvSpPr txBox="1"/>
          <p:nvPr/>
        </p:nvSpPr>
        <p:spPr>
          <a:xfrm>
            <a:off x="1807146" y="3622921"/>
            <a:ext cx="11063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= 2.812</a:t>
            </a:r>
          </a:p>
        </p:txBody>
      </p:sp>
      <p:sp>
        <p:nvSpPr>
          <p:cNvPr id="255" name="TextBox 254">
            <a:extLst>
              <a:ext uri="{FF2B5EF4-FFF2-40B4-BE49-F238E27FC236}">
                <a16:creationId xmlns:a16="http://schemas.microsoft.com/office/drawing/2014/main" id="{A5DD6CE9-E742-E66C-3BD3-B6E67F1FD553}"/>
              </a:ext>
            </a:extLst>
          </p:cNvPr>
          <p:cNvSpPr txBox="1"/>
          <p:nvPr/>
        </p:nvSpPr>
        <p:spPr>
          <a:xfrm>
            <a:off x="6703342" y="6291359"/>
            <a:ext cx="11063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= 1.935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4F9F4CB-35BA-611E-2702-3868691D0A1A}"/>
              </a:ext>
            </a:extLst>
          </p:cNvPr>
          <p:cNvGraphicFramePr>
            <a:graphicFrameLocks noGrp="1"/>
          </p:cNvGraphicFramePr>
          <p:nvPr/>
        </p:nvGraphicFramePr>
        <p:xfrm>
          <a:off x="35168" y="198120"/>
          <a:ext cx="9803424" cy="65983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01712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4901712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1319667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1319667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1319667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2037999"/>
                  </a:ext>
                </a:extLst>
              </a:tr>
              <a:tr h="1319667"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0804890"/>
                  </a:ext>
                </a:extLst>
              </a:tr>
              <a:tr h="1319667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7241893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D3933521-34D8-33CB-2626-B1177EDB8F88}"/>
              </a:ext>
            </a:extLst>
          </p:cNvPr>
          <p:cNvSpPr txBox="1"/>
          <p:nvPr/>
        </p:nvSpPr>
        <p:spPr>
          <a:xfrm>
            <a:off x="-1990" y="20925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DDD64FA-3C56-5056-F27F-5C2896415FDF}"/>
              </a:ext>
            </a:extLst>
          </p:cNvPr>
          <p:cNvSpPr txBox="1"/>
          <p:nvPr/>
        </p:nvSpPr>
        <p:spPr>
          <a:xfrm>
            <a:off x="4901187" y="20925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B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C8B8282-7CED-2C2C-28EF-5BF8CE21306F}"/>
              </a:ext>
            </a:extLst>
          </p:cNvPr>
          <p:cNvSpPr txBox="1"/>
          <p:nvPr/>
        </p:nvSpPr>
        <p:spPr>
          <a:xfrm>
            <a:off x="-1990" y="1570306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C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085F6D5-5878-04E0-29B8-348548F31379}"/>
              </a:ext>
            </a:extLst>
          </p:cNvPr>
          <p:cNvSpPr txBox="1"/>
          <p:nvPr/>
        </p:nvSpPr>
        <p:spPr>
          <a:xfrm>
            <a:off x="4901187" y="1570306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D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86707AD-2419-4EEA-C30C-0E3D62DF28C6}"/>
              </a:ext>
            </a:extLst>
          </p:cNvPr>
          <p:cNvSpPr txBox="1"/>
          <p:nvPr/>
        </p:nvSpPr>
        <p:spPr>
          <a:xfrm>
            <a:off x="-1990" y="2906346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9B8CE54-4B4F-2AF2-B44B-BC51B58BD159}"/>
              </a:ext>
            </a:extLst>
          </p:cNvPr>
          <p:cNvSpPr txBox="1"/>
          <p:nvPr/>
        </p:nvSpPr>
        <p:spPr>
          <a:xfrm>
            <a:off x="4901187" y="2906346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F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B5107B7-969E-97AF-D2DB-C78DD36C4CC2}"/>
              </a:ext>
            </a:extLst>
          </p:cNvPr>
          <p:cNvSpPr txBox="1"/>
          <p:nvPr/>
        </p:nvSpPr>
        <p:spPr>
          <a:xfrm>
            <a:off x="-1990" y="4209562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G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6A154E6-B982-6A8D-14D3-837B2CCE687C}"/>
              </a:ext>
            </a:extLst>
          </p:cNvPr>
          <p:cNvSpPr txBox="1"/>
          <p:nvPr/>
        </p:nvSpPr>
        <p:spPr>
          <a:xfrm>
            <a:off x="4901187" y="4209562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H</a:t>
            </a:r>
          </a:p>
        </p:txBody>
      </p:sp>
      <p:sp>
        <p:nvSpPr>
          <p:cNvPr id="224" name="TextBox 223">
            <a:extLst>
              <a:ext uri="{FF2B5EF4-FFF2-40B4-BE49-F238E27FC236}">
                <a16:creationId xmlns:a16="http://schemas.microsoft.com/office/drawing/2014/main" id="{ED194BC6-EB2D-8AF0-CF45-BFD23091049E}"/>
              </a:ext>
            </a:extLst>
          </p:cNvPr>
          <p:cNvSpPr txBox="1"/>
          <p:nvPr/>
        </p:nvSpPr>
        <p:spPr>
          <a:xfrm>
            <a:off x="-1990" y="5536809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I</a:t>
            </a:r>
          </a:p>
        </p:txBody>
      </p:sp>
      <p:sp>
        <p:nvSpPr>
          <p:cNvPr id="225" name="TextBox 224">
            <a:extLst>
              <a:ext uri="{FF2B5EF4-FFF2-40B4-BE49-F238E27FC236}">
                <a16:creationId xmlns:a16="http://schemas.microsoft.com/office/drawing/2014/main" id="{A3D52EFC-2B84-78DE-7264-C64082AC6FBA}"/>
              </a:ext>
            </a:extLst>
          </p:cNvPr>
          <p:cNvSpPr txBox="1"/>
          <p:nvPr/>
        </p:nvSpPr>
        <p:spPr>
          <a:xfrm>
            <a:off x="4901187" y="5536809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J</a:t>
            </a:r>
          </a:p>
        </p:txBody>
      </p:sp>
      <p:sp>
        <p:nvSpPr>
          <p:cNvPr id="226" name="TextBox 225">
            <a:extLst>
              <a:ext uri="{FF2B5EF4-FFF2-40B4-BE49-F238E27FC236}">
                <a16:creationId xmlns:a16="http://schemas.microsoft.com/office/drawing/2014/main" id="{FDC22E9D-056E-C60E-28B1-F360BC8369BD}"/>
              </a:ext>
            </a:extLst>
          </p:cNvPr>
          <p:cNvSpPr txBox="1"/>
          <p:nvPr/>
        </p:nvSpPr>
        <p:spPr>
          <a:xfrm>
            <a:off x="2793855" y="414260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+</a:t>
            </a:r>
          </a:p>
        </p:txBody>
      </p:sp>
      <p:sp>
        <p:nvSpPr>
          <p:cNvPr id="227" name="Rectangle: Rounded Corners 226">
            <a:extLst>
              <a:ext uri="{FF2B5EF4-FFF2-40B4-BE49-F238E27FC236}">
                <a16:creationId xmlns:a16="http://schemas.microsoft.com/office/drawing/2014/main" id="{29E3FAEC-A8B4-E576-445C-99C09B01F400}"/>
              </a:ext>
            </a:extLst>
          </p:cNvPr>
          <p:cNvSpPr/>
          <p:nvPr/>
        </p:nvSpPr>
        <p:spPr>
          <a:xfrm>
            <a:off x="3217025" y="492827"/>
            <a:ext cx="1528799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9 </a:t>
            </a:r>
            <a:r>
              <a:rPr lang="ru-RU" sz="1600" dirty="0">
                <a:solidFill>
                  <a:schemeClr val="tx1"/>
                </a:solidFill>
              </a:rPr>
              <a:t>жүздүк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228" name="Rectangle: Rounded Corners 227">
            <a:extLst>
              <a:ext uri="{FF2B5EF4-FFF2-40B4-BE49-F238E27FC236}">
                <a16:creationId xmlns:a16="http://schemas.microsoft.com/office/drawing/2014/main" id="{FF6BFD60-23CB-17FF-4697-C4F7EA4D8DD4}"/>
              </a:ext>
            </a:extLst>
          </p:cNvPr>
          <p:cNvSpPr/>
          <p:nvPr/>
        </p:nvSpPr>
        <p:spPr>
          <a:xfrm>
            <a:off x="1720735" y="492827"/>
            <a:ext cx="1064132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7 </a:t>
            </a:r>
            <a:r>
              <a:rPr lang="ru-RU" sz="1600" dirty="0">
                <a:solidFill>
                  <a:schemeClr val="tx1"/>
                </a:solidFill>
              </a:rPr>
              <a:t>ондук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229" name="Rectangle: Rounded Corners 228">
            <a:extLst>
              <a:ext uri="{FF2B5EF4-FFF2-40B4-BE49-F238E27FC236}">
                <a16:creationId xmlns:a16="http://schemas.microsoft.com/office/drawing/2014/main" id="{D123A4FC-1724-D87C-05E0-68C02926074F}"/>
              </a:ext>
            </a:extLst>
          </p:cNvPr>
          <p:cNvSpPr/>
          <p:nvPr/>
        </p:nvSpPr>
        <p:spPr>
          <a:xfrm>
            <a:off x="161651" y="492827"/>
            <a:ext cx="1258474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2 </a:t>
            </a:r>
            <a:r>
              <a:rPr lang="ru-RU" sz="1600" dirty="0">
                <a:solidFill>
                  <a:schemeClr val="tx1"/>
                </a:solidFill>
              </a:rPr>
              <a:t>бирдик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230" name="TextBox 229">
            <a:extLst>
              <a:ext uri="{FF2B5EF4-FFF2-40B4-BE49-F238E27FC236}">
                <a16:creationId xmlns:a16="http://schemas.microsoft.com/office/drawing/2014/main" id="{28D018D1-DCB5-4EF9-A969-C337A3C94BE9}"/>
              </a:ext>
            </a:extLst>
          </p:cNvPr>
          <p:cNvSpPr txBox="1"/>
          <p:nvPr/>
        </p:nvSpPr>
        <p:spPr>
          <a:xfrm>
            <a:off x="1399909" y="443832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+</a:t>
            </a:r>
          </a:p>
        </p:txBody>
      </p:sp>
      <p:sp>
        <p:nvSpPr>
          <p:cNvPr id="231" name="TextBox 230">
            <a:extLst>
              <a:ext uri="{FF2B5EF4-FFF2-40B4-BE49-F238E27FC236}">
                <a16:creationId xmlns:a16="http://schemas.microsoft.com/office/drawing/2014/main" id="{00D6D4E0-B736-CB39-DA82-222CC8A52CF8}"/>
              </a:ext>
            </a:extLst>
          </p:cNvPr>
          <p:cNvSpPr txBox="1"/>
          <p:nvPr/>
        </p:nvSpPr>
        <p:spPr>
          <a:xfrm>
            <a:off x="1807146" y="987838"/>
            <a:ext cx="9509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= 2.79</a:t>
            </a:r>
          </a:p>
        </p:txBody>
      </p:sp>
      <p:sp>
        <p:nvSpPr>
          <p:cNvPr id="232" name="Rectangle: Rounded Corners 231">
            <a:extLst>
              <a:ext uri="{FF2B5EF4-FFF2-40B4-BE49-F238E27FC236}">
                <a16:creationId xmlns:a16="http://schemas.microsoft.com/office/drawing/2014/main" id="{D5F947FA-88F9-77E8-7F3E-45E3FDA63047}"/>
              </a:ext>
            </a:extLst>
          </p:cNvPr>
          <p:cNvSpPr/>
          <p:nvPr/>
        </p:nvSpPr>
        <p:spPr>
          <a:xfrm>
            <a:off x="7615845" y="492827"/>
            <a:ext cx="1014153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11 </a:t>
            </a:r>
            <a:r>
              <a:rPr lang="ru-RU" sz="1600" dirty="0">
                <a:solidFill>
                  <a:schemeClr val="tx1"/>
                </a:solidFill>
              </a:rPr>
              <a:t>ондук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233" name="Rectangle: Rounded Corners 232">
            <a:extLst>
              <a:ext uri="{FF2B5EF4-FFF2-40B4-BE49-F238E27FC236}">
                <a16:creationId xmlns:a16="http://schemas.microsoft.com/office/drawing/2014/main" id="{22BFCE23-8760-8811-2B0D-5D00EF077E99}"/>
              </a:ext>
            </a:extLst>
          </p:cNvPr>
          <p:cNvSpPr/>
          <p:nvPr/>
        </p:nvSpPr>
        <p:spPr>
          <a:xfrm>
            <a:off x="5984082" y="492827"/>
            <a:ext cx="1149626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3 </a:t>
            </a:r>
            <a:r>
              <a:rPr lang="ru-RU" sz="1600" dirty="0">
                <a:solidFill>
                  <a:schemeClr val="tx1"/>
                </a:solidFill>
              </a:rPr>
              <a:t>бирдик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08E5F8D0-E072-2DEA-EFCA-7BBACBD42D9B}"/>
              </a:ext>
            </a:extLst>
          </p:cNvPr>
          <p:cNvSpPr txBox="1"/>
          <p:nvPr/>
        </p:nvSpPr>
        <p:spPr>
          <a:xfrm>
            <a:off x="7192675" y="414260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+</a:t>
            </a:r>
          </a:p>
        </p:txBody>
      </p:sp>
      <p:sp>
        <p:nvSpPr>
          <p:cNvPr id="235" name="TextBox 234">
            <a:extLst>
              <a:ext uri="{FF2B5EF4-FFF2-40B4-BE49-F238E27FC236}">
                <a16:creationId xmlns:a16="http://schemas.microsoft.com/office/drawing/2014/main" id="{9F763048-E638-B032-DB7F-60FDCC345238}"/>
              </a:ext>
            </a:extLst>
          </p:cNvPr>
          <p:cNvSpPr txBox="1"/>
          <p:nvPr/>
        </p:nvSpPr>
        <p:spPr>
          <a:xfrm>
            <a:off x="6711657" y="987838"/>
            <a:ext cx="79541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= 4.1</a:t>
            </a:r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08838DB9-AE0F-E530-875E-6C63AE8E2B01}"/>
              </a:ext>
            </a:extLst>
          </p:cNvPr>
          <p:cNvSpPr txBox="1"/>
          <p:nvPr/>
        </p:nvSpPr>
        <p:spPr>
          <a:xfrm>
            <a:off x="2793855" y="1735983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−</a:t>
            </a:r>
          </a:p>
        </p:txBody>
      </p:sp>
      <p:sp>
        <p:nvSpPr>
          <p:cNvPr id="237" name="Rectangle: Rounded Corners 236">
            <a:extLst>
              <a:ext uri="{FF2B5EF4-FFF2-40B4-BE49-F238E27FC236}">
                <a16:creationId xmlns:a16="http://schemas.microsoft.com/office/drawing/2014/main" id="{60F3E340-DD0F-AB6A-FF6B-C2EF6DFB9835}"/>
              </a:ext>
            </a:extLst>
          </p:cNvPr>
          <p:cNvSpPr/>
          <p:nvPr/>
        </p:nvSpPr>
        <p:spPr>
          <a:xfrm>
            <a:off x="3217025" y="1814550"/>
            <a:ext cx="1528799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5 </a:t>
            </a:r>
            <a:r>
              <a:rPr lang="ru-RU" sz="1600" dirty="0">
                <a:solidFill>
                  <a:schemeClr val="tx1"/>
                </a:solidFill>
              </a:rPr>
              <a:t>жүздүк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238" name="Rectangle: Rounded Corners 237">
            <a:extLst>
              <a:ext uri="{FF2B5EF4-FFF2-40B4-BE49-F238E27FC236}">
                <a16:creationId xmlns:a16="http://schemas.microsoft.com/office/drawing/2014/main" id="{5730E4B3-85A3-581C-0A1B-F4828C93D87A}"/>
              </a:ext>
            </a:extLst>
          </p:cNvPr>
          <p:cNvSpPr/>
          <p:nvPr/>
        </p:nvSpPr>
        <p:spPr>
          <a:xfrm>
            <a:off x="1720734" y="1814550"/>
            <a:ext cx="1014153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6 </a:t>
            </a:r>
            <a:r>
              <a:rPr lang="ru-RU" sz="1600" dirty="0">
                <a:solidFill>
                  <a:schemeClr val="tx1"/>
                </a:solidFill>
              </a:rPr>
              <a:t>ондук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243" name="Rectangle: Rounded Corners 242">
            <a:extLst>
              <a:ext uri="{FF2B5EF4-FFF2-40B4-BE49-F238E27FC236}">
                <a16:creationId xmlns:a16="http://schemas.microsoft.com/office/drawing/2014/main" id="{0E654444-140B-04A0-1010-D430EF324554}"/>
              </a:ext>
            </a:extLst>
          </p:cNvPr>
          <p:cNvSpPr/>
          <p:nvPr/>
        </p:nvSpPr>
        <p:spPr>
          <a:xfrm>
            <a:off x="97443" y="1814550"/>
            <a:ext cx="1141153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4 </a:t>
            </a:r>
            <a:r>
              <a:rPr lang="ru-RU" sz="1600" dirty="0">
                <a:solidFill>
                  <a:schemeClr val="tx1"/>
                </a:solidFill>
              </a:rPr>
              <a:t>бирдик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244" name="TextBox 243">
            <a:extLst>
              <a:ext uri="{FF2B5EF4-FFF2-40B4-BE49-F238E27FC236}">
                <a16:creationId xmlns:a16="http://schemas.microsoft.com/office/drawing/2014/main" id="{8C965D89-E8C0-2FFC-4120-ADB152E0CA11}"/>
              </a:ext>
            </a:extLst>
          </p:cNvPr>
          <p:cNvSpPr txBox="1"/>
          <p:nvPr/>
        </p:nvSpPr>
        <p:spPr>
          <a:xfrm>
            <a:off x="1297564" y="1735983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+</a:t>
            </a:r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A0903F7C-4EAE-4E90-2AEE-2583851741F7}"/>
              </a:ext>
            </a:extLst>
          </p:cNvPr>
          <p:cNvSpPr txBox="1"/>
          <p:nvPr/>
        </p:nvSpPr>
        <p:spPr>
          <a:xfrm>
            <a:off x="1807146" y="2309561"/>
            <a:ext cx="9509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= 4.65</a:t>
            </a:r>
          </a:p>
        </p:txBody>
      </p:sp>
      <p:sp>
        <p:nvSpPr>
          <p:cNvPr id="246" name="TextBox 245">
            <a:extLst>
              <a:ext uri="{FF2B5EF4-FFF2-40B4-BE49-F238E27FC236}">
                <a16:creationId xmlns:a16="http://schemas.microsoft.com/office/drawing/2014/main" id="{70967543-316C-F906-3193-F7B0BBE3D557}"/>
              </a:ext>
            </a:extLst>
          </p:cNvPr>
          <p:cNvSpPr txBox="1"/>
          <p:nvPr/>
        </p:nvSpPr>
        <p:spPr>
          <a:xfrm>
            <a:off x="7698366" y="1735983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+</a:t>
            </a:r>
          </a:p>
        </p:txBody>
      </p:sp>
      <p:sp>
        <p:nvSpPr>
          <p:cNvPr id="247" name="Rectangle: Rounded Corners 246">
            <a:extLst>
              <a:ext uri="{FF2B5EF4-FFF2-40B4-BE49-F238E27FC236}">
                <a16:creationId xmlns:a16="http://schemas.microsoft.com/office/drawing/2014/main" id="{C3B9F5D1-BDC4-5A0B-8E48-7E8C36F32CDD}"/>
              </a:ext>
            </a:extLst>
          </p:cNvPr>
          <p:cNvSpPr/>
          <p:nvPr/>
        </p:nvSpPr>
        <p:spPr>
          <a:xfrm>
            <a:off x="8121536" y="1814550"/>
            <a:ext cx="1528799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9 </a:t>
            </a:r>
            <a:r>
              <a:rPr lang="ru-RU" sz="1600" dirty="0">
                <a:solidFill>
                  <a:schemeClr val="tx1"/>
                </a:solidFill>
              </a:rPr>
              <a:t>жүздүк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249" name="Rectangle: Rounded Corners 248">
            <a:extLst>
              <a:ext uri="{FF2B5EF4-FFF2-40B4-BE49-F238E27FC236}">
                <a16:creationId xmlns:a16="http://schemas.microsoft.com/office/drawing/2014/main" id="{5644D6A4-931A-19B9-F49F-567E31E4C83F}"/>
              </a:ext>
            </a:extLst>
          </p:cNvPr>
          <p:cNvSpPr/>
          <p:nvPr/>
        </p:nvSpPr>
        <p:spPr>
          <a:xfrm>
            <a:off x="6625245" y="1814550"/>
            <a:ext cx="1014153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2 </a:t>
            </a:r>
            <a:r>
              <a:rPr lang="ru-RU" sz="1600" dirty="0">
                <a:solidFill>
                  <a:schemeClr val="tx1"/>
                </a:solidFill>
              </a:rPr>
              <a:t>ондук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257" name="Rectangle: Rounded Corners 256">
            <a:extLst>
              <a:ext uri="{FF2B5EF4-FFF2-40B4-BE49-F238E27FC236}">
                <a16:creationId xmlns:a16="http://schemas.microsoft.com/office/drawing/2014/main" id="{AB4FCAFC-3BE9-8620-FCEC-47FC778D5447}"/>
              </a:ext>
            </a:extLst>
          </p:cNvPr>
          <p:cNvSpPr/>
          <p:nvPr/>
        </p:nvSpPr>
        <p:spPr>
          <a:xfrm>
            <a:off x="4993481" y="1814550"/>
            <a:ext cx="1149626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7 </a:t>
            </a:r>
            <a:r>
              <a:rPr lang="ru-RU" sz="1600" dirty="0">
                <a:solidFill>
                  <a:schemeClr val="tx1"/>
                </a:solidFill>
              </a:rPr>
              <a:t>бирдик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A042976E-7EEF-5C13-6BF3-B8230D8522E7}"/>
              </a:ext>
            </a:extLst>
          </p:cNvPr>
          <p:cNvSpPr txBox="1"/>
          <p:nvPr/>
        </p:nvSpPr>
        <p:spPr>
          <a:xfrm>
            <a:off x="6202075" y="1735983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−</a:t>
            </a:r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67810235-147B-7EBE-8DA8-55008225C556}"/>
              </a:ext>
            </a:extLst>
          </p:cNvPr>
          <p:cNvSpPr txBox="1"/>
          <p:nvPr/>
        </p:nvSpPr>
        <p:spPr>
          <a:xfrm>
            <a:off x="6711657" y="2309561"/>
            <a:ext cx="9509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= 6.89</a:t>
            </a: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DF3E4F7A-3E0B-2DB3-4AB0-36AF60F7EFF3}"/>
              </a:ext>
            </a:extLst>
          </p:cNvPr>
          <p:cNvSpPr txBox="1"/>
          <p:nvPr/>
        </p:nvSpPr>
        <p:spPr>
          <a:xfrm>
            <a:off x="2793855" y="3049397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+</a:t>
            </a:r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33B36C47-BE88-18B3-AC30-AA1D0DD2CC69}"/>
              </a:ext>
            </a:extLst>
          </p:cNvPr>
          <p:cNvSpPr txBox="1"/>
          <p:nvPr/>
        </p:nvSpPr>
        <p:spPr>
          <a:xfrm>
            <a:off x="1297564" y="3049397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+</a:t>
            </a:r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90A2E8F0-5B56-DCB3-C933-EF40D638A9FA}"/>
              </a:ext>
            </a:extLst>
          </p:cNvPr>
          <p:cNvSpPr txBox="1"/>
          <p:nvPr/>
        </p:nvSpPr>
        <p:spPr>
          <a:xfrm>
            <a:off x="7698366" y="3049397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−</a:t>
            </a:r>
          </a:p>
        </p:txBody>
      </p:sp>
      <p:sp>
        <p:nvSpPr>
          <p:cNvPr id="264" name="Rectangle: Rounded Corners 263">
            <a:extLst>
              <a:ext uri="{FF2B5EF4-FFF2-40B4-BE49-F238E27FC236}">
                <a16:creationId xmlns:a16="http://schemas.microsoft.com/office/drawing/2014/main" id="{1B3A133C-41D7-1FD3-3296-6B89A14EBF2C}"/>
              </a:ext>
            </a:extLst>
          </p:cNvPr>
          <p:cNvSpPr/>
          <p:nvPr/>
        </p:nvSpPr>
        <p:spPr>
          <a:xfrm>
            <a:off x="8121536" y="3127964"/>
            <a:ext cx="1528799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1 </a:t>
            </a:r>
            <a:r>
              <a:rPr lang="ru-RU" sz="1600" dirty="0">
                <a:solidFill>
                  <a:schemeClr val="tx1"/>
                </a:solidFill>
              </a:rPr>
              <a:t>жүздүк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265" name="Rectangle: Rounded Corners 264">
            <a:extLst>
              <a:ext uri="{FF2B5EF4-FFF2-40B4-BE49-F238E27FC236}">
                <a16:creationId xmlns:a16="http://schemas.microsoft.com/office/drawing/2014/main" id="{253C24D1-1012-3CC5-3B4A-25A5DF042991}"/>
              </a:ext>
            </a:extLst>
          </p:cNvPr>
          <p:cNvSpPr/>
          <p:nvPr/>
        </p:nvSpPr>
        <p:spPr>
          <a:xfrm>
            <a:off x="6625245" y="3127964"/>
            <a:ext cx="1014153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3 </a:t>
            </a:r>
            <a:r>
              <a:rPr lang="ru-RU" sz="1600" dirty="0">
                <a:solidFill>
                  <a:schemeClr val="tx1"/>
                </a:solidFill>
              </a:rPr>
              <a:t>ондук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266" name="Rectangle: Rounded Corners 265">
            <a:extLst>
              <a:ext uri="{FF2B5EF4-FFF2-40B4-BE49-F238E27FC236}">
                <a16:creationId xmlns:a16="http://schemas.microsoft.com/office/drawing/2014/main" id="{174B4C2B-F3FB-7777-0E72-433B3A19EDD6}"/>
              </a:ext>
            </a:extLst>
          </p:cNvPr>
          <p:cNvSpPr/>
          <p:nvPr/>
        </p:nvSpPr>
        <p:spPr>
          <a:xfrm>
            <a:off x="5128954" y="2931355"/>
            <a:ext cx="1014153" cy="758433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9530" rIns="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600" dirty="0">
                <a:solidFill>
                  <a:schemeClr val="tx1"/>
                </a:solidFill>
              </a:rPr>
              <a:t>бирдиктин жарымы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267" name="TextBox 266">
            <a:extLst>
              <a:ext uri="{FF2B5EF4-FFF2-40B4-BE49-F238E27FC236}">
                <a16:creationId xmlns:a16="http://schemas.microsoft.com/office/drawing/2014/main" id="{9CB04A58-C5D9-B5D5-5912-7519E657935C}"/>
              </a:ext>
            </a:extLst>
          </p:cNvPr>
          <p:cNvSpPr txBox="1"/>
          <p:nvPr/>
        </p:nvSpPr>
        <p:spPr>
          <a:xfrm>
            <a:off x="6202075" y="3049397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+</a:t>
            </a:r>
          </a:p>
        </p:txBody>
      </p:sp>
      <p:sp>
        <p:nvSpPr>
          <p:cNvPr id="268" name="TextBox 267">
            <a:extLst>
              <a:ext uri="{FF2B5EF4-FFF2-40B4-BE49-F238E27FC236}">
                <a16:creationId xmlns:a16="http://schemas.microsoft.com/office/drawing/2014/main" id="{82CD6598-990E-10AB-32AA-B343117C915A}"/>
              </a:ext>
            </a:extLst>
          </p:cNvPr>
          <p:cNvSpPr txBox="1"/>
          <p:nvPr/>
        </p:nvSpPr>
        <p:spPr>
          <a:xfrm>
            <a:off x="6711657" y="3622975"/>
            <a:ext cx="9509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= 0.79</a:t>
            </a:r>
          </a:p>
        </p:txBody>
      </p:sp>
      <p:sp>
        <p:nvSpPr>
          <p:cNvPr id="269" name="TextBox 268">
            <a:extLst>
              <a:ext uri="{FF2B5EF4-FFF2-40B4-BE49-F238E27FC236}">
                <a16:creationId xmlns:a16="http://schemas.microsoft.com/office/drawing/2014/main" id="{8B812C02-D220-E5E4-968D-CCC6635E6B5F}"/>
              </a:ext>
            </a:extLst>
          </p:cNvPr>
          <p:cNvSpPr txBox="1"/>
          <p:nvPr/>
        </p:nvSpPr>
        <p:spPr>
          <a:xfrm>
            <a:off x="2793855" y="4371120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+</a:t>
            </a:r>
          </a:p>
        </p:txBody>
      </p:sp>
      <p:sp>
        <p:nvSpPr>
          <p:cNvPr id="270" name="Rectangle: Rounded Corners 269">
            <a:extLst>
              <a:ext uri="{FF2B5EF4-FFF2-40B4-BE49-F238E27FC236}">
                <a16:creationId xmlns:a16="http://schemas.microsoft.com/office/drawing/2014/main" id="{5E583F23-18B1-D52F-3340-96C2AB20BD42}"/>
              </a:ext>
            </a:extLst>
          </p:cNvPr>
          <p:cNvSpPr/>
          <p:nvPr/>
        </p:nvSpPr>
        <p:spPr>
          <a:xfrm>
            <a:off x="3217025" y="4449687"/>
            <a:ext cx="1528799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19 </a:t>
            </a:r>
            <a:r>
              <a:rPr lang="ru-RU" sz="1600" dirty="0">
                <a:solidFill>
                  <a:schemeClr val="tx1"/>
                </a:solidFill>
              </a:rPr>
              <a:t>жүздүк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271" name="Rectangle: Rounded Corners 270">
            <a:extLst>
              <a:ext uri="{FF2B5EF4-FFF2-40B4-BE49-F238E27FC236}">
                <a16:creationId xmlns:a16="http://schemas.microsoft.com/office/drawing/2014/main" id="{42F6C3C5-1761-FC05-5FF0-52E7FAC08818}"/>
              </a:ext>
            </a:extLst>
          </p:cNvPr>
          <p:cNvSpPr/>
          <p:nvPr/>
        </p:nvSpPr>
        <p:spPr>
          <a:xfrm>
            <a:off x="1720734" y="4449687"/>
            <a:ext cx="1014153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18 </a:t>
            </a:r>
            <a:r>
              <a:rPr lang="ru-RU" sz="1600" dirty="0">
                <a:solidFill>
                  <a:schemeClr val="tx1"/>
                </a:solidFill>
              </a:rPr>
              <a:t>ондук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272" name="Rectangle: Rounded Corners 271">
            <a:extLst>
              <a:ext uri="{FF2B5EF4-FFF2-40B4-BE49-F238E27FC236}">
                <a16:creationId xmlns:a16="http://schemas.microsoft.com/office/drawing/2014/main" id="{9AA8AB02-1CF7-CAAC-D482-14FBF7C8E29B}"/>
              </a:ext>
            </a:extLst>
          </p:cNvPr>
          <p:cNvSpPr/>
          <p:nvPr/>
        </p:nvSpPr>
        <p:spPr>
          <a:xfrm>
            <a:off x="224443" y="4449687"/>
            <a:ext cx="1183296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6 </a:t>
            </a:r>
            <a:r>
              <a:rPr lang="ru-RU" sz="1600" dirty="0">
                <a:solidFill>
                  <a:schemeClr val="tx1"/>
                </a:solidFill>
              </a:rPr>
              <a:t>бирдик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273" name="TextBox 272">
            <a:extLst>
              <a:ext uri="{FF2B5EF4-FFF2-40B4-BE49-F238E27FC236}">
                <a16:creationId xmlns:a16="http://schemas.microsoft.com/office/drawing/2014/main" id="{E4FD6784-D393-B764-406C-9A8E1DB73CE4}"/>
              </a:ext>
            </a:extLst>
          </p:cNvPr>
          <p:cNvSpPr txBox="1"/>
          <p:nvPr/>
        </p:nvSpPr>
        <p:spPr>
          <a:xfrm>
            <a:off x="1297564" y="4371120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+</a:t>
            </a:r>
          </a:p>
        </p:txBody>
      </p:sp>
      <p:sp>
        <p:nvSpPr>
          <p:cNvPr id="274" name="TextBox 273">
            <a:extLst>
              <a:ext uri="{FF2B5EF4-FFF2-40B4-BE49-F238E27FC236}">
                <a16:creationId xmlns:a16="http://schemas.microsoft.com/office/drawing/2014/main" id="{D80B0261-A3D2-7785-3289-CDD042F8186F}"/>
              </a:ext>
            </a:extLst>
          </p:cNvPr>
          <p:cNvSpPr txBox="1"/>
          <p:nvPr/>
        </p:nvSpPr>
        <p:spPr>
          <a:xfrm>
            <a:off x="1807146" y="4944698"/>
            <a:ext cx="9509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= 7.99</a:t>
            </a:r>
          </a:p>
        </p:txBody>
      </p:sp>
      <p:sp>
        <p:nvSpPr>
          <p:cNvPr id="275" name="TextBox 274">
            <a:extLst>
              <a:ext uri="{FF2B5EF4-FFF2-40B4-BE49-F238E27FC236}">
                <a16:creationId xmlns:a16="http://schemas.microsoft.com/office/drawing/2014/main" id="{9A535B20-5922-36D8-D02A-22BB6A2A8FE6}"/>
              </a:ext>
            </a:extLst>
          </p:cNvPr>
          <p:cNvSpPr txBox="1"/>
          <p:nvPr/>
        </p:nvSpPr>
        <p:spPr>
          <a:xfrm>
            <a:off x="8213012" y="4371120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−</a:t>
            </a:r>
          </a:p>
        </p:txBody>
      </p:sp>
      <p:sp>
        <p:nvSpPr>
          <p:cNvPr id="276" name="Rectangle: Rounded Corners 275">
            <a:extLst>
              <a:ext uri="{FF2B5EF4-FFF2-40B4-BE49-F238E27FC236}">
                <a16:creationId xmlns:a16="http://schemas.microsoft.com/office/drawing/2014/main" id="{1E43CC4A-550C-ADFD-8D25-1EE115D294A5}"/>
              </a:ext>
            </a:extLst>
          </p:cNvPr>
          <p:cNvSpPr/>
          <p:nvPr/>
        </p:nvSpPr>
        <p:spPr>
          <a:xfrm>
            <a:off x="6625245" y="4449687"/>
            <a:ext cx="1528799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3 </a:t>
            </a:r>
            <a:r>
              <a:rPr lang="ru-RU" sz="1600" dirty="0">
                <a:solidFill>
                  <a:schemeClr val="tx1"/>
                </a:solidFill>
              </a:rPr>
              <a:t>жүздүк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277" name="Rectangle: Rounded Corners 276">
            <a:extLst>
              <a:ext uri="{FF2B5EF4-FFF2-40B4-BE49-F238E27FC236}">
                <a16:creationId xmlns:a16="http://schemas.microsoft.com/office/drawing/2014/main" id="{66323D4E-8D31-9429-F17D-40B9620230FA}"/>
              </a:ext>
            </a:extLst>
          </p:cNvPr>
          <p:cNvSpPr/>
          <p:nvPr/>
        </p:nvSpPr>
        <p:spPr>
          <a:xfrm>
            <a:off x="8636182" y="4449687"/>
            <a:ext cx="1014153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7 </a:t>
            </a:r>
            <a:r>
              <a:rPr lang="ru-RU" sz="1600" dirty="0">
                <a:solidFill>
                  <a:schemeClr val="tx1"/>
                </a:solidFill>
              </a:rPr>
              <a:t>ондук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278" name="Rectangle: Rounded Corners 277">
            <a:extLst>
              <a:ext uri="{FF2B5EF4-FFF2-40B4-BE49-F238E27FC236}">
                <a16:creationId xmlns:a16="http://schemas.microsoft.com/office/drawing/2014/main" id="{6BFFA0C9-61FC-674F-C7CF-841333B580DF}"/>
              </a:ext>
            </a:extLst>
          </p:cNvPr>
          <p:cNvSpPr/>
          <p:nvPr/>
        </p:nvSpPr>
        <p:spPr>
          <a:xfrm>
            <a:off x="5128954" y="4449687"/>
            <a:ext cx="1014153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26 </a:t>
            </a:r>
            <a:r>
              <a:rPr lang="ru-RU" sz="1600" dirty="0">
                <a:solidFill>
                  <a:schemeClr val="tx1"/>
                </a:solidFill>
              </a:rPr>
              <a:t>ондук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279" name="TextBox 278">
            <a:extLst>
              <a:ext uri="{FF2B5EF4-FFF2-40B4-BE49-F238E27FC236}">
                <a16:creationId xmlns:a16="http://schemas.microsoft.com/office/drawing/2014/main" id="{526425DF-C010-0C06-07E8-A9359B9010C6}"/>
              </a:ext>
            </a:extLst>
          </p:cNvPr>
          <p:cNvSpPr txBox="1"/>
          <p:nvPr/>
        </p:nvSpPr>
        <p:spPr>
          <a:xfrm>
            <a:off x="6202075" y="4371120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−</a:t>
            </a:r>
          </a:p>
        </p:txBody>
      </p:sp>
      <p:sp>
        <p:nvSpPr>
          <p:cNvPr id="280" name="TextBox 279">
            <a:extLst>
              <a:ext uri="{FF2B5EF4-FFF2-40B4-BE49-F238E27FC236}">
                <a16:creationId xmlns:a16="http://schemas.microsoft.com/office/drawing/2014/main" id="{5F6A4445-088E-239B-5F39-612B09B3BDB6}"/>
              </a:ext>
            </a:extLst>
          </p:cNvPr>
          <p:cNvSpPr txBox="1"/>
          <p:nvPr/>
        </p:nvSpPr>
        <p:spPr>
          <a:xfrm>
            <a:off x="6711657" y="4944698"/>
            <a:ext cx="9509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= 1.78</a:t>
            </a:r>
          </a:p>
        </p:txBody>
      </p:sp>
      <p:sp>
        <p:nvSpPr>
          <p:cNvPr id="281" name="TextBox 280">
            <a:extLst>
              <a:ext uri="{FF2B5EF4-FFF2-40B4-BE49-F238E27FC236}">
                <a16:creationId xmlns:a16="http://schemas.microsoft.com/office/drawing/2014/main" id="{10298EEC-9FCB-F65D-E78C-F77884990164}"/>
              </a:ext>
            </a:extLst>
          </p:cNvPr>
          <p:cNvSpPr txBox="1"/>
          <p:nvPr/>
        </p:nvSpPr>
        <p:spPr>
          <a:xfrm>
            <a:off x="2990779" y="5701156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−</a:t>
            </a:r>
          </a:p>
        </p:txBody>
      </p:sp>
      <p:sp>
        <p:nvSpPr>
          <p:cNvPr id="282" name="Rectangle: Rounded Corners 281">
            <a:extLst>
              <a:ext uri="{FF2B5EF4-FFF2-40B4-BE49-F238E27FC236}">
                <a16:creationId xmlns:a16="http://schemas.microsoft.com/office/drawing/2014/main" id="{ABCB8CAD-0636-EC73-F281-1A44570317BC}"/>
              </a:ext>
            </a:extLst>
          </p:cNvPr>
          <p:cNvSpPr/>
          <p:nvPr/>
        </p:nvSpPr>
        <p:spPr>
          <a:xfrm>
            <a:off x="3350375" y="5779723"/>
            <a:ext cx="1528799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26 </a:t>
            </a:r>
            <a:r>
              <a:rPr lang="ru-RU" sz="1600" dirty="0">
                <a:solidFill>
                  <a:schemeClr val="tx1"/>
                </a:solidFill>
              </a:rPr>
              <a:t>жүздүк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283" name="Rectangle: Rounded Corners 282">
            <a:extLst>
              <a:ext uri="{FF2B5EF4-FFF2-40B4-BE49-F238E27FC236}">
                <a16:creationId xmlns:a16="http://schemas.microsoft.com/office/drawing/2014/main" id="{4A356EF1-F1FD-FC0A-4669-8434EE1F6EA5}"/>
              </a:ext>
            </a:extLst>
          </p:cNvPr>
          <p:cNvSpPr/>
          <p:nvPr/>
        </p:nvSpPr>
        <p:spPr>
          <a:xfrm>
            <a:off x="1981232" y="5779723"/>
            <a:ext cx="1014153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12 </a:t>
            </a:r>
            <a:r>
              <a:rPr lang="ru-RU" sz="1600" dirty="0">
                <a:solidFill>
                  <a:schemeClr val="tx1"/>
                </a:solidFill>
              </a:rPr>
              <a:t>ондук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284" name="TextBox 283">
            <a:extLst>
              <a:ext uri="{FF2B5EF4-FFF2-40B4-BE49-F238E27FC236}">
                <a16:creationId xmlns:a16="http://schemas.microsoft.com/office/drawing/2014/main" id="{024831EB-4FB9-E3FA-3BB0-EC7662311821}"/>
              </a:ext>
            </a:extLst>
          </p:cNvPr>
          <p:cNvSpPr txBox="1"/>
          <p:nvPr/>
        </p:nvSpPr>
        <p:spPr>
          <a:xfrm>
            <a:off x="1621636" y="5701156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+</a:t>
            </a:r>
          </a:p>
        </p:txBody>
      </p:sp>
      <p:sp>
        <p:nvSpPr>
          <p:cNvPr id="285" name="TextBox 284">
            <a:extLst>
              <a:ext uri="{FF2B5EF4-FFF2-40B4-BE49-F238E27FC236}">
                <a16:creationId xmlns:a16="http://schemas.microsoft.com/office/drawing/2014/main" id="{4EF4500B-6558-2563-CD8A-CA6D0538241E}"/>
              </a:ext>
            </a:extLst>
          </p:cNvPr>
          <p:cNvSpPr txBox="1"/>
          <p:nvPr/>
        </p:nvSpPr>
        <p:spPr>
          <a:xfrm>
            <a:off x="1807146" y="6274734"/>
            <a:ext cx="9509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= 0.98</a:t>
            </a:r>
          </a:p>
        </p:txBody>
      </p:sp>
      <p:sp>
        <p:nvSpPr>
          <p:cNvPr id="286" name="Rectangle: Rounded Corners 285">
            <a:extLst>
              <a:ext uri="{FF2B5EF4-FFF2-40B4-BE49-F238E27FC236}">
                <a16:creationId xmlns:a16="http://schemas.microsoft.com/office/drawing/2014/main" id="{6501608E-4B55-91CD-B8E9-3D0E17D07739}"/>
              </a:ext>
            </a:extLst>
          </p:cNvPr>
          <p:cNvSpPr/>
          <p:nvPr/>
        </p:nvSpPr>
        <p:spPr>
          <a:xfrm>
            <a:off x="3217025" y="3127910"/>
            <a:ext cx="1528799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12 </a:t>
            </a:r>
            <a:r>
              <a:rPr lang="ru-RU" sz="1600" dirty="0">
                <a:solidFill>
                  <a:schemeClr val="tx1"/>
                </a:solidFill>
              </a:rPr>
              <a:t>жүздүк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287" name="Rectangle: Rounded Corners 286">
            <a:extLst>
              <a:ext uri="{FF2B5EF4-FFF2-40B4-BE49-F238E27FC236}">
                <a16:creationId xmlns:a16="http://schemas.microsoft.com/office/drawing/2014/main" id="{F92A6B90-A7B4-2984-06E9-F5C8456BE759}"/>
              </a:ext>
            </a:extLst>
          </p:cNvPr>
          <p:cNvSpPr/>
          <p:nvPr/>
        </p:nvSpPr>
        <p:spPr>
          <a:xfrm>
            <a:off x="1720734" y="3127910"/>
            <a:ext cx="1014153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8 </a:t>
            </a:r>
            <a:r>
              <a:rPr lang="ru-RU" sz="1600" dirty="0">
                <a:solidFill>
                  <a:schemeClr val="tx1"/>
                </a:solidFill>
              </a:rPr>
              <a:t>ондук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818664C8-C70C-0851-D09F-470EC94CBBAC}"/>
              </a:ext>
            </a:extLst>
          </p:cNvPr>
          <p:cNvSpPr/>
          <p:nvPr/>
        </p:nvSpPr>
        <p:spPr>
          <a:xfrm>
            <a:off x="224443" y="3127910"/>
            <a:ext cx="1141153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1 </a:t>
            </a:r>
            <a:r>
              <a:rPr lang="ru-RU" sz="1600" dirty="0">
                <a:solidFill>
                  <a:schemeClr val="tx1"/>
                </a:solidFill>
              </a:rPr>
              <a:t>бирдик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2B8832A-9905-7EA8-AC36-4A8D898396A9}"/>
              </a:ext>
            </a:extLst>
          </p:cNvPr>
          <p:cNvSpPr txBox="1"/>
          <p:nvPr/>
        </p:nvSpPr>
        <p:spPr>
          <a:xfrm>
            <a:off x="1807146" y="3622921"/>
            <a:ext cx="11063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= 2.812</a:t>
            </a: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0112A7AE-990E-1BC3-DE89-30048B87C81C}"/>
              </a:ext>
            </a:extLst>
          </p:cNvPr>
          <p:cNvSpPr/>
          <p:nvPr/>
        </p:nvSpPr>
        <p:spPr>
          <a:xfrm>
            <a:off x="97443" y="5622534"/>
            <a:ext cx="1528799" cy="683593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600" dirty="0">
                <a:solidFill>
                  <a:schemeClr val="tx1"/>
                </a:solidFill>
              </a:rPr>
              <a:t>ондуктун жарымы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81CE7A7-D156-94E4-ABF6-4B154C5B41EF}"/>
              </a:ext>
            </a:extLst>
          </p:cNvPr>
          <p:cNvSpPr txBox="1"/>
          <p:nvPr/>
        </p:nvSpPr>
        <p:spPr>
          <a:xfrm>
            <a:off x="7886975" y="5784283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+</a:t>
            </a: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E193842A-8925-4C66-4B55-A3EFBACCFA85}"/>
              </a:ext>
            </a:extLst>
          </p:cNvPr>
          <p:cNvSpPr/>
          <p:nvPr/>
        </p:nvSpPr>
        <p:spPr>
          <a:xfrm>
            <a:off x="8246571" y="5783557"/>
            <a:ext cx="1528799" cy="507802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213 </a:t>
            </a:r>
            <a:r>
              <a:rPr lang="ru-RU" sz="1600" dirty="0">
                <a:solidFill>
                  <a:schemeClr val="tx1"/>
                </a:solidFill>
              </a:rPr>
              <a:t>жүздүк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9B64ACA2-43B0-05B8-3D5A-A973B8025FB3}"/>
              </a:ext>
            </a:extLst>
          </p:cNvPr>
          <p:cNvSpPr/>
          <p:nvPr/>
        </p:nvSpPr>
        <p:spPr>
          <a:xfrm>
            <a:off x="6877428" y="5862850"/>
            <a:ext cx="1014153" cy="36608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dirty="0">
                <a:solidFill>
                  <a:schemeClr val="tx1"/>
                </a:solidFill>
              </a:rPr>
              <a:t>2 </a:t>
            </a:r>
            <a:r>
              <a:rPr lang="ru-RU" sz="1600" dirty="0">
                <a:solidFill>
                  <a:schemeClr val="tx1"/>
                </a:solidFill>
              </a:rPr>
              <a:t>ондук</a:t>
            </a:r>
            <a:endParaRPr lang="en-GB" sz="1600" dirty="0">
              <a:solidFill>
                <a:schemeClr val="tx1"/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24BD702-F97E-69C8-02BB-3B31376FA150}"/>
              </a:ext>
            </a:extLst>
          </p:cNvPr>
          <p:cNvSpPr txBox="1"/>
          <p:nvPr/>
        </p:nvSpPr>
        <p:spPr>
          <a:xfrm>
            <a:off x="6517832" y="5784283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−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429C2DB-D054-6E7F-8D04-F1213775FB6C}"/>
              </a:ext>
            </a:extLst>
          </p:cNvPr>
          <p:cNvSpPr txBox="1"/>
          <p:nvPr/>
        </p:nvSpPr>
        <p:spPr>
          <a:xfrm>
            <a:off x="6703342" y="6291359"/>
            <a:ext cx="11063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= 1.935</a:t>
            </a: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EB9D46F0-6982-0521-B2DA-304D0188A872}"/>
              </a:ext>
            </a:extLst>
          </p:cNvPr>
          <p:cNvSpPr/>
          <p:nvPr/>
        </p:nvSpPr>
        <p:spPr>
          <a:xfrm>
            <a:off x="4993639" y="5785658"/>
            <a:ext cx="1528799" cy="52047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600" dirty="0">
                <a:solidFill>
                  <a:schemeClr val="tx1"/>
                </a:solidFill>
              </a:rPr>
              <a:t>жүздүкттүн жарымы</a:t>
            </a:r>
            <a:endParaRPr lang="en-GB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068310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424422E-0784-CC7F-8766-9C2DB3FFDE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874803" y="1022100"/>
            <a:ext cx="6606086" cy="485648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2B36150-3EF5-B3F5-A5D8-89A4AC7A1D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126457" y="973840"/>
            <a:ext cx="6606086" cy="495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74920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6304C98-BB33-76B8-C94D-5CD4A6F4C9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25" y="12633"/>
            <a:ext cx="4867275" cy="341636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C0E14AC-62CD-ACDF-CA44-89F81E7B5A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199" y="12633"/>
            <a:ext cx="4867275" cy="341636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AEB5263-92F6-CF36-F670-1F5FA43129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7" y="3429000"/>
            <a:ext cx="4867275" cy="341636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342984E-4CAE-AF8A-C52D-E6E028D24A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3001" y="3429000"/>
            <a:ext cx="4867275" cy="34163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56791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94EE51F-7A9F-BBA6-4D52-96A950D8E4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ru-RU" dirty="0"/>
              <a:t>Суроолор барбы?</a:t>
            </a:r>
          </a:p>
          <a:p>
            <a:pPr marL="0" indent="0" algn="ctr">
              <a:buNone/>
            </a:pPr>
            <a:r>
              <a:rPr lang="ru-RU" dirty="0"/>
              <a:t>Комментарийлер?</a:t>
            </a:r>
          </a:p>
          <a:p>
            <a:pPr marL="0" indent="0" algn="ctr">
              <a:buNone/>
            </a:pPr>
            <a:r>
              <a:rPr lang="ru-RU" dirty="0"/>
              <a:t>Сунуштар?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…же ката таптыңызбы!?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Турдуу пикирлер учун ыраазычылык билдиребиз.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Сураныч, электрондук кат жөнөтүңүз: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en-US" b="0" i="0" dirty="0" err="1">
                <a:solidFill>
                  <a:srgbClr val="FF0000"/>
                </a:solidFill>
                <a:effectLst/>
                <a:latin typeface="Google Sans"/>
              </a:rPr>
              <a:t>mathematicskgz@gmail.com</a:t>
            </a:r>
            <a:r>
              <a:rPr lang="en-US" dirty="0" err="1">
                <a:solidFill>
                  <a:srgbClr val="FF0000"/>
                </a:solidFill>
              </a:rPr>
              <a:t>@gmail.com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155844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10480</TotalTime>
  <Words>696</Words>
  <Application>Microsoft Office PowerPoint</Application>
  <PresentationFormat>A4 Paper (210x297 mm)</PresentationFormat>
  <Paragraphs>383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Calibri Light</vt:lpstr>
      <vt:lpstr>Arial</vt:lpstr>
      <vt:lpstr>Google Sans</vt:lpstr>
      <vt:lpstr>Calibri</vt:lpstr>
      <vt:lpstr>Office Theme</vt:lpstr>
      <vt:lpstr>1_Office Theme</vt:lpstr>
      <vt:lpstr>MathKGZ  --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521</cp:revision>
  <cp:lastPrinted>2022-10-11T10:59:01Z</cp:lastPrinted>
  <dcterms:created xsi:type="dcterms:W3CDTF">2017-01-17T16:57:04Z</dcterms:created>
  <dcterms:modified xsi:type="dcterms:W3CDTF">2024-05-22T11:26:28Z</dcterms:modified>
</cp:coreProperties>
</file>