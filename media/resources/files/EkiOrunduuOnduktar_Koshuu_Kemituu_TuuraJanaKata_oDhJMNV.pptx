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3"/>
  </p:notesMasterIdLst>
  <p:sldIdLst>
    <p:sldId id="257" r:id="rId3"/>
    <p:sldId id="278" r:id="rId4"/>
    <p:sldId id="948" r:id="rId5"/>
    <p:sldId id="944" r:id="rId6"/>
    <p:sldId id="946" r:id="rId7"/>
    <p:sldId id="952" r:id="rId8"/>
    <p:sldId id="953" r:id="rId9"/>
    <p:sldId id="950" r:id="rId10"/>
    <p:sldId id="951" r:id="rId11"/>
    <p:sldId id="274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9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7379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08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4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7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9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9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4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16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14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32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65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079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9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орундуу ондуктар – кошуу жана кемитүү – </a:t>
            </a:r>
            <a:r>
              <a:rPr lang="ky-KG" dirty="0"/>
              <a:t>Чечим чыгаруу </a:t>
            </a:r>
            <a:endParaRPr lang="en-US" dirty="0"/>
          </a:p>
          <a:p>
            <a:endParaRPr lang="en-US" dirty="0"/>
          </a:p>
          <a:p>
            <a:r>
              <a:rPr lang="ky-KG" dirty="0"/>
              <a:t>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148" y="4806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C2E0AE-7EBE-F981-D20A-0535B032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y-KG" sz="4875" dirty="0"/>
              <a:t>Көнүгүүлөр топтомун текшерип, аларды </a:t>
            </a:r>
            <a:r>
              <a:rPr lang="ky-KG" sz="4875" dirty="0">
                <a:solidFill>
                  <a:srgbClr val="00B050"/>
                </a:solidFill>
              </a:rPr>
              <a:t>Туура</a:t>
            </a:r>
            <a:r>
              <a:rPr lang="ky-KG" sz="4875" dirty="0"/>
              <a:t> же </a:t>
            </a:r>
            <a:r>
              <a:rPr lang="ky-KG" sz="4875" dirty="0">
                <a:solidFill>
                  <a:srgbClr val="FF0000"/>
                </a:solidFill>
              </a:rPr>
              <a:t>Ката</a:t>
            </a:r>
            <a:r>
              <a:rPr lang="ky-KG" sz="4875" dirty="0"/>
              <a:t> деп эки топко бөлүңүз</a:t>
            </a:r>
            <a:endParaRPr lang="en-US" sz="4875" dirty="0"/>
          </a:p>
          <a:p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C873A1-32F3-9DD6-047E-F5A5F854AEA1}"/>
              </a:ext>
            </a:extLst>
          </p:cNvPr>
          <p:cNvSpPr txBox="1">
            <a:spLocks/>
          </p:cNvSpPr>
          <p:nvPr/>
        </p:nvSpPr>
        <p:spPr>
          <a:xfrm>
            <a:off x="161108" y="511096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2082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2372258" y="103479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4E187-E261-609D-ABF3-B719C4FD0C57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50DAA-2952-6180-CC4E-ADBACE57254D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D57710-6DEF-DE15-F303-C4C6E78EAF14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E84A86-B0D6-9D1B-CE9D-AA5E731DD871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CEE0EA-57A4-2C1C-E781-0B25DFECA6F7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39889B-9CCA-F0CF-F253-B09AC195631D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0.79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633DB1B-C6D6-F017-64F2-A4597929AE5F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7.99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2115265-C523-94F7-5A07-78F689CFC04D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1.78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D82CDF5A-3B37-B8AE-DE00-62A0C5B37BBC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0.98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374E326-78D7-FEBD-A8F2-F956E2AACAF7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5DD6CE9-E742-E66C-3BD3-B6E67F1FD553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1.935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F9F4CB-35BA-611E-2702-3868691D0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430681"/>
              </p:ext>
            </p:extLst>
          </p:nvPr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933521-34D8-33CB-2626-B1177EDB8F88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6AA4D-0341-BCE5-254C-F42DD98E3E6F}"/>
              </a:ext>
            </a:extLst>
          </p:cNvPr>
          <p:cNvSpPr txBox="1"/>
          <p:nvPr/>
        </p:nvSpPr>
        <p:spPr>
          <a:xfrm>
            <a:off x="4294138" y="-6154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D64FA-3C56-5056-F27F-5C2896415FDF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B8282-7CED-2C2C-28EF-5BF8CE21306F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5F6D5-5878-04E0-29B8-348548F31379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707AD-2419-4EEA-C30C-0E3D62DF28C6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8CE54-4B4F-2AF2-B44B-BC51B58BD159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107B7-969E-97AF-D2DB-C78DD36C4CC2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A154E6-B982-6A8D-14D3-837B2CCE687C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D194BC6-EB2D-8AF0-CF45-BFD23091049E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3D52EFC-2B84-78DE-7264-C64082AC6FBA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DC22E9D-056E-C60E-28B1-F360BC8369BD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29E3FAEC-A8B4-E576-445C-99C09B01F400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FF6BFD60-23CB-17FF-4697-C4F7EA4D8DD4}"/>
              </a:ext>
            </a:extLst>
          </p:cNvPr>
          <p:cNvSpPr/>
          <p:nvPr/>
        </p:nvSpPr>
        <p:spPr>
          <a:xfrm>
            <a:off x="1720735" y="492827"/>
            <a:ext cx="1064132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D123A4FC-1724-D87C-05E0-68C02926074F}"/>
              </a:ext>
            </a:extLst>
          </p:cNvPr>
          <p:cNvSpPr/>
          <p:nvPr/>
        </p:nvSpPr>
        <p:spPr>
          <a:xfrm>
            <a:off x="161651" y="492827"/>
            <a:ext cx="1258474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28D018D1-DCB5-4EF9-A969-C337A3C94BE9}"/>
              </a:ext>
            </a:extLst>
          </p:cNvPr>
          <p:cNvSpPr txBox="1"/>
          <p:nvPr/>
        </p:nvSpPr>
        <p:spPr>
          <a:xfrm>
            <a:off x="1399909" y="4438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0D6D4E0-B736-CB39-DA82-222CC8A52CF8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D5F947FA-88F9-77E8-7F3E-45E3FDA63047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22BFCE23-8760-8811-2B0D-5D00EF077E99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8E5F8D0-E072-2DEA-EFCA-7BBACBD42D9B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F763048-E638-B032-DB7F-60FDCC345238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8838DB9-AE0F-E530-875E-6C63AE8E2B01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60F3E340-DD0F-AB6A-FF6B-C2EF6DFB9835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5730E4B3-85A3-581C-0A1B-F4828C93D87A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0E654444-140B-04A0-1010-D430EF324554}"/>
              </a:ext>
            </a:extLst>
          </p:cNvPr>
          <p:cNvSpPr/>
          <p:nvPr/>
        </p:nvSpPr>
        <p:spPr>
          <a:xfrm>
            <a:off x="97443" y="181455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C965D89-E8C0-2FFC-4120-ADB152E0CA11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0903F7C-4EAE-4E90-2AEE-2583851741F7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0967543-316C-F906-3193-F7B0BBE3D557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B9F5D1-BDC4-5A0B-8E48-7E8C36F32CDD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5644D6A4-931A-19B9-F49F-567E31E4C83F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AB4FCAFC-3BE9-8620-FCEC-47FC778D5447}"/>
              </a:ext>
            </a:extLst>
          </p:cNvPr>
          <p:cNvSpPr/>
          <p:nvPr/>
        </p:nvSpPr>
        <p:spPr>
          <a:xfrm>
            <a:off x="4993481" y="1814550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042976E-7EEF-5C13-6BF3-B8230D8522E7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7810235-147B-7EBE-8DA8-55008225C556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F3E4F7A-3E0B-2DB3-4AB0-36AF60F7EFF3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3B36C47-BE88-18B3-AC30-AA1D0DD2CC69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0A2E8F0-5B56-DCB3-C933-EF40D638A9FA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1B3A133C-41D7-1FD3-3296-6B89A14EBF2C}"/>
              </a:ext>
            </a:extLst>
          </p:cNvPr>
          <p:cNvSpPr/>
          <p:nvPr/>
        </p:nvSpPr>
        <p:spPr>
          <a:xfrm>
            <a:off x="8121536" y="3127964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253C24D1-1012-3CC5-3B4A-25A5DF042991}"/>
              </a:ext>
            </a:extLst>
          </p:cNvPr>
          <p:cNvSpPr/>
          <p:nvPr/>
        </p:nvSpPr>
        <p:spPr>
          <a:xfrm>
            <a:off x="6625245" y="3127964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174B4C2B-F3FB-7777-0E72-433B3A19EDD6}"/>
              </a:ext>
            </a:extLst>
          </p:cNvPr>
          <p:cNvSpPr/>
          <p:nvPr/>
        </p:nvSpPr>
        <p:spPr>
          <a:xfrm>
            <a:off x="5128954" y="2931355"/>
            <a:ext cx="1014153" cy="75843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бирдиктин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CB04A58-C5D9-B5D5-5912-7519E657935C}"/>
              </a:ext>
            </a:extLst>
          </p:cNvPr>
          <p:cNvSpPr txBox="1"/>
          <p:nvPr/>
        </p:nvSpPr>
        <p:spPr>
          <a:xfrm>
            <a:off x="620207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82CD6598-990E-10AB-32AA-B343117C915A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0.79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B812C02-D220-E5E4-968D-CCC6635E6B5F}"/>
              </a:ext>
            </a:extLst>
          </p:cNvPr>
          <p:cNvSpPr txBox="1"/>
          <p:nvPr/>
        </p:nvSpPr>
        <p:spPr>
          <a:xfrm>
            <a:off x="279385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5E583F23-18B1-D52F-3340-96C2AB20BD42}"/>
              </a:ext>
            </a:extLst>
          </p:cNvPr>
          <p:cNvSpPr/>
          <p:nvPr/>
        </p:nvSpPr>
        <p:spPr>
          <a:xfrm>
            <a:off x="321702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42F6C3C5-1761-FC05-5FF0-52E7FAC08818}"/>
              </a:ext>
            </a:extLst>
          </p:cNvPr>
          <p:cNvSpPr/>
          <p:nvPr/>
        </p:nvSpPr>
        <p:spPr>
          <a:xfrm>
            <a:off x="172073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9AA8AB02-1CF7-CAAC-D482-14FBF7C8E29B}"/>
              </a:ext>
            </a:extLst>
          </p:cNvPr>
          <p:cNvSpPr/>
          <p:nvPr/>
        </p:nvSpPr>
        <p:spPr>
          <a:xfrm>
            <a:off x="224443" y="4449687"/>
            <a:ext cx="118329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4FD6784-D393-B764-406C-9A8E1DB73CE4}"/>
              </a:ext>
            </a:extLst>
          </p:cNvPr>
          <p:cNvSpPr txBox="1"/>
          <p:nvPr/>
        </p:nvSpPr>
        <p:spPr>
          <a:xfrm>
            <a:off x="1297564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D80B0261-A3D2-7785-3289-CDD042F8186F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7.99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A535B20-5922-36D8-D02A-22BB6A2A8FE6}"/>
              </a:ext>
            </a:extLst>
          </p:cNvPr>
          <p:cNvSpPr txBox="1"/>
          <p:nvPr/>
        </p:nvSpPr>
        <p:spPr>
          <a:xfrm>
            <a:off x="8213012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1E43CC4A-550C-ADFD-8D25-1EE115D294A5}"/>
              </a:ext>
            </a:extLst>
          </p:cNvPr>
          <p:cNvSpPr/>
          <p:nvPr/>
        </p:nvSpPr>
        <p:spPr>
          <a:xfrm>
            <a:off x="662524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66323D4E-8D31-9429-F17D-40B9620230FA}"/>
              </a:ext>
            </a:extLst>
          </p:cNvPr>
          <p:cNvSpPr/>
          <p:nvPr/>
        </p:nvSpPr>
        <p:spPr>
          <a:xfrm>
            <a:off x="8636182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6BFFA0C9-61FC-674F-C7CF-841333B580DF}"/>
              </a:ext>
            </a:extLst>
          </p:cNvPr>
          <p:cNvSpPr/>
          <p:nvPr/>
        </p:nvSpPr>
        <p:spPr>
          <a:xfrm>
            <a:off x="512895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26425DF-C010-0C06-07E8-A9359B9010C6}"/>
              </a:ext>
            </a:extLst>
          </p:cNvPr>
          <p:cNvSpPr txBox="1"/>
          <p:nvPr/>
        </p:nvSpPr>
        <p:spPr>
          <a:xfrm>
            <a:off x="620207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F6A4445-088E-239B-5F39-612B09B3BDB6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1.78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10298EEC-9FCB-F65D-E78C-F77884990164}"/>
              </a:ext>
            </a:extLst>
          </p:cNvPr>
          <p:cNvSpPr txBox="1"/>
          <p:nvPr/>
        </p:nvSpPr>
        <p:spPr>
          <a:xfrm>
            <a:off x="2990779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ABCB8CAD-0636-EC73-F281-1A44570317BC}"/>
              </a:ext>
            </a:extLst>
          </p:cNvPr>
          <p:cNvSpPr/>
          <p:nvPr/>
        </p:nvSpPr>
        <p:spPr>
          <a:xfrm>
            <a:off x="3350375" y="5779723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4A356EF1-F1FD-FC0A-4669-8434EE1F6EA5}"/>
              </a:ext>
            </a:extLst>
          </p:cNvPr>
          <p:cNvSpPr/>
          <p:nvPr/>
        </p:nvSpPr>
        <p:spPr>
          <a:xfrm>
            <a:off x="1981232" y="5779723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024831EB-4FB9-E3FA-3BB0-EC7662311821}"/>
              </a:ext>
            </a:extLst>
          </p:cNvPr>
          <p:cNvSpPr txBox="1"/>
          <p:nvPr/>
        </p:nvSpPr>
        <p:spPr>
          <a:xfrm>
            <a:off x="1621636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4EF4500B-6558-2563-CD8A-CA6D0538241E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0.98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6501608E-4B55-91CD-B8E9-3D0E17D07739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F92A6B90-A7B4-2984-06E9-F5C8456BE759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18664C8-C70C-0851-D09F-470EC94CBBAC}"/>
              </a:ext>
            </a:extLst>
          </p:cNvPr>
          <p:cNvSpPr/>
          <p:nvPr/>
        </p:nvSpPr>
        <p:spPr>
          <a:xfrm>
            <a:off x="224443" y="312791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B8832A-9905-7EA8-AC36-4A8D898396A9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112A7AE-990E-1BC3-DE89-30048B87C81C}"/>
              </a:ext>
            </a:extLst>
          </p:cNvPr>
          <p:cNvSpPr/>
          <p:nvPr/>
        </p:nvSpPr>
        <p:spPr>
          <a:xfrm>
            <a:off x="97443" y="5622534"/>
            <a:ext cx="1528799" cy="6835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ондуктун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1CE7A7-D156-94E4-ABF6-4B154C5B41EF}"/>
              </a:ext>
            </a:extLst>
          </p:cNvPr>
          <p:cNvSpPr txBox="1"/>
          <p:nvPr/>
        </p:nvSpPr>
        <p:spPr>
          <a:xfrm>
            <a:off x="7886975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93842A-8925-4C66-4B55-A3EFBACCFA85}"/>
              </a:ext>
            </a:extLst>
          </p:cNvPr>
          <p:cNvSpPr/>
          <p:nvPr/>
        </p:nvSpPr>
        <p:spPr>
          <a:xfrm>
            <a:off x="8246571" y="5783557"/>
            <a:ext cx="1528799" cy="507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213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B64ACA2-43B0-05B8-3D5A-A973B8025FB3}"/>
              </a:ext>
            </a:extLst>
          </p:cNvPr>
          <p:cNvSpPr/>
          <p:nvPr/>
        </p:nvSpPr>
        <p:spPr>
          <a:xfrm>
            <a:off x="6877428" y="58628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4BD702-F97E-69C8-02BB-3B31376FA150}"/>
              </a:ext>
            </a:extLst>
          </p:cNvPr>
          <p:cNvSpPr txBox="1"/>
          <p:nvPr/>
        </p:nvSpPr>
        <p:spPr>
          <a:xfrm>
            <a:off x="6517832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29C2DB-D054-6E7F-8D04-F1213775FB6C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1.935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B9D46F0-6982-0521-B2DA-304D0188A872}"/>
              </a:ext>
            </a:extLst>
          </p:cNvPr>
          <p:cNvSpPr/>
          <p:nvPr/>
        </p:nvSpPr>
        <p:spPr>
          <a:xfrm>
            <a:off x="4993639" y="5785658"/>
            <a:ext cx="1528799" cy="520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жүздүкттүн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1DA8650-B95E-0150-C1A6-536A03968641}"/>
              </a:ext>
            </a:extLst>
          </p:cNvPr>
          <p:cNvSpPr txBox="1"/>
          <p:nvPr/>
        </p:nvSpPr>
        <p:spPr>
          <a:xfrm>
            <a:off x="1445197" y="-82641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05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582243"/>
              </p:ext>
            </p:extLst>
          </p:nvPr>
        </p:nvGraphicFramePr>
        <p:xfrm>
          <a:off x="35168" y="198120"/>
          <a:ext cx="9803424" cy="3959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4325236" y="-61546"/>
            <a:ext cx="126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rgbClr val="FF0000"/>
                </a:solidFill>
              </a:rPr>
              <a:t>Туура же Ката</a:t>
            </a:r>
            <a:endParaRPr lang="en-GB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1052969"/>
            <a:ext cx="408033" cy="40803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94CF8B-318A-01EB-E7D1-AC1A04818C16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212CE3-BA43-F323-73BA-CA897989E02A}"/>
              </a:ext>
            </a:extLst>
          </p:cNvPr>
          <p:cNvSpPr/>
          <p:nvPr/>
        </p:nvSpPr>
        <p:spPr>
          <a:xfrm>
            <a:off x="1720734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8A1FDE-616C-1166-6077-312CA23A3BBA}"/>
              </a:ext>
            </a:extLst>
          </p:cNvPr>
          <p:cNvSpPr/>
          <p:nvPr/>
        </p:nvSpPr>
        <p:spPr>
          <a:xfrm>
            <a:off x="165475" y="492827"/>
            <a:ext cx="1073121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441D8-9CA2-6480-D343-BE7D6D5BCD9E}"/>
              </a:ext>
            </a:extLst>
          </p:cNvPr>
          <p:cNvSpPr txBox="1"/>
          <p:nvPr/>
        </p:nvSpPr>
        <p:spPr>
          <a:xfrm>
            <a:off x="1297564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4E187-E261-609D-ABF3-B719C4FD0C57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C19353-FE0E-2753-8FE1-C5B35FB4FCA4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168734-C72C-121F-C510-167DC2D5D9D6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8F267-DFD0-C88E-FC24-32B405051A9F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50DAA-2952-6180-CC4E-ADBACE57254D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B17E11-E5D3-4151-9B94-18625CA34559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A903095-93B7-1AD1-EC7D-91EFAAC205F7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4F7629-69DA-9559-6780-2AB47FBA8E09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1A0FC1D-AD64-06DB-7A3E-FDE922891C63}"/>
              </a:ext>
            </a:extLst>
          </p:cNvPr>
          <p:cNvSpPr/>
          <p:nvPr/>
        </p:nvSpPr>
        <p:spPr>
          <a:xfrm>
            <a:off x="67409" y="1814550"/>
            <a:ext cx="1171188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4DBCC2-3DA5-7AA0-06E8-1DCFE62F2EFA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D57710-6DEF-DE15-F303-C4C6E78EAF14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E5C3A2-AB5B-9FCD-8547-26E2A5EEBA70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2369E23-E9E9-A09F-DF41-D88F4A3EE638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BF1F827-0A5C-06BF-D617-70401F660281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41CE9EF-558C-5216-53A5-87858F522FC2}"/>
              </a:ext>
            </a:extLst>
          </p:cNvPr>
          <p:cNvSpPr/>
          <p:nvPr/>
        </p:nvSpPr>
        <p:spPr>
          <a:xfrm>
            <a:off x="5069986" y="1814550"/>
            <a:ext cx="1073121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4EC72A-7A78-D5B0-0C5C-9339C1102EEC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E84A86-B0D6-9D1B-CE9D-AA5E731DD871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F368DE-8827-6D44-A3EC-1EC7E6784B23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48F9F9-2DB8-0C38-54D6-F78A0C50788D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pic>
        <p:nvPicPr>
          <p:cNvPr id="216" name="Picture 215">
            <a:extLst>
              <a:ext uri="{FF2B5EF4-FFF2-40B4-BE49-F238E27FC236}">
                <a16:creationId xmlns:a16="http://schemas.microsoft.com/office/drawing/2014/main" id="{BC2CC5A5-62AF-4B63-0FB9-E6B031C66E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2351587"/>
            <a:ext cx="408033" cy="408033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986DAC2F-D446-5333-FF5B-7E4265BCB6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107444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A94607BC-63E5-AF94-CB18-3803FB9EF9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2385083"/>
            <a:ext cx="408033" cy="408033"/>
          </a:xfrm>
          <a:prstGeom prst="rect">
            <a:avLst/>
          </a:prstGeom>
        </p:spPr>
      </p:pic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D1EF3F42-D582-9093-B372-8CC46584DB0E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516B75AE-49E8-D3DC-064E-AE73A6DD80C1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532F257F-8E82-9B07-CC33-DA256F753A03}"/>
              </a:ext>
            </a:extLst>
          </p:cNvPr>
          <p:cNvSpPr/>
          <p:nvPr/>
        </p:nvSpPr>
        <p:spPr>
          <a:xfrm>
            <a:off x="224443" y="3127910"/>
            <a:ext cx="1171188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374E326-78D7-FEBD-A8F2-F956E2AACAF7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pic>
        <p:nvPicPr>
          <p:cNvPr id="243" name="Picture 242">
            <a:extLst>
              <a:ext uri="{FF2B5EF4-FFF2-40B4-BE49-F238E27FC236}">
                <a16:creationId xmlns:a16="http://schemas.microsoft.com/office/drawing/2014/main" id="{C293D07B-C104-EF55-1719-93F08CAC77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6027" y="3731448"/>
            <a:ext cx="408033" cy="408033"/>
          </a:xfrm>
          <a:prstGeom prst="rect">
            <a:avLst/>
          </a:prstGeom>
        </p:spPr>
      </p:pic>
      <p:sp>
        <p:nvSpPr>
          <p:cNvPr id="261" name="Rectangle 260">
            <a:extLst>
              <a:ext uri="{FF2B5EF4-FFF2-40B4-BE49-F238E27FC236}">
                <a16:creationId xmlns:a16="http://schemas.microsoft.com/office/drawing/2014/main" id="{193F7652-5406-88A9-AD60-C5138FDC7993}"/>
              </a:ext>
            </a:extLst>
          </p:cNvPr>
          <p:cNvSpPr/>
          <p:nvPr/>
        </p:nvSpPr>
        <p:spPr>
          <a:xfrm>
            <a:off x="5185050" y="4090871"/>
            <a:ext cx="401565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ооптордун </a:t>
            </a:r>
          </a:p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жарымы 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085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Box 310">
            <a:extLst>
              <a:ext uri="{FF2B5EF4-FFF2-40B4-BE49-F238E27FC236}">
                <a16:creationId xmlns:a16="http://schemas.microsoft.com/office/drawing/2014/main" id="{834B2F48-DB4E-D6AE-BA2E-37954299FBE6}"/>
              </a:ext>
            </a:extLst>
          </p:cNvPr>
          <p:cNvSpPr txBox="1"/>
          <p:nvPr/>
        </p:nvSpPr>
        <p:spPr>
          <a:xfrm>
            <a:off x="4325236" y="-61546"/>
            <a:ext cx="126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rgbClr val="FF0000"/>
                </a:solidFill>
              </a:rPr>
              <a:t>Туура же Ката</a:t>
            </a:r>
            <a:endParaRPr lang="en-GB" sz="1400" b="1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4F08A196-8EA6-E848-3DA4-082F44124F61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694A39B9-E5ED-F5AC-E4BF-035CE8F8EFE3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9F62BD5D-833F-16E4-18C8-C4CE93F8C9D5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C2796D3-211B-312E-A1C4-CCC79BB7EBC2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68A2836-31CD-15E2-5465-BC115485EB75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FC0371C6-6F15-5B51-C2D7-A4A18855972A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0.79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E95AD40C-3F23-0FE7-3BE7-C914CA07C198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7.99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12B9D145-F9A7-D0B8-A5E0-ED988BB6EC9E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1.78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A8B1E771-403F-481A-05A2-6E0D6D5EB006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0.98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4ED727C1-74BE-1A33-E65E-BFCFA5ECD52F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9024B75E-6BD5-95C1-4B8C-3DF4E2531B14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1.935</a:t>
            </a:r>
          </a:p>
        </p:txBody>
      </p:sp>
      <p:graphicFrame>
        <p:nvGraphicFramePr>
          <p:cNvPr id="323" name="Table 322">
            <a:extLst>
              <a:ext uri="{FF2B5EF4-FFF2-40B4-BE49-F238E27FC236}">
                <a16:creationId xmlns:a16="http://schemas.microsoft.com/office/drawing/2014/main" id="{223274F0-1891-10D0-77BC-201831534088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324" name="TextBox 323">
            <a:extLst>
              <a:ext uri="{FF2B5EF4-FFF2-40B4-BE49-F238E27FC236}">
                <a16:creationId xmlns:a16="http://schemas.microsoft.com/office/drawing/2014/main" id="{EF2B4917-0974-9F90-AB42-3CEFFFEA31E5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032DA45E-B312-ED52-58C8-C24D632971B1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052B2872-A063-8202-5E86-345E355082E4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51C6BD21-044D-75D6-0BF7-B72B802C127B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17EE7691-37C4-3404-841F-7A1418E2B96F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AED15C0D-3A06-64D1-768A-B8B15325660A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E8AFC5B5-195A-FC97-C984-3120AE346397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C4FB8B3E-1B31-161C-CC86-59C264DF997E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69D95BD6-80A9-1C42-E71D-7AEB66CA097F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9515170A-BC78-01F7-024E-9D2286C4FB00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55052244-08D5-0783-6985-19334C7E4C6E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36" name="Rectangle: Rounded Corners 335">
            <a:extLst>
              <a:ext uri="{FF2B5EF4-FFF2-40B4-BE49-F238E27FC236}">
                <a16:creationId xmlns:a16="http://schemas.microsoft.com/office/drawing/2014/main" id="{A1BD643E-4012-85A2-16DC-9C55C930C428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7" name="Rectangle: Rounded Corners 336">
            <a:extLst>
              <a:ext uri="{FF2B5EF4-FFF2-40B4-BE49-F238E27FC236}">
                <a16:creationId xmlns:a16="http://schemas.microsoft.com/office/drawing/2014/main" id="{EE09D099-ECFF-2958-B801-8879FE0F5352}"/>
              </a:ext>
            </a:extLst>
          </p:cNvPr>
          <p:cNvSpPr/>
          <p:nvPr/>
        </p:nvSpPr>
        <p:spPr>
          <a:xfrm>
            <a:off x="1720735" y="492827"/>
            <a:ext cx="1064132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CCB9F30E-02CC-5F63-4221-1FCC8A2A19D4}"/>
              </a:ext>
            </a:extLst>
          </p:cNvPr>
          <p:cNvSpPr/>
          <p:nvPr/>
        </p:nvSpPr>
        <p:spPr>
          <a:xfrm>
            <a:off x="161651" y="492827"/>
            <a:ext cx="1258474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DDAEE322-4C56-E557-384C-1AE0252017AC}"/>
              </a:ext>
            </a:extLst>
          </p:cNvPr>
          <p:cNvSpPr txBox="1"/>
          <p:nvPr/>
        </p:nvSpPr>
        <p:spPr>
          <a:xfrm>
            <a:off x="1399909" y="4438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662FF93-D68E-CE95-4249-C8EE7713A7DC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341" name="Rectangle: Rounded Corners 340">
            <a:extLst>
              <a:ext uri="{FF2B5EF4-FFF2-40B4-BE49-F238E27FC236}">
                <a16:creationId xmlns:a16="http://schemas.microsoft.com/office/drawing/2014/main" id="{BABFE4C0-17B2-E322-EC07-CA7C0557ED50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2" name="Rectangle: Rounded Corners 341">
            <a:extLst>
              <a:ext uri="{FF2B5EF4-FFF2-40B4-BE49-F238E27FC236}">
                <a16:creationId xmlns:a16="http://schemas.microsoft.com/office/drawing/2014/main" id="{AA01D050-F3B0-9497-79D7-B65C7FE7F4FB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82DBB1DF-FD94-BA71-53DB-D2A5D7F14C39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D024D96-C104-A9DB-48DE-598D5E3CF1A0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8C126F0D-8423-367E-05BB-89F10D5571F6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46" name="Rectangle: Rounded Corners 345">
            <a:extLst>
              <a:ext uri="{FF2B5EF4-FFF2-40B4-BE49-F238E27FC236}">
                <a16:creationId xmlns:a16="http://schemas.microsoft.com/office/drawing/2014/main" id="{93AE3119-7BCC-3BD1-2B9B-02FD5283D24F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BF436711-50BC-DBDA-57A5-B877E3FBF8BD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8" name="Rectangle: Rounded Corners 347">
            <a:extLst>
              <a:ext uri="{FF2B5EF4-FFF2-40B4-BE49-F238E27FC236}">
                <a16:creationId xmlns:a16="http://schemas.microsoft.com/office/drawing/2014/main" id="{E8A23786-1EEE-9BAB-8EF0-5753C1C4AB02}"/>
              </a:ext>
            </a:extLst>
          </p:cNvPr>
          <p:cNvSpPr/>
          <p:nvPr/>
        </p:nvSpPr>
        <p:spPr>
          <a:xfrm>
            <a:off x="97443" y="181455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7A21D90-5873-FCF6-DBBB-4C60AAB2521C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1F1A06DE-6FD2-41ED-4617-3DCEC3BAEE72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AF9583B0-1002-E4CD-AF0F-BC1AF30FC361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2" name="Rectangle: Rounded Corners 351">
            <a:extLst>
              <a:ext uri="{FF2B5EF4-FFF2-40B4-BE49-F238E27FC236}">
                <a16:creationId xmlns:a16="http://schemas.microsoft.com/office/drawing/2014/main" id="{CC7FE9BF-2EC0-A7D4-3581-6E9DFDAD3FE3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53" name="Rectangle: Rounded Corners 352">
            <a:extLst>
              <a:ext uri="{FF2B5EF4-FFF2-40B4-BE49-F238E27FC236}">
                <a16:creationId xmlns:a16="http://schemas.microsoft.com/office/drawing/2014/main" id="{13BFEB3B-FCDD-04EF-2085-F5D26FAD546D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4646C624-1566-31D1-882D-D5274889738D}"/>
              </a:ext>
            </a:extLst>
          </p:cNvPr>
          <p:cNvSpPr/>
          <p:nvPr/>
        </p:nvSpPr>
        <p:spPr>
          <a:xfrm>
            <a:off x="4993481" y="1814550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CDB3C740-E71C-DB6A-87D6-AC4B7D8D0D8E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70CBA321-E32F-1DEA-A266-EF820A2D8A5C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88FA923-B777-8331-6A26-43467C5515D0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070B648F-88D1-08E5-CF77-32362765C321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7B8CA862-1D65-7FF9-229E-0733E1CDCD39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60" name="Rectangle: Rounded Corners 359">
            <a:extLst>
              <a:ext uri="{FF2B5EF4-FFF2-40B4-BE49-F238E27FC236}">
                <a16:creationId xmlns:a16="http://schemas.microsoft.com/office/drawing/2014/main" id="{D511E85C-839D-DAB0-9C36-08D364C703C5}"/>
              </a:ext>
            </a:extLst>
          </p:cNvPr>
          <p:cNvSpPr/>
          <p:nvPr/>
        </p:nvSpPr>
        <p:spPr>
          <a:xfrm>
            <a:off x="8121536" y="3127964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1" name="Rectangle: Rounded Corners 360">
            <a:extLst>
              <a:ext uri="{FF2B5EF4-FFF2-40B4-BE49-F238E27FC236}">
                <a16:creationId xmlns:a16="http://schemas.microsoft.com/office/drawing/2014/main" id="{3C4681EB-4287-4BF9-CF7C-CE8051D8E258}"/>
              </a:ext>
            </a:extLst>
          </p:cNvPr>
          <p:cNvSpPr/>
          <p:nvPr/>
        </p:nvSpPr>
        <p:spPr>
          <a:xfrm>
            <a:off x="6625245" y="3127964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2" name="Rectangle: Rounded Corners 361">
            <a:extLst>
              <a:ext uri="{FF2B5EF4-FFF2-40B4-BE49-F238E27FC236}">
                <a16:creationId xmlns:a16="http://schemas.microsoft.com/office/drawing/2014/main" id="{DF398C8C-EE7F-C3B5-52BB-CDEA07624FD5}"/>
              </a:ext>
            </a:extLst>
          </p:cNvPr>
          <p:cNvSpPr/>
          <p:nvPr/>
        </p:nvSpPr>
        <p:spPr>
          <a:xfrm>
            <a:off x="5128954" y="2931355"/>
            <a:ext cx="1014153" cy="75843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бирдиктин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E47E1E7-C4D2-56B3-E7A5-109B73E3AFFE}"/>
              </a:ext>
            </a:extLst>
          </p:cNvPr>
          <p:cNvSpPr txBox="1"/>
          <p:nvPr/>
        </p:nvSpPr>
        <p:spPr>
          <a:xfrm>
            <a:off x="620207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806DF8A9-9F16-33B0-1AD6-F7C25A7A35B8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0.79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D5979560-CFF9-8956-66C4-C4F8E81945A7}"/>
              </a:ext>
            </a:extLst>
          </p:cNvPr>
          <p:cNvSpPr txBox="1"/>
          <p:nvPr/>
        </p:nvSpPr>
        <p:spPr>
          <a:xfrm>
            <a:off x="279385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66" name="Rectangle: Rounded Corners 365">
            <a:extLst>
              <a:ext uri="{FF2B5EF4-FFF2-40B4-BE49-F238E27FC236}">
                <a16:creationId xmlns:a16="http://schemas.microsoft.com/office/drawing/2014/main" id="{8F15B62A-847F-EE3C-C26A-76A32022C0D4}"/>
              </a:ext>
            </a:extLst>
          </p:cNvPr>
          <p:cNvSpPr/>
          <p:nvPr/>
        </p:nvSpPr>
        <p:spPr>
          <a:xfrm>
            <a:off x="321702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7" name="Rectangle: Rounded Corners 366">
            <a:extLst>
              <a:ext uri="{FF2B5EF4-FFF2-40B4-BE49-F238E27FC236}">
                <a16:creationId xmlns:a16="http://schemas.microsoft.com/office/drawing/2014/main" id="{38868168-DFB6-D0B9-8B1B-85238B78E0BF}"/>
              </a:ext>
            </a:extLst>
          </p:cNvPr>
          <p:cNvSpPr/>
          <p:nvPr/>
        </p:nvSpPr>
        <p:spPr>
          <a:xfrm>
            <a:off x="172073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8" name="Rectangle: Rounded Corners 367">
            <a:extLst>
              <a:ext uri="{FF2B5EF4-FFF2-40B4-BE49-F238E27FC236}">
                <a16:creationId xmlns:a16="http://schemas.microsoft.com/office/drawing/2014/main" id="{0AB32E0D-F6A9-DE95-3971-15EF173EFBF4}"/>
              </a:ext>
            </a:extLst>
          </p:cNvPr>
          <p:cNvSpPr/>
          <p:nvPr/>
        </p:nvSpPr>
        <p:spPr>
          <a:xfrm>
            <a:off x="224443" y="4449687"/>
            <a:ext cx="118329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E24736A1-D1CB-374E-258C-CA16863B203B}"/>
              </a:ext>
            </a:extLst>
          </p:cNvPr>
          <p:cNvSpPr txBox="1"/>
          <p:nvPr/>
        </p:nvSpPr>
        <p:spPr>
          <a:xfrm>
            <a:off x="1297564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C5A8C2BF-0D01-6855-CF71-4693EE033730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7.99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256D05D-FA25-3C2D-0B4C-E215AA24A124}"/>
              </a:ext>
            </a:extLst>
          </p:cNvPr>
          <p:cNvSpPr txBox="1"/>
          <p:nvPr/>
        </p:nvSpPr>
        <p:spPr>
          <a:xfrm>
            <a:off x="8213012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72" name="Rectangle: Rounded Corners 371">
            <a:extLst>
              <a:ext uri="{FF2B5EF4-FFF2-40B4-BE49-F238E27FC236}">
                <a16:creationId xmlns:a16="http://schemas.microsoft.com/office/drawing/2014/main" id="{2FBC0DDA-6693-5504-C1C0-E4F6652EB343}"/>
              </a:ext>
            </a:extLst>
          </p:cNvPr>
          <p:cNvSpPr/>
          <p:nvPr/>
        </p:nvSpPr>
        <p:spPr>
          <a:xfrm>
            <a:off x="662524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3" name="Rectangle: Rounded Corners 372">
            <a:extLst>
              <a:ext uri="{FF2B5EF4-FFF2-40B4-BE49-F238E27FC236}">
                <a16:creationId xmlns:a16="http://schemas.microsoft.com/office/drawing/2014/main" id="{52050A21-9259-0A8F-ADB6-6C3E9B5B5E74}"/>
              </a:ext>
            </a:extLst>
          </p:cNvPr>
          <p:cNvSpPr/>
          <p:nvPr/>
        </p:nvSpPr>
        <p:spPr>
          <a:xfrm>
            <a:off x="8636182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4" name="Rectangle: Rounded Corners 373">
            <a:extLst>
              <a:ext uri="{FF2B5EF4-FFF2-40B4-BE49-F238E27FC236}">
                <a16:creationId xmlns:a16="http://schemas.microsoft.com/office/drawing/2014/main" id="{619D250F-2706-95E6-0B54-27B1F5C8CDA6}"/>
              </a:ext>
            </a:extLst>
          </p:cNvPr>
          <p:cNvSpPr/>
          <p:nvPr/>
        </p:nvSpPr>
        <p:spPr>
          <a:xfrm>
            <a:off x="512895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895CF620-FB38-C405-7CEB-149953DC4AF4}"/>
              </a:ext>
            </a:extLst>
          </p:cNvPr>
          <p:cNvSpPr txBox="1"/>
          <p:nvPr/>
        </p:nvSpPr>
        <p:spPr>
          <a:xfrm>
            <a:off x="620207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98D55D03-6F7D-7E03-81B5-DFD7DD8EF465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1.78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4D6099B-2DBE-655F-E54E-9C14869167B9}"/>
              </a:ext>
            </a:extLst>
          </p:cNvPr>
          <p:cNvSpPr txBox="1"/>
          <p:nvPr/>
        </p:nvSpPr>
        <p:spPr>
          <a:xfrm>
            <a:off x="2990779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78" name="Rectangle: Rounded Corners 377">
            <a:extLst>
              <a:ext uri="{FF2B5EF4-FFF2-40B4-BE49-F238E27FC236}">
                <a16:creationId xmlns:a16="http://schemas.microsoft.com/office/drawing/2014/main" id="{A7B681C9-A3E9-A4A7-961D-166DE2C2668E}"/>
              </a:ext>
            </a:extLst>
          </p:cNvPr>
          <p:cNvSpPr/>
          <p:nvPr/>
        </p:nvSpPr>
        <p:spPr>
          <a:xfrm>
            <a:off x="3350375" y="5779723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9" name="Rectangle: Rounded Corners 378">
            <a:extLst>
              <a:ext uri="{FF2B5EF4-FFF2-40B4-BE49-F238E27FC236}">
                <a16:creationId xmlns:a16="http://schemas.microsoft.com/office/drawing/2014/main" id="{2573D488-FBE1-64C8-BC50-1363123DBC47}"/>
              </a:ext>
            </a:extLst>
          </p:cNvPr>
          <p:cNvSpPr/>
          <p:nvPr/>
        </p:nvSpPr>
        <p:spPr>
          <a:xfrm>
            <a:off x="1981232" y="5779723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11A8B61F-920E-7B9B-4381-EECCB39246F7}"/>
              </a:ext>
            </a:extLst>
          </p:cNvPr>
          <p:cNvSpPr txBox="1"/>
          <p:nvPr/>
        </p:nvSpPr>
        <p:spPr>
          <a:xfrm>
            <a:off x="1621636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2332882-099F-58E7-45F3-CB6B91DB8301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0.98</a:t>
            </a:r>
          </a:p>
        </p:txBody>
      </p:sp>
      <p:sp>
        <p:nvSpPr>
          <p:cNvPr id="382" name="Rectangle: Rounded Corners 381">
            <a:extLst>
              <a:ext uri="{FF2B5EF4-FFF2-40B4-BE49-F238E27FC236}">
                <a16:creationId xmlns:a16="http://schemas.microsoft.com/office/drawing/2014/main" id="{09F4FEDB-8181-B7C1-604F-E43A3F3EC118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3" name="Rectangle: Rounded Corners 382">
            <a:extLst>
              <a:ext uri="{FF2B5EF4-FFF2-40B4-BE49-F238E27FC236}">
                <a16:creationId xmlns:a16="http://schemas.microsoft.com/office/drawing/2014/main" id="{3C7A6B5C-3AE0-458C-DD49-A8C076FE177C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4" name="Rectangle: Rounded Corners 383">
            <a:extLst>
              <a:ext uri="{FF2B5EF4-FFF2-40B4-BE49-F238E27FC236}">
                <a16:creationId xmlns:a16="http://schemas.microsoft.com/office/drawing/2014/main" id="{E5070D07-5F59-8BAC-9A46-FDBEB835BA99}"/>
              </a:ext>
            </a:extLst>
          </p:cNvPr>
          <p:cNvSpPr/>
          <p:nvPr/>
        </p:nvSpPr>
        <p:spPr>
          <a:xfrm>
            <a:off x="224443" y="312791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D4F530A-A561-5F2D-E1A6-69C88DD74D59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sp>
        <p:nvSpPr>
          <p:cNvPr id="386" name="Rectangle: Rounded Corners 385">
            <a:extLst>
              <a:ext uri="{FF2B5EF4-FFF2-40B4-BE49-F238E27FC236}">
                <a16:creationId xmlns:a16="http://schemas.microsoft.com/office/drawing/2014/main" id="{3262072D-D177-754D-FC27-AC9E913324B0}"/>
              </a:ext>
            </a:extLst>
          </p:cNvPr>
          <p:cNvSpPr/>
          <p:nvPr/>
        </p:nvSpPr>
        <p:spPr>
          <a:xfrm>
            <a:off x="97443" y="5622534"/>
            <a:ext cx="1528799" cy="6835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ондуктун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0DAED839-C1EC-249B-0832-F9979A8157AD}"/>
              </a:ext>
            </a:extLst>
          </p:cNvPr>
          <p:cNvSpPr txBox="1"/>
          <p:nvPr/>
        </p:nvSpPr>
        <p:spPr>
          <a:xfrm>
            <a:off x="7886975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88" name="Rectangle: Rounded Corners 387">
            <a:extLst>
              <a:ext uri="{FF2B5EF4-FFF2-40B4-BE49-F238E27FC236}">
                <a16:creationId xmlns:a16="http://schemas.microsoft.com/office/drawing/2014/main" id="{94D30A57-95C0-C22F-5F00-C6D9C4BB04D5}"/>
              </a:ext>
            </a:extLst>
          </p:cNvPr>
          <p:cNvSpPr/>
          <p:nvPr/>
        </p:nvSpPr>
        <p:spPr>
          <a:xfrm>
            <a:off x="8246571" y="5783557"/>
            <a:ext cx="1528799" cy="507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213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9" name="Rectangle: Rounded Corners 388">
            <a:extLst>
              <a:ext uri="{FF2B5EF4-FFF2-40B4-BE49-F238E27FC236}">
                <a16:creationId xmlns:a16="http://schemas.microsoft.com/office/drawing/2014/main" id="{7C13DF61-0E69-1F54-0D0B-43C8FBC9B28C}"/>
              </a:ext>
            </a:extLst>
          </p:cNvPr>
          <p:cNvSpPr/>
          <p:nvPr/>
        </p:nvSpPr>
        <p:spPr>
          <a:xfrm>
            <a:off x="6877428" y="58628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D7D23246-6003-1305-ED9F-E2B337E1BBA0}"/>
              </a:ext>
            </a:extLst>
          </p:cNvPr>
          <p:cNvSpPr txBox="1"/>
          <p:nvPr/>
        </p:nvSpPr>
        <p:spPr>
          <a:xfrm>
            <a:off x="6517832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B8C510D-E40C-0D2B-2D03-F8591F0B9E1E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1.935</a:t>
            </a:r>
          </a:p>
        </p:txBody>
      </p:sp>
      <p:sp>
        <p:nvSpPr>
          <p:cNvPr id="392" name="Rectangle: Rounded Corners 391">
            <a:extLst>
              <a:ext uri="{FF2B5EF4-FFF2-40B4-BE49-F238E27FC236}">
                <a16:creationId xmlns:a16="http://schemas.microsoft.com/office/drawing/2014/main" id="{229D1E6E-0841-D327-1E99-45CC0EA8BE76}"/>
              </a:ext>
            </a:extLst>
          </p:cNvPr>
          <p:cNvSpPr/>
          <p:nvPr/>
        </p:nvSpPr>
        <p:spPr>
          <a:xfrm>
            <a:off x="4993639" y="5785658"/>
            <a:ext cx="1528799" cy="520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жүздүкттүн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1052969"/>
            <a:ext cx="408033" cy="408033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BC2CC5A5-62AF-4B63-0FB9-E6B031C66E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2351587"/>
            <a:ext cx="408033" cy="408033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C293D07B-C104-EF55-1719-93F08CAC77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6027" y="3731448"/>
            <a:ext cx="408033" cy="408033"/>
          </a:xfrm>
          <a:prstGeom prst="rect">
            <a:avLst/>
          </a:prstGeom>
        </p:spPr>
      </p:pic>
      <p:pic>
        <p:nvPicPr>
          <p:cNvPr id="221" name="Picture 220">
            <a:extLst>
              <a:ext uri="{FF2B5EF4-FFF2-40B4-BE49-F238E27FC236}">
                <a16:creationId xmlns:a16="http://schemas.microsoft.com/office/drawing/2014/main" id="{2B2DC026-553E-3EC2-2F0D-55574AE13B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5051391"/>
            <a:ext cx="408033" cy="408033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986DAC2F-D446-5333-FF5B-7E4265BCB6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107444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A94607BC-63E5-AF94-CB18-3803FB9EF9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2385083"/>
            <a:ext cx="408033" cy="408033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CE4BF37E-A7BA-B904-E27D-DCCDFBD06A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3713042"/>
            <a:ext cx="408033" cy="4080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A72AF0-26FE-E012-EABB-31C1ED4D64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538" y="5036597"/>
            <a:ext cx="408033" cy="408033"/>
          </a:xfrm>
          <a:prstGeom prst="rect">
            <a:avLst/>
          </a:pr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8E794E32-4456-460F-6EF5-645E6C5CEC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6350009"/>
            <a:ext cx="408033" cy="408033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43ED45D2-F358-928C-CB7C-C38FA168B8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6339864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8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F77AB6-8F88-D26C-8477-79096A85C741}"/>
              </a:ext>
            </a:extLst>
          </p:cNvPr>
          <p:cNvSpPr txBox="1"/>
          <p:nvPr/>
        </p:nvSpPr>
        <p:spPr>
          <a:xfrm>
            <a:off x="4325237" y="-61546"/>
            <a:ext cx="126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rgbClr val="FF0000"/>
                </a:solidFill>
              </a:rPr>
              <a:t>Туура же Ката</a:t>
            </a:r>
            <a:endParaRPr lang="en-GB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9BE2B-DEDA-F886-F8DB-47913F27C479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2A815-BD67-35E4-DAEA-50F62CF144A5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DE5EF-521C-2E85-C58D-A72198EEEF37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F816A-6599-7077-9B5C-1B96DB4CE5A2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D284E-79CB-7663-ED63-6E433BE2545C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A3195-9FC2-B7AB-0B60-9ED2558ECB64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6D7ED-730C-A309-44B3-5BFA147CC2A3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7.99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64A29-733C-15CD-8CCC-E7DEA4510B4F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009DA-C880-A015-EA6E-4D2EB4BF23E8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A5844-8339-432B-93DE-1165A7EE50B2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ABE66-BE54-2C40-2370-63C466BC5857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1.935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2B82EE-D6E2-7E02-A769-4E11593761B3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8B3CF6B-77FC-B69C-BACC-5CFC59417A22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94C1A2-9937-AFF2-588C-7E8BA1E3F2BD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149EAD-3F5D-DBFB-122C-FA401160D501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74794A-25F4-1650-3B12-7360523B670C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AE0E52-2E41-3C8B-61B5-4E674ED61E8D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A6092A-ECD5-0C9D-4230-E13E73547608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B410B3-4007-DAA1-BDCE-E500DC45AF48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CE87B9-402F-7CB9-3B9A-695741AA5B0E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B4A38F-1764-7CEC-26E4-B28724EE919E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E7B4D7-3BEE-6247-13FB-7380FF4DB59A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885E19-DA3A-8FEC-ABE7-C9C9838D2458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B1F1DA2-0B4A-A198-4D2C-779473B69ACC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33FB028-BBCA-FBDB-DDD8-47BD258B9665}"/>
              </a:ext>
            </a:extLst>
          </p:cNvPr>
          <p:cNvSpPr/>
          <p:nvPr/>
        </p:nvSpPr>
        <p:spPr>
          <a:xfrm>
            <a:off x="1720735" y="492827"/>
            <a:ext cx="1064132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249F3F7-BBBC-B6A0-D7E4-0EF208CC473C}"/>
              </a:ext>
            </a:extLst>
          </p:cNvPr>
          <p:cNvSpPr/>
          <p:nvPr/>
        </p:nvSpPr>
        <p:spPr>
          <a:xfrm>
            <a:off x="161651" y="492827"/>
            <a:ext cx="1258474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A35D53-9B1A-51D4-EC06-B0DD94555C95}"/>
              </a:ext>
            </a:extLst>
          </p:cNvPr>
          <p:cNvSpPr txBox="1"/>
          <p:nvPr/>
        </p:nvSpPr>
        <p:spPr>
          <a:xfrm>
            <a:off x="1399909" y="4438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54E403-D648-882D-5F3E-EE343C245385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1A12F8E-A37C-2396-CC69-8483450080AD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E3C3EF5-E682-8C5A-7888-BC4B85169770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3E74DB-01A1-A049-356E-999DC47A61A5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5DD7F9-E2A3-E59B-3CFC-B36C3B7A1DE1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99ED7A-6AC9-CA41-1E24-6117D365EE58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A4456C-DFEB-AEB2-D371-D889573F764E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24A2243-4ECF-308C-8DC2-9BF89C57BA39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7A9AE99-86D7-B657-D016-C2EA02F21321}"/>
              </a:ext>
            </a:extLst>
          </p:cNvPr>
          <p:cNvSpPr/>
          <p:nvPr/>
        </p:nvSpPr>
        <p:spPr>
          <a:xfrm>
            <a:off x="97443" y="181455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84CC79-9F0C-8429-9BF1-1B7168872E1C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C915EE-A48D-F195-E8F6-5D354BCA9D57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7524FD-61BB-23D4-111A-B93970644625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3FFD0F-5F19-724C-9B73-EDB7E7163933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F0374ED-E61B-F731-51B8-6F08321BFAEF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50693F9-19BA-25F1-6954-663807EE0436}"/>
              </a:ext>
            </a:extLst>
          </p:cNvPr>
          <p:cNvSpPr/>
          <p:nvPr/>
        </p:nvSpPr>
        <p:spPr>
          <a:xfrm>
            <a:off x="4993481" y="1814550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32505F-F47F-B758-2EDC-589014DD6668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F5C065-B79C-C66D-51A3-C4AA1A31F499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B94CCF-D999-A5A4-5ED9-EA9FA6A4D7F3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514EE7-9BB3-097F-2661-3C8DE975C817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627EC5-A73F-A2F6-0632-8BC903F640E8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87C90C1-5505-408A-F8BF-C247DD71BD35}"/>
              </a:ext>
            </a:extLst>
          </p:cNvPr>
          <p:cNvSpPr/>
          <p:nvPr/>
        </p:nvSpPr>
        <p:spPr>
          <a:xfrm>
            <a:off x="8121536" y="3127964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19FC2DF-D54E-9F6B-D079-7A5FA33109B2}"/>
              </a:ext>
            </a:extLst>
          </p:cNvPr>
          <p:cNvSpPr/>
          <p:nvPr/>
        </p:nvSpPr>
        <p:spPr>
          <a:xfrm>
            <a:off x="6625245" y="3127964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0F03603-A253-4852-59A6-FB9AD57EB500}"/>
              </a:ext>
            </a:extLst>
          </p:cNvPr>
          <p:cNvSpPr/>
          <p:nvPr/>
        </p:nvSpPr>
        <p:spPr>
          <a:xfrm>
            <a:off x="5128954" y="2931355"/>
            <a:ext cx="1014153" cy="75843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бирдиктин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6DF6CD-D126-ED04-E869-38EA7246632E}"/>
              </a:ext>
            </a:extLst>
          </p:cNvPr>
          <p:cNvSpPr txBox="1"/>
          <p:nvPr/>
        </p:nvSpPr>
        <p:spPr>
          <a:xfrm>
            <a:off x="620207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B33D84-CD78-70BF-F2FF-FE357507228A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53761-FE6F-5627-C8A0-68986D935630}"/>
              </a:ext>
            </a:extLst>
          </p:cNvPr>
          <p:cNvSpPr txBox="1"/>
          <p:nvPr/>
        </p:nvSpPr>
        <p:spPr>
          <a:xfrm>
            <a:off x="279385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113DF93-CFDB-D13C-5694-791AA4EC0463}"/>
              </a:ext>
            </a:extLst>
          </p:cNvPr>
          <p:cNvSpPr/>
          <p:nvPr/>
        </p:nvSpPr>
        <p:spPr>
          <a:xfrm>
            <a:off x="321702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B0165D7-B862-30A6-3801-33C177D35FE2}"/>
              </a:ext>
            </a:extLst>
          </p:cNvPr>
          <p:cNvSpPr/>
          <p:nvPr/>
        </p:nvSpPr>
        <p:spPr>
          <a:xfrm>
            <a:off x="172073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A247D40-B2D9-C16F-23E5-F80E1CF86D0A}"/>
              </a:ext>
            </a:extLst>
          </p:cNvPr>
          <p:cNvSpPr/>
          <p:nvPr/>
        </p:nvSpPr>
        <p:spPr>
          <a:xfrm>
            <a:off x="224443" y="4449687"/>
            <a:ext cx="118329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62DEED-5555-0EDB-7FE6-BCC790371EB3}"/>
              </a:ext>
            </a:extLst>
          </p:cNvPr>
          <p:cNvSpPr txBox="1"/>
          <p:nvPr/>
        </p:nvSpPr>
        <p:spPr>
          <a:xfrm>
            <a:off x="1297564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585455-8E38-6889-21D2-DC8DB5219137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7.99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06C9B0-D1D0-F4AC-F0C9-C322A0EF9EB0}"/>
              </a:ext>
            </a:extLst>
          </p:cNvPr>
          <p:cNvSpPr txBox="1"/>
          <p:nvPr/>
        </p:nvSpPr>
        <p:spPr>
          <a:xfrm>
            <a:off x="8213012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0D6383F-D613-01CC-7766-FCE52B4FFF28}"/>
              </a:ext>
            </a:extLst>
          </p:cNvPr>
          <p:cNvSpPr/>
          <p:nvPr/>
        </p:nvSpPr>
        <p:spPr>
          <a:xfrm>
            <a:off x="662524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940B8F2C-F8C1-FB58-88C4-DDCB166D4548}"/>
              </a:ext>
            </a:extLst>
          </p:cNvPr>
          <p:cNvSpPr/>
          <p:nvPr/>
        </p:nvSpPr>
        <p:spPr>
          <a:xfrm>
            <a:off x="8636182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F8CC572-0BFE-7A92-DB48-85100F496E3A}"/>
              </a:ext>
            </a:extLst>
          </p:cNvPr>
          <p:cNvSpPr/>
          <p:nvPr/>
        </p:nvSpPr>
        <p:spPr>
          <a:xfrm>
            <a:off x="512895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E00463-F068-0B99-D10A-2680DC23642D}"/>
              </a:ext>
            </a:extLst>
          </p:cNvPr>
          <p:cNvSpPr txBox="1"/>
          <p:nvPr/>
        </p:nvSpPr>
        <p:spPr>
          <a:xfrm>
            <a:off x="620207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3F66CA-AFCE-329A-865B-9455045A2C0F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1A2AD2-30C0-13CE-2F50-354BD62B250E}"/>
              </a:ext>
            </a:extLst>
          </p:cNvPr>
          <p:cNvSpPr txBox="1"/>
          <p:nvPr/>
        </p:nvSpPr>
        <p:spPr>
          <a:xfrm>
            <a:off x="2990779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CF43277-B085-BD6B-0CBD-F22CD23A937C}"/>
              </a:ext>
            </a:extLst>
          </p:cNvPr>
          <p:cNvSpPr/>
          <p:nvPr/>
        </p:nvSpPr>
        <p:spPr>
          <a:xfrm>
            <a:off x="3350375" y="5779723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16B69A9-E32B-71E1-25D5-137119DB1098}"/>
              </a:ext>
            </a:extLst>
          </p:cNvPr>
          <p:cNvSpPr/>
          <p:nvPr/>
        </p:nvSpPr>
        <p:spPr>
          <a:xfrm>
            <a:off x="1981232" y="5779723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D21AFA-E312-1B70-1D07-6FCB08733AB5}"/>
              </a:ext>
            </a:extLst>
          </p:cNvPr>
          <p:cNvSpPr txBox="1"/>
          <p:nvPr/>
        </p:nvSpPr>
        <p:spPr>
          <a:xfrm>
            <a:off x="1621636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582D01-E9DA-D59B-409A-BE9A30ADAC78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0.98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0A084E5-D814-1521-8DF7-9B1B2052354D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36E0FA3-F33D-2533-028C-E22BAB20810B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413BA74-3215-C53D-0917-1916CF2243A9}"/>
              </a:ext>
            </a:extLst>
          </p:cNvPr>
          <p:cNvSpPr/>
          <p:nvPr/>
        </p:nvSpPr>
        <p:spPr>
          <a:xfrm>
            <a:off x="224443" y="312791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6B8869-4004-CA62-252F-F76E5239164A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C9EF3D6-DCC7-7548-E4FB-A4A337C86B04}"/>
              </a:ext>
            </a:extLst>
          </p:cNvPr>
          <p:cNvSpPr/>
          <p:nvPr/>
        </p:nvSpPr>
        <p:spPr>
          <a:xfrm>
            <a:off x="97443" y="5622534"/>
            <a:ext cx="1528799" cy="6835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ондуктун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C43440-5C55-7CD1-44DE-BB5D89D645AB}"/>
              </a:ext>
            </a:extLst>
          </p:cNvPr>
          <p:cNvSpPr txBox="1"/>
          <p:nvPr/>
        </p:nvSpPr>
        <p:spPr>
          <a:xfrm>
            <a:off x="7886975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FEF231A-2DBD-D990-F2C1-83F6E6ACDAF0}"/>
              </a:ext>
            </a:extLst>
          </p:cNvPr>
          <p:cNvSpPr/>
          <p:nvPr/>
        </p:nvSpPr>
        <p:spPr>
          <a:xfrm>
            <a:off x="8246571" y="5783557"/>
            <a:ext cx="1528799" cy="507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213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66302E40-CDAA-06A4-7133-A9AA12E2DC27}"/>
              </a:ext>
            </a:extLst>
          </p:cNvPr>
          <p:cNvSpPr/>
          <p:nvPr/>
        </p:nvSpPr>
        <p:spPr>
          <a:xfrm>
            <a:off x="6877428" y="58628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FAA8737-DBC8-CA67-3D1C-EF2A48EC9CBB}"/>
              </a:ext>
            </a:extLst>
          </p:cNvPr>
          <p:cNvSpPr txBox="1"/>
          <p:nvPr/>
        </p:nvSpPr>
        <p:spPr>
          <a:xfrm>
            <a:off x="6517832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19E90B-30C5-BC67-8777-5689883988FA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1.935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A9F14BA-5C30-3A69-7073-3094BE01A9F9}"/>
              </a:ext>
            </a:extLst>
          </p:cNvPr>
          <p:cNvSpPr/>
          <p:nvPr/>
        </p:nvSpPr>
        <p:spPr>
          <a:xfrm>
            <a:off x="4993639" y="5785658"/>
            <a:ext cx="1528799" cy="520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жүздүкттүн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2130CCA7-DD3E-95E3-0F86-FD673BE0F7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1052969"/>
            <a:ext cx="408033" cy="408033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0493D6B-3EB5-A9E3-E7B2-93818284BA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2351587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D4F79428-7B1A-F755-BECD-006B1B57DF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1074443"/>
            <a:ext cx="408033" cy="408033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E8FC4EE3-0DCE-7A7B-0EAC-862F49B7FF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3713042"/>
            <a:ext cx="408033" cy="40803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A9BCDF46-A8C3-6306-CCDE-E09286D60A6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5051391"/>
            <a:ext cx="408033" cy="408033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139F51C-C2BE-DF26-86D1-0E52B253B7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6350009"/>
            <a:ext cx="408033" cy="40803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71FDAF4E-4987-4BA7-727E-5CA2972597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538" y="5036597"/>
            <a:ext cx="408033" cy="408033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1E6CDE14-837B-7E41-431C-79FBBE616F6E}"/>
              </a:ext>
            </a:extLst>
          </p:cNvPr>
          <p:cNvSpPr txBox="1"/>
          <p:nvPr/>
        </p:nvSpPr>
        <p:spPr>
          <a:xfrm>
            <a:off x="3265340" y="2311178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= 4.55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1F7A0C02-BDC7-9E69-7232-B6F40D47AD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2385083"/>
            <a:ext cx="408033" cy="408033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E2A3CE6F-221C-72DF-E2C1-BB7AF8F36E0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6027" y="3731448"/>
            <a:ext cx="408033" cy="40803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1D524C94-2F82-9D67-A34B-59B1E1320DE2}"/>
              </a:ext>
            </a:extLst>
          </p:cNvPr>
          <p:cNvSpPr txBox="1"/>
          <p:nvPr/>
        </p:nvSpPr>
        <p:spPr>
          <a:xfrm>
            <a:off x="3062369" y="3622921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= 2.92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B29306-4E9F-610B-9C98-EA712197B7B8}"/>
              </a:ext>
            </a:extLst>
          </p:cNvPr>
          <p:cNvSpPr txBox="1"/>
          <p:nvPr/>
        </p:nvSpPr>
        <p:spPr>
          <a:xfrm>
            <a:off x="8007749" y="4941181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= 1.87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3601134-90A6-2D3D-CBEE-187E90697DD3}"/>
              </a:ext>
            </a:extLst>
          </p:cNvPr>
          <p:cNvSpPr txBox="1"/>
          <p:nvPr/>
        </p:nvSpPr>
        <p:spPr>
          <a:xfrm>
            <a:off x="3118249" y="6255631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= 0.99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AC92227-4998-982E-4603-FAFED813A4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6339864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2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4325237" y="-61546"/>
            <a:ext cx="126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rgbClr val="FF0000"/>
                </a:solidFill>
              </a:rPr>
              <a:t>Туура же Ката</a:t>
            </a:r>
            <a:endParaRPr lang="en-GB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4E187-E261-609D-ABF3-B719C4FD0C57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50DAA-2952-6180-CC4E-ADBACE57254D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D57710-6DEF-DE15-F303-C4C6E78EAF14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E84A86-B0D6-9D1B-CE9D-AA5E731DD871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CEE0EA-57A4-2C1C-E781-0B25DFECA6F7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39889B-9CCA-F0CF-F253-B09AC195631D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0.79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633DB1B-C6D6-F017-64F2-A4597929AE5F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7.99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2115265-C523-94F7-5A07-78F689CFC04D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1.78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D82CDF5A-3B37-B8AE-DE00-62A0C5B37BBC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0.98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374E326-78D7-FEBD-A8F2-F956E2AACAF7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5DD6CE9-E742-E66C-3BD3-B6E67F1FD553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1.935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F9F4CB-35BA-611E-2702-3868691D0A1A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933521-34D8-33CB-2626-B1177EDB8F88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D64FA-3C56-5056-F27F-5C2896415FDF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B8282-7CED-2C2C-28EF-5BF8CE21306F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5F6D5-5878-04E0-29B8-348548F31379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707AD-2419-4EEA-C30C-0E3D62DF28C6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8CE54-4B4F-2AF2-B44B-BC51B58BD159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107B7-969E-97AF-D2DB-C78DD36C4CC2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A154E6-B982-6A8D-14D3-837B2CCE687C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D194BC6-EB2D-8AF0-CF45-BFD23091049E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3D52EFC-2B84-78DE-7264-C64082AC6FBA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DC22E9D-056E-C60E-28B1-F360BC8369BD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29E3FAEC-A8B4-E576-445C-99C09B01F400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FF6BFD60-23CB-17FF-4697-C4F7EA4D8DD4}"/>
              </a:ext>
            </a:extLst>
          </p:cNvPr>
          <p:cNvSpPr/>
          <p:nvPr/>
        </p:nvSpPr>
        <p:spPr>
          <a:xfrm>
            <a:off x="1720735" y="492827"/>
            <a:ext cx="1064132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D123A4FC-1724-D87C-05E0-68C02926074F}"/>
              </a:ext>
            </a:extLst>
          </p:cNvPr>
          <p:cNvSpPr/>
          <p:nvPr/>
        </p:nvSpPr>
        <p:spPr>
          <a:xfrm>
            <a:off x="161651" y="492827"/>
            <a:ext cx="1258474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28D018D1-DCB5-4EF9-A969-C337A3C94BE9}"/>
              </a:ext>
            </a:extLst>
          </p:cNvPr>
          <p:cNvSpPr txBox="1"/>
          <p:nvPr/>
        </p:nvSpPr>
        <p:spPr>
          <a:xfrm>
            <a:off x="1399909" y="4438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0D6D4E0-B736-CB39-DA82-222CC8A52CF8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2.79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D5F947FA-88F9-77E8-7F3E-45E3FDA63047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22BFCE23-8760-8811-2B0D-5D00EF077E99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8E5F8D0-E072-2DEA-EFCA-7BBACBD42D9B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F763048-E638-B032-DB7F-60FDCC345238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8838DB9-AE0F-E530-875E-6C63AE8E2B01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60F3E340-DD0F-AB6A-FF6B-C2EF6DFB9835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5730E4B3-85A3-581C-0A1B-F4828C93D87A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0E654444-140B-04A0-1010-D430EF324554}"/>
              </a:ext>
            </a:extLst>
          </p:cNvPr>
          <p:cNvSpPr/>
          <p:nvPr/>
        </p:nvSpPr>
        <p:spPr>
          <a:xfrm>
            <a:off x="97443" y="181455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C965D89-E8C0-2FFC-4120-ADB152E0CA11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0903F7C-4EAE-4E90-2AEE-2583851741F7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4.65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0967543-316C-F906-3193-F7B0BBE3D557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B9F5D1-BDC4-5A0B-8E48-7E8C36F32CDD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5644D6A4-931A-19B9-F49F-567E31E4C83F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AB4FCAFC-3BE9-8620-FCEC-47FC778D5447}"/>
              </a:ext>
            </a:extLst>
          </p:cNvPr>
          <p:cNvSpPr/>
          <p:nvPr/>
        </p:nvSpPr>
        <p:spPr>
          <a:xfrm>
            <a:off x="4993481" y="1814550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042976E-7EEF-5C13-6BF3-B8230D8522E7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7810235-147B-7EBE-8DA8-55008225C556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6.89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F3E4F7A-3E0B-2DB3-4AB0-36AF60F7EFF3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3B36C47-BE88-18B3-AC30-AA1D0DD2CC69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0A2E8F0-5B56-DCB3-C933-EF40D638A9FA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1B3A133C-41D7-1FD3-3296-6B89A14EBF2C}"/>
              </a:ext>
            </a:extLst>
          </p:cNvPr>
          <p:cNvSpPr/>
          <p:nvPr/>
        </p:nvSpPr>
        <p:spPr>
          <a:xfrm>
            <a:off x="8121536" y="3127964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253C24D1-1012-3CC5-3B4A-25A5DF042991}"/>
              </a:ext>
            </a:extLst>
          </p:cNvPr>
          <p:cNvSpPr/>
          <p:nvPr/>
        </p:nvSpPr>
        <p:spPr>
          <a:xfrm>
            <a:off x="6625245" y="3127964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174B4C2B-F3FB-7777-0E72-433B3A19EDD6}"/>
              </a:ext>
            </a:extLst>
          </p:cNvPr>
          <p:cNvSpPr/>
          <p:nvPr/>
        </p:nvSpPr>
        <p:spPr>
          <a:xfrm>
            <a:off x="5128954" y="2931355"/>
            <a:ext cx="1014153" cy="75843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бирдиктин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CB04A58-C5D9-B5D5-5912-7519E657935C}"/>
              </a:ext>
            </a:extLst>
          </p:cNvPr>
          <p:cNvSpPr txBox="1"/>
          <p:nvPr/>
        </p:nvSpPr>
        <p:spPr>
          <a:xfrm>
            <a:off x="620207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82CD6598-990E-10AB-32AA-B343117C915A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0.79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B812C02-D220-E5E4-968D-CCC6635E6B5F}"/>
              </a:ext>
            </a:extLst>
          </p:cNvPr>
          <p:cNvSpPr txBox="1"/>
          <p:nvPr/>
        </p:nvSpPr>
        <p:spPr>
          <a:xfrm>
            <a:off x="279385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5E583F23-18B1-D52F-3340-96C2AB20BD42}"/>
              </a:ext>
            </a:extLst>
          </p:cNvPr>
          <p:cNvSpPr/>
          <p:nvPr/>
        </p:nvSpPr>
        <p:spPr>
          <a:xfrm>
            <a:off x="321702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42F6C3C5-1761-FC05-5FF0-52E7FAC08818}"/>
              </a:ext>
            </a:extLst>
          </p:cNvPr>
          <p:cNvSpPr/>
          <p:nvPr/>
        </p:nvSpPr>
        <p:spPr>
          <a:xfrm>
            <a:off x="172073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9AA8AB02-1CF7-CAAC-D482-14FBF7C8E29B}"/>
              </a:ext>
            </a:extLst>
          </p:cNvPr>
          <p:cNvSpPr/>
          <p:nvPr/>
        </p:nvSpPr>
        <p:spPr>
          <a:xfrm>
            <a:off x="224443" y="4449687"/>
            <a:ext cx="118329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4FD6784-D393-B764-406C-9A8E1DB73CE4}"/>
              </a:ext>
            </a:extLst>
          </p:cNvPr>
          <p:cNvSpPr txBox="1"/>
          <p:nvPr/>
        </p:nvSpPr>
        <p:spPr>
          <a:xfrm>
            <a:off x="1297564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D80B0261-A3D2-7785-3289-CDD042F8186F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7.99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A535B20-5922-36D8-D02A-22BB6A2A8FE6}"/>
              </a:ext>
            </a:extLst>
          </p:cNvPr>
          <p:cNvSpPr txBox="1"/>
          <p:nvPr/>
        </p:nvSpPr>
        <p:spPr>
          <a:xfrm>
            <a:off x="8213012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1E43CC4A-550C-ADFD-8D25-1EE115D294A5}"/>
              </a:ext>
            </a:extLst>
          </p:cNvPr>
          <p:cNvSpPr/>
          <p:nvPr/>
        </p:nvSpPr>
        <p:spPr>
          <a:xfrm>
            <a:off x="662524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66323D4E-8D31-9429-F17D-40B9620230FA}"/>
              </a:ext>
            </a:extLst>
          </p:cNvPr>
          <p:cNvSpPr/>
          <p:nvPr/>
        </p:nvSpPr>
        <p:spPr>
          <a:xfrm>
            <a:off x="8636182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6BFFA0C9-61FC-674F-C7CF-841333B580DF}"/>
              </a:ext>
            </a:extLst>
          </p:cNvPr>
          <p:cNvSpPr/>
          <p:nvPr/>
        </p:nvSpPr>
        <p:spPr>
          <a:xfrm>
            <a:off x="512895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26425DF-C010-0C06-07E8-A9359B9010C6}"/>
              </a:ext>
            </a:extLst>
          </p:cNvPr>
          <p:cNvSpPr txBox="1"/>
          <p:nvPr/>
        </p:nvSpPr>
        <p:spPr>
          <a:xfrm>
            <a:off x="620207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F6A4445-088E-239B-5F39-612B09B3BDB6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1.78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10298EEC-9FCB-F65D-E78C-F77884990164}"/>
              </a:ext>
            </a:extLst>
          </p:cNvPr>
          <p:cNvSpPr txBox="1"/>
          <p:nvPr/>
        </p:nvSpPr>
        <p:spPr>
          <a:xfrm>
            <a:off x="2990779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ABCB8CAD-0636-EC73-F281-1A44570317BC}"/>
              </a:ext>
            </a:extLst>
          </p:cNvPr>
          <p:cNvSpPr/>
          <p:nvPr/>
        </p:nvSpPr>
        <p:spPr>
          <a:xfrm>
            <a:off x="3350375" y="5779723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4A356EF1-F1FD-FC0A-4669-8434EE1F6EA5}"/>
              </a:ext>
            </a:extLst>
          </p:cNvPr>
          <p:cNvSpPr/>
          <p:nvPr/>
        </p:nvSpPr>
        <p:spPr>
          <a:xfrm>
            <a:off x="1981232" y="5779723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024831EB-4FB9-E3FA-3BB0-EC7662311821}"/>
              </a:ext>
            </a:extLst>
          </p:cNvPr>
          <p:cNvSpPr txBox="1"/>
          <p:nvPr/>
        </p:nvSpPr>
        <p:spPr>
          <a:xfrm>
            <a:off x="1621636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4EF4500B-6558-2563-CD8A-CA6D0538241E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0.98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6501608E-4B55-91CD-B8E9-3D0E17D07739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F92A6B90-A7B4-2984-06E9-F5C8456BE759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18664C8-C70C-0851-D09F-470EC94CBBAC}"/>
              </a:ext>
            </a:extLst>
          </p:cNvPr>
          <p:cNvSpPr/>
          <p:nvPr/>
        </p:nvSpPr>
        <p:spPr>
          <a:xfrm>
            <a:off x="224443" y="312791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B8832A-9905-7EA8-AC36-4A8D898396A9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2.812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112A7AE-990E-1BC3-DE89-30048B87C81C}"/>
              </a:ext>
            </a:extLst>
          </p:cNvPr>
          <p:cNvSpPr/>
          <p:nvPr/>
        </p:nvSpPr>
        <p:spPr>
          <a:xfrm>
            <a:off x="97443" y="5622534"/>
            <a:ext cx="1528799" cy="6835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ондуктун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1CE7A7-D156-94E4-ABF6-4B154C5B41EF}"/>
              </a:ext>
            </a:extLst>
          </p:cNvPr>
          <p:cNvSpPr txBox="1"/>
          <p:nvPr/>
        </p:nvSpPr>
        <p:spPr>
          <a:xfrm>
            <a:off x="7886975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93842A-8925-4C66-4B55-A3EFBACCFA85}"/>
              </a:ext>
            </a:extLst>
          </p:cNvPr>
          <p:cNvSpPr/>
          <p:nvPr/>
        </p:nvSpPr>
        <p:spPr>
          <a:xfrm>
            <a:off x="8246571" y="5783557"/>
            <a:ext cx="1528799" cy="507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213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B64ACA2-43B0-05B8-3D5A-A973B8025FB3}"/>
              </a:ext>
            </a:extLst>
          </p:cNvPr>
          <p:cNvSpPr/>
          <p:nvPr/>
        </p:nvSpPr>
        <p:spPr>
          <a:xfrm>
            <a:off x="6877428" y="58628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4BD702-F97E-69C8-02BB-3B31376FA150}"/>
              </a:ext>
            </a:extLst>
          </p:cNvPr>
          <p:cNvSpPr txBox="1"/>
          <p:nvPr/>
        </p:nvSpPr>
        <p:spPr>
          <a:xfrm>
            <a:off x="6517832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29C2DB-D054-6E7F-8D04-F1213775FB6C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1.935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B9D46F0-6982-0521-B2DA-304D0188A872}"/>
              </a:ext>
            </a:extLst>
          </p:cNvPr>
          <p:cNvSpPr/>
          <p:nvPr/>
        </p:nvSpPr>
        <p:spPr>
          <a:xfrm>
            <a:off x="4993639" y="5785658"/>
            <a:ext cx="1528799" cy="520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жүздүкттүн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83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4422E-0784-CC7F-8766-9C2DB3FF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4803" y="1022100"/>
            <a:ext cx="6606086" cy="48564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B36150-3EF5-B3F5-A5D8-89A4AC7A1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6457" y="973840"/>
            <a:ext cx="6606086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9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304C98-BB33-76B8-C94D-5CD4A6F4C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2633"/>
            <a:ext cx="4867275" cy="3416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E14AC-62CD-ACDF-CA44-89F81E7B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12633"/>
            <a:ext cx="4867275" cy="3416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EB5263-92F6-CF36-F670-1F5FA4312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" y="3429000"/>
            <a:ext cx="4867275" cy="3416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42984E-4CAE-AF8A-C52D-E6E028D24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1" y="3429000"/>
            <a:ext cx="4867275" cy="341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79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10480</TotalTime>
  <Words>696</Words>
  <Application>Microsoft Office PowerPoint</Application>
  <PresentationFormat>A4 Paper (210x297 mm)</PresentationFormat>
  <Paragraphs>383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 Light</vt:lpstr>
      <vt:lpstr>Arial</vt:lpstr>
      <vt:lpstr>Google Sans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521</cp:revision>
  <cp:lastPrinted>2022-10-11T10:59:01Z</cp:lastPrinted>
  <dcterms:created xsi:type="dcterms:W3CDTF">2017-01-17T16:57:04Z</dcterms:created>
  <dcterms:modified xsi:type="dcterms:W3CDTF">2024-05-22T11:26:28Z</dcterms:modified>
</cp:coreProperties>
</file>