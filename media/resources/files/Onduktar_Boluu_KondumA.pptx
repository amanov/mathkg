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12"/>
  </p:notesMasterIdLst>
  <p:sldIdLst>
    <p:sldId id="944" r:id="rId4"/>
    <p:sldId id="949" r:id="rId5"/>
    <p:sldId id="950" r:id="rId6"/>
    <p:sldId id="947" r:id="rId7"/>
    <p:sldId id="948" r:id="rId8"/>
    <p:sldId id="952" r:id="rId9"/>
    <p:sldId id="953" r:id="rId10"/>
    <p:sldId id="274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  <p:embeddedFont>
      <p:font typeface="Cooper Black" panose="0208090404030B0204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0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7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1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0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2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7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13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55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7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24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45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514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24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541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4050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07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69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81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86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36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84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6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08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575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34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8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3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0" y="1673225"/>
            <a:ext cx="10490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–А Иш барагы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98A43F-A72B-2C50-E1E4-6F49BA56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06" y="95909"/>
            <a:ext cx="9143999" cy="65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9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621656" y="-13128"/>
            <a:ext cx="1620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395107" y="268557"/>
            <a:ext cx="2073324" cy="1009053"/>
            <a:chOff x="334544" y="275115"/>
            <a:chExt cx="2073324" cy="100905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334544" y="27511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</p:spTree>
    <p:extLst>
      <p:ext uri="{BB962C8B-B14F-4D97-AF65-F5344CB8AC3E}">
        <p14:creationId xmlns:p14="http://schemas.microsoft.com/office/powerpoint/2010/main" val="162783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336590" y="-6955"/>
            <a:ext cx="1620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421244" y="257797"/>
            <a:ext cx="2073324" cy="1019813"/>
            <a:chOff x="360681" y="264355"/>
            <a:chExt cx="2073324" cy="101981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360681" y="26435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EC9386-04FC-420F-E10B-0B2A3DBBC5EE}"/>
              </a:ext>
            </a:extLst>
          </p:cNvPr>
          <p:cNvSpPr txBox="1"/>
          <p:nvPr/>
        </p:nvSpPr>
        <p:spPr>
          <a:xfrm>
            <a:off x="1235791" y="179788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11FB9F-6078-A869-0DE9-7580064AF046}"/>
              </a:ext>
            </a:extLst>
          </p:cNvPr>
          <p:cNvSpPr txBox="1"/>
          <p:nvPr/>
        </p:nvSpPr>
        <p:spPr>
          <a:xfrm>
            <a:off x="3365431" y="179926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BD907-638C-92F3-F1D1-EA2935B9EFA3}"/>
              </a:ext>
            </a:extLst>
          </p:cNvPr>
          <p:cNvSpPr txBox="1"/>
          <p:nvPr/>
        </p:nvSpPr>
        <p:spPr>
          <a:xfrm>
            <a:off x="1238625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</a:t>
            </a: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10262-B94D-C543-D299-CC537CDF22A7}"/>
              </a:ext>
            </a:extLst>
          </p:cNvPr>
          <p:cNvSpPr txBox="1"/>
          <p:nvPr/>
        </p:nvSpPr>
        <p:spPr>
          <a:xfrm>
            <a:off x="4569440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B6F2AD-F709-A654-FB4E-8E210CDFC7BE}"/>
              </a:ext>
            </a:extLst>
          </p:cNvPr>
          <p:cNvSpPr txBox="1"/>
          <p:nvPr/>
        </p:nvSpPr>
        <p:spPr>
          <a:xfrm>
            <a:off x="2931624" y="239747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FF715A-B1C2-0ADF-22CF-C623EF386905}"/>
              </a:ext>
            </a:extLst>
          </p:cNvPr>
          <p:cNvSpPr txBox="1"/>
          <p:nvPr/>
        </p:nvSpPr>
        <p:spPr>
          <a:xfrm>
            <a:off x="3007824" y="2845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37620CAF-85C6-16C3-8E45-3E41636F3891}"/>
              </a:ext>
            </a:extLst>
          </p:cNvPr>
          <p:cNvSpPr txBox="1"/>
          <p:nvPr/>
        </p:nvSpPr>
        <p:spPr>
          <a:xfrm>
            <a:off x="2732083" y="943056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6216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500455" y="257797"/>
            <a:ext cx="2073324" cy="1019813"/>
            <a:chOff x="439892" y="264355"/>
            <a:chExt cx="2073324" cy="101981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439892" y="26435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C2AA117-F3E0-31DA-976D-8777B72434B7}"/>
              </a:ext>
            </a:extLst>
          </p:cNvPr>
          <p:cNvCxnSpPr>
            <a:cxnSpLocks/>
            <a:stCxn id="55" idx="0"/>
            <a:endCxn id="55" idx="4"/>
          </p:cNvCxnSpPr>
          <p:nvPr/>
        </p:nvCxnSpPr>
        <p:spPr>
          <a:xfrm>
            <a:off x="1140480" y="1414845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536717-DFCB-0FCE-884C-5E7426E1013B}"/>
              </a:ext>
            </a:extLst>
          </p:cNvPr>
          <p:cNvCxnSpPr>
            <a:cxnSpLocks/>
            <a:stCxn id="60" idx="0"/>
            <a:endCxn id="60" idx="4"/>
          </p:cNvCxnSpPr>
          <p:nvPr/>
        </p:nvCxnSpPr>
        <p:spPr>
          <a:xfrm>
            <a:off x="1607010" y="1414845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2EC9386-04FC-420F-E10B-0B2A3DBBC5EE}"/>
              </a:ext>
            </a:extLst>
          </p:cNvPr>
          <p:cNvSpPr txBox="1"/>
          <p:nvPr/>
        </p:nvSpPr>
        <p:spPr>
          <a:xfrm>
            <a:off x="1235791" y="179788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09E2F38-9AE0-0B7A-8A08-28470CF399C5}"/>
              </a:ext>
            </a:extLst>
          </p:cNvPr>
          <p:cNvCxnSpPr>
            <a:cxnSpLocks/>
            <a:stCxn id="109" idx="0"/>
            <a:endCxn id="109" idx="4"/>
          </p:cNvCxnSpPr>
          <p:nvPr/>
        </p:nvCxnSpPr>
        <p:spPr>
          <a:xfrm>
            <a:off x="280200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0CB3787-3FFB-4F10-5018-19D4E3C134AF}"/>
              </a:ext>
            </a:extLst>
          </p:cNvPr>
          <p:cNvCxnSpPr>
            <a:cxnSpLocks/>
            <a:stCxn id="107" idx="0"/>
            <a:endCxn id="107" idx="4"/>
          </p:cNvCxnSpPr>
          <p:nvPr/>
        </p:nvCxnSpPr>
        <p:spPr>
          <a:xfrm>
            <a:off x="326853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4FF8B79-9D77-B6F7-29EA-D3D7C3B9194C}"/>
              </a:ext>
            </a:extLst>
          </p:cNvPr>
          <p:cNvCxnSpPr>
            <a:cxnSpLocks/>
            <a:stCxn id="105" idx="0"/>
            <a:endCxn id="105" idx="4"/>
          </p:cNvCxnSpPr>
          <p:nvPr/>
        </p:nvCxnSpPr>
        <p:spPr>
          <a:xfrm>
            <a:off x="373506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1041CB9-7382-40CC-B067-A96B9C1F6EAC}"/>
              </a:ext>
            </a:extLst>
          </p:cNvPr>
          <p:cNvCxnSpPr>
            <a:cxnSpLocks/>
            <a:stCxn id="103" idx="0"/>
            <a:endCxn id="103" idx="4"/>
          </p:cNvCxnSpPr>
          <p:nvPr/>
        </p:nvCxnSpPr>
        <p:spPr>
          <a:xfrm>
            <a:off x="420159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805A7E4-9CC8-FC7A-A408-1CEB102CE837}"/>
              </a:ext>
            </a:extLst>
          </p:cNvPr>
          <p:cNvCxnSpPr>
            <a:cxnSpLocks/>
            <a:stCxn id="101" idx="0"/>
            <a:endCxn id="101" idx="4"/>
          </p:cNvCxnSpPr>
          <p:nvPr/>
        </p:nvCxnSpPr>
        <p:spPr>
          <a:xfrm>
            <a:off x="466812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511FB9F-6078-A869-0DE9-7580064AF046}"/>
              </a:ext>
            </a:extLst>
          </p:cNvPr>
          <p:cNvSpPr txBox="1"/>
          <p:nvPr/>
        </p:nvSpPr>
        <p:spPr>
          <a:xfrm>
            <a:off x="3365431" y="179926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52A037-CB24-4616-901F-21C751BBD487}"/>
              </a:ext>
            </a:extLst>
          </p:cNvPr>
          <p:cNvCxnSpPr>
            <a:cxnSpLocks/>
            <a:stCxn id="29" idx="0"/>
            <a:endCxn id="29" idx="4"/>
          </p:cNvCxnSpPr>
          <p:nvPr/>
        </p:nvCxnSpPr>
        <p:spPr>
          <a:xfrm>
            <a:off x="676784" y="2608162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D11F03-C180-3DBC-C9CF-113FB4837873}"/>
              </a:ext>
            </a:extLst>
          </p:cNvPr>
          <p:cNvCxnSpPr>
            <a:cxnSpLocks/>
            <a:stCxn id="27" idx="0"/>
            <a:endCxn id="27" idx="4"/>
          </p:cNvCxnSpPr>
          <p:nvPr/>
        </p:nvCxnSpPr>
        <p:spPr>
          <a:xfrm>
            <a:off x="1143314" y="2608162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FBD907-638C-92F3-F1D1-EA2935B9EFA3}"/>
              </a:ext>
            </a:extLst>
          </p:cNvPr>
          <p:cNvSpPr txBox="1"/>
          <p:nvPr/>
        </p:nvSpPr>
        <p:spPr>
          <a:xfrm>
            <a:off x="1238625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</a:t>
            </a: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10262-B94D-C543-D299-CC537CDF22A7}"/>
              </a:ext>
            </a:extLst>
          </p:cNvPr>
          <p:cNvSpPr txBox="1"/>
          <p:nvPr/>
        </p:nvSpPr>
        <p:spPr>
          <a:xfrm>
            <a:off x="4569440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B6F2AD-F709-A654-FB4E-8E210CDFC7BE}"/>
              </a:ext>
            </a:extLst>
          </p:cNvPr>
          <p:cNvSpPr txBox="1"/>
          <p:nvPr/>
        </p:nvSpPr>
        <p:spPr>
          <a:xfrm>
            <a:off x="2931624" y="239747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FF715A-B1C2-0ADF-22CF-C623EF386905}"/>
              </a:ext>
            </a:extLst>
          </p:cNvPr>
          <p:cNvSpPr txBox="1"/>
          <p:nvPr/>
        </p:nvSpPr>
        <p:spPr>
          <a:xfrm>
            <a:off x="3007824" y="2845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A7CBDF1-A401-136D-2F5F-C653A5C151D6}"/>
              </a:ext>
            </a:extLst>
          </p:cNvPr>
          <p:cNvCxnSpPr>
            <a:cxnSpLocks/>
            <a:stCxn id="134" idx="0"/>
          </p:cNvCxnSpPr>
          <p:nvPr/>
        </p:nvCxnSpPr>
        <p:spPr>
          <a:xfrm>
            <a:off x="69152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E50DFEA-1A73-3D0F-0406-22EDD43F84FE}"/>
              </a:ext>
            </a:extLst>
          </p:cNvPr>
          <p:cNvSpPr txBox="1"/>
          <p:nvPr/>
        </p:nvSpPr>
        <p:spPr>
          <a:xfrm>
            <a:off x="1188442" y="410039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B235335-B4A4-B73C-7EC4-AD2A52E129F6}"/>
              </a:ext>
            </a:extLst>
          </p:cNvPr>
          <p:cNvCxnSpPr>
            <a:cxnSpLocks/>
          </p:cNvCxnSpPr>
          <p:nvPr/>
        </p:nvCxnSpPr>
        <p:spPr>
          <a:xfrm flipH="1">
            <a:off x="69008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2F955F1-9C9C-A37B-701E-DA0C707979CD}"/>
              </a:ext>
            </a:extLst>
          </p:cNvPr>
          <p:cNvCxnSpPr>
            <a:cxnSpLocks/>
          </p:cNvCxnSpPr>
          <p:nvPr/>
        </p:nvCxnSpPr>
        <p:spPr>
          <a:xfrm>
            <a:off x="69246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2F5FD20-E1D8-E842-714D-6CFDFECD7D58}"/>
              </a:ext>
            </a:extLst>
          </p:cNvPr>
          <p:cNvCxnSpPr>
            <a:cxnSpLocks/>
          </p:cNvCxnSpPr>
          <p:nvPr/>
        </p:nvCxnSpPr>
        <p:spPr>
          <a:xfrm flipH="1">
            <a:off x="58054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BEA10D9-0407-D538-E577-7A646C206DF3}"/>
              </a:ext>
            </a:extLst>
          </p:cNvPr>
          <p:cNvCxnSpPr>
            <a:cxnSpLocks/>
          </p:cNvCxnSpPr>
          <p:nvPr/>
        </p:nvCxnSpPr>
        <p:spPr>
          <a:xfrm flipH="1" flipV="1">
            <a:off x="51625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4E2BA72-1C0D-E0AF-6A79-3ABED6B229E7}"/>
              </a:ext>
            </a:extLst>
          </p:cNvPr>
          <p:cNvCxnSpPr>
            <a:cxnSpLocks/>
            <a:stCxn id="137" idx="0"/>
          </p:cNvCxnSpPr>
          <p:nvPr/>
        </p:nvCxnSpPr>
        <p:spPr>
          <a:xfrm>
            <a:off x="1160628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23EF31C-FB2B-094D-C6C3-0684208FFF30}"/>
              </a:ext>
            </a:extLst>
          </p:cNvPr>
          <p:cNvCxnSpPr>
            <a:cxnSpLocks/>
          </p:cNvCxnSpPr>
          <p:nvPr/>
        </p:nvCxnSpPr>
        <p:spPr>
          <a:xfrm flipH="1">
            <a:off x="1159192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BE55828-0FAF-E8C2-4025-ADB4C12C44B6}"/>
              </a:ext>
            </a:extLst>
          </p:cNvPr>
          <p:cNvCxnSpPr>
            <a:cxnSpLocks/>
          </p:cNvCxnSpPr>
          <p:nvPr/>
        </p:nvCxnSpPr>
        <p:spPr>
          <a:xfrm>
            <a:off x="1161574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F5B7416-D37C-3199-E595-61C15AEFA561}"/>
              </a:ext>
            </a:extLst>
          </p:cNvPr>
          <p:cNvCxnSpPr>
            <a:cxnSpLocks/>
          </p:cNvCxnSpPr>
          <p:nvPr/>
        </p:nvCxnSpPr>
        <p:spPr>
          <a:xfrm flipH="1">
            <a:off x="1049655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126FFD3-53AC-1B33-E6EF-68AA5FE1AF65}"/>
              </a:ext>
            </a:extLst>
          </p:cNvPr>
          <p:cNvCxnSpPr>
            <a:cxnSpLocks/>
          </p:cNvCxnSpPr>
          <p:nvPr/>
        </p:nvCxnSpPr>
        <p:spPr>
          <a:xfrm flipH="1" flipV="1">
            <a:off x="985361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72B0075-33D6-FB2C-7BC1-D8407F58F820}"/>
              </a:ext>
            </a:extLst>
          </p:cNvPr>
          <p:cNvCxnSpPr>
            <a:cxnSpLocks/>
            <a:stCxn id="149" idx="0"/>
          </p:cNvCxnSpPr>
          <p:nvPr/>
        </p:nvCxnSpPr>
        <p:spPr>
          <a:xfrm>
            <a:off x="162246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26FDD84-A54B-54B4-50D6-C8CBF81AFFBE}"/>
              </a:ext>
            </a:extLst>
          </p:cNvPr>
          <p:cNvCxnSpPr>
            <a:cxnSpLocks/>
          </p:cNvCxnSpPr>
          <p:nvPr/>
        </p:nvCxnSpPr>
        <p:spPr>
          <a:xfrm flipH="1">
            <a:off x="162102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2D840E3-7F31-9BDB-BCEF-6BE3460AF7AD}"/>
              </a:ext>
            </a:extLst>
          </p:cNvPr>
          <p:cNvCxnSpPr>
            <a:cxnSpLocks/>
          </p:cNvCxnSpPr>
          <p:nvPr/>
        </p:nvCxnSpPr>
        <p:spPr>
          <a:xfrm>
            <a:off x="162340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74D9375-855B-8020-01A3-B8953263EDE4}"/>
              </a:ext>
            </a:extLst>
          </p:cNvPr>
          <p:cNvCxnSpPr>
            <a:cxnSpLocks/>
          </p:cNvCxnSpPr>
          <p:nvPr/>
        </p:nvCxnSpPr>
        <p:spPr>
          <a:xfrm flipH="1">
            <a:off x="151148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66109D2-868F-2359-3372-B5B95F5D9485}"/>
              </a:ext>
            </a:extLst>
          </p:cNvPr>
          <p:cNvCxnSpPr>
            <a:cxnSpLocks/>
          </p:cNvCxnSpPr>
          <p:nvPr/>
        </p:nvCxnSpPr>
        <p:spPr>
          <a:xfrm flipH="1" flipV="1">
            <a:off x="144719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EC204266-E712-303B-E40F-05F38656FE0F}"/>
              </a:ext>
            </a:extLst>
          </p:cNvPr>
          <p:cNvCxnSpPr>
            <a:cxnSpLocks/>
            <a:stCxn id="157" idx="0"/>
          </p:cNvCxnSpPr>
          <p:nvPr/>
        </p:nvCxnSpPr>
        <p:spPr>
          <a:xfrm>
            <a:off x="301562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B94C07D-1B0A-FD31-F6F6-EB10667C7F0C}"/>
              </a:ext>
            </a:extLst>
          </p:cNvPr>
          <p:cNvSpPr txBox="1"/>
          <p:nvPr/>
        </p:nvSpPr>
        <p:spPr>
          <a:xfrm>
            <a:off x="3512542" y="410039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4F5F69E-10CF-E679-B63D-53C9AFF353DB}"/>
              </a:ext>
            </a:extLst>
          </p:cNvPr>
          <p:cNvCxnSpPr>
            <a:cxnSpLocks/>
          </p:cNvCxnSpPr>
          <p:nvPr/>
        </p:nvCxnSpPr>
        <p:spPr>
          <a:xfrm flipH="1">
            <a:off x="301418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7E31B5C-5E89-E8DC-2646-CB657EB4AFCB}"/>
              </a:ext>
            </a:extLst>
          </p:cNvPr>
          <p:cNvCxnSpPr>
            <a:cxnSpLocks/>
          </p:cNvCxnSpPr>
          <p:nvPr/>
        </p:nvCxnSpPr>
        <p:spPr>
          <a:xfrm>
            <a:off x="301656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B28CAA7-F03D-7589-B1C2-DA7BDE4BBE86}"/>
              </a:ext>
            </a:extLst>
          </p:cNvPr>
          <p:cNvCxnSpPr>
            <a:cxnSpLocks/>
          </p:cNvCxnSpPr>
          <p:nvPr/>
        </p:nvCxnSpPr>
        <p:spPr>
          <a:xfrm flipH="1">
            <a:off x="290464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11A78CA-F8CA-92B5-BF19-B5D8665C5B28}"/>
              </a:ext>
            </a:extLst>
          </p:cNvPr>
          <p:cNvCxnSpPr>
            <a:cxnSpLocks/>
          </p:cNvCxnSpPr>
          <p:nvPr/>
        </p:nvCxnSpPr>
        <p:spPr>
          <a:xfrm flipH="1" flipV="1">
            <a:off x="284035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69A4F5F-BFDA-4732-1EC6-920B9E001EA1}"/>
              </a:ext>
            </a:extLst>
          </p:cNvPr>
          <p:cNvCxnSpPr>
            <a:cxnSpLocks/>
            <a:stCxn id="166" idx="0"/>
          </p:cNvCxnSpPr>
          <p:nvPr/>
        </p:nvCxnSpPr>
        <p:spPr>
          <a:xfrm>
            <a:off x="3484728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25B16CB-06A1-D16E-B7BC-90D93E47A1D6}"/>
              </a:ext>
            </a:extLst>
          </p:cNvPr>
          <p:cNvCxnSpPr>
            <a:cxnSpLocks/>
          </p:cNvCxnSpPr>
          <p:nvPr/>
        </p:nvCxnSpPr>
        <p:spPr>
          <a:xfrm flipH="1">
            <a:off x="3483292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9786571-2125-0F21-D4F9-82430380D6CB}"/>
              </a:ext>
            </a:extLst>
          </p:cNvPr>
          <p:cNvCxnSpPr>
            <a:cxnSpLocks/>
          </p:cNvCxnSpPr>
          <p:nvPr/>
        </p:nvCxnSpPr>
        <p:spPr>
          <a:xfrm>
            <a:off x="3485674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42CC585-FDF0-D1B2-BE54-021EA3E61F4F}"/>
              </a:ext>
            </a:extLst>
          </p:cNvPr>
          <p:cNvCxnSpPr>
            <a:cxnSpLocks/>
          </p:cNvCxnSpPr>
          <p:nvPr/>
        </p:nvCxnSpPr>
        <p:spPr>
          <a:xfrm flipH="1">
            <a:off x="3373755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FA90B657-ECEB-252A-2BAD-FD9E6FACCF19}"/>
              </a:ext>
            </a:extLst>
          </p:cNvPr>
          <p:cNvCxnSpPr>
            <a:cxnSpLocks/>
          </p:cNvCxnSpPr>
          <p:nvPr/>
        </p:nvCxnSpPr>
        <p:spPr>
          <a:xfrm flipH="1" flipV="1">
            <a:off x="3309461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69DA71E-1FD0-A6F5-C4E4-D8266319C901}"/>
              </a:ext>
            </a:extLst>
          </p:cNvPr>
          <p:cNvCxnSpPr>
            <a:cxnSpLocks/>
            <a:stCxn id="190" idx="0"/>
          </p:cNvCxnSpPr>
          <p:nvPr/>
        </p:nvCxnSpPr>
        <p:spPr>
          <a:xfrm>
            <a:off x="3946690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851C0AE-5391-E31C-B47F-915D6C578A00}"/>
              </a:ext>
            </a:extLst>
          </p:cNvPr>
          <p:cNvCxnSpPr>
            <a:cxnSpLocks/>
          </p:cNvCxnSpPr>
          <p:nvPr/>
        </p:nvCxnSpPr>
        <p:spPr>
          <a:xfrm flipH="1">
            <a:off x="3945254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BA38F3C-8E82-7AF6-7A60-2D582F1B3FF6}"/>
              </a:ext>
            </a:extLst>
          </p:cNvPr>
          <p:cNvCxnSpPr>
            <a:cxnSpLocks/>
          </p:cNvCxnSpPr>
          <p:nvPr/>
        </p:nvCxnSpPr>
        <p:spPr>
          <a:xfrm>
            <a:off x="3947636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C99539E-09F7-8D8A-664A-AB995EADF15A}"/>
              </a:ext>
            </a:extLst>
          </p:cNvPr>
          <p:cNvCxnSpPr>
            <a:cxnSpLocks/>
          </p:cNvCxnSpPr>
          <p:nvPr/>
        </p:nvCxnSpPr>
        <p:spPr>
          <a:xfrm flipH="1">
            <a:off x="3835717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97B79866-CC87-F852-0F72-E7F32FFEB2AB}"/>
              </a:ext>
            </a:extLst>
          </p:cNvPr>
          <p:cNvCxnSpPr>
            <a:cxnSpLocks/>
          </p:cNvCxnSpPr>
          <p:nvPr/>
        </p:nvCxnSpPr>
        <p:spPr>
          <a:xfrm flipH="1" flipV="1">
            <a:off x="3771423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EF39FC1-6708-5C0B-D2EC-21B6CC035FC8}"/>
              </a:ext>
            </a:extLst>
          </p:cNvPr>
          <p:cNvCxnSpPr>
            <a:cxnSpLocks/>
            <a:stCxn id="196" idx="0"/>
          </p:cNvCxnSpPr>
          <p:nvPr/>
        </p:nvCxnSpPr>
        <p:spPr>
          <a:xfrm>
            <a:off x="4408524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8AE1B1F-F6E4-73B4-B46F-28A915523C9C}"/>
              </a:ext>
            </a:extLst>
          </p:cNvPr>
          <p:cNvCxnSpPr>
            <a:cxnSpLocks/>
          </p:cNvCxnSpPr>
          <p:nvPr/>
        </p:nvCxnSpPr>
        <p:spPr>
          <a:xfrm flipH="1">
            <a:off x="4407088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60A201D-4C6C-A9B4-A496-2E7E66ACD976}"/>
              </a:ext>
            </a:extLst>
          </p:cNvPr>
          <p:cNvCxnSpPr>
            <a:cxnSpLocks/>
          </p:cNvCxnSpPr>
          <p:nvPr/>
        </p:nvCxnSpPr>
        <p:spPr>
          <a:xfrm>
            <a:off x="4409470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1B4909D-EF2D-3376-7A85-C331F8EA8577}"/>
              </a:ext>
            </a:extLst>
          </p:cNvPr>
          <p:cNvCxnSpPr>
            <a:cxnSpLocks/>
          </p:cNvCxnSpPr>
          <p:nvPr/>
        </p:nvCxnSpPr>
        <p:spPr>
          <a:xfrm flipH="1">
            <a:off x="4297551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6E64BA4-8145-4162-9CF6-608DF6803C45}"/>
              </a:ext>
            </a:extLst>
          </p:cNvPr>
          <p:cNvCxnSpPr>
            <a:cxnSpLocks/>
          </p:cNvCxnSpPr>
          <p:nvPr/>
        </p:nvCxnSpPr>
        <p:spPr>
          <a:xfrm flipH="1" flipV="1">
            <a:off x="4233257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B3D47B6-3A9B-1151-5549-771B6118577E}"/>
              </a:ext>
            </a:extLst>
          </p:cNvPr>
          <p:cNvCxnSpPr>
            <a:cxnSpLocks/>
            <a:stCxn id="204" idx="0"/>
            <a:endCxn id="204" idx="4"/>
          </p:cNvCxnSpPr>
          <p:nvPr/>
        </p:nvCxnSpPr>
        <p:spPr>
          <a:xfrm>
            <a:off x="691522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7DC90EA3-689C-8463-9452-CCEEE6B22F40}"/>
              </a:ext>
            </a:extLst>
          </p:cNvPr>
          <p:cNvSpPr txBox="1"/>
          <p:nvPr/>
        </p:nvSpPr>
        <p:spPr>
          <a:xfrm>
            <a:off x="1188442" y="510623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</a:t>
            </a: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DA60772E-8C0A-A8EC-6EBD-2C60074DCD5B}"/>
              </a:ext>
            </a:extLst>
          </p:cNvPr>
          <p:cNvCxnSpPr>
            <a:cxnSpLocks/>
          </p:cNvCxnSpPr>
          <p:nvPr/>
        </p:nvCxnSpPr>
        <p:spPr>
          <a:xfrm flipH="1">
            <a:off x="520065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E8CB160E-DC26-857E-4BFD-B06907BD6D38}"/>
              </a:ext>
            </a:extLst>
          </p:cNvPr>
          <p:cNvCxnSpPr>
            <a:cxnSpLocks/>
          </p:cNvCxnSpPr>
          <p:nvPr/>
        </p:nvCxnSpPr>
        <p:spPr>
          <a:xfrm>
            <a:off x="577215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A2757022-27DD-FC90-BB67-1BB9E605F67D}"/>
              </a:ext>
            </a:extLst>
          </p:cNvPr>
          <p:cNvCxnSpPr>
            <a:cxnSpLocks/>
          </p:cNvCxnSpPr>
          <p:nvPr/>
        </p:nvCxnSpPr>
        <p:spPr>
          <a:xfrm flipH="1">
            <a:off x="580549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C0129180-F99D-F138-722C-192A10933934}"/>
              </a:ext>
            </a:extLst>
          </p:cNvPr>
          <p:cNvCxnSpPr>
            <a:cxnSpLocks/>
          </p:cNvCxnSpPr>
          <p:nvPr/>
        </p:nvCxnSpPr>
        <p:spPr>
          <a:xfrm flipH="1" flipV="1">
            <a:off x="516255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3BE79BB-DA93-34F4-F4B8-DD7DBD914C89}"/>
              </a:ext>
            </a:extLst>
          </p:cNvPr>
          <p:cNvSpPr txBox="1"/>
          <p:nvPr/>
        </p:nvSpPr>
        <p:spPr>
          <a:xfrm>
            <a:off x="3357760" y="510623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9B8E23E-D2F7-8B86-CF01-B8873A7A87F7}"/>
              </a:ext>
            </a:extLst>
          </p:cNvPr>
          <p:cNvCxnSpPr>
            <a:cxnSpLocks/>
            <a:stCxn id="264" idx="0"/>
            <a:endCxn id="264" idx="4"/>
          </p:cNvCxnSpPr>
          <p:nvPr/>
        </p:nvCxnSpPr>
        <p:spPr>
          <a:xfrm>
            <a:off x="1160628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D612B49E-D8A2-56A2-4925-C1BE96F0690F}"/>
              </a:ext>
            </a:extLst>
          </p:cNvPr>
          <p:cNvCxnSpPr>
            <a:cxnSpLocks/>
          </p:cNvCxnSpPr>
          <p:nvPr/>
        </p:nvCxnSpPr>
        <p:spPr>
          <a:xfrm flipH="1">
            <a:off x="989171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F47C539-AF47-2793-3406-7E6D0B672E2C}"/>
              </a:ext>
            </a:extLst>
          </p:cNvPr>
          <p:cNvCxnSpPr>
            <a:cxnSpLocks/>
          </p:cNvCxnSpPr>
          <p:nvPr/>
        </p:nvCxnSpPr>
        <p:spPr>
          <a:xfrm>
            <a:off x="1046321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C2B4345C-B3B7-94AA-A235-92536578A031}"/>
              </a:ext>
            </a:extLst>
          </p:cNvPr>
          <p:cNvCxnSpPr>
            <a:cxnSpLocks/>
          </p:cNvCxnSpPr>
          <p:nvPr/>
        </p:nvCxnSpPr>
        <p:spPr>
          <a:xfrm flipH="1">
            <a:off x="1049655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71F3DC14-ADD0-DAC9-F1E6-60204428B9FB}"/>
              </a:ext>
            </a:extLst>
          </p:cNvPr>
          <p:cNvCxnSpPr>
            <a:cxnSpLocks/>
          </p:cNvCxnSpPr>
          <p:nvPr/>
        </p:nvCxnSpPr>
        <p:spPr>
          <a:xfrm flipH="1" flipV="1">
            <a:off x="985361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C807C9E2-E02C-6845-B7B7-4FAA2CBB27B1}"/>
              </a:ext>
            </a:extLst>
          </p:cNvPr>
          <p:cNvCxnSpPr>
            <a:cxnSpLocks/>
            <a:stCxn id="282" idx="0"/>
            <a:endCxn id="282" idx="4"/>
          </p:cNvCxnSpPr>
          <p:nvPr/>
        </p:nvCxnSpPr>
        <p:spPr>
          <a:xfrm>
            <a:off x="2795595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287FE630-0CCB-F664-450C-91B37DB724AB}"/>
              </a:ext>
            </a:extLst>
          </p:cNvPr>
          <p:cNvCxnSpPr>
            <a:cxnSpLocks/>
          </p:cNvCxnSpPr>
          <p:nvPr/>
        </p:nvCxnSpPr>
        <p:spPr>
          <a:xfrm flipH="1">
            <a:off x="2624138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E2B40B1A-644A-8231-AC83-6013B3FF402C}"/>
              </a:ext>
            </a:extLst>
          </p:cNvPr>
          <p:cNvCxnSpPr>
            <a:cxnSpLocks/>
          </p:cNvCxnSpPr>
          <p:nvPr/>
        </p:nvCxnSpPr>
        <p:spPr>
          <a:xfrm>
            <a:off x="2681288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2144655-DF5F-CF87-0B25-B87931471BED}"/>
              </a:ext>
            </a:extLst>
          </p:cNvPr>
          <p:cNvCxnSpPr>
            <a:cxnSpLocks/>
          </p:cNvCxnSpPr>
          <p:nvPr/>
        </p:nvCxnSpPr>
        <p:spPr>
          <a:xfrm flipH="1">
            <a:off x="2684622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D563EC70-3A7F-9F4D-828A-2A1FA59D7CB5}"/>
              </a:ext>
            </a:extLst>
          </p:cNvPr>
          <p:cNvCxnSpPr>
            <a:cxnSpLocks/>
          </p:cNvCxnSpPr>
          <p:nvPr/>
        </p:nvCxnSpPr>
        <p:spPr>
          <a:xfrm flipH="1" flipV="1">
            <a:off x="2620328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565DC699-F334-DEBC-EBC8-2CC0821D687C}"/>
              </a:ext>
            </a:extLst>
          </p:cNvPr>
          <p:cNvCxnSpPr>
            <a:cxnSpLocks/>
            <a:stCxn id="288" idx="0"/>
            <a:endCxn id="288" idx="4"/>
          </p:cNvCxnSpPr>
          <p:nvPr/>
        </p:nvCxnSpPr>
        <p:spPr>
          <a:xfrm>
            <a:off x="3264701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A311162D-1CEB-0E1C-52FD-74CC70EAE5B2}"/>
              </a:ext>
            </a:extLst>
          </p:cNvPr>
          <p:cNvCxnSpPr>
            <a:cxnSpLocks/>
          </p:cNvCxnSpPr>
          <p:nvPr/>
        </p:nvCxnSpPr>
        <p:spPr>
          <a:xfrm flipH="1">
            <a:off x="3093244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30294CB0-96C7-17E9-0034-778D7F915DA6}"/>
              </a:ext>
            </a:extLst>
          </p:cNvPr>
          <p:cNvCxnSpPr>
            <a:cxnSpLocks/>
          </p:cNvCxnSpPr>
          <p:nvPr/>
        </p:nvCxnSpPr>
        <p:spPr>
          <a:xfrm>
            <a:off x="3150394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6BDC2A1-CAC9-8775-0799-202BC15F2CED}"/>
              </a:ext>
            </a:extLst>
          </p:cNvPr>
          <p:cNvCxnSpPr>
            <a:cxnSpLocks/>
          </p:cNvCxnSpPr>
          <p:nvPr/>
        </p:nvCxnSpPr>
        <p:spPr>
          <a:xfrm flipH="1">
            <a:off x="3153728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234F8E2C-130F-5A8B-0253-0BC07E0A01AE}"/>
              </a:ext>
            </a:extLst>
          </p:cNvPr>
          <p:cNvCxnSpPr>
            <a:cxnSpLocks/>
          </p:cNvCxnSpPr>
          <p:nvPr/>
        </p:nvCxnSpPr>
        <p:spPr>
          <a:xfrm flipH="1" flipV="1">
            <a:off x="3089434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5A436436-835D-2BCE-234F-CE8835F79D7B}"/>
              </a:ext>
            </a:extLst>
          </p:cNvPr>
          <p:cNvCxnSpPr>
            <a:cxnSpLocks/>
            <a:stCxn id="306" idx="0"/>
            <a:endCxn id="306" idx="4"/>
          </p:cNvCxnSpPr>
          <p:nvPr/>
        </p:nvCxnSpPr>
        <p:spPr>
          <a:xfrm>
            <a:off x="3724283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2BABDC1E-62BB-9F40-53A7-F401A706D008}"/>
              </a:ext>
            </a:extLst>
          </p:cNvPr>
          <p:cNvCxnSpPr>
            <a:cxnSpLocks/>
          </p:cNvCxnSpPr>
          <p:nvPr/>
        </p:nvCxnSpPr>
        <p:spPr>
          <a:xfrm flipH="1">
            <a:off x="3552826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8B642422-9AD6-19AB-1C57-D96D53761346}"/>
              </a:ext>
            </a:extLst>
          </p:cNvPr>
          <p:cNvCxnSpPr>
            <a:cxnSpLocks/>
          </p:cNvCxnSpPr>
          <p:nvPr/>
        </p:nvCxnSpPr>
        <p:spPr>
          <a:xfrm>
            <a:off x="3609976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437D6359-F409-E3EC-4F49-AEE4783521F3}"/>
              </a:ext>
            </a:extLst>
          </p:cNvPr>
          <p:cNvCxnSpPr>
            <a:cxnSpLocks/>
          </p:cNvCxnSpPr>
          <p:nvPr/>
        </p:nvCxnSpPr>
        <p:spPr>
          <a:xfrm flipH="1">
            <a:off x="3613310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CBA723B8-83E3-9AAC-F442-C4C758D47745}"/>
              </a:ext>
            </a:extLst>
          </p:cNvPr>
          <p:cNvCxnSpPr>
            <a:cxnSpLocks/>
          </p:cNvCxnSpPr>
          <p:nvPr/>
        </p:nvCxnSpPr>
        <p:spPr>
          <a:xfrm flipH="1" flipV="1">
            <a:off x="3549016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0EAA3FA9-CD5D-8658-2672-E1EE607CA9F9}"/>
              </a:ext>
            </a:extLst>
          </p:cNvPr>
          <p:cNvCxnSpPr>
            <a:cxnSpLocks/>
            <a:stCxn id="330" idx="0"/>
            <a:endCxn id="330" idx="4"/>
          </p:cNvCxnSpPr>
          <p:nvPr/>
        </p:nvCxnSpPr>
        <p:spPr>
          <a:xfrm>
            <a:off x="4193390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02416EB6-3520-88D8-FA77-713DAEDD3B77}"/>
              </a:ext>
            </a:extLst>
          </p:cNvPr>
          <p:cNvCxnSpPr>
            <a:cxnSpLocks/>
          </p:cNvCxnSpPr>
          <p:nvPr/>
        </p:nvCxnSpPr>
        <p:spPr>
          <a:xfrm flipH="1">
            <a:off x="4021933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736DB8D8-E1F5-C514-7E2A-BBB8779A6A2F}"/>
              </a:ext>
            </a:extLst>
          </p:cNvPr>
          <p:cNvCxnSpPr>
            <a:cxnSpLocks/>
          </p:cNvCxnSpPr>
          <p:nvPr/>
        </p:nvCxnSpPr>
        <p:spPr>
          <a:xfrm>
            <a:off x="4079083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2F2961AF-E347-7FDB-E118-92BBA18217FA}"/>
              </a:ext>
            </a:extLst>
          </p:cNvPr>
          <p:cNvCxnSpPr>
            <a:cxnSpLocks/>
          </p:cNvCxnSpPr>
          <p:nvPr/>
        </p:nvCxnSpPr>
        <p:spPr>
          <a:xfrm flipH="1">
            <a:off x="4082417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A01A24A9-4F03-BE22-92A7-B20341FA6E3E}"/>
              </a:ext>
            </a:extLst>
          </p:cNvPr>
          <p:cNvCxnSpPr>
            <a:cxnSpLocks/>
          </p:cNvCxnSpPr>
          <p:nvPr/>
        </p:nvCxnSpPr>
        <p:spPr>
          <a:xfrm flipH="1" flipV="1">
            <a:off x="4018123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42DE7DE0-F62F-1260-29A7-D8DD6EA82A00}"/>
              </a:ext>
            </a:extLst>
          </p:cNvPr>
          <p:cNvCxnSpPr>
            <a:cxnSpLocks/>
            <a:stCxn id="336" idx="0"/>
            <a:endCxn id="336" idx="4"/>
          </p:cNvCxnSpPr>
          <p:nvPr/>
        </p:nvCxnSpPr>
        <p:spPr>
          <a:xfrm>
            <a:off x="4662496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646EC5A3-BA61-5101-91D9-903E04EEFB6C}"/>
              </a:ext>
            </a:extLst>
          </p:cNvPr>
          <p:cNvCxnSpPr>
            <a:cxnSpLocks/>
          </p:cNvCxnSpPr>
          <p:nvPr/>
        </p:nvCxnSpPr>
        <p:spPr>
          <a:xfrm flipH="1">
            <a:off x="4491039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57103F16-9C5C-59EE-3436-5B55AF797828}"/>
              </a:ext>
            </a:extLst>
          </p:cNvPr>
          <p:cNvCxnSpPr>
            <a:cxnSpLocks/>
          </p:cNvCxnSpPr>
          <p:nvPr/>
        </p:nvCxnSpPr>
        <p:spPr>
          <a:xfrm>
            <a:off x="4548189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997626E-B9C2-4604-95EC-4D40CAFAAE83}"/>
              </a:ext>
            </a:extLst>
          </p:cNvPr>
          <p:cNvCxnSpPr>
            <a:cxnSpLocks/>
          </p:cNvCxnSpPr>
          <p:nvPr/>
        </p:nvCxnSpPr>
        <p:spPr>
          <a:xfrm flipH="1">
            <a:off x="4551523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64210547-5AD0-3B22-1B4B-12B87AC2A277}"/>
              </a:ext>
            </a:extLst>
          </p:cNvPr>
          <p:cNvCxnSpPr>
            <a:cxnSpLocks/>
          </p:cNvCxnSpPr>
          <p:nvPr/>
        </p:nvCxnSpPr>
        <p:spPr>
          <a:xfrm flipH="1" flipV="1">
            <a:off x="4487229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7F233A46-7262-3B55-2711-1ACC834F1B00}"/>
              </a:ext>
            </a:extLst>
          </p:cNvPr>
          <p:cNvSpPr txBox="1"/>
          <p:nvPr/>
        </p:nvSpPr>
        <p:spPr>
          <a:xfrm>
            <a:off x="1089382" y="583239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9" name="TextBox 348">
            <a:extLst>
              <a:ext uri="{FF2B5EF4-FFF2-40B4-BE49-F238E27FC236}">
                <a16:creationId xmlns:a16="http://schemas.microsoft.com/office/drawing/2014/main" id="{075D320A-D702-30E6-EFC3-12A4A46C247E}"/>
              </a:ext>
            </a:extLst>
          </p:cNvPr>
          <p:cNvSpPr txBox="1"/>
          <p:nvPr/>
        </p:nvSpPr>
        <p:spPr>
          <a:xfrm>
            <a:off x="1089382" y="6439787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CB65A9D-7469-4120-4C4C-7BA3977DA8A3}"/>
              </a:ext>
            </a:extLst>
          </p:cNvPr>
          <p:cNvSpPr txBox="1"/>
          <p:nvPr/>
        </p:nvSpPr>
        <p:spPr>
          <a:xfrm>
            <a:off x="2777212" y="583239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30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8025DDC0-0BFF-4F81-DFCC-1447B245CE53}"/>
              </a:ext>
            </a:extLst>
          </p:cNvPr>
          <p:cNvSpPr txBox="1"/>
          <p:nvPr/>
        </p:nvSpPr>
        <p:spPr>
          <a:xfrm>
            <a:off x="2842133" y="641103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882CABE1-AC50-DE11-F13C-0D40BEC487DA}"/>
              </a:ext>
            </a:extLst>
          </p:cNvPr>
          <p:cNvSpPr txBox="1"/>
          <p:nvPr/>
        </p:nvSpPr>
        <p:spPr>
          <a:xfrm>
            <a:off x="4457270" y="5832391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140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F7BF5D53-11C4-04BA-0B5F-813A121FA2D9}"/>
              </a:ext>
            </a:extLst>
          </p:cNvPr>
          <p:cNvSpPr txBox="1"/>
          <p:nvPr/>
        </p:nvSpPr>
        <p:spPr>
          <a:xfrm>
            <a:off x="4463620" y="641103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250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37620CAF-85C6-16C3-8E45-3E41636F3891}"/>
              </a:ext>
            </a:extLst>
          </p:cNvPr>
          <p:cNvSpPr txBox="1"/>
          <p:nvPr/>
        </p:nvSpPr>
        <p:spPr>
          <a:xfrm>
            <a:off x="2732083" y="943056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530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22">
            <a:extLst>
              <a:ext uri="{FF2B5EF4-FFF2-40B4-BE49-F238E27FC236}">
                <a16:creationId xmlns:a16="http://schemas.microsoft.com/office/drawing/2014/main" id="{479BF355-AAC9-2461-146B-E7364232D2E1}"/>
              </a:ext>
            </a:extLst>
          </p:cNvPr>
          <p:cNvSpPr txBox="1"/>
          <p:nvPr/>
        </p:nvSpPr>
        <p:spPr>
          <a:xfrm>
            <a:off x="16216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13A5297-B517-87A5-252E-8BB03B366466}"/>
              </a:ext>
            </a:extLst>
          </p:cNvPr>
          <p:cNvGrpSpPr/>
          <p:nvPr/>
        </p:nvGrpSpPr>
        <p:grpSpPr>
          <a:xfrm>
            <a:off x="1406321" y="295608"/>
            <a:ext cx="2073324" cy="982002"/>
            <a:chOff x="345758" y="302166"/>
            <a:chExt cx="2073324" cy="982002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F58D407-E389-98F3-ECF7-45727B887990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1810B15-0B7A-2F4E-F79D-57439404A5AC}"/>
                </a:ext>
              </a:extLst>
            </p:cNvPr>
            <p:cNvSpPr txBox="1"/>
            <p:nvPr/>
          </p:nvSpPr>
          <p:spPr>
            <a:xfrm>
              <a:off x="345758" y="302166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669A4AFC-B344-7CD8-2DBA-878F68AB61BB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A2C5AC0-6CCC-1075-1BAF-2979D4C2EAA4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732ED53-36AC-D3F1-9752-5DE8C4562DC6}"/>
                  </a:ext>
                </a:extLst>
              </p:cNvPr>
              <p:cNvCxnSpPr>
                <a:cxnSpLocks/>
                <a:stCxn id="128" idx="0"/>
                <a:endCxn id="12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D9EAC28B-8CEC-A686-6A94-E2A5FAFBF694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CE07052E-D560-5F12-E981-3C4AE2FF2597}"/>
                  </a:ext>
                </a:extLst>
              </p:cNvPr>
              <p:cNvCxnSpPr>
                <a:cxnSpLocks/>
                <a:stCxn id="130" idx="0"/>
                <a:endCxn id="130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31A969B6-5E2B-341A-05FB-2050DFCB973B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9F9F295-9EB8-3C5F-73FE-31435DE77F32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2FEFC5B-DC6B-7BCA-9F14-6FEE7C3B0BA3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98F9ED13-C77B-12A5-A349-B826CF2995B5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A479BA5-7243-1922-445C-A78D90A9B859}"/>
              </a:ext>
            </a:extLst>
          </p:cNvPr>
          <p:cNvCxnSpPr>
            <a:cxnSpLocks/>
            <a:stCxn id="136" idx="0"/>
            <a:endCxn id="136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AB160A90-0C17-3A2F-4D36-7FB94B3B77DC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E551982A-E3DC-DA01-5ACB-F96362BBBE2B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4EFCD1A-2430-080C-5F7F-25BC4BA95CC9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C9D32B6-B996-B4B0-1C94-BA5CF39D9C39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D547425D-49EB-45A2-20BC-53208ECEAB07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74F312B6-9E1E-8D45-AF3F-305D12742FEF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AAA6F4D-770F-532A-8006-70FC2F68A73B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7E032CF-7017-4E4C-31AE-485C33E3D7C9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8B9981C-0B7F-C8F2-D48A-55717C9D451D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795F07F-E50B-8F29-E0E9-F99F95533781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55A041A-C772-DFE0-DA2E-76C4043FC80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462CC544-D785-286D-E2E6-C1D724CDED00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5766383F-FB4F-C1A8-6318-55E143B22E67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3" name="Partial Circle 152">
            <a:extLst>
              <a:ext uri="{FF2B5EF4-FFF2-40B4-BE49-F238E27FC236}">
                <a16:creationId xmlns:a16="http://schemas.microsoft.com/office/drawing/2014/main" id="{820169F8-E736-F0DF-17E4-6671C0E132F5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80EA4E6-4B1C-617F-8B2E-56C6CD0DD38F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568F6E5-F5F6-6697-25C1-E7C6471C8EC4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9" name="Partial Circle 158">
            <a:extLst>
              <a:ext uri="{FF2B5EF4-FFF2-40B4-BE49-F238E27FC236}">
                <a16:creationId xmlns:a16="http://schemas.microsoft.com/office/drawing/2014/main" id="{A4E59DFC-2BF4-9FB4-A078-A7C9C9F60653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B3F9A9C-C2C2-F09B-55F1-860490BDA292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39A1984-9D27-0DD3-94FA-2C5877056E65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4EB1A78-A99E-4260-6D2D-B42E1EAC5A5E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A58ED0F-F650-4AEE-E623-86AA3A473A4D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7E6B3B6-49D6-CFB4-6C0F-A0C8E16749DD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B93359E0-11C5-2D3E-70E2-EF7E2D716B99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0F1436E-4DA8-DFEE-CC8A-3F8A60B862F9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113A46A-F9AB-C644-673D-1E515F2A28EC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CC60891-24DB-849F-C691-A23C53130AF6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72C2BD6-4317-6034-83AE-D85AB42822E1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0FACC25-058C-C6D2-478D-3AB66FE0E3BC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BF60E0F1-0F66-A578-E994-07811D860430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BA399B7E-153F-7303-1303-31A7DA31086E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A498AB56-5E91-0B75-6667-8C58551D0FBA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4F52DD-77B3-568D-E5D4-724442150D4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924FE89-334C-CF43-710B-D7FB02489E9B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A32ED04A-F2ED-B638-4EDB-03134099D492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6CA7167-F405-B454-44D4-E91306EA3632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38EB7F9-DBC9-FEE4-7139-55291ABC3B92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4689E8C4-F13F-654B-411A-D8F12D4F2F1E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748FE4CE-1EEB-1CC3-B79F-DF18F6CBB993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44F9E9B4-2C4D-AAE6-966F-015DCBCD51EE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73F973B-ED8A-51A0-4C86-DBFF2B92D4B8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6F0FE33-272A-5012-6848-361EDC2FB8C2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103A83B9-ACBA-7D11-D962-D75EBCE99776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E87FC0B6-01A3-13A0-48B3-7C78B2506399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E294E3E1-6BF7-E036-8172-3F1BB294B0DC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9AF1B6C-D1A0-B5C9-8DD7-5D554617B7FB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9AF1B6C-D1A0-B5C9-8DD7-5D554617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TextBox 188">
            <a:extLst>
              <a:ext uri="{FF2B5EF4-FFF2-40B4-BE49-F238E27FC236}">
                <a16:creationId xmlns:a16="http://schemas.microsoft.com/office/drawing/2014/main" id="{E630B7A6-1ED3-BAAF-56EE-41E0FCAC0F4A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FFAE7AD-F3DF-3510-1970-EF2841984FF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D40359D-FE67-4AF5-A19E-83C0A9ACDCAC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DD38ED7-5FDF-7B14-B72C-DA9739C28412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8BD6E57-3E97-D77F-4CA7-04A23F5A7BBD}"/>
              </a:ext>
            </a:extLst>
          </p:cNvPr>
          <p:cNvSpPr txBox="1"/>
          <p:nvPr/>
        </p:nvSpPr>
        <p:spPr>
          <a:xfrm>
            <a:off x="66127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774C7D6-0061-25A3-CC40-1A5D2148FE37}"/>
              </a:ext>
            </a:extLst>
          </p:cNvPr>
          <p:cNvGrpSpPr/>
          <p:nvPr/>
        </p:nvGrpSpPr>
        <p:grpSpPr>
          <a:xfrm>
            <a:off x="6386573" y="282744"/>
            <a:ext cx="2073324" cy="994866"/>
            <a:chOff x="334910" y="289302"/>
            <a:chExt cx="2073324" cy="994866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B7DBBD7-7559-BEC0-715C-FF7104A9D496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9F16404-6511-2900-77AF-CDECC897232D}"/>
                </a:ext>
              </a:extLst>
            </p:cNvPr>
            <p:cNvSpPr txBox="1"/>
            <p:nvPr/>
          </p:nvSpPr>
          <p:spPr>
            <a:xfrm>
              <a:off x="334910" y="289302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5AD3645-BF28-9B10-D387-B78C37CC5771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0F609419-569B-D743-C79D-AA50E46DFEA7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DEE2EEF6-9F07-8068-5274-A21F57A3005A}"/>
                  </a:ext>
                </a:extLst>
              </p:cNvPr>
              <p:cNvCxnSpPr>
                <a:cxnSpLocks/>
                <a:stCxn id="200" idx="0"/>
                <a:endCxn id="200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9B65EDB3-A50F-26A1-D5DA-2E312D03CA31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289AA8B-3A5C-2049-C4EA-0A060FDB6053}"/>
                  </a:ext>
                </a:extLst>
              </p:cNvPr>
              <p:cNvCxnSpPr>
                <a:cxnSpLocks/>
                <a:stCxn id="205" idx="0"/>
                <a:endCxn id="205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844D1607-538E-C68D-AD0C-16F6C3D253B2}"/>
              </a:ext>
            </a:extLst>
          </p:cNvPr>
          <p:cNvSpPr/>
          <p:nvPr/>
        </p:nvSpPr>
        <p:spPr>
          <a:xfrm>
            <a:off x="57977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2544544B-36F1-6361-4641-8615DC291145}"/>
              </a:ext>
            </a:extLst>
          </p:cNvPr>
          <p:cNvSpPr txBox="1"/>
          <p:nvPr/>
        </p:nvSpPr>
        <p:spPr>
          <a:xfrm>
            <a:off x="55158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AB56640B-509C-829F-FF36-6363B0C950D1}"/>
              </a:ext>
            </a:extLst>
          </p:cNvPr>
          <p:cNvSpPr txBox="1"/>
          <p:nvPr/>
        </p:nvSpPr>
        <p:spPr>
          <a:xfrm>
            <a:off x="51056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836ED6B-D4F7-7630-D30E-F4BAD5E1F428}"/>
              </a:ext>
            </a:extLst>
          </p:cNvPr>
          <p:cNvSpPr/>
          <p:nvPr/>
        </p:nvSpPr>
        <p:spPr>
          <a:xfrm>
            <a:off x="54775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3142837-074F-0895-EC2E-0A40B86C6770}"/>
              </a:ext>
            </a:extLst>
          </p:cNvPr>
          <p:cNvCxnSpPr>
            <a:cxnSpLocks/>
            <a:stCxn id="210" idx="0"/>
            <a:endCxn id="210" idx="4"/>
          </p:cNvCxnSpPr>
          <p:nvPr/>
        </p:nvCxnSpPr>
        <p:spPr>
          <a:xfrm>
            <a:off x="56650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Oval 211">
            <a:extLst>
              <a:ext uri="{FF2B5EF4-FFF2-40B4-BE49-F238E27FC236}">
                <a16:creationId xmlns:a16="http://schemas.microsoft.com/office/drawing/2014/main" id="{DB13A898-4D6A-BEF9-06E3-D120DDCACB03}"/>
              </a:ext>
            </a:extLst>
          </p:cNvPr>
          <p:cNvSpPr/>
          <p:nvPr/>
        </p:nvSpPr>
        <p:spPr>
          <a:xfrm>
            <a:off x="59440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E59045DC-F983-611C-5265-EC3E0C4DD746}"/>
              </a:ext>
            </a:extLst>
          </p:cNvPr>
          <p:cNvSpPr/>
          <p:nvPr/>
        </p:nvSpPr>
        <p:spPr>
          <a:xfrm>
            <a:off x="64105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1E3CCC2E-0290-614A-9F2D-59E74046757B}"/>
              </a:ext>
            </a:extLst>
          </p:cNvPr>
          <p:cNvSpPr txBox="1"/>
          <p:nvPr/>
        </p:nvSpPr>
        <p:spPr>
          <a:xfrm>
            <a:off x="76438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3E3E7B9-216C-E2C7-089C-ACDFF3DB1A1C}"/>
              </a:ext>
            </a:extLst>
          </p:cNvPr>
          <p:cNvSpPr txBox="1"/>
          <p:nvPr/>
        </p:nvSpPr>
        <p:spPr>
          <a:xfrm>
            <a:off x="72337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30A405A-1A97-9F70-9C6A-A9C7DD0DAE11}"/>
              </a:ext>
            </a:extLst>
          </p:cNvPr>
          <p:cNvSpPr/>
          <p:nvPr/>
        </p:nvSpPr>
        <p:spPr>
          <a:xfrm>
            <a:off x="76055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D85C5D6F-EDF1-DC3C-AB9A-49CF2E75204C}"/>
              </a:ext>
            </a:extLst>
          </p:cNvPr>
          <p:cNvSpPr/>
          <p:nvPr/>
        </p:nvSpPr>
        <p:spPr>
          <a:xfrm>
            <a:off x="80720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4D0F3882-CD78-1231-42B4-BE7202095206}"/>
              </a:ext>
            </a:extLst>
          </p:cNvPr>
          <p:cNvSpPr/>
          <p:nvPr/>
        </p:nvSpPr>
        <p:spPr>
          <a:xfrm>
            <a:off x="85386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C169D787-45EC-F253-B125-2202AAF1DEF7}"/>
              </a:ext>
            </a:extLst>
          </p:cNvPr>
          <p:cNvSpPr/>
          <p:nvPr/>
        </p:nvSpPr>
        <p:spPr>
          <a:xfrm>
            <a:off x="90051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650776AA-A3A4-2034-C14E-0AF3176CE3EB}"/>
              </a:ext>
            </a:extLst>
          </p:cNvPr>
          <p:cNvSpPr/>
          <p:nvPr/>
        </p:nvSpPr>
        <p:spPr>
          <a:xfrm>
            <a:off x="94716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B1E5ECB-3288-A5CA-992B-93BA6723B759}"/>
              </a:ext>
            </a:extLst>
          </p:cNvPr>
          <p:cNvSpPr txBox="1"/>
          <p:nvPr/>
        </p:nvSpPr>
        <p:spPr>
          <a:xfrm>
            <a:off x="54601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48133482-036E-B96A-1437-0E3787948412}"/>
              </a:ext>
            </a:extLst>
          </p:cNvPr>
          <p:cNvSpPr txBox="1"/>
          <p:nvPr/>
        </p:nvSpPr>
        <p:spPr>
          <a:xfrm>
            <a:off x="51085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973068D9-8035-5063-AE76-51FCD146A05A}"/>
              </a:ext>
            </a:extLst>
          </p:cNvPr>
          <p:cNvSpPr/>
          <p:nvPr/>
        </p:nvSpPr>
        <p:spPr>
          <a:xfrm>
            <a:off x="54803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95330FD2-860C-470B-D140-7F28D6C48577}"/>
              </a:ext>
            </a:extLst>
          </p:cNvPr>
          <p:cNvSpPr/>
          <p:nvPr/>
        </p:nvSpPr>
        <p:spPr>
          <a:xfrm>
            <a:off x="59468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Partial Circle 226">
            <a:extLst>
              <a:ext uri="{FF2B5EF4-FFF2-40B4-BE49-F238E27FC236}">
                <a16:creationId xmlns:a16="http://schemas.microsoft.com/office/drawing/2014/main" id="{B0BE0CAC-356D-6943-1C09-52052DAACEF8}"/>
              </a:ext>
            </a:extLst>
          </p:cNvPr>
          <p:cNvSpPr/>
          <p:nvPr/>
        </p:nvSpPr>
        <p:spPr>
          <a:xfrm>
            <a:off x="64134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20FB849-1497-F32C-BC7E-C4567535C507}"/>
              </a:ext>
            </a:extLst>
          </p:cNvPr>
          <p:cNvSpPr txBox="1"/>
          <p:nvPr/>
        </p:nvSpPr>
        <p:spPr>
          <a:xfrm>
            <a:off x="87327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8A8BE91-B88E-2794-F75B-6D84AB0E9ECC}"/>
              </a:ext>
            </a:extLst>
          </p:cNvPr>
          <p:cNvSpPr txBox="1"/>
          <p:nvPr/>
        </p:nvSpPr>
        <p:spPr>
          <a:xfrm>
            <a:off x="85473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0" name="Partial Circle 229">
            <a:extLst>
              <a:ext uri="{FF2B5EF4-FFF2-40B4-BE49-F238E27FC236}">
                <a16:creationId xmlns:a16="http://schemas.microsoft.com/office/drawing/2014/main" id="{DF538DD9-BCEE-0413-FF14-748124577103}"/>
              </a:ext>
            </a:extLst>
          </p:cNvPr>
          <p:cNvSpPr/>
          <p:nvPr/>
        </p:nvSpPr>
        <p:spPr>
          <a:xfrm>
            <a:off x="89192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4C46BC1-A470-CA5A-7D9D-910673C79A3C}"/>
              </a:ext>
            </a:extLst>
          </p:cNvPr>
          <p:cNvSpPr txBox="1"/>
          <p:nvPr/>
        </p:nvSpPr>
        <p:spPr>
          <a:xfrm>
            <a:off x="70250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3D4688B-3AD1-0CF8-981F-05C284416EBD}"/>
              </a:ext>
            </a:extLst>
          </p:cNvPr>
          <p:cNvSpPr txBox="1"/>
          <p:nvPr/>
        </p:nvSpPr>
        <p:spPr>
          <a:xfrm>
            <a:off x="70250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0046CF27-587E-E680-1818-ABEAE69C2952}"/>
              </a:ext>
            </a:extLst>
          </p:cNvPr>
          <p:cNvCxnSpPr>
            <a:cxnSpLocks/>
          </p:cNvCxnSpPr>
          <p:nvPr/>
        </p:nvCxnSpPr>
        <p:spPr>
          <a:xfrm flipV="1">
            <a:off x="56650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53E1D534-AEE6-4BD3-F4ED-C3AB40E977F4}"/>
              </a:ext>
            </a:extLst>
          </p:cNvPr>
          <p:cNvSpPr txBox="1"/>
          <p:nvPr/>
        </p:nvSpPr>
        <p:spPr>
          <a:xfrm>
            <a:off x="5533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19C1BD3-676F-4ADB-12C0-5E4DB7EDC5C6}"/>
              </a:ext>
            </a:extLst>
          </p:cNvPr>
          <p:cNvSpPr txBox="1"/>
          <p:nvPr/>
        </p:nvSpPr>
        <p:spPr>
          <a:xfrm>
            <a:off x="51128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A1A28C4-3B87-4BB1-DBFF-65AD41F97FB2}"/>
              </a:ext>
            </a:extLst>
          </p:cNvPr>
          <p:cNvSpPr/>
          <p:nvPr/>
        </p:nvSpPr>
        <p:spPr>
          <a:xfrm>
            <a:off x="5495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91A220B-0590-9693-75EF-A272AA8F6987}"/>
              </a:ext>
            </a:extLst>
          </p:cNvPr>
          <p:cNvSpPr/>
          <p:nvPr/>
        </p:nvSpPr>
        <p:spPr>
          <a:xfrm>
            <a:off x="5964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BADF6B64-FBCC-4608-B58C-51A4B46DA985}"/>
              </a:ext>
            </a:extLst>
          </p:cNvPr>
          <p:cNvSpPr/>
          <p:nvPr/>
        </p:nvSpPr>
        <p:spPr>
          <a:xfrm>
            <a:off x="64260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1284A83-79D8-D98B-CD40-B84641BD9DB2}"/>
              </a:ext>
            </a:extLst>
          </p:cNvPr>
          <p:cNvSpPr txBox="1"/>
          <p:nvPr/>
        </p:nvSpPr>
        <p:spPr>
          <a:xfrm>
            <a:off x="78574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362ED64-CB66-F63B-20E4-8765AC02E59E}"/>
              </a:ext>
            </a:extLst>
          </p:cNvPr>
          <p:cNvSpPr txBox="1"/>
          <p:nvPr/>
        </p:nvSpPr>
        <p:spPr>
          <a:xfrm>
            <a:off x="74369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91077AB7-C2E7-E814-1293-2A572030F210}"/>
              </a:ext>
            </a:extLst>
          </p:cNvPr>
          <p:cNvSpPr/>
          <p:nvPr/>
        </p:nvSpPr>
        <p:spPr>
          <a:xfrm>
            <a:off x="78191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C84C8D95-2F3B-27F9-AD25-A4BECA6359BF}"/>
              </a:ext>
            </a:extLst>
          </p:cNvPr>
          <p:cNvSpPr/>
          <p:nvPr/>
        </p:nvSpPr>
        <p:spPr>
          <a:xfrm>
            <a:off x="82882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E4DB8E7E-55F7-2AB5-90CC-2705BC62BE88}"/>
              </a:ext>
            </a:extLst>
          </p:cNvPr>
          <p:cNvSpPr/>
          <p:nvPr/>
        </p:nvSpPr>
        <p:spPr>
          <a:xfrm>
            <a:off x="87502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BC816A85-1524-6D63-4792-E7DCABC953AB}"/>
              </a:ext>
            </a:extLst>
          </p:cNvPr>
          <p:cNvSpPr/>
          <p:nvPr/>
        </p:nvSpPr>
        <p:spPr>
          <a:xfrm>
            <a:off x="92120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EFEF46E-3EE8-A49D-E32D-81A537F1E661}"/>
              </a:ext>
            </a:extLst>
          </p:cNvPr>
          <p:cNvSpPr txBox="1"/>
          <p:nvPr/>
        </p:nvSpPr>
        <p:spPr>
          <a:xfrm>
            <a:off x="55333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6A9FEE96-EE07-14B0-F6E1-A92C1E3BB10D}"/>
              </a:ext>
            </a:extLst>
          </p:cNvPr>
          <p:cNvSpPr txBox="1"/>
          <p:nvPr/>
        </p:nvSpPr>
        <p:spPr>
          <a:xfrm>
            <a:off x="51128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AF6726B5-0382-EB12-7EC1-53C826A74C76}"/>
              </a:ext>
            </a:extLst>
          </p:cNvPr>
          <p:cNvSpPr/>
          <p:nvPr/>
        </p:nvSpPr>
        <p:spPr>
          <a:xfrm>
            <a:off x="54950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53A099C1-2699-ACA6-E5BD-06A638A6916B}"/>
              </a:ext>
            </a:extLst>
          </p:cNvPr>
          <p:cNvSpPr txBox="1"/>
          <p:nvPr/>
        </p:nvSpPr>
        <p:spPr>
          <a:xfrm>
            <a:off x="76360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C8CF9F2-895C-82EF-842D-A65D63E52DCF}"/>
              </a:ext>
            </a:extLst>
          </p:cNvPr>
          <p:cNvSpPr txBox="1"/>
          <p:nvPr/>
        </p:nvSpPr>
        <p:spPr>
          <a:xfrm>
            <a:off x="72155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96DA25DE-E77B-0993-BE88-3C65357E94F0}"/>
              </a:ext>
            </a:extLst>
          </p:cNvPr>
          <p:cNvSpPr/>
          <p:nvPr/>
        </p:nvSpPr>
        <p:spPr>
          <a:xfrm>
            <a:off x="59641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5691C650-6CD7-09C5-FC81-F2224CBD75CE}"/>
              </a:ext>
            </a:extLst>
          </p:cNvPr>
          <p:cNvSpPr/>
          <p:nvPr/>
        </p:nvSpPr>
        <p:spPr>
          <a:xfrm>
            <a:off x="75991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5B39160-30BF-10AF-73B0-F3E5B500A270}"/>
              </a:ext>
            </a:extLst>
          </p:cNvPr>
          <p:cNvSpPr/>
          <p:nvPr/>
        </p:nvSpPr>
        <p:spPr>
          <a:xfrm>
            <a:off x="80682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073D5E49-2C8B-1203-E0E9-6A4F273A89FE}"/>
              </a:ext>
            </a:extLst>
          </p:cNvPr>
          <p:cNvSpPr/>
          <p:nvPr/>
        </p:nvSpPr>
        <p:spPr>
          <a:xfrm>
            <a:off x="85278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41A8D6F5-B6C2-87CA-29A1-C5014E58698D}"/>
              </a:ext>
            </a:extLst>
          </p:cNvPr>
          <p:cNvSpPr/>
          <p:nvPr/>
        </p:nvSpPr>
        <p:spPr>
          <a:xfrm>
            <a:off x="89969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B0CE433F-092B-09CC-2FA5-86B95332FF2A}"/>
              </a:ext>
            </a:extLst>
          </p:cNvPr>
          <p:cNvSpPr/>
          <p:nvPr/>
        </p:nvSpPr>
        <p:spPr>
          <a:xfrm>
            <a:off x="94660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68911C70-5CB3-0044-8938-65D951EC0947}"/>
              </a:ext>
            </a:extLst>
          </p:cNvPr>
          <p:cNvCxnSpPr>
            <a:cxnSpLocks/>
          </p:cNvCxnSpPr>
          <p:nvPr/>
        </p:nvCxnSpPr>
        <p:spPr>
          <a:xfrm flipV="1">
            <a:off x="56650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1E418806-8491-C435-4A9D-909081D058E6}"/>
              </a:ext>
            </a:extLst>
          </p:cNvPr>
          <p:cNvSpPr txBox="1"/>
          <p:nvPr/>
        </p:nvSpPr>
        <p:spPr>
          <a:xfrm>
            <a:off x="50660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505CED-8433-A020-6BCA-12C12F6F584E}"/>
                  </a:ext>
                </a:extLst>
              </p:cNvPr>
              <p:cNvSpPr txBox="1"/>
              <p:nvPr/>
            </p:nvSpPr>
            <p:spPr>
              <a:xfrm>
                <a:off x="50660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505CED-8433-A020-6BCA-12C12F6F5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0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TextBox 258">
            <a:extLst>
              <a:ext uri="{FF2B5EF4-FFF2-40B4-BE49-F238E27FC236}">
                <a16:creationId xmlns:a16="http://schemas.microsoft.com/office/drawing/2014/main" id="{3883119F-98BA-8DBA-B731-53D6258DEDB4}"/>
              </a:ext>
            </a:extLst>
          </p:cNvPr>
          <p:cNvSpPr txBox="1"/>
          <p:nvPr/>
        </p:nvSpPr>
        <p:spPr>
          <a:xfrm>
            <a:off x="67538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EDAAF34-3A81-8E48-9F51-30FA2B03B6AE}"/>
              </a:ext>
            </a:extLst>
          </p:cNvPr>
          <p:cNvSpPr txBox="1"/>
          <p:nvPr/>
        </p:nvSpPr>
        <p:spPr>
          <a:xfrm>
            <a:off x="67538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78CCC19-C26B-4AB3-7061-DF10EC911E9C}"/>
              </a:ext>
            </a:extLst>
          </p:cNvPr>
          <p:cNvSpPr txBox="1"/>
          <p:nvPr/>
        </p:nvSpPr>
        <p:spPr>
          <a:xfrm>
            <a:off x="84417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266ACA9-BB07-7658-9E4D-58EC3395A1BF}"/>
              </a:ext>
            </a:extLst>
          </p:cNvPr>
          <p:cNvSpPr txBox="1"/>
          <p:nvPr/>
        </p:nvSpPr>
        <p:spPr>
          <a:xfrm>
            <a:off x="84417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</p:spTree>
    <p:extLst>
      <p:ext uri="{BB962C8B-B14F-4D97-AF65-F5344CB8AC3E}">
        <p14:creationId xmlns:p14="http://schemas.microsoft.com/office/powerpoint/2010/main" val="46872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6ACE6-6BB2-F53F-5A75-BF3D7E23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2040" y="3080079"/>
            <a:ext cx="3429003" cy="41268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146CD5-2A13-72ED-0F9C-550CFA39D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5479" y="-455482"/>
            <a:ext cx="3429001" cy="4339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F35391-E59F-CD70-8C8C-E6981A2AC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772240" y="2950890"/>
            <a:ext cx="3627576" cy="4039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D2326-7CAA-2199-C3A1-6D5CC6299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86000" y="-191020"/>
            <a:ext cx="3429001" cy="381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6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97" y="1097280"/>
            <a:ext cx="9210862" cy="446118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10889</TotalTime>
  <Words>629</Words>
  <Application>Microsoft Office PowerPoint</Application>
  <PresentationFormat>A4 Paper (210x297 mm)</PresentationFormat>
  <Paragraphs>178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Arial</vt:lpstr>
      <vt:lpstr>Calibri Light</vt:lpstr>
      <vt:lpstr>Cambria Math</vt:lpstr>
      <vt:lpstr>Cooper Black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557</cp:revision>
  <cp:lastPrinted>2022-11-14T13:14:31Z</cp:lastPrinted>
  <dcterms:created xsi:type="dcterms:W3CDTF">2017-01-17T16:57:04Z</dcterms:created>
  <dcterms:modified xsi:type="dcterms:W3CDTF">2024-05-11T04:11:24Z</dcterms:modified>
</cp:coreProperties>
</file>