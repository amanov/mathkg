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0" r:id="rId2"/>
    <p:sldId id="941" r:id="rId3"/>
    <p:sldId id="939" r:id="rId4"/>
    <p:sldId id="833" r:id="rId5"/>
    <p:sldId id="832" r:id="rId6"/>
    <p:sldId id="942" r:id="rId7"/>
  </p:sldIdLst>
  <p:sldSz cx="9906000" cy="6858000" type="A4"/>
  <p:notesSz cx="7104063" cy="10234613"/>
  <p:embeddedFontLst>
    <p:embeddedFont>
      <p:font typeface="Fira Code" panose="020B0809050000020004" pitchFamily="49" charset="0"/>
      <p:regular r:id="rId9"/>
      <p:bold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24/05/2024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орундуу ондуктар – Көбөйтүү–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775BEF6-C901-4F62-9C00-7D4382D57DB4}"/>
              </a:ext>
            </a:extLst>
          </p:cNvPr>
          <p:cNvGrpSpPr/>
          <p:nvPr/>
        </p:nvGrpSpPr>
        <p:grpSpPr>
          <a:xfrm>
            <a:off x="1995855" y="16721"/>
            <a:ext cx="7910146" cy="6841279"/>
            <a:chOff x="1934636" y="2061549"/>
            <a:chExt cx="5280589" cy="456704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C0A0E8F-95A2-43E0-9C20-C6E9DFDD8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84610" y="2061549"/>
              <a:ext cx="2736130" cy="2295024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ED57BA9-A5FD-449D-8D01-95D8B71BE8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34636" y="4342679"/>
              <a:ext cx="5280589" cy="2285914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BFEE0A3-F307-3B77-C8C1-A43594E772F7}"/>
              </a:ext>
            </a:extLst>
          </p:cNvPr>
          <p:cNvSpPr txBox="1"/>
          <p:nvPr/>
        </p:nvSpPr>
        <p:spPr>
          <a:xfrm>
            <a:off x="0" y="1088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CF89E2-20A1-1A7C-AF3E-FBD9F5D33C22}"/>
              </a:ext>
            </a:extLst>
          </p:cNvPr>
          <p:cNvSpPr txBox="1"/>
          <p:nvPr/>
        </p:nvSpPr>
        <p:spPr>
          <a:xfrm>
            <a:off x="382870" y="1516476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58F898A-90E7-42DF-89D6-63981B15D808}"/>
              </a:ext>
            </a:extLst>
          </p:cNvPr>
          <p:cNvGrpSpPr/>
          <p:nvPr/>
        </p:nvGrpSpPr>
        <p:grpSpPr>
          <a:xfrm>
            <a:off x="1995855" y="16721"/>
            <a:ext cx="7910146" cy="6841279"/>
            <a:chOff x="1934636" y="2061549"/>
            <a:chExt cx="5280589" cy="456704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D3D227A-9960-4E00-92F9-AED40B079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84610" y="2061549"/>
              <a:ext cx="2736130" cy="229502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4F7CCD9-E95D-43F9-A7CB-7249186B0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34636" y="4342679"/>
              <a:ext cx="5280589" cy="2285914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4784521" y="3609645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5729462" y="535465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4329907" y="275645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7328749" y="456119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D9D0B84-ABE1-428E-8581-54A5391698CB}"/>
              </a:ext>
            </a:extLst>
          </p:cNvPr>
          <p:cNvSpPr/>
          <p:nvPr/>
        </p:nvSpPr>
        <p:spPr>
          <a:xfrm>
            <a:off x="3365684" y="4473881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6E2036-96E2-EBED-A073-526EE8890F4B}"/>
              </a:ext>
            </a:extLst>
          </p:cNvPr>
          <p:cNvSpPr txBox="1"/>
          <p:nvPr/>
        </p:nvSpPr>
        <p:spPr>
          <a:xfrm>
            <a:off x="301248" y="299411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517CC7-07A8-8E87-EB02-6500E122F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08641" y="1031757"/>
            <a:ext cx="6611346" cy="47944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49A3C4-B02C-6659-24FF-47B5A75A6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03297" y="1031757"/>
            <a:ext cx="6611346" cy="479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8336</TotalTime>
  <Words>118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Fira Code</vt:lpstr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2024-05-24T10:27:38Z</cp:lastPrinted>
  <dcterms:created xsi:type="dcterms:W3CDTF">2017-01-17T16:57:04Z</dcterms:created>
  <dcterms:modified xsi:type="dcterms:W3CDTF">2024-05-24T10:28:42Z</dcterms:modified>
</cp:coreProperties>
</file>