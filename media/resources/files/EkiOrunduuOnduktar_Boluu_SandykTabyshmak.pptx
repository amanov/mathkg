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21"/>
  </p:notesMasterIdLst>
  <p:sldIdLst>
    <p:sldId id="267" r:id="rId3"/>
    <p:sldId id="950" r:id="rId4"/>
    <p:sldId id="951" r:id="rId5"/>
    <p:sldId id="952" r:id="rId6"/>
    <p:sldId id="953" r:id="rId7"/>
    <p:sldId id="942" r:id="rId8"/>
    <p:sldId id="943" r:id="rId9"/>
    <p:sldId id="944" r:id="rId10"/>
    <p:sldId id="945" r:id="rId11"/>
    <p:sldId id="956" r:id="rId12"/>
    <p:sldId id="957" r:id="rId13"/>
    <p:sldId id="958" r:id="rId14"/>
    <p:sldId id="959" r:id="rId15"/>
    <p:sldId id="962" r:id="rId16"/>
    <p:sldId id="963" r:id="rId17"/>
    <p:sldId id="964" r:id="rId18"/>
    <p:sldId id="965" r:id="rId19"/>
    <p:sldId id="266" r:id="rId20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267"/>
          </p14:sldIdLst>
        </p14:section>
        <p14:section name="Көрсөтүү үчүн" id="{059544AC-2C27-45B1-9F95-F87DF8854DD6}">
          <p14:sldIdLst>
            <p14:sldId id="950"/>
            <p14:sldId id="951"/>
            <p14:sldId id="952"/>
            <p14:sldId id="953"/>
          </p14:sldIdLst>
        </p14:section>
        <p14:section name="Кээ бир жооптор" id="{1FEDB314-42DC-4694-9B04-D4A4AAE625F7}">
          <p14:sldIdLst>
            <p14:sldId id="942"/>
            <p14:sldId id="943"/>
            <p14:sldId id="944"/>
            <p14:sldId id="945"/>
          </p14:sldIdLst>
        </p14:section>
        <p14:section name="Принтер үчүн" id="{A78D9305-6AAE-4715-A210-52F6908F30F7}">
          <p14:sldIdLst>
            <p14:sldId id="956"/>
            <p14:sldId id="957"/>
            <p14:sldId id="958"/>
            <p14:sldId id="959"/>
          </p14:sldIdLst>
        </p14:section>
        <p14:section name="Принтерге" id="{4D16D7EE-FBE8-4152-B760-988FB5F05278}">
          <p14:sldIdLst>
            <p14:sldId id="962"/>
            <p14:sldId id="963"/>
            <p14:sldId id="964"/>
            <p14:sldId id="965"/>
          </p14:sldIdLst>
        </p14:section>
        <p14:section name="Кайтарым Байланыш" id="{95311BF2-E2B3-4281-B803-FAC28FC5307D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38044-9B64-061E-71CA-E671EC0F4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FEAA4-4814-12C8-3E7E-380E16C0A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2721C-A75A-64F1-83BE-653805DBC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D0166-8885-9CC2-88B7-86D91BF99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C2C59-274A-0B23-E800-C002ACF0F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21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DB7B6-155B-66DA-98C2-14129B5E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17DB9-1892-DA1A-7B09-9D4A1EED2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5E310-940E-3FA8-E99A-431B6D09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CDA70-9EED-29D3-A7A8-5E9B0B5A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C9DEF-27D5-73E0-A175-3EA0A19F5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166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86F4F-2F4B-65BA-3950-BC63B897B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805AB-39E0-05EC-292C-6F8600A73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9CCA6-D98D-B246-1653-744784D5A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35AFA-E7BA-76A3-8590-6026D86D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7A24A-C7AF-CA09-F041-21738BF8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592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6CC78-7F0C-23CD-1608-B7033CE6E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3E546-446A-287D-E3DB-CB737FFE9F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03092-1A95-3B98-AC78-904F89AA5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D9C65-9EAB-6C3D-ED28-1BB1BC27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90946-65E1-6021-428B-A9451459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7AD6E-6033-9D17-FFA2-B2A6E6C9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45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BEA32-5CD0-5C35-5C25-25ADE108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617AE-0692-AB8F-0319-B4414D048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2C063-3C85-368A-1145-D4864B259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DA3C85-455C-B806-4156-E5A999FEEF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D53530-7630-8AA6-72A5-E0B6241942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58CD34-F422-57AA-8178-DA796EF26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2CF6EF-0D92-8084-E104-EED70C74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38F2CF-1685-3F44-87A6-8DB06E2A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19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FA464-2440-E6CC-6B76-D53A0C878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2543B5-ABA4-894C-0C44-D77581534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5F640-82CB-028E-FB28-D7EA25FD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7EF67-A80E-4AD6-D6F2-4DDA9CA2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16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1D8824-5048-42A7-E82A-146F08D22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D0793D-BF3E-8011-5072-4F066548B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25CEF-0C48-9654-5DB3-ABB40F0DD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32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D1A72-224F-BE44-A7D6-C98FD2564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678F7-1194-B2A2-62B2-3AAED187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0C58E-D578-292B-3983-B6777B6D1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4C226-E6BD-0590-AE5E-5D844456E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3F80B-EED7-67F1-1862-FA36C0EB8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840FB-FF88-4C05-8568-5FD6D5903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2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C5E8C-14FB-5B25-A7F0-9F643142C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A0A36B-D6D2-A4BA-962B-EEAB72909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7555B-A705-F9CD-AF4E-856E59790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1D9B1-B015-0767-D2B6-AB3281AC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80662-F69A-C47F-E2DF-8CDC16545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0FA4F-517C-9179-B067-D52193D11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810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EE73-D718-0177-7F38-E99D5DBA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E7253-781D-B549-81CD-BCDF10BC3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536F7-9EA2-5CE4-0B2B-C65F0C7D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689B9-D7B8-F7D4-5FE1-70032334F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A34F9-98C5-AB50-9F42-77FC0F06F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799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9ED503-4527-7E2F-6C9A-24EE1FA03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62AC77-317C-3965-AECF-2D41F5DC8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51C83-F73A-F6AE-5E25-C494DA29B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82E7-06DA-787E-9807-A734BAE4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CC3DE-A723-08FE-3F5B-958AF58C3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30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53AFBE-5530-624A-9B6E-693040E17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F8AAD-597E-EF46-76A7-99DAE7C4E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24F85-88D8-7E47-A51A-E556DD87E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12FF9-9F18-4F4C-AF1F-8D4F9A0F7603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3D596-A78B-B702-FCBD-A86A6380AF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1D65A-52E4-7D87-A33E-DF8E992FD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31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F65FA288-DDE6-19BF-7B9A-98468507C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279" y="1589386"/>
            <a:ext cx="9509442" cy="4719974"/>
          </a:xfrm>
        </p:spPr>
        <p:txBody>
          <a:bodyPr>
            <a:normAutofit/>
          </a:bodyPr>
          <a:lstStyle/>
          <a:p>
            <a:r>
              <a:rPr lang="ru-RU" sz="2000" dirty="0"/>
              <a:t>2 орундуу ондуктар – </a:t>
            </a:r>
            <a:r>
              <a:rPr lang="ky-KG" sz="2000" dirty="0"/>
              <a:t>БӨЛ</a:t>
            </a:r>
            <a:r>
              <a:rPr lang="ru-RU" sz="2000" dirty="0"/>
              <a:t>ҮҮ ---</a:t>
            </a:r>
            <a:r>
              <a:rPr lang="ky-KG" sz="2000" dirty="0"/>
              <a:t> Сандык табышмак</a:t>
            </a:r>
            <a:endParaRPr lang="en-US" sz="2000" dirty="0"/>
          </a:p>
          <a:p>
            <a:endParaRPr lang="en-US" sz="2000" dirty="0"/>
          </a:p>
          <a:p>
            <a:endParaRPr lang="ru-RU" sz="2000" dirty="0"/>
          </a:p>
          <a:p>
            <a:r>
              <a:rPr lang="ru-RU" sz="2000" dirty="0"/>
              <a:t>Бул иш-чара иликтөөгө, стратегиялоого жана талкуулоого мүмкүндүк берүү үчүн иштелип чыккан.</a:t>
            </a:r>
          </a:p>
          <a:p>
            <a:endParaRPr lang="ru-RU" sz="2000" dirty="0"/>
          </a:p>
          <a:p>
            <a:r>
              <a:rPr lang="ru-RU" sz="2000" dirty="0"/>
              <a:t>2 өлчөмдөгү 3 табышмак бар.</a:t>
            </a:r>
          </a:p>
          <a:p>
            <a:endParaRPr lang="ru-RU" sz="2000" dirty="0"/>
          </a:p>
          <a:p>
            <a:r>
              <a:rPr lang="ru-RU" sz="2000" dirty="0"/>
              <a:t>Чектелген жооптор берилет.</a:t>
            </a:r>
          </a:p>
          <a:p>
            <a:endParaRPr lang="ru-RU" sz="2000" dirty="0"/>
          </a:p>
          <a:p>
            <a:r>
              <a:rPr lang="ru-RU" sz="2000" dirty="0"/>
              <a:t>Анимацияларды текшерип, </a:t>
            </a:r>
            <a:r>
              <a:rPr lang="ky-KG" sz="2000" dirty="0"/>
              <a:t>сабагы</a:t>
            </a:r>
            <a:r>
              <a:rPr lang="ru-RU" sz="2000" dirty="0"/>
              <a:t>ң</a:t>
            </a:r>
            <a:r>
              <a:rPr lang="ky-KG" sz="2000" dirty="0"/>
              <a:t>ызга </a:t>
            </a:r>
            <a:r>
              <a:rPr lang="ru-RU" sz="2000" b="1" dirty="0">
                <a:solidFill>
                  <a:srgbClr val="FF0000"/>
                </a:solidFill>
              </a:rPr>
              <a:t>КЕРЕГИ ЖОК </a:t>
            </a:r>
            <a:r>
              <a:rPr lang="ru-RU" sz="20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0704CED-3D2F-5E6E-7228-9ABACF07782D}"/>
              </a:ext>
            </a:extLst>
          </p:cNvPr>
          <p:cNvSpPr txBox="1">
            <a:spLocks/>
          </p:cNvSpPr>
          <p:nvPr/>
        </p:nvSpPr>
        <p:spPr>
          <a:xfrm>
            <a:off x="91440" y="451744"/>
            <a:ext cx="7641034" cy="1137642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363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4225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445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0B6FAB0-242F-35B9-EC8C-FCD55845A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80109"/>
            <a:ext cx="9527469" cy="654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501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429924-7B4B-C6D5-A5CC-AECB4783E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75" y="235527"/>
            <a:ext cx="9533629" cy="649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515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0664F8-E5DD-BD8B-0699-740378752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39208" cy="67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571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2513B2-E800-78FA-4682-217E00A26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55" y="110835"/>
            <a:ext cx="9655197" cy="658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572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312975" y="31348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773777" y="2967335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2980368" y="2605193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203950" y="5765742"/>
            <a:ext cx="51444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 бир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511637" y="2370046"/>
            <a:ext cx="1854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3,4 ÷ 0,2 = 17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574919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307124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C93051F-83D9-0057-5A3C-6B849B9DA648}"/>
              </a:ext>
            </a:extLst>
          </p:cNvPr>
          <p:cNvGrpSpPr/>
          <p:nvPr/>
        </p:nvGrpSpPr>
        <p:grpSpPr>
          <a:xfrm>
            <a:off x="3503919" y="1298860"/>
            <a:ext cx="832583" cy="553914"/>
            <a:chOff x="3503919" y="1298860"/>
            <a:chExt cx="832583" cy="553914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9AB5FAE-17CD-C0C8-B72E-8CC3297AE6F7}"/>
                </a:ext>
              </a:extLst>
            </p:cNvPr>
            <p:cNvSpPr/>
            <p:nvPr/>
          </p:nvSpPr>
          <p:spPr>
            <a:xfrm>
              <a:off x="350391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F4FD20A-BB92-A510-1151-6628E3CFB052}"/>
                </a:ext>
              </a:extLst>
            </p:cNvPr>
            <p:cNvSpPr/>
            <p:nvPr/>
          </p:nvSpPr>
          <p:spPr>
            <a:xfrm>
              <a:off x="39690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7E023F6-5760-F1D8-AD8D-CD33FFA420C8}"/>
              </a:ext>
            </a:extLst>
          </p:cNvPr>
          <p:cNvGrpSpPr/>
          <p:nvPr/>
        </p:nvGrpSpPr>
        <p:grpSpPr>
          <a:xfrm>
            <a:off x="556627" y="1298860"/>
            <a:ext cx="949821" cy="553914"/>
            <a:chOff x="556627" y="1298860"/>
            <a:chExt cx="949821" cy="553914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E4E2070-9A99-D809-05F1-3B70E250AB8C}"/>
                </a:ext>
              </a:extLst>
            </p:cNvPr>
            <p:cNvSpPr/>
            <p:nvPr/>
          </p:nvSpPr>
          <p:spPr>
            <a:xfrm>
              <a:off x="1138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18FCD77-2BEB-BEC3-1FFA-26A357B4B170}"/>
                </a:ext>
              </a:extLst>
            </p:cNvPr>
            <p:cNvSpPr/>
            <p:nvPr/>
          </p:nvSpPr>
          <p:spPr>
            <a:xfrm>
              <a:off x="980146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E76FDD6-AF0F-AB6A-4F22-6D2A71B3CC82}"/>
                </a:ext>
              </a:extLst>
            </p:cNvPr>
            <p:cNvSpPr/>
            <p:nvPr/>
          </p:nvSpPr>
          <p:spPr>
            <a:xfrm>
              <a:off x="556627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F3BDFE-BB1A-B1F2-9E20-45440F1FE203}"/>
              </a:ext>
            </a:extLst>
          </p:cNvPr>
          <p:cNvGrpSpPr/>
          <p:nvPr/>
        </p:nvGrpSpPr>
        <p:grpSpPr>
          <a:xfrm>
            <a:off x="1964729" y="1169320"/>
            <a:ext cx="995182" cy="769441"/>
            <a:chOff x="2035266" y="1169320"/>
            <a:chExt cx="995182" cy="76944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FD81CA3-AC7A-CFC6-961D-00894F1376BF}"/>
                </a:ext>
              </a:extLst>
            </p:cNvPr>
            <p:cNvSpPr/>
            <p:nvPr/>
          </p:nvSpPr>
          <p:spPr>
            <a:xfrm>
              <a:off x="2662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B16FBA5-3319-F0FD-7277-1A40A8A1BCB7}"/>
                </a:ext>
              </a:extLst>
            </p:cNvPr>
            <p:cNvSpPr/>
            <p:nvPr/>
          </p:nvSpPr>
          <p:spPr>
            <a:xfrm>
              <a:off x="2480331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78339DF-3924-F638-EF28-179E7BC11517}"/>
                </a:ext>
              </a:extLst>
            </p:cNvPr>
            <p:cNvSpPr txBox="1"/>
            <p:nvPr/>
          </p:nvSpPr>
          <p:spPr>
            <a:xfrm>
              <a:off x="2035266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84C91C5-3F7F-1650-4AC3-2FE496978ADE}"/>
              </a:ext>
            </a:extLst>
          </p:cNvPr>
          <p:cNvSpPr txBox="1"/>
          <p:nvPr/>
        </p:nvSpPr>
        <p:spPr>
          <a:xfrm>
            <a:off x="6511637" y="3084017"/>
            <a:ext cx="1854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8,1 ÷ 0,3 = 27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6A15E0-BAAD-1200-3970-B30F2FFBCFA3}"/>
              </a:ext>
            </a:extLst>
          </p:cNvPr>
          <p:cNvSpPr txBox="1"/>
          <p:nvPr/>
        </p:nvSpPr>
        <p:spPr>
          <a:xfrm>
            <a:off x="6511637" y="942106"/>
            <a:ext cx="1854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1,4 ÷ 0,7 = 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EF7C94-6570-4DF3-0E70-C66903ECB4DD}"/>
              </a:ext>
            </a:extLst>
          </p:cNvPr>
          <p:cNvSpPr txBox="1"/>
          <p:nvPr/>
        </p:nvSpPr>
        <p:spPr>
          <a:xfrm>
            <a:off x="6511637" y="1656076"/>
            <a:ext cx="1854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9,6 ÷ 0,8 = 12</a:t>
            </a:r>
          </a:p>
        </p:txBody>
      </p:sp>
    </p:spTree>
    <p:extLst>
      <p:ext uri="{BB962C8B-B14F-4D97-AF65-F5344CB8AC3E}">
        <p14:creationId xmlns:p14="http://schemas.microsoft.com/office/powerpoint/2010/main" val="2039442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371489" y="29451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796516" y="2978907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3126147" y="2627780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229405" y="5862947"/>
            <a:ext cx="51444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 бир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545127" y="967044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3,6 ÷ 0,4 = 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4C91C5-3F7F-1650-4AC3-2FE496978ADE}"/>
              </a:ext>
            </a:extLst>
          </p:cNvPr>
          <p:cNvSpPr txBox="1"/>
          <p:nvPr/>
        </p:nvSpPr>
        <p:spPr>
          <a:xfrm>
            <a:off x="6545127" y="2261454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6,0 ÷ 1,2 =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6A15E0-BAAD-1200-3970-B30F2FFBCFA3}"/>
              </a:ext>
            </a:extLst>
          </p:cNvPr>
          <p:cNvSpPr txBox="1"/>
          <p:nvPr/>
        </p:nvSpPr>
        <p:spPr>
          <a:xfrm>
            <a:off x="6545127" y="2908659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2,8 ÷ 0,7 =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EF7C94-6570-4DF3-0E70-C66903ECB4DD}"/>
              </a:ext>
            </a:extLst>
          </p:cNvPr>
          <p:cNvSpPr txBox="1"/>
          <p:nvPr/>
        </p:nvSpPr>
        <p:spPr>
          <a:xfrm>
            <a:off x="6545127" y="1614249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3,2 ÷ 0,4 = 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818800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329244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AB5FAE-17CD-C0C8-B72E-8CC3297AE6F7}"/>
              </a:ext>
            </a:extLst>
          </p:cNvPr>
          <p:cNvSpPr/>
          <p:nvPr/>
        </p:nvSpPr>
        <p:spPr>
          <a:xfrm>
            <a:off x="3736460" y="129886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54A576-B6A8-2ADB-BF6E-920E7E66B56D}"/>
              </a:ext>
            </a:extLst>
          </p:cNvPr>
          <p:cNvGrpSpPr/>
          <p:nvPr/>
        </p:nvGrpSpPr>
        <p:grpSpPr>
          <a:xfrm>
            <a:off x="789168" y="1298860"/>
            <a:ext cx="949821" cy="553914"/>
            <a:chOff x="789168" y="1298860"/>
            <a:chExt cx="949821" cy="553914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E4E2070-9A99-D809-05F1-3B70E250AB8C}"/>
                </a:ext>
              </a:extLst>
            </p:cNvPr>
            <p:cNvSpPr/>
            <p:nvPr/>
          </p:nvSpPr>
          <p:spPr>
            <a:xfrm>
              <a:off x="137148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18FCD77-2BEB-BEC3-1FFA-26A357B4B170}"/>
                </a:ext>
              </a:extLst>
            </p:cNvPr>
            <p:cNvSpPr/>
            <p:nvPr/>
          </p:nvSpPr>
          <p:spPr>
            <a:xfrm>
              <a:off x="1212687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E76FDD6-AF0F-AB6A-4F22-6D2A71B3CC82}"/>
                </a:ext>
              </a:extLst>
            </p:cNvPr>
            <p:cNvSpPr/>
            <p:nvPr/>
          </p:nvSpPr>
          <p:spPr>
            <a:xfrm>
              <a:off x="78916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678A6D0-B6BE-AB9C-E5CB-47C8C2B889F5}"/>
              </a:ext>
            </a:extLst>
          </p:cNvPr>
          <p:cNvGrpSpPr/>
          <p:nvPr/>
        </p:nvGrpSpPr>
        <p:grpSpPr>
          <a:xfrm>
            <a:off x="2262813" y="1298860"/>
            <a:ext cx="949821" cy="553914"/>
            <a:chOff x="2318710" y="1298860"/>
            <a:chExt cx="949821" cy="55391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808DB8-839A-9D6F-EC2A-AB845EABE2CD}"/>
                </a:ext>
              </a:extLst>
            </p:cNvPr>
            <p:cNvSpPr/>
            <p:nvPr/>
          </p:nvSpPr>
          <p:spPr>
            <a:xfrm>
              <a:off x="290103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A2ED0EB-2E38-1F9C-6204-F2852D87ADFD}"/>
                </a:ext>
              </a:extLst>
            </p:cNvPr>
            <p:cNvSpPr/>
            <p:nvPr/>
          </p:nvSpPr>
          <p:spPr>
            <a:xfrm>
              <a:off x="2742229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AB795B-3074-686D-AE11-3D552E608E01}"/>
                </a:ext>
              </a:extLst>
            </p:cNvPr>
            <p:cNvSpPr/>
            <p:nvPr/>
          </p:nvSpPr>
          <p:spPr>
            <a:xfrm>
              <a:off x="231871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5F9F119-4FA1-6C2D-59F3-01963D2944D7}"/>
              </a:ext>
            </a:extLst>
          </p:cNvPr>
          <p:cNvSpPr txBox="1"/>
          <p:nvPr/>
        </p:nvSpPr>
        <p:spPr>
          <a:xfrm>
            <a:off x="6545127" y="4203069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1,4 ÷ 0,7 =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EA3C0A-8DA3-FCD3-B9B3-24AB0999C0CC}"/>
              </a:ext>
            </a:extLst>
          </p:cNvPr>
          <p:cNvSpPr txBox="1"/>
          <p:nvPr/>
        </p:nvSpPr>
        <p:spPr>
          <a:xfrm>
            <a:off x="6545127" y="4850274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3,0 ÷ 1,5 =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A33761-5FAD-78D5-A9A3-CAEC3A082277}"/>
              </a:ext>
            </a:extLst>
          </p:cNvPr>
          <p:cNvSpPr txBox="1"/>
          <p:nvPr/>
        </p:nvSpPr>
        <p:spPr>
          <a:xfrm>
            <a:off x="6545127" y="5497479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9,0 ÷ 4,5 = 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3436A0-54E7-2712-C646-B4E0997F810E}"/>
              </a:ext>
            </a:extLst>
          </p:cNvPr>
          <p:cNvSpPr txBox="1"/>
          <p:nvPr/>
        </p:nvSpPr>
        <p:spPr>
          <a:xfrm>
            <a:off x="6545127" y="3555864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4,8 ÷ 1,6 = 3</a:t>
            </a:r>
          </a:p>
        </p:txBody>
      </p:sp>
    </p:spTree>
    <p:extLst>
      <p:ext uri="{BB962C8B-B14F-4D97-AF65-F5344CB8AC3E}">
        <p14:creationId xmlns:p14="http://schemas.microsoft.com/office/powerpoint/2010/main" val="2215244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357183" y="50512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2259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Use any </a:t>
            </a:r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  <a:p>
            <a:endParaRPr lang="en-GB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814628" y="2958498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3141197" y="2609135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192637" y="5844302"/>
            <a:ext cx="51444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 бир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353694" y="1706877"/>
            <a:ext cx="2010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2,7 ÷ 0,45 = 06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3AFCB6-CA74-3AEE-834A-C9B1565D0764}"/>
              </a:ext>
            </a:extLst>
          </p:cNvPr>
          <p:cNvSpPr txBox="1"/>
          <p:nvPr/>
        </p:nvSpPr>
        <p:spPr>
          <a:xfrm>
            <a:off x="6353694" y="3153292"/>
            <a:ext cx="2010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9,6 ÷ 0,12 = 80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AC2096-8DCE-D4E3-CB42-758EA64CB7DE}"/>
              </a:ext>
            </a:extLst>
          </p:cNvPr>
          <p:cNvSpPr txBox="1"/>
          <p:nvPr/>
        </p:nvSpPr>
        <p:spPr>
          <a:xfrm>
            <a:off x="6353694" y="983670"/>
            <a:ext cx="2010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3,8 ÷ 0,95 = 04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EEE4E5-ED27-E34D-0F12-B1F61735405B}"/>
              </a:ext>
            </a:extLst>
          </p:cNvPr>
          <p:cNvSpPr txBox="1"/>
          <p:nvPr/>
        </p:nvSpPr>
        <p:spPr>
          <a:xfrm>
            <a:off x="1393716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1E0C7B-C883-F795-86A1-F23AA4DD053B}"/>
              </a:ext>
            </a:extLst>
          </p:cNvPr>
          <p:cNvSpPr txBox="1"/>
          <p:nvPr/>
        </p:nvSpPr>
        <p:spPr>
          <a:xfrm>
            <a:off x="3331763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BBC7A4E-F6FF-5FC0-A6AB-B3628B947ED2}"/>
              </a:ext>
            </a:extLst>
          </p:cNvPr>
          <p:cNvGrpSpPr/>
          <p:nvPr/>
        </p:nvGrpSpPr>
        <p:grpSpPr>
          <a:xfrm>
            <a:off x="3757802" y="1298860"/>
            <a:ext cx="832583" cy="553914"/>
            <a:chOff x="3757802" y="1298860"/>
            <a:chExt cx="832583" cy="553914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0D9571E-2D19-3E94-D1FB-161F73872276}"/>
                </a:ext>
              </a:extLst>
            </p:cNvPr>
            <p:cNvSpPr/>
            <p:nvPr/>
          </p:nvSpPr>
          <p:spPr>
            <a:xfrm>
              <a:off x="3757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D507E1D-4F43-D9C9-07C4-D8F0D3E67EE1}"/>
                </a:ext>
              </a:extLst>
            </p:cNvPr>
            <p:cNvSpPr/>
            <p:nvPr/>
          </p:nvSpPr>
          <p:spPr>
            <a:xfrm>
              <a:off x="422288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F6C381E-75D4-8ECC-D4C1-0D2886675465}"/>
              </a:ext>
            </a:extLst>
          </p:cNvPr>
          <p:cNvGrpSpPr/>
          <p:nvPr/>
        </p:nvGrpSpPr>
        <p:grpSpPr>
          <a:xfrm>
            <a:off x="382059" y="1298860"/>
            <a:ext cx="949821" cy="553914"/>
            <a:chOff x="382059" y="1298860"/>
            <a:chExt cx="949821" cy="553914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E0758EE-2469-2718-A47D-A009979E3F19}"/>
                </a:ext>
              </a:extLst>
            </p:cNvPr>
            <p:cNvSpPr/>
            <p:nvPr/>
          </p:nvSpPr>
          <p:spPr>
            <a:xfrm>
              <a:off x="96438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FB9AEFF-0F38-ECAF-A003-2E475E396963}"/>
                </a:ext>
              </a:extLst>
            </p:cNvPr>
            <p:cNvSpPr/>
            <p:nvPr/>
          </p:nvSpPr>
          <p:spPr>
            <a:xfrm>
              <a:off x="805578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A46D72F-401D-3827-48AB-A174244D2EC9}"/>
                </a:ext>
              </a:extLst>
            </p:cNvPr>
            <p:cNvSpPr/>
            <p:nvPr/>
          </p:nvSpPr>
          <p:spPr>
            <a:xfrm>
              <a:off x="38205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690E51F-35C2-9C93-C37B-5396FD01901F}"/>
              </a:ext>
            </a:extLst>
          </p:cNvPr>
          <p:cNvGrpSpPr/>
          <p:nvPr/>
        </p:nvGrpSpPr>
        <p:grpSpPr>
          <a:xfrm>
            <a:off x="1819754" y="1177633"/>
            <a:ext cx="1450173" cy="769441"/>
            <a:chOff x="1868798" y="1177633"/>
            <a:chExt cx="1450173" cy="769441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5EC4D72-2D6F-E217-A4AA-70B557D365B3}"/>
                </a:ext>
              </a:extLst>
            </p:cNvPr>
            <p:cNvSpPr/>
            <p:nvPr/>
          </p:nvSpPr>
          <p:spPr>
            <a:xfrm>
              <a:off x="229355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B918F5B-F9C0-E41B-F606-45C8A7BC48AF}"/>
                </a:ext>
              </a:extLst>
            </p:cNvPr>
            <p:cNvSpPr/>
            <p:nvPr/>
          </p:nvSpPr>
          <p:spPr>
            <a:xfrm>
              <a:off x="248638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B739599-900A-1DF7-CA84-8ED11091F77A}"/>
                </a:ext>
              </a:extLst>
            </p:cNvPr>
            <p:cNvSpPr/>
            <p:nvPr/>
          </p:nvSpPr>
          <p:spPr>
            <a:xfrm>
              <a:off x="295147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BB52BC9-3CF2-B67D-3C50-E321ED8342E9}"/>
                </a:ext>
              </a:extLst>
            </p:cNvPr>
            <p:cNvSpPr txBox="1"/>
            <p:nvPr/>
          </p:nvSpPr>
          <p:spPr>
            <a:xfrm>
              <a:off x="1868798" y="1177633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C5608A8A-3097-DCD1-941A-863219F8269E}"/>
              </a:ext>
            </a:extLst>
          </p:cNvPr>
          <p:cNvSpPr txBox="1"/>
          <p:nvPr/>
        </p:nvSpPr>
        <p:spPr>
          <a:xfrm>
            <a:off x="6353694" y="2430084"/>
            <a:ext cx="2010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8,6 ÷ 0,20 = 43</a:t>
            </a:r>
          </a:p>
        </p:txBody>
      </p:sp>
    </p:spTree>
    <p:extLst>
      <p:ext uri="{BB962C8B-B14F-4D97-AF65-F5344CB8AC3E}">
        <p14:creationId xmlns:p14="http://schemas.microsoft.com/office/powerpoint/2010/main" val="4120785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425727" y="60802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1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1317721" y="5710535"/>
            <a:ext cx="23292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 Жооп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511636" y="1199800"/>
            <a:ext cx="2010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3,6 ÷ 0,15 = 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439639" y="136659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3385457" y="136659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AB5FAE-17CD-C0C8-B72E-8CC3297AE6F7}"/>
              </a:ext>
            </a:extLst>
          </p:cNvPr>
          <p:cNvSpPr/>
          <p:nvPr/>
        </p:nvSpPr>
        <p:spPr>
          <a:xfrm>
            <a:off x="3757802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F4FD20A-BB92-A510-1151-6628E3CFB052}"/>
              </a:ext>
            </a:extLst>
          </p:cNvPr>
          <p:cNvSpPr/>
          <p:nvPr/>
        </p:nvSpPr>
        <p:spPr>
          <a:xfrm>
            <a:off x="4222885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E4E2070-9A99-D809-05F1-3B70E250AB8C}"/>
              </a:ext>
            </a:extLst>
          </p:cNvPr>
          <p:cNvSpPr/>
          <p:nvPr/>
        </p:nvSpPr>
        <p:spPr>
          <a:xfrm>
            <a:off x="964380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18FCD77-2BEB-BEC3-1FFA-26A357B4B170}"/>
              </a:ext>
            </a:extLst>
          </p:cNvPr>
          <p:cNvSpPr/>
          <p:nvPr/>
        </p:nvSpPr>
        <p:spPr>
          <a:xfrm>
            <a:off x="805578" y="1590927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E76FDD6-AF0F-AB6A-4F22-6D2A71B3CC82}"/>
              </a:ext>
            </a:extLst>
          </p:cNvPr>
          <p:cNvSpPr/>
          <p:nvPr/>
        </p:nvSpPr>
        <p:spPr>
          <a:xfrm>
            <a:off x="382059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A2ED0EB-2E38-1F9C-6204-F2852D87ADFD}"/>
              </a:ext>
            </a:extLst>
          </p:cNvPr>
          <p:cNvSpPr/>
          <p:nvPr/>
        </p:nvSpPr>
        <p:spPr>
          <a:xfrm>
            <a:off x="2335120" y="1590927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AB795B-3074-686D-AE11-3D552E608E01}"/>
              </a:ext>
            </a:extLst>
          </p:cNvPr>
          <p:cNvSpPr/>
          <p:nvPr/>
        </p:nvSpPr>
        <p:spPr>
          <a:xfrm>
            <a:off x="1911601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65E7B4-049B-0B91-0916-3298173411EA}"/>
              </a:ext>
            </a:extLst>
          </p:cNvPr>
          <p:cNvSpPr/>
          <p:nvPr/>
        </p:nvSpPr>
        <p:spPr>
          <a:xfrm>
            <a:off x="2486388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EF3A99-97B3-F08F-E4CB-257E767948C6}"/>
              </a:ext>
            </a:extLst>
          </p:cNvPr>
          <p:cNvSpPr/>
          <p:nvPr/>
        </p:nvSpPr>
        <p:spPr>
          <a:xfrm>
            <a:off x="2951471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51212345-60DE-870A-B51F-974AB641FDCA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FA1A32-F999-3C3A-D0CB-6FB4526BA07C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BF2B5B-B65F-28E3-9036-61D4C86FFB4D}"/>
              </a:ext>
            </a:extLst>
          </p:cNvPr>
          <p:cNvSpPr txBox="1"/>
          <p:nvPr/>
        </p:nvSpPr>
        <p:spPr>
          <a:xfrm>
            <a:off x="759890" y="2962980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AEA375A5-C496-2669-8E47-60F4372401D9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A906DE2-3E5E-5715-8643-8088F0A14B2D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96918D-9A94-632D-7AE0-3DE984FCD6A5}"/>
              </a:ext>
            </a:extLst>
          </p:cNvPr>
          <p:cNvSpPr txBox="1"/>
          <p:nvPr/>
        </p:nvSpPr>
        <p:spPr>
          <a:xfrm>
            <a:off x="2690362" y="2623503"/>
            <a:ext cx="20617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Эң чоң жана эң кичине </a:t>
            </a:r>
          </a:p>
          <a:p>
            <a:r>
              <a:rPr lang="ru-RU" sz="1400" dirty="0"/>
              <a:t>натыйжалар эсептей </a:t>
            </a:r>
            <a:endParaRPr lang="en-US" sz="1400" dirty="0"/>
          </a:p>
          <a:p>
            <a:r>
              <a:rPr lang="ru-RU" sz="1400" dirty="0"/>
              <a:t>алдыңбы?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533905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BCA1D764-031F-3149-2DA6-5F8CEC43175E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A893ACE-E3AF-CCF4-926B-60AB57673B2A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C94E6AE-E70E-E8BF-1FB7-B0DED985EB24}"/>
              </a:ext>
            </a:extLst>
          </p:cNvPr>
          <p:cNvSpPr txBox="1"/>
          <p:nvPr/>
        </p:nvSpPr>
        <p:spPr>
          <a:xfrm>
            <a:off x="1312975" y="31348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97" name="Star: 5 Points 96">
            <a:extLst>
              <a:ext uri="{FF2B5EF4-FFF2-40B4-BE49-F238E27FC236}">
                <a16:creationId xmlns:a16="http://schemas.microsoft.com/office/drawing/2014/main" id="{6459BAA0-6A0B-10AC-0F96-6A0270DB589E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CE1BB55-4B2D-2343-78E4-8E4B4110561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7A7D29D-4DBD-E850-7B2D-2A7665D002FF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65A7D60-E790-0337-F181-AC8509EF2AD7}"/>
              </a:ext>
            </a:extLst>
          </p:cNvPr>
          <p:cNvSpPr txBox="1"/>
          <p:nvPr/>
        </p:nvSpPr>
        <p:spPr>
          <a:xfrm>
            <a:off x="773777" y="2967335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01" name="Star: 5 Points 100">
            <a:extLst>
              <a:ext uri="{FF2B5EF4-FFF2-40B4-BE49-F238E27FC236}">
                <a16:creationId xmlns:a16="http://schemas.microsoft.com/office/drawing/2014/main" id="{F23C3090-4D72-4B95-6C7C-ADDE6E5AF24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2" name="Star: 5 Points 101">
            <a:extLst>
              <a:ext uri="{FF2B5EF4-FFF2-40B4-BE49-F238E27FC236}">
                <a16:creationId xmlns:a16="http://schemas.microsoft.com/office/drawing/2014/main" id="{9872633E-AEA8-4B5F-7234-973176523F81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58E1AA7-B8BF-AAFC-26B0-F8D65D612405}"/>
              </a:ext>
            </a:extLst>
          </p:cNvPr>
          <p:cNvSpPr txBox="1"/>
          <p:nvPr/>
        </p:nvSpPr>
        <p:spPr>
          <a:xfrm>
            <a:off x="2980368" y="2605193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C0D1B19-FC1B-BBCF-EB82-C033B0638C40}"/>
              </a:ext>
            </a:extLst>
          </p:cNvPr>
          <p:cNvSpPr txBox="1"/>
          <p:nvPr/>
        </p:nvSpPr>
        <p:spPr>
          <a:xfrm>
            <a:off x="1574919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796CC13-ACFF-FDB6-53C1-285A435275C5}"/>
              </a:ext>
            </a:extLst>
          </p:cNvPr>
          <p:cNvSpPr txBox="1"/>
          <p:nvPr/>
        </p:nvSpPr>
        <p:spPr>
          <a:xfrm>
            <a:off x="307124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C75525E-3F98-7F5B-F4CD-6031C01C0D7A}"/>
              </a:ext>
            </a:extLst>
          </p:cNvPr>
          <p:cNvGrpSpPr/>
          <p:nvPr/>
        </p:nvGrpSpPr>
        <p:grpSpPr>
          <a:xfrm>
            <a:off x="3503919" y="1298860"/>
            <a:ext cx="832583" cy="553914"/>
            <a:chOff x="3503919" y="1298860"/>
            <a:chExt cx="832583" cy="553914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6238E79-46BC-C918-756D-B03C3557F0E8}"/>
                </a:ext>
              </a:extLst>
            </p:cNvPr>
            <p:cNvSpPr/>
            <p:nvPr/>
          </p:nvSpPr>
          <p:spPr>
            <a:xfrm>
              <a:off x="350391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FBEC92D7-AA84-74AF-8490-6328C194E146}"/>
                </a:ext>
              </a:extLst>
            </p:cNvPr>
            <p:cNvSpPr/>
            <p:nvPr/>
          </p:nvSpPr>
          <p:spPr>
            <a:xfrm>
              <a:off x="39690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BFABA34-B9A3-A746-1CF1-EDD5E2DCAF37}"/>
              </a:ext>
            </a:extLst>
          </p:cNvPr>
          <p:cNvGrpSpPr/>
          <p:nvPr/>
        </p:nvGrpSpPr>
        <p:grpSpPr>
          <a:xfrm>
            <a:off x="556627" y="1298860"/>
            <a:ext cx="949821" cy="553914"/>
            <a:chOff x="556627" y="1298860"/>
            <a:chExt cx="949821" cy="553914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D71396E4-1ACC-1124-7B87-747426B45516}"/>
                </a:ext>
              </a:extLst>
            </p:cNvPr>
            <p:cNvSpPr/>
            <p:nvPr/>
          </p:nvSpPr>
          <p:spPr>
            <a:xfrm>
              <a:off x="1138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E7CD80F2-A394-1528-597A-F5F707F84683}"/>
                </a:ext>
              </a:extLst>
            </p:cNvPr>
            <p:cNvSpPr/>
            <p:nvPr/>
          </p:nvSpPr>
          <p:spPr>
            <a:xfrm>
              <a:off x="980146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6B1CC2D6-62FD-1A9B-2DE4-9A58ED3F8803}"/>
                </a:ext>
              </a:extLst>
            </p:cNvPr>
            <p:cNvSpPr/>
            <p:nvPr/>
          </p:nvSpPr>
          <p:spPr>
            <a:xfrm>
              <a:off x="556627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9860720-74BA-CF71-2333-E8713745598C}"/>
              </a:ext>
            </a:extLst>
          </p:cNvPr>
          <p:cNvGrpSpPr/>
          <p:nvPr/>
        </p:nvGrpSpPr>
        <p:grpSpPr>
          <a:xfrm>
            <a:off x="1964729" y="1169320"/>
            <a:ext cx="995182" cy="769441"/>
            <a:chOff x="2035266" y="1169320"/>
            <a:chExt cx="995182" cy="769441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27D4A307-DD32-FEA1-ACEE-37BEEB98D855}"/>
                </a:ext>
              </a:extLst>
            </p:cNvPr>
            <p:cNvSpPr/>
            <p:nvPr/>
          </p:nvSpPr>
          <p:spPr>
            <a:xfrm>
              <a:off x="2662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9D901960-9C74-DF57-DBA2-11026CC50C01}"/>
                </a:ext>
              </a:extLst>
            </p:cNvPr>
            <p:cNvSpPr/>
            <p:nvPr/>
          </p:nvSpPr>
          <p:spPr>
            <a:xfrm>
              <a:off x="2480331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9C50E47-7059-B420-80CD-C58B3FC524B9}"/>
                </a:ext>
              </a:extLst>
            </p:cNvPr>
            <p:cNvSpPr txBox="1"/>
            <p:nvPr/>
          </p:nvSpPr>
          <p:spPr>
            <a:xfrm>
              <a:off x="2035266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7BB6B6A5-A6D5-811E-E17D-485A116F6975}"/>
              </a:ext>
            </a:extLst>
          </p:cNvPr>
          <p:cNvSpPr/>
          <p:nvPr/>
        </p:nvSpPr>
        <p:spPr>
          <a:xfrm>
            <a:off x="4980738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53D3C67-BDCE-5F84-CCB5-575F77780C03}"/>
              </a:ext>
            </a:extLst>
          </p:cNvPr>
          <p:cNvSpPr/>
          <p:nvPr/>
        </p:nvSpPr>
        <p:spPr>
          <a:xfrm>
            <a:off x="6848182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586A858-4FB5-D529-26AC-2568FF249958}"/>
              </a:ext>
            </a:extLst>
          </p:cNvPr>
          <p:cNvSpPr txBox="1"/>
          <p:nvPr/>
        </p:nvSpPr>
        <p:spPr>
          <a:xfrm>
            <a:off x="6286093" y="31348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20" name="Star: 5 Points 119">
            <a:extLst>
              <a:ext uri="{FF2B5EF4-FFF2-40B4-BE49-F238E27FC236}">
                <a16:creationId xmlns:a16="http://schemas.microsoft.com/office/drawing/2014/main" id="{DB7FF84D-BFEE-CB92-6F76-EBB37A40DF6A}"/>
              </a:ext>
            </a:extLst>
          </p:cNvPr>
          <p:cNvSpPr/>
          <p:nvPr/>
        </p:nvSpPr>
        <p:spPr>
          <a:xfrm>
            <a:off x="5451654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0B3C1E4-13F4-1316-EFC9-2958D674FE33}"/>
              </a:ext>
            </a:extLst>
          </p:cNvPr>
          <p:cNvSpPr txBox="1"/>
          <p:nvPr/>
        </p:nvSpPr>
        <p:spPr>
          <a:xfrm>
            <a:off x="5787746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E103260-CA4C-66E4-D193-950353339817}"/>
              </a:ext>
            </a:extLst>
          </p:cNvPr>
          <p:cNvSpPr txBox="1"/>
          <p:nvPr/>
        </p:nvSpPr>
        <p:spPr>
          <a:xfrm>
            <a:off x="5984738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2A9427E-4002-55E7-9B4D-108A6E41211E}"/>
              </a:ext>
            </a:extLst>
          </p:cNvPr>
          <p:cNvSpPr txBox="1"/>
          <p:nvPr/>
        </p:nvSpPr>
        <p:spPr>
          <a:xfrm>
            <a:off x="5746895" y="2967335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24" name="Star: 5 Points 123">
            <a:extLst>
              <a:ext uri="{FF2B5EF4-FFF2-40B4-BE49-F238E27FC236}">
                <a16:creationId xmlns:a16="http://schemas.microsoft.com/office/drawing/2014/main" id="{9B7431A3-1DBE-08E7-411B-2CDFE3409EE9}"/>
              </a:ext>
            </a:extLst>
          </p:cNvPr>
          <p:cNvSpPr/>
          <p:nvPr/>
        </p:nvSpPr>
        <p:spPr>
          <a:xfrm>
            <a:off x="5451654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5" name="Star: 5 Points 124">
            <a:extLst>
              <a:ext uri="{FF2B5EF4-FFF2-40B4-BE49-F238E27FC236}">
                <a16:creationId xmlns:a16="http://schemas.microsoft.com/office/drawing/2014/main" id="{196CAA9E-9EA2-062B-FA96-2EC2F288F6BC}"/>
              </a:ext>
            </a:extLst>
          </p:cNvPr>
          <p:cNvSpPr/>
          <p:nvPr/>
        </p:nvSpPr>
        <p:spPr>
          <a:xfrm>
            <a:off x="5112564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58A271D-E49A-32B1-9976-67D310BA5013}"/>
              </a:ext>
            </a:extLst>
          </p:cNvPr>
          <p:cNvSpPr txBox="1"/>
          <p:nvPr/>
        </p:nvSpPr>
        <p:spPr>
          <a:xfrm>
            <a:off x="7953486" y="2605193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F9CD177-6827-6525-9F83-9AE50FA49181}"/>
              </a:ext>
            </a:extLst>
          </p:cNvPr>
          <p:cNvSpPr txBox="1"/>
          <p:nvPr/>
        </p:nvSpPr>
        <p:spPr>
          <a:xfrm>
            <a:off x="6548037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9D460FA-E6AF-C912-76C7-06B24C67B1EF}"/>
              </a:ext>
            </a:extLst>
          </p:cNvPr>
          <p:cNvSpPr txBox="1"/>
          <p:nvPr/>
        </p:nvSpPr>
        <p:spPr>
          <a:xfrm>
            <a:off x="8044363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74BE7224-FD14-6509-96D0-B5C68A531968}"/>
              </a:ext>
            </a:extLst>
          </p:cNvPr>
          <p:cNvGrpSpPr/>
          <p:nvPr/>
        </p:nvGrpSpPr>
        <p:grpSpPr>
          <a:xfrm>
            <a:off x="8477037" y="1298860"/>
            <a:ext cx="832583" cy="553914"/>
            <a:chOff x="3503919" y="1298860"/>
            <a:chExt cx="832583" cy="553914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CE7E3409-B5AA-32BD-1754-9F8B3FC202BA}"/>
                </a:ext>
              </a:extLst>
            </p:cNvPr>
            <p:cNvSpPr/>
            <p:nvPr/>
          </p:nvSpPr>
          <p:spPr>
            <a:xfrm>
              <a:off x="350391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ED6E4C80-43C9-E37A-4E59-8933939E0203}"/>
                </a:ext>
              </a:extLst>
            </p:cNvPr>
            <p:cNvSpPr/>
            <p:nvPr/>
          </p:nvSpPr>
          <p:spPr>
            <a:xfrm>
              <a:off x="39690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73951982-4E1C-79D9-17DD-8EAC7B3327F5}"/>
              </a:ext>
            </a:extLst>
          </p:cNvPr>
          <p:cNvGrpSpPr/>
          <p:nvPr/>
        </p:nvGrpSpPr>
        <p:grpSpPr>
          <a:xfrm>
            <a:off x="5529745" y="1298860"/>
            <a:ext cx="949821" cy="553914"/>
            <a:chOff x="556627" y="1298860"/>
            <a:chExt cx="949821" cy="553914"/>
          </a:xfrm>
        </p:grpSpPr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2935599E-2636-AF19-3015-2F2A633EE836}"/>
                </a:ext>
              </a:extLst>
            </p:cNvPr>
            <p:cNvSpPr/>
            <p:nvPr/>
          </p:nvSpPr>
          <p:spPr>
            <a:xfrm>
              <a:off x="1138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9A582B73-2675-8B7D-B748-A69C47E9E6F7}"/>
                </a:ext>
              </a:extLst>
            </p:cNvPr>
            <p:cNvSpPr/>
            <p:nvPr/>
          </p:nvSpPr>
          <p:spPr>
            <a:xfrm>
              <a:off x="980146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4972A06F-758D-6E7E-A676-46333B941021}"/>
                </a:ext>
              </a:extLst>
            </p:cNvPr>
            <p:cNvSpPr/>
            <p:nvPr/>
          </p:nvSpPr>
          <p:spPr>
            <a:xfrm>
              <a:off x="556627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BCA502F7-EB90-2B3C-235E-20CD3E891F91}"/>
              </a:ext>
            </a:extLst>
          </p:cNvPr>
          <p:cNvGrpSpPr/>
          <p:nvPr/>
        </p:nvGrpSpPr>
        <p:grpSpPr>
          <a:xfrm>
            <a:off x="6937847" y="1169320"/>
            <a:ext cx="995182" cy="769441"/>
            <a:chOff x="2035266" y="1169320"/>
            <a:chExt cx="995182" cy="769441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05292D94-01D3-1375-39DE-CDD9FD05D744}"/>
                </a:ext>
              </a:extLst>
            </p:cNvPr>
            <p:cNvSpPr/>
            <p:nvPr/>
          </p:nvSpPr>
          <p:spPr>
            <a:xfrm>
              <a:off x="2662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2EB6DBD5-0FE9-A577-1658-53DF78F255D5}"/>
                </a:ext>
              </a:extLst>
            </p:cNvPr>
            <p:cNvSpPr/>
            <p:nvPr/>
          </p:nvSpPr>
          <p:spPr>
            <a:xfrm>
              <a:off x="2480331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07EA2904-14E6-3B7D-A765-E9374A2D9928}"/>
                </a:ext>
              </a:extLst>
            </p:cNvPr>
            <p:cNvSpPr txBox="1"/>
            <p:nvPr/>
          </p:nvSpPr>
          <p:spPr>
            <a:xfrm>
              <a:off x="2035266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19A28BFC-DE11-CB64-BAEB-DF81F9727BF8}"/>
              </a:ext>
            </a:extLst>
          </p:cNvPr>
          <p:cNvSpPr/>
          <p:nvPr/>
        </p:nvSpPr>
        <p:spPr>
          <a:xfrm>
            <a:off x="10602" y="3523373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312B01CD-5E2B-4360-EC8D-E6646D1378D8}"/>
              </a:ext>
            </a:extLst>
          </p:cNvPr>
          <p:cNvSpPr/>
          <p:nvPr/>
        </p:nvSpPr>
        <p:spPr>
          <a:xfrm>
            <a:off x="1878046" y="3451494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95CD6522-26BB-619F-465D-02B292433818}"/>
              </a:ext>
            </a:extLst>
          </p:cNvPr>
          <p:cNvSpPr txBox="1"/>
          <p:nvPr/>
        </p:nvSpPr>
        <p:spPr>
          <a:xfrm>
            <a:off x="1315957" y="3427721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43" name="Star: 5 Points 142">
            <a:extLst>
              <a:ext uri="{FF2B5EF4-FFF2-40B4-BE49-F238E27FC236}">
                <a16:creationId xmlns:a16="http://schemas.microsoft.com/office/drawing/2014/main" id="{FE6F1D92-E219-7CC1-F08C-4D6F6B6E60A8}"/>
              </a:ext>
            </a:extLst>
          </p:cNvPr>
          <p:cNvSpPr/>
          <p:nvPr/>
        </p:nvSpPr>
        <p:spPr>
          <a:xfrm>
            <a:off x="481518" y="604555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2CCBD36F-7A03-3723-FE3B-85925B5068EB}"/>
              </a:ext>
            </a:extLst>
          </p:cNvPr>
          <p:cNvSpPr txBox="1"/>
          <p:nvPr/>
        </p:nvSpPr>
        <p:spPr>
          <a:xfrm>
            <a:off x="817610" y="6047733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FF5258E-FC69-2EB1-1754-20C34B952ABC}"/>
              </a:ext>
            </a:extLst>
          </p:cNvPr>
          <p:cNvSpPr txBox="1"/>
          <p:nvPr/>
        </p:nvSpPr>
        <p:spPr>
          <a:xfrm>
            <a:off x="1014602" y="3739273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3BC830A4-FE54-5639-53FA-EEBCAD023021}"/>
              </a:ext>
            </a:extLst>
          </p:cNvPr>
          <p:cNvSpPr txBox="1"/>
          <p:nvPr/>
        </p:nvSpPr>
        <p:spPr>
          <a:xfrm>
            <a:off x="776759" y="6363708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47" name="Star: 5 Points 146">
            <a:extLst>
              <a:ext uri="{FF2B5EF4-FFF2-40B4-BE49-F238E27FC236}">
                <a16:creationId xmlns:a16="http://schemas.microsoft.com/office/drawing/2014/main" id="{D28488C6-53A2-4DBD-C43D-1E16DFCE5D7C}"/>
              </a:ext>
            </a:extLst>
          </p:cNvPr>
          <p:cNvSpPr/>
          <p:nvPr/>
        </p:nvSpPr>
        <p:spPr>
          <a:xfrm>
            <a:off x="481518" y="638920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8" name="Star: 5 Points 147">
            <a:extLst>
              <a:ext uri="{FF2B5EF4-FFF2-40B4-BE49-F238E27FC236}">
                <a16:creationId xmlns:a16="http://schemas.microsoft.com/office/drawing/2014/main" id="{EA25CB19-17ED-B97C-9BD9-942942283FD5}"/>
              </a:ext>
            </a:extLst>
          </p:cNvPr>
          <p:cNvSpPr/>
          <p:nvPr/>
        </p:nvSpPr>
        <p:spPr>
          <a:xfrm>
            <a:off x="142428" y="638920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58760C0-7546-FEE2-B803-F248E782604C}"/>
              </a:ext>
            </a:extLst>
          </p:cNvPr>
          <p:cNvSpPr txBox="1"/>
          <p:nvPr/>
        </p:nvSpPr>
        <p:spPr>
          <a:xfrm>
            <a:off x="2983350" y="6001566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370D5142-6669-B551-2A1A-A1372A659591}"/>
              </a:ext>
            </a:extLst>
          </p:cNvPr>
          <p:cNvSpPr txBox="1"/>
          <p:nvPr/>
        </p:nvSpPr>
        <p:spPr>
          <a:xfrm>
            <a:off x="1577901" y="469646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C4C0BB3-5D34-CDDB-C29D-1EC870DFF63F}"/>
              </a:ext>
            </a:extLst>
          </p:cNvPr>
          <p:cNvSpPr txBox="1"/>
          <p:nvPr/>
        </p:nvSpPr>
        <p:spPr>
          <a:xfrm>
            <a:off x="3074227" y="469646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E51CB1FF-B816-1914-0D70-450C57D67082}"/>
              </a:ext>
            </a:extLst>
          </p:cNvPr>
          <p:cNvGrpSpPr/>
          <p:nvPr/>
        </p:nvGrpSpPr>
        <p:grpSpPr>
          <a:xfrm>
            <a:off x="3506901" y="4695233"/>
            <a:ext cx="832583" cy="553914"/>
            <a:chOff x="3503919" y="1298860"/>
            <a:chExt cx="832583" cy="553914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8AC39C08-C74D-A432-B761-E60D7B2686AA}"/>
                </a:ext>
              </a:extLst>
            </p:cNvPr>
            <p:cNvSpPr/>
            <p:nvPr/>
          </p:nvSpPr>
          <p:spPr>
            <a:xfrm>
              <a:off x="350391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36913DB6-CC05-0042-B951-854B32FFF3C1}"/>
                </a:ext>
              </a:extLst>
            </p:cNvPr>
            <p:cNvSpPr/>
            <p:nvPr/>
          </p:nvSpPr>
          <p:spPr>
            <a:xfrm>
              <a:off x="39690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56A10F60-E1AD-41BF-81E9-71105448A9C0}"/>
              </a:ext>
            </a:extLst>
          </p:cNvPr>
          <p:cNvGrpSpPr/>
          <p:nvPr/>
        </p:nvGrpSpPr>
        <p:grpSpPr>
          <a:xfrm>
            <a:off x="559609" y="4695233"/>
            <a:ext cx="949821" cy="553914"/>
            <a:chOff x="556627" y="1298860"/>
            <a:chExt cx="949821" cy="553914"/>
          </a:xfrm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AD537021-0F0C-F8E6-65B8-CAA055D44ED1}"/>
                </a:ext>
              </a:extLst>
            </p:cNvPr>
            <p:cNvSpPr/>
            <p:nvPr/>
          </p:nvSpPr>
          <p:spPr>
            <a:xfrm>
              <a:off x="1138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7763D834-AFDC-1B79-4EE7-1A4BEFAA24EB}"/>
                </a:ext>
              </a:extLst>
            </p:cNvPr>
            <p:cNvSpPr/>
            <p:nvPr/>
          </p:nvSpPr>
          <p:spPr>
            <a:xfrm>
              <a:off x="980146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C4B8BE2B-2089-429C-4606-9FC3AEE43971}"/>
                </a:ext>
              </a:extLst>
            </p:cNvPr>
            <p:cNvSpPr/>
            <p:nvPr/>
          </p:nvSpPr>
          <p:spPr>
            <a:xfrm>
              <a:off x="556627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DFC676B7-8F24-0279-4F41-6F266873D925}"/>
              </a:ext>
            </a:extLst>
          </p:cNvPr>
          <p:cNvGrpSpPr/>
          <p:nvPr/>
        </p:nvGrpSpPr>
        <p:grpSpPr>
          <a:xfrm>
            <a:off x="1967711" y="4565693"/>
            <a:ext cx="995182" cy="769441"/>
            <a:chOff x="2035266" y="1169320"/>
            <a:chExt cx="995182" cy="769441"/>
          </a:xfrm>
        </p:grpSpPr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4669DE47-04C1-7D39-94EF-CB7E8E7B9FF9}"/>
                </a:ext>
              </a:extLst>
            </p:cNvPr>
            <p:cNvSpPr/>
            <p:nvPr/>
          </p:nvSpPr>
          <p:spPr>
            <a:xfrm>
              <a:off x="2662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C660E99C-9F6E-4ACF-01A2-B7C962753EE6}"/>
                </a:ext>
              </a:extLst>
            </p:cNvPr>
            <p:cNvSpPr/>
            <p:nvPr/>
          </p:nvSpPr>
          <p:spPr>
            <a:xfrm>
              <a:off x="2480331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B675BD1D-6D88-9939-BD87-7AC994A4F63E}"/>
                </a:ext>
              </a:extLst>
            </p:cNvPr>
            <p:cNvSpPr txBox="1"/>
            <p:nvPr/>
          </p:nvSpPr>
          <p:spPr>
            <a:xfrm>
              <a:off x="2035266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506ADE60-44B8-13B0-09FA-94124DA17A18}"/>
              </a:ext>
            </a:extLst>
          </p:cNvPr>
          <p:cNvSpPr/>
          <p:nvPr/>
        </p:nvSpPr>
        <p:spPr>
          <a:xfrm>
            <a:off x="4980738" y="3520783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B4284E0C-27BC-7F68-6317-F0A1BFBE3BE9}"/>
              </a:ext>
            </a:extLst>
          </p:cNvPr>
          <p:cNvSpPr/>
          <p:nvPr/>
        </p:nvSpPr>
        <p:spPr>
          <a:xfrm>
            <a:off x="6848182" y="3448904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DAF8DBE-5A48-6D3F-B640-1A020BBEDEDB}"/>
              </a:ext>
            </a:extLst>
          </p:cNvPr>
          <p:cNvSpPr txBox="1"/>
          <p:nvPr/>
        </p:nvSpPr>
        <p:spPr>
          <a:xfrm>
            <a:off x="6286093" y="3425131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6" name="Star: 5 Points 165">
            <a:extLst>
              <a:ext uri="{FF2B5EF4-FFF2-40B4-BE49-F238E27FC236}">
                <a16:creationId xmlns:a16="http://schemas.microsoft.com/office/drawing/2014/main" id="{8335F11B-7932-4D9F-0553-7929B9F7083D}"/>
              </a:ext>
            </a:extLst>
          </p:cNvPr>
          <p:cNvSpPr/>
          <p:nvPr/>
        </p:nvSpPr>
        <p:spPr>
          <a:xfrm>
            <a:off x="5451654" y="604296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00A16A87-3E20-BBDD-C8E1-AE17A0392965}"/>
              </a:ext>
            </a:extLst>
          </p:cNvPr>
          <p:cNvSpPr txBox="1"/>
          <p:nvPr/>
        </p:nvSpPr>
        <p:spPr>
          <a:xfrm>
            <a:off x="5787746" y="6045143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AEF3A918-9256-0FC8-072F-D2F14E06CCC0}"/>
              </a:ext>
            </a:extLst>
          </p:cNvPr>
          <p:cNvSpPr txBox="1"/>
          <p:nvPr/>
        </p:nvSpPr>
        <p:spPr>
          <a:xfrm>
            <a:off x="5984738" y="3736683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2C2B14C1-1CAF-3886-6787-8102A56950D6}"/>
              </a:ext>
            </a:extLst>
          </p:cNvPr>
          <p:cNvSpPr txBox="1"/>
          <p:nvPr/>
        </p:nvSpPr>
        <p:spPr>
          <a:xfrm>
            <a:off x="5746895" y="6361118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70" name="Star: 5 Points 169">
            <a:extLst>
              <a:ext uri="{FF2B5EF4-FFF2-40B4-BE49-F238E27FC236}">
                <a16:creationId xmlns:a16="http://schemas.microsoft.com/office/drawing/2014/main" id="{159489F0-C5EA-4478-61A3-204DD1B56D5F}"/>
              </a:ext>
            </a:extLst>
          </p:cNvPr>
          <p:cNvSpPr/>
          <p:nvPr/>
        </p:nvSpPr>
        <p:spPr>
          <a:xfrm>
            <a:off x="5451654" y="638661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Star: 5 Points 170">
            <a:extLst>
              <a:ext uri="{FF2B5EF4-FFF2-40B4-BE49-F238E27FC236}">
                <a16:creationId xmlns:a16="http://schemas.microsoft.com/office/drawing/2014/main" id="{CDE0B691-C006-21F2-4605-498D7441559C}"/>
              </a:ext>
            </a:extLst>
          </p:cNvPr>
          <p:cNvSpPr/>
          <p:nvPr/>
        </p:nvSpPr>
        <p:spPr>
          <a:xfrm>
            <a:off x="5112564" y="638661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AC084643-D148-9421-FB28-C658B2B55C93}"/>
              </a:ext>
            </a:extLst>
          </p:cNvPr>
          <p:cNvSpPr txBox="1"/>
          <p:nvPr/>
        </p:nvSpPr>
        <p:spPr>
          <a:xfrm>
            <a:off x="7953486" y="5998976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62FF56FB-136E-2C7E-BBB9-67493D3FBE94}"/>
              </a:ext>
            </a:extLst>
          </p:cNvPr>
          <p:cNvSpPr txBox="1"/>
          <p:nvPr/>
        </p:nvSpPr>
        <p:spPr>
          <a:xfrm>
            <a:off x="6548037" y="469387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890AE71-97E3-DD14-9CDA-B8CA83CB978C}"/>
              </a:ext>
            </a:extLst>
          </p:cNvPr>
          <p:cNvSpPr txBox="1"/>
          <p:nvPr/>
        </p:nvSpPr>
        <p:spPr>
          <a:xfrm>
            <a:off x="8044363" y="469387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BF134AB7-8982-ECE9-B656-89E973E4AE0E}"/>
              </a:ext>
            </a:extLst>
          </p:cNvPr>
          <p:cNvGrpSpPr/>
          <p:nvPr/>
        </p:nvGrpSpPr>
        <p:grpSpPr>
          <a:xfrm>
            <a:off x="8477037" y="4692643"/>
            <a:ext cx="832583" cy="553914"/>
            <a:chOff x="3503919" y="1298860"/>
            <a:chExt cx="832583" cy="553914"/>
          </a:xfrm>
        </p:grpSpPr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2FA8D920-E8D4-4F80-6C76-4DF0DBCF4B97}"/>
                </a:ext>
              </a:extLst>
            </p:cNvPr>
            <p:cNvSpPr/>
            <p:nvPr/>
          </p:nvSpPr>
          <p:spPr>
            <a:xfrm>
              <a:off x="350391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FF7E9A9F-AA74-62F9-DA27-89AEBE14A8BC}"/>
                </a:ext>
              </a:extLst>
            </p:cNvPr>
            <p:cNvSpPr/>
            <p:nvPr/>
          </p:nvSpPr>
          <p:spPr>
            <a:xfrm>
              <a:off x="39690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83FF1147-8CC7-B040-54A6-CB98BD719CE8}"/>
              </a:ext>
            </a:extLst>
          </p:cNvPr>
          <p:cNvGrpSpPr/>
          <p:nvPr/>
        </p:nvGrpSpPr>
        <p:grpSpPr>
          <a:xfrm>
            <a:off x="5529745" y="4692643"/>
            <a:ext cx="949821" cy="553914"/>
            <a:chOff x="556627" y="1298860"/>
            <a:chExt cx="949821" cy="553914"/>
          </a:xfrm>
        </p:grpSpPr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C7A89096-1E9E-563A-8CA3-24D606D46B7D}"/>
                </a:ext>
              </a:extLst>
            </p:cNvPr>
            <p:cNvSpPr/>
            <p:nvPr/>
          </p:nvSpPr>
          <p:spPr>
            <a:xfrm>
              <a:off x="1138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A2761EB6-2941-54AB-0D5D-1974806428D9}"/>
                </a:ext>
              </a:extLst>
            </p:cNvPr>
            <p:cNvSpPr/>
            <p:nvPr/>
          </p:nvSpPr>
          <p:spPr>
            <a:xfrm>
              <a:off x="980146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84C05FA3-9D80-901F-BBA0-DA021278ACBC}"/>
                </a:ext>
              </a:extLst>
            </p:cNvPr>
            <p:cNvSpPr/>
            <p:nvPr/>
          </p:nvSpPr>
          <p:spPr>
            <a:xfrm>
              <a:off x="556627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7DBFE2A3-8A22-D37B-A747-C2F06858695D}"/>
              </a:ext>
            </a:extLst>
          </p:cNvPr>
          <p:cNvGrpSpPr/>
          <p:nvPr/>
        </p:nvGrpSpPr>
        <p:grpSpPr>
          <a:xfrm>
            <a:off x="6937847" y="4563103"/>
            <a:ext cx="995182" cy="769441"/>
            <a:chOff x="2035266" y="1169320"/>
            <a:chExt cx="995182" cy="769441"/>
          </a:xfrm>
        </p:grpSpPr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8090CAF3-FB1E-6A9D-8F59-6CB748F062E3}"/>
                </a:ext>
              </a:extLst>
            </p:cNvPr>
            <p:cNvSpPr/>
            <p:nvPr/>
          </p:nvSpPr>
          <p:spPr>
            <a:xfrm>
              <a:off x="2662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A2EDE62E-7DDA-C473-DBB9-DBA14786147F}"/>
                </a:ext>
              </a:extLst>
            </p:cNvPr>
            <p:cNvSpPr/>
            <p:nvPr/>
          </p:nvSpPr>
          <p:spPr>
            <a:xfrm>
              <a:off x="2480331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AC09CFA5-19D2-7478-21F5-8D9F8CBE2841}"/>
                </a:ext>
              </a:extLst>
            </p:cNvPr>
            <p:cNvSpPr txBox="1"/>
            <p:nvPr/>
          </p:nvSpPr>
          <p:spPr>
            <a:xfrm>
              <a:off x="2035266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9019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433B9695-606C-ABD8-16F6-430663E1BC31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4D83727-87EA-7C36-344B-E20BBBBABEDC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A01E1B5-5F26-8280-DF47-7137375A9B2A}"/>
              </a:ext>
            </a:extLst>
          </p:cNvPr>
          <p:cNvSpPr txBox="1"/>
          <p:nvPr/>
        </p:nvSpPr>
        <p:spPr>
          <a:xfrm>
            <a:off x="1371489" y="29451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89" name="Star: 5 Points 88">
            <a:extLst>
              <a:ext uri="{FF2B5EF4-FFF2-40B4-BE49-F238E27FC236}">
                <a16:creationId xmlns:a16="http://schemas.microsoft.com/office/drawing/2014/main" id="{F710BD80-3167-8E20-CF4C-B8C5ADB98B06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416771C-7D45-1629-7A31-67CA5772195F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876D8DE-4997-ADA7-1532-8576AD0D9F92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1DAF33E-455C-CBF7-0E8F-F108FF9256BB}"/>
              </a:ext>
            </a:extLst>
          </p:cNvPr>
          <p:cNvSpPr txBox="1"/>
          <p:nvPr/>
        </p:nvSpPr>
        <p:spPr>
          <a:xfrm>
            <a:off x="796516" y="2978907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93" name="Star: 5 Points 92">
            <a:extLst>
              <a:ext uri="{FF2B5EF4-FFF2-40B4-BE49-F238E27FC236}">
                <a16:creationId xmlns:a16="http://schemas.microsoft.com/office/drawing/2014/main" id="{EEED3B23-CF19-1DA9-6982-CEC9EA90F856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Star: 5 Points 93">
            <a:extLst>
              <a:ext uri="{FF2B5EF4-FFF2-40B4-BE49-F238E27FC236}">
                <a16:creationId xmlns:a16="http://schemas.microsoft.com/office/drawing/2014/main" id="{9492FCD5-875A-6D1A-43EC-A40D86851255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79B88AA-D107-8008-5E2F-EA14A878366E}"/>
              </a:ext>
            </a:extLst>
          </p:cNvPr>
          <p:cNvSpPr txBox="1"/>
          <p:nvPr/>
        </p:nvSpPr>
        <p:spPr>
          <a:xfrm>
            <a:off x="3126147" y="2627780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A9F487E-7DC0-11D9-4E38-DEAB099890A6}"/>
              </a:ext>
            </a:extLst>
          </p:cNvPr>
          <p:cNvSpPr txBox="1"/>
          <p:nvPr/>
        </p:nvSpPr>
        <p:spPr>
          <a:xfrm>
            <a:off x="1818800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3D06957-D1C3-410E-5C68-6FF3F147947E}"/>
              </a:ext>
            </a:extLst>
          </p:cNvPr>
          <p:cNvSpPr txBox="1"/>
          <p:nvPr/>
        </p:nvSpPr>
        <p:spPr>
          <a:xfrm>
            <a:off x="329244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DAFA0B0-00BB-1B2A-C180-8DDEF3DF7172}"/>
              </a:ext>
            </a:extLst>
          </p:cNvPr>
          <p:cNvSpPr/>
          <p:nvPr/>
        </p:nvSpPr>
        <p:spPr>
          <a:xfrm>
            <a:off x="3736460" y="129886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099DB93-FDBF-36A1-B959-9C013EBF60DC}"/>
              </a:ext>
            </a:extLst>
          </p:cNvPr>
          <p:cNvGrpSpPr/>
          <p:nvPr/>
        </p:nvGrpSpPr>
        <p:grpSpPr>
          <a:xfrm>
            <a:off x="789168" y="1298860"/>
            <a:ext cx="949821" cy="553914"/>
            <a:chOff x="789168" y="1298860"/>
            <a:chExt cx="949821" cy="553914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3B8334F7-3B81-B5A0-9302-8391917FE091}"/>
                </a:ext>
              </a:extLst>
            </p:cNvPr>
            <p:cNvSpPr/>
            <p:nvPr/>
          </p:nvSpPr>
          <p:spPr>
            <a:xfrm>
              <a:off x="137148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5D1767C4-70C5-C445-BDDE-A032EE34FC99}"/>
                </a:ext>
              </a:extLst>
            </p:cNvPr>
            <p:cNvSpPr/>
            <p:nvPr/>
          </p:nvSpPr>
          <p:spPr>
            <a:xfrm>
              <a:off x="1212687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96A5D77D-345B-367F-5661-03FB9D86CD9C}"/>
                </a:ext>
              </a:extLst>
            </p:cNvPr>
            <p:cNvSpPr/>
            <p:nvPr/>
          </p:nvSpPr>
          <p:spPr>
            <a:xfrm>
              <a:off x="78916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C2CE86C-95ED-8C5B-F195-EC0D173BA0FD}"/>
              </a:ext>
            </a:extLst>
          </p:cNvPr>
          <p:cNvGrpSpPr/>
          <p:nvPr/>
        </p:nvGrpSpPr>
        <p:grpSpPr>
          <a:xfrm>
            <a:off x="2262813" y="1298860"/>
            <a:ext cx="949821" cy="553914"/>
            <a:chOff x="2318710" y="1298860"/>
            <a:chExt cx="949821" cy="553914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56360417-670C-2484-6565-36427233DAE9}"/>
                </a:ext>
              </a:extLst>
            </p:cNvPr>
            <p:cNvSpPr/>
            <p:nvPr/>
          </p:nvSpPr>
          <p:spPr>
            <a:xfrm>
              <a:off x="290103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BB314C21-5D82-684A-9579-CB02C1B51D17}"/>
                </a:ext>
              </a:extLst>
            </p:cNvPr>
            <p:cNvSpPr/>
            <p:nvPr/>
          </p:nvSpPr>
          <p:spPr>
            <a:xfrm>
              <a:off x="2742229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405634A-D487-4451-1921-3C8F455C6C4E}"/>
                </a:ext>
              </a:extLst>
            </p:cNvPr>
            <p:cNvSpPr/>
            <p:nvPr/>
          </p:nvSpPr>
          <p:spPr>
            <a:xfrm>
              <a:off x="231871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51BA99B2-974F-E036-AD3E-1DFB2B5116A0}"/>
              </a:ext>
            </a:extLst>
          </p:cNvPr>
          <p:cNvSpPr/>
          <p:nvPr/>
        </p:nvSpPr>
        <p:spPr>
          <a:xfrm>
            <a:off x="4965319" y="101486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4A842B7-0A66-6197-F440-58CD35149AAE}"/>
              </a:ext>
            </a:extLst>
          </p:cNvPr>
          <p:cNvSpPr/>
          <p:nvPr/>
        </p:nvSpPr>
        <p:spPr>
          <a:xfrm>
            <a:off x="6832763" y="29607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3903736-DA62-9D24-5C0A-FCC7EF63F79B}"/>
              </a:ext>
            </a:extLst>
          </p:cNvPr>
          <p:cNvSpPr txBox="1"/>
          <p:nvPr/>
        </p:nvSpPr>
        <p:spPr>
          <a:xfrm>
            <a:off x="6329188" y="3937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110" name="Star: 5 Points 109">
            <a:extLst>
              <a:ext uri="{FF2B5EF4-FFF2-40B4-BE49-F238E27FC236}">
                <a16:creationId xmlns:a16="http://schemas.microsoft.com/office/drawing/2014/main" id="{EBF6C6DB-7B89-955C-A84E-70C7B638252B}"/>
              </a:ext>
            </a:extLst>
          </p:cNvPr>
          <p:cNvSpPr/>
          <p:nvPr/>
        </p:nvSpPr>
        <p:spPr>
          <a:xfrm>
            <a:off x="5436235" y="262366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D1F8E34-179F-28A0-70A0-5D4BDD39A550}"/>
              </a:ext>
            </a:extLst>
          </p:cNvPr>
          <p:cNvSpPr txBox="1"/>
          <p:nvPr/>
        </p:nvSpPr>
        <p:spPr>
          <a:xfrm>
            <a:off x="5772327" y="2625846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06B1390-8822-B15A-ECAD-CAAA3738AE28}"/>
              </a:ext>
            </a:extLst>
          </p:cNvPr>
          <p:cNvSpPr txBox="1"/>
          <p:nvPr/>
        </p:nvSpPr>
        <p:spPr>
          <a:xfrm>
            <a:off x="5969319" y="317386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467F284-5C88-E4FF-E847-38F0AC1C9C62}"/>
              </a:ext>
            </a:extLst>
          </p:cNvPr>
          <p:cNvSpPr txBox="1"/>
          <p:nvPr/>
        </p:nvSpPr>
        <p:spPr>
          <a:xfrm>
            <a:off x="5754215" y="2953393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14" name="Star: 5 Points 113">
            <a:extLst>
              <a:ext uri="{FF2B5EF4-FFF2-40B4-BE49-F238E27FC236}">
                <a16:creationId xmlns:a16="http://schemas.microsoft.com/office/drawing/2014/main" id="{8458E81B-4830-C1BF-F0F0-F12399B9FFC5}"/>
              </a:ext>
            </a:extLst>
          </p:cNvPr>
          <p:cNvSpPr/>
          <p:nvPr/>
        </p:nvSpPr>
        <p:spPr>
          <a:xfrm>
            <a:off x="5436235" y="296732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5" name="Star: 5 Points 114">
            <a:extLst>
              <a:ext uri="{FF2B5EF4-FFF2-40B4-BE49-F238E27FC236}">
                <a16:creationId xmlns:a16="http://schemas.microsoft.com/office/drawing/2014/main" id="{5D133492-B364-EEB1-BEA4-71ABE1036CB7}"/>
              </a:ext>
            </a:extLst>
          </p:cNvPr>
          <p:cNvSpPr/>
          <p:nvPr/>
        </p:nvSpPr>
        <p:spPr>
          <a:xfrm>
            <a:off x="5097145" y="296732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5A62D8A-5B2F-7E81-CCCC-FD5B1225F645}"/>
              </a:ext>
            </a:extLst>
          </p:cNvPr>
          <p:cNvSpPr txBox="1"/>
          <p:nvPr/>
        </p:nvSpPr>
        <p:spPr>
          <a:xfrm>
            <a:off x="8083846" y="2602266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A1C5E0F-C92A-9896-1697-81F035784378}"/>
              </a:ext>
            </a:extLst>
          </p:cNvPr>
          <p:cNvSpPr txBox="1"/>
          <p:nvPr/>
        </p:nvSpPr>
        <p:spPr>
          <a:xfrm>
            <a:off x="6776499" y="127457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19ED4AA-4BAC-181B-DEB3-162600DFAC23}"/>
              </a:ext>
            </a:extLst>
          </p:cNvPr>
          <p:cNvSpPr txBox="1"/>
          <p:nvPr/>
        </p:nvSpPr>
        <p:spPr>
          <a:xfrm>
            <a:off x="8250144" y="127457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78BEA05A-C404-A882-850E-4D7B68276433}"/>
              </a:ext>
            </a:extLst>
          </p:cNvPr>
          <p:cNvSpPr/>
          <p:nvPr/>
        </p:nvSpPr>
        <p:spPr>
          <a:xfrm>
            <a:off x="8694159" y="127334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842C95E-4A35-29E1-402F-32DB53835F8A}"/>
              </a:ext>
            </a:extLst>
          </p:cNvPr>
          <p:cNvGrpSpPr/>
          <p:nvPr/>
        </p:nvGrpSpPr>
        <p:grpSpPr>
          <a:xfrm>
            <a:off x="5746867" y="1273346"/>
            <a:ext cx="949821" cy="553914"/>
            <a:chOff x="789168" y="1298860"/>
            <a:chExt cx="949821" cy="553914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FD5C90FD-F136-2E03-EB16-A25AAAF8EABC}"/>
                </a:ext>
              </a:extLst>
            </p:cNvPr>
            <p:cNvSpPr/>
            <p:nvPr/>
          </p:nvSpPr>
          <p:spPr>
            <a:xfrm>
              <a:off x="137148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DB5D167B-CED4-CF86-6AFD-6FE624393AF0}"/>
                </a:ext>
              </a:extLst>
            </p:cNvPr>
            <p:cNvSpPr/>
            <p:nvPr/>
          </p:nvSpPr>
          <p:spPr>
            <a:xfrm>
              <a:off x="1212687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2A4166E-C4CE-7A6B-5AF6-B6E5377BB988}"/>
                </a:ext>
              </a:extLst>
            </p:cNvPr>
            <p:cNvSpPr/>
            <p:nvPr/>
          </p:nvSpPr>
          <p:spPr>
            <a:xfrm>
              <a:off x="78916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DFF0943-8FD7-CCAE-6890-C299C7660368}"/>
              </a:ext>
            </a:extLst>
          </p:cNvPr>
          <p:cNvGrpSpPr/>
          <p:nvPr/>
        </p:nvGrpSpPr>
        <p:grpSpPr>
          <a:xfrm>
            <a:off x="7220512" y="1273346"/>
            <a:ext cx="949821" cy="553914"/>
            <a:chOff x="2318710" y="1298860"/>
            <a:chExt cx="949821" cy="553914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C934C272-DB5A-9AD7-21B1-14FD0F6A2C5F}"/>
                </a:ext>
              </a:extLst>
            </p:cNvPr>
            <p:cNvSpPr/>
            <p:nvPr/>
          </p:nvSpPr>
          <p:spPr>
            <a:xfrm>
              <a:off x="290103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C4EDBF44-D97D-BDCD-9ED0-8D8816D08EA6}"/>
                </a:ext>
              </a:extLst>
            </p:cNvPr>
            <p:cNvSpPr/>
            <p:nvPr/>
          </p:nvSpPr>
          <p:spPr>
            <a:xfrm>
              <a:off x="2742229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78239EFD-BC96-1464-0C89-8C1137CC6EE6}"/>
                </a:ext>
              </a:extLst>
            </p:cNvPr>
            <p:cNvSpPr/>
            <p:nvPr/>
          </p:nvSpPr>
          <p:spPr>
            <a:xfrm>
              <a:off x="231871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EF62008D-ABF9-FE3E-7621-5A4F442ECE15}"/>
              </a:ext>
            </a:extLst>
          </p:cNvPr>
          <p:cNvSpPr/>
          <p:nvPr/>
        </p:nvSpPr>
        <p:spPr>
          <a:xfrm>
            <a:off x="28720" y="3562425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BC93099C-0B46-1BCF-94E4-E76F5706BE3D}"/>
              </a:ext>
            </a:extLst>
          </p:cNvPr>
          <p:cNvSpPr/>
          <p:nvPr/>
        </p:nvSpPr>
        <p:spPr>
          <a:xfrm>
            <a:off x="1896164" y="3490546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29C3514-B2DF-823A-DF9F-D4E6139E8045}"/>
              </a:ext>
            </a:extLst>
          </p:cNvPr>
          <p:cNvSpPr txBox="1"/>
          <p:nvPr/>
        </p:nvSpPr>
        <p:spPr>
          <a:xfrm>
            <a:off x="1392589" y="3464876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131" name="Star: 5 Points 130">
            <a:extLst>
              <a:ext uri="{FF2B5EF4-FFF2-40B4-BE49-F238E27FC236}">
                <a16:creationId xmlns:a16="http://schemas.microsoft.com/office/drawing/2014/main" id="{1D3B3768-DBEF-55B5-5FDE-13984F705A32}"/>
              </a:ext>
            </a:extLst>
          </p:cNvPr>
          <p:cNvSpPr/>
          <p:nvPr/>
        </p:nvSpPr>
        <p:spPr>
          <a:xfrm>
            <a:off x="499636" y="608460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C361A27-03B1-33D3-D39F-DDFD716EFABF}"/>
              </a:ext>
            </a:extLst>
          </p:cNvPr>
          <p:cNvSpPr txBox="1"/>
          <p:nvPr/>
        </p:nvSpPr>
        <p:spPr>
          <a:xfrm>
            <a:off x="835728" y="6086785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A56F465-81AB-3D22-080D-2A940F15DAE4}"/>
              </a:ext>
            </a:extLst>
          </p:cNvPr>
          <p:cNvSpPr txBox="1"/>
          <p:nvPr/>
        </p:nvSpPr>
        <p:spPr>
          <a:xfrm>
            <a:off x="1032720" y="3778325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495D73E-7ED3-3CBF-6E45-5B4B7EBCEEC1}"/>
              </a:ext>
            </a:extLst>
          </p:cNvPr>
          <p:cNvSpPr txBox="1"/>
          <p:nvPr/>
        </p:nvSpPr>
        <p:spPr>
          <a:xfrm>
            <a:off x="817616" y="6414332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35" name="Star: 5 Points 134">
            <a:extLst>
              <a:ext uri="{FF2B5EF4-FFF2-40B4-BE49-F238E27FC236}">
                <a16:creationId xmlns:a16="http://schemas.microsoft.com/office/drawing/2014/main" id="{0BA158E8-9C5D-F629-8F6E-8A02E5443F31}"/>
              </a:ext>
            </a:extLst>
          </p:cNvPr>
          <p:cNvSpPr/>
          <p:nvPr/>
        </p:nvSpPr>
        <p:spPr>
          <a:xfrm>
            <a:off x="499636" y="6428260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6" name="Star: 5 Points 135">
            <a:extLst>
              <a:ext uri="{FF2B5EF4-FFF2-40B4-BE49-F238E27FC236}">
                <a16:creationId xmlns:a16="http://schemas.microsoft.com/office/drawing/2014/main" id="{DBF1B992-BE3F-1CAB-5631-CB2332FFB89E}"/>
              </a:ext>
            </a:extLst>
          </p:cNvPr>
          <p:cNvSpPr/>
          <p:nvPr/>
        </p:nvSpPr>
        <p:spPr>
          <a:xfrm>
            <a:off x="160546" y="6428260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ECB394B-E3BB-D200-3584-278459A26BCC}"/>
              </a:ext>
            </a:extLst>
          </p:cNvPr>
          <p:cNvSpPr txBox="1"/>
          <p:nvPr/>
        </p:nvSpPr>
        <p:spPr>
          <a:xfrm>
            <a:off x="3147247" y="6063205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8A08D53F-76FF-8C31-EBBC-9C3537A79689}"/>
              </a:ext>
            </a:extLst>
          </p:cNvPr>
          <p:cNvSpPr txBox="1"/>
          <p:nvPr/>
        </p:nvSpPr>
        <p:spPr>
          <a:xfrm>
            <a:off x="1839900" y="473551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1AC6F55-6B20-06DA-538C-D1974C004211}"/>
              </a:ext>
            </a:extLst>
          </p:cNvPr>
          <p:cNvSpPr txBox="1"/>
          <p:nvPr/>
        </p:nvSpPr>
        <p:spPr>
          <a:xfrm>
            <a:off x="3313545" y="473551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346F4D5E-D895-4552-03B8-DC38DFE01D52}"/>
              </a:ext>
            </a:extLst>
          </p:cNvPr>
          <p:cNvSpPr/>
          <p:nvPr/>
        </p:nvSpPr>
        <p:spPr>
          <a:xfrm>
            <a:off x="3757560" y="473428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BC1299FD-4698-00A6-DD18-E4108C45E210}"/>
              </a:ext>
            </a:extLst>
          </p:cNvPr>
          <p:cNvGrpSpPr/>
          <p:nvPr/>
        </p:nvGrpSpPr>
        <p:grpSpPr>
          <a:xfrm>
            <a:off x="810268" y="4734285"/>
            <a:ext cx="949821" cy="553914"/>
            <a:chOff x="789168" y="1298860"/>
            <a:chExt cx="949821" cy="553914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E23F43F3-C2C0-C2CC-D1B4-D5951069E7C8}"/>
                </a:ext>
              </a:extLst>
            </p:cNvPr>
            <p:cNvSpPr/>
            <p:nvPr/>
          </p:nvSpPr>
          <p:spPr>
            <a:xfrm>
              <a:off x="137148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2E840A46-617A-221C-93A0-F16728040E9E}"/>
                </a:ext>
              </a:extLst>
            </p:cNvPr>
            <p:cNvSpPr/>
            <p:nvPr/>
          </p:nvSpPr>
          <p:spPr>
            <a:xfrm>
              <a:off x="1212687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0E865D83-5EEE-72DD-BB07-157E60DFA013}"/>
                </a:ext>
              </a:extLst>
            </p:cNvPr>
            <p:cNvSpPr/>
            <p:nvPr/>
          </p:nvSpPr>
          <p:spPr>
            <a:xfrm>
              <a:off x="78916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A8683791-AC19-782D-FE45-DB3753A85A94}"/>
              </a:ext>
            </a:extLst>
          </p:cNvPr>
          <p:cNvGrpSpPr/>
          <p:nvPr/>
        </p:nvGrpSpPr>
        <p:grpSpPr>
          <a:xfrm>
            <a:off x="2283913" y="4734285"/>
            <a:ext cx="949821" cy="553914"/>
            <a:chOff x="2318710" y="1298860"/>
            <a:chExt cx="949821" cy="553914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1EFC63D0-2396-49AA-1AC4-97EC5068A1DB}"/>
                </a:ext>
              </a:extLst>
            </p:cNvPr>
            <p:cNvSpPr/>
            <p:nvPr/>
          </p:nvSpPr>
          <p:spPr>
            <a:xfrm>
              <a:off x="290103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99FA259-9473-9B57-5DDE-AA2263677C77}"/>
                </a:ext>
              </a:extLst>
            </p:cNvPr>
            <p:cNvSpPr/>
            <p:nvPr/>
          </p:nvSpPr>
          <p:spPr>
            <a:xfrm>
              <a:off x="2742229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D9F5A32C-0DDB-E78D-B2D5-728769E5CE88}"/>
                </a:ext>
              </a:extLst>
            </p:cNvPr>
            <p:cNvSpPr/>
            <p:nvPr/>
          </p:nvSpPr>
          <p:spPr>
            <a:xfrm>
              <a:off x="231871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F10730F6-106D-B1CB-EC80-DD8DC63746AF}"/>
              </a:ext>
            </a:extLst>
          </p:cNvPr>
          <p:cNvSpPr/>
          <p:nvPr/>
        </p:nvSpPr>
        <p:spPr>
          <a:xfrm>
            <a:off x="4979748" y="3563323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E89EED1D-1582-5EF4-4AB3-04FB9CE049BC}"/>
              </a:ext>
            </a:extLst>
          </p:cNvPr>
          <p:cNvSpPr/>
          <p:nvPr/>
        </p:nvSpPr>
        <p:spPr>
          <a:xfrm>
            <a:off x="6847192" y="3491444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9C7DC022-0126-88A1-5C3C-1F7375364115}"/>
              </a:ext>
            </a:extLst>
          </p:cNvPr>
          <p:cNvSpPr txBox="1"/>
          <p:nvPr/>
        </p:nvSpPr>
        <p:spPr>
          <a:xfrm>
            <a:off x="6343617" y="3465774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152" name="Star: 5 Points 151">
            <a:extLst>
              <a:ext uri="{FF2B5EF4-FFF2-40B4-BE49-F238E27FC236}">
                <a16:creationId xmlns:a16="http://schemas.microsoft.com/office/drawing/2014/main" id="{F60D4A0F-A0E8-11BB-A017-5EA855F3C156}"/>
              </a:ext>
            </a:extLst>
          </p:cNvPr>
          <p:cNvSpPr/>
          <p:nvPr/>
        </p:nvSpPr>
        <p:spPr>
          <a:xfrm>
            <a:off x="5450664" y="608550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2C19B79-0A1F-BAD4-6756-68C6B7C5D478}"/>
              </a:ext>
            </a:extLst>
          </p:cNvPr>
          <p:cNvSpPr txBox="1"/>
          <p:nvPr/>
        </p:nvSpPr>
        <p:spPr>
          <a:xfrm>
            <a:off x="5786756" y="6087683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1299CB7C-DBB5-446E-EB00-AD9EAFA17092}"/>
              </a:ext>
            </a:extLst>
          </p:cNvPr>
          <p:cNvSpPr txBox="1"/>
          <p:nvPr/>
        </p:nvSpPr>
        <p:spPr>
          <a:xfrm>
            <a:off x="5983748" y="3779223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5D0094BF-89A4-1D4B-551E-EF8871802918}"/>
              </a:ext>
            </a:extLst>
          </p:cNvPr>
          <p:cNvSpPr txBox="1"/>
          <p:nvPr/>
        </p:nvSpPr>
        <p:spPr>
          <a:xfrm>
            <a:off x="5768644" y="6415230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56" name="Star: 5 Points 155">
            <a:extLst>
              <a:ext uri="{FF2B5EF4-FFF2-40B4-BE49-F238E27FC236}">
                <a16:creationId xmlns:a16="http://schemas.microsoft.com/office/drawing/2014/main" id="{E9373A5B-26C9-9700-ECDF-4173242F09B4}"/>
              </a:ext>
            </a:extLst>
          </p:cNvPr>
          <p:cNvSpPr/>
          <p:nvPr/>
        </p:nvSpPr>
        <p:spPr>
          <a:xfrm>
            <a:off x="5450664" y="642915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7" name="Star: 5 Points 156">
            <a:extLst>
              <a:ext uri="{FF2B5EF4-FFF2-40B4-BE49-F238E27FC236}">
                <a16:creationId xmlns:a16="http://schemas.microsoft.com/office/drawing/2014/main" id="{E157B7F9-76E4-4E39-1552-F47B7EEDFDDB}"/>
              </a:ext>
            </a:extLst>
          </p:cNvPr>
          <p:cNvSpPr/>
          <p:nvPr/>
        </p:nvSpPr>
        <p:spPr>
          <a:xfrm>
            <a:off x="5111574" y="642915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E9EAAF5-F49A-E239-B0EA-DAEEE1954CF1}"/>
              </a:ext>
            </a:extLst>
          </p:cNvPr>
          <p:cNvSpPr txBox="1"/>
          <p:nvPr/>
        </p:nvSpPr>
        <p:spPr>
          <a:xfrm>
            <a:off x="8098275" y="6064103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FF70D76-E725-584C-CB21-44258FA973B2}"/>
              </a:ext>
            </a:extLst>
          </p:cNvPr>
          <p:cNvSpPr txBox="1"/>
          <p:nvPr/>
        </p:nvSpPr>
        <p:spPr>
          <a:xfrm>
            <a:off x="6790928" y="473641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85518EF-C279-0D51-FBD1-8BC653E8CBBE}"/>
              </a:ext>
            </a:extLst>
          </p:cNvPr>
          <p:cNvSpPr txBox="1"/>
          <p:nvPr/>
        </p:nvSpPr>
        <p:spPr>
          <a:xfrm>
            <a:off x="8264573" y="473641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08E1293F-2BDE-ECA3-33A5-117309C186C2}"/>
              </a:ext>
            </a:extLst>
          </p:cNvPr>
          <p:cNvSpPr/>
          <p:nvPr/>
        </p:nvSpPr>
        <p:spPr>
          <a:xfrm>
            <a:off x="8708588" y="4735183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E6A06D71-1AC9-1B7D-79FC-DB194D24FE6A}"/>
              </a:ext>
            </a:extLst>
          </p:cNvPr>
          <p:cNvGrpSpPr/>
          <p:nvPr/>
        </p:nvGrpSpPr>
        <p:grpSpPr>
          <a:xfrm>
            <a:off x="5761296" y="4735183"/>
            <a:ext cx="949821" cy="553914"/>
            <a:chOff x="789168" y="1298860"/>
            <a:chExt cx="949821" cy="553914"/>
          </a:xfrm>
        </p:grpSpPr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E8707D1C-4A04-460E-C677-7BF9EDAF748D}"/>
                </a:ext>
              </a:extLst>
            </p:cNvPr>
            <p:cNvSpPr/>
            <p:nvPr/>
          </p:nvSpPr>
          <p:spPr>
            <a:xfrm>
              <a:off x="137148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3E956410-E3A7-4B84-503B-54AB24002B99}"/>
                </a:ext>
              </a:extLst>
            </p:cNvPr>
            <p:cNvSpPr/>
            <p:nvPr/>
          </p:nvSpPr>
          <p:spPr>
            <a:xfrm>
              <a:off x="1212687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323807C9-1812-9A0F-0A2B-E631B605EB98}"/>
                </a:ext>
              </a:extLst>
            </p:cNvPr>
            <p:cNvSpPr/>
            <p:nvPr/>
          </p:nvSpPr>
          <p:spPr>
            <a:xfrm>
              <a:off x="78916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5526630D-BC0A-8EB0-5F2F-C04EEEC98A47}"/>
              </a:ext>
            </a:extLst>
          </p:cNvPr>
          <p:cNvGrpSpPr/>
          <p:nvPr/>
        </p:nvGrpSpPr>
        <p:grpSpPr>
          <a:xfrm>
            <a:off x="7234941" y="4735183"/>
            <a:ext cx="949821" cy="553914"/>
            <a:chOff x="2318710" y="1298860"/>
            <a:chExt cx="949821" cy="553914"/>
          </a:xfrm>
        </p:grpSpPr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B6513BE2-99BA-BF2E-6287-E868BA89E6F9}"/>
                </a:ext>
              </a:extLst>
            </p:cNvPr>
            <p:cNvSpPr/>
            <p:nvPr/>
          </p:nvSpPr>
          <p:spPr>
            <a:xfrm>
              <a:off x="290103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789ED195-64DA-AF6C-E6B7-C1FF1747B890}"/>
                </a:ext>
              </a:extLst>
            </p:cNvPr>
            <p:cNvSpPr/>
            <p:nvPr/>
          </p:nvSpPr>
          <p:spPr>
            <a:xfrm>
              <a:off x="2742229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7682E7CA-EF19-3778-11E0-F4D8E3D78C1A}"/>
                </a:ext>
              </a:extLst>
            </p:cNvPr>
            <p:cNvSpPr/>
            <p:nvPr/>
          </p:nvSpPr>
          <p:spPr>
            <a:xfrm>
              <a:off x="231871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2297143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0A59AFA8-5808-BD18-36A8-4C392D3877F6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62F1359-264E-DAAD-91FA-4A2CA06AD136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ED231BB-401A-9B83-1C7D-2C4DF3E4273B}"/>
              </a:ext>
            </a:extLst>
          </p:cNvPr>
          <p:cNvSpPr txBox="1"/>
          <p:nvPr/>
        </p:nvSpPr>
        <p:spPr>
          <a:xfrm>
            <a:off x="1357183" y="50512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101" name="Star: 5 Points 100">
            <a:extLst>
              <a:ext uri="{FF2B5EF4-FFF2-40B4-BE49-F238E27FC236}">
                <a16:creationId xmlns:a16="http://schemas.microsoft.com/office/drawing/2014/main" id="{8261966F-2C01-79CD-0289-8148E6FC1D2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0AD02A3-1CDA-740C-B67B-5F2ECC1E4D5A}"/>
              </a:ext>
            </a:extLst>
          </p:cNvPr>
          <p:cNvSpPr txBox="1"/>
          <p:nvPr/>
        </p:nvSpPr>
        <p:spPr>
          <a:xfrm>
            <a:off x="814628" y="2651360"/>
            <a:ext cx="2259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Use any </a:t>
            </a:r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  <a:p>
            <a:endParaRPr lang="en-GB" sz="12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2834873-34AC-DBD3-A599-358F6CDF4A64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794427C-E93B-C325-3416-3E63C6A88397}"/>
              </a:ext>
            </a:extLst>
          </p:cNvPr>
          <p:cNvSpPr txBox="1"/>
          <p:nvPr/>
        </p:nvSpPr>
        <p:spPr>
          <a:xfrm>
            <a:off x="814628" y="2958498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05" name="Star: 5 Points 104">
            <a:extLst>
              <a:ext uri="{FF2B5EF4-FFF2-40B4-BE49-F238E27FC236}">
                <a16:creationId xmlns:a16="http://schemas.microsoft.com/office/drawing/2014/main" id="{22971EEC-23A4-98EF-BCF5-48E0C322440D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Star: 5 Points 105">
            <a:extLst>
              <a:ext uri="{FF2B5EF4-FFF2-40B4-BE49-F238E27FC236}">
                <a16:creationId xmlns:a16="http://schemas.microsoft.com/office/drawing/2014/main" id="{797D6C15-7701-1842-E362-7283FFA2870A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B6447E1-E9D9-4272-727E-72CC485C41FC}"/>
              </a:ext>
            </a:extLst>
          </p:cNvPr>
          <p:cNvSpPr txBox="1"/>
          <p:nvPr/>
        </p:nvSpPr>
        <p:spPr>
          <a:xfrm>
            <a:off x="3141197" y="2609135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C4FD82A-B4CC-19BE-B8B7-E1AE35A158C0}"/>
              </a:ext>
            </a:extLst>
          </p:cNvPr>
          <p:cNvSpPr txBox="1"/>
          <p:nvPr/>
        </p:nvSpPr>
        <p:spPr>
          <a:xfrm>
            <a:off x="1393716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A2AEE18-DCDA-F99C-E045-5594B4C12C6C}"/>
              </a:ext>
            </a:extLst>
          </p:cNvPr>
          <p:cNvSpPr txBox="1"/>
          <p:nvPr/>
        </p:nvSpPr>
        <p:spPr>
          <a:xfrm>
            <a:off x="3331763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F80B11D0-DE94-D5DB-29F3-56EE06781755}"/>
              </a:ext>
            </a:extLst>
          </p:cNvPr>
          <p:cNvGrpSpPr/>
          <p:nvPr/>
        </p:nvGrpSpPr>
        <p:grpSpPr>
          <a:xfrm>
            <a:off x="3757802" y="1298860"/>
            <a:ext cx="832583" cy="553914"/>
            <a:chOff x="3757802" y="1298860"/>
            <a:chExt cx="832583" cy="553914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F550F488-B2B8-498C-329B-0AC9F0F477ED}"/>
                </a:ext>
              </a:extLst>
            </p:cNvPr>
            <p:cNvSpPr/>
            <p:nvPr/>
          </p:nvSpPr>
          <p:spPr>
            <a:xfrm>
              <a:off x="3757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77F96E11-DFB1-3475-901D-77501854761F}"/>
                </a:ext>
              </a:extLst>
            </p:cNvPr>
            <p:cNvSpPr/>
            <p:nvPr/>
          </p:nvSpPr>
          <p:spPr>
            <a:xfrm>
              <a:off x="422288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B21B4AB-9DD1-BB36-192F-8C81004330BF}"/>
              </a:ext>
            </a:extLst>
          </p:cNvPr>
          <p:cNvGrpSpPr/>
          <p:nvPr/>
        </p:nvGrpSpPr>
        <p:grpSpPr>
          <a:xfrm>
            <a:off x="382059" y="1298860"/>
            <a:ext cx="949821" cy="553914"/>
            <a:chOff x="382059" y="1298860"/>
            <a:chExt cx="949821" cy="553914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CFCC3D4-1ACF-D2D4-0204-8425A3C476EB}"/>
                </a:ext>
              </a:extLst>
            </p:cNvPr>
            <p:cNvSpPr/>
            <p:nvPr/>
          </p:nvSpPr>
          <p:spPr>
            <a:xfrm>
              <a:off x="96438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C9D1A09A-4E3B-298B-545A-40BCDBD03CB0}"/>
                </a:ext>
              </a:extLst>
            </p:cNvPr>
            <p:cNvSpPr/>
            <p:nvPr/>
          </p:nvSpPr>
          <p:spPr>
            <a:xfrm>
              <a:off x="805578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91A1190E-8CC2-CCB9-4642-67F204A284AD}"/>
                </a:ext>
              </a:extLst>
            </p:cNvPr>
            <p:cNvSpPr/>
            <p:nvPr/>
          </p:nvSpPr>
          <p:spPr>
            <a:xfrm>
              <a:off x="38205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0D15C730-E690-E49F-A366-33F908040B6F}"/>
              </a:ext>
            </a:extLst>
          </p:cNvPr>
          <p:cNvGrpSpPr/>
          <p:nvPr/>
        </p:nvGrpSpPr>
        <p:grpSpPr>
          <a:xfrm>
            <a:off x="1819754" y="1177633"/>
            <a:ext cx="1450173" cy="769441"/>
            <a:chOff x="1868798" y="1177633"/>
            <a:chExt cx="1450173" cy="769441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C4004D7B-FB8E-B61C-B5F7-4B3715E6600F}"/>
                </a:ext>
              </a:extLst>
            </p:cNvPr>
            <p:cNvSpPr/>
            <p:nvPr/>
          </p:nvSpPr>
          <p:spPr>
            <a:xfrm>
              <a:off x="229355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836A6C9-DA27-48D0-B0DE-B9ED06A061F5}"/>
                </a:ext>
              </a:extLst>
            </p:cNvPr>
            <p:cNvSpPr/>
            <p:nvPr/>
          </p:nvSpPr>
          <p:spPr>
            <a:xfrm>
              <a:off x="248638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F4A1C7AA-D566-2F24-D981-78CA0E2CF2A6}"/>
                </a:ext>
              </a:extLst>
            </p:cNvPr>
            <p:cNvSpPr/>
            <p:nvPr/>
          </p:nvSpPr>
          <p:spPr>
            <a:xfrm>
              <a:off x="295147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CA68891-1912-8F12-4F9E-BFA807B79FE3}"/>
                </a:ext>
              </a:extLst>
            </p:cNvPr>
            <p:cNvSpPr txBox="1"/>
            <p:nvPr/>
          </p:nvSpPr>
          <p:spPr>
            <a:xfrm>
              <a:off x="1868798" y="1177633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367B3233-D8C5-EBAF-F7F9-A1932F213F28}"/>
              </a:ext>
            </a:extLst>
          </p:cNvPr>
          <p:cNvSpPr/>
          <p:nvPr/>
        </p:nvSpPr>
        <p:spPr>
          <a:xfrm>
            <a:off x="4983091" y="128443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15DF5F2-8A2D-5400-8A8D-C6461844FEE3}"/>
              </a:ext>
            </a:extLst>
          </p:cNvPr>
          <p:cNvSpPr/>
          <p:nvPr/>
        </p:nvSpPr>
        <p:spPr>
          <a:xfrm>
            <a:off x="6850535" y="56564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9E0FCA9-3596-8EF9-5CB8-965737291E61}"/>
              </a:ext>
            </a:extLst>
          </p:cNvPr>
          <p:cNvSpPr txBox="1"/>
          <p:nvPr/>
        </p:nvSpPr>
        <p:spPr>
          <a:xfrm>
            <a:off x="6332654" y="51955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125" name="Star: 5 Points 124">
            <a:extLst>
              <a:ext uri="{FF2B5EF4-FFF2-40B4-BE49-F238E27FC236}">
                <a16:creationId xmlns:a16="http://schemas.microsoft.com/office/drawing/2014/main" id="{A02166C2-556C-446A-F087-6149E7A6DE85}"/>
              </a:ext>
            </a:extLst>
          </p:cNvPr>
          <p:cNvSpPr/>
          <p:nvPr/>
        </p:nvSpPr>
        <p:spPr>
          <a:xfrm>
            <a:off x="5454007" y="265062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D197720-0AD2-736E-F1ED-1F628092B712}"/>
              </a:ext>
            </a:extLst>
          </p:cNvPr>
          <p:cNvSpPr txBox="1"/>
          <p:nvPr/>
        </p:nvSpPr>
        <p:spPr>
          <a:xfrm>
            <a:off x="5790099" y="2652803"/>
            <a:ext cx="2259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Use any </a:t>
            </a:r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  <a:p>
            <a:endParaRPr lang="en-GB" sz="12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8ADBCB9-A8CB-AAF2-5000-A33A1B085155}"/>
              </a:ext>
            </a:extLst>
          </p:cNvPr>
          <p:cNvSpPr txBox="1"/>
          <p:nvPr/>
        </p:nvSpPr>
        <p:spPr>
          <a:xfrm>
            <a:off x="5987091" y="344343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EAAEF3F-F757-3905-3308-ACA2C08D7DC3}"/>
              </a:ext>
            </a:extLst>
          </p:cNvPr>
          <p:cNvSpPr txBox="1"/>
          <p:nvPr/>
        </p:nvSpPr>
        <p:spPr>
          <a:xfrm>
            <a:off x="5790099" y="2959941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29" name="Star: 5 Points 128">
            <a:extLst>
              <a:ext uri="{FF2B5EF4-FFF2-40B4-BE49-F238E27FC236}">
                <a16:creationId xmlns:a16="http://schemas.microsoft.com/office/drawing/2014/main" id="{AB6E7D6C-85D5-4484-13CF-A7F1405456B4}"/>
              </a:ext>
            </a:extLst>
          </p:cNvPr>
          <p:cNvSpPr/>
          <p:nvPr/>
        </p:nvSpPr>
        <p:spPr>
          <a:xfrm>
            <a:off x="5454007" y="299427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0" name="Star: 5 Points 129">
            <a:extLst>
              <a:ext uri="{FF2B5EF4-FFF2-40B4-BE49-F238E27FC236}">
                <a16:creationId xmlns:a16="http://schemas.microsoft.com/office/drawing/2014/main" id="{20189DA8-836E-1C9E-E8CC-D3BC9FFE88CA}"/>
              </a:ext>
            </a:extLst>
          </p:cNvPr>
          <p:cNvSpPr/>
          <p:nvPr/>
        </p:nvSpPr>
        <p:spPr>
          <a:xfrm>
            <a:off x="5114917" y="299427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B2FE6CE8-37B3-FC69-6CEF-6FC54DDA1E8A}"/>
              </a:ext>
            </a:extLst>
          </p:cNvPr>
          <p:cNvSpPr txBox="1"/>
          <p:nvPr/>
        </p:nvSpPr>
        <p:spPr>
          <a:xfrm>
            <a:off x="8116668" y="2610578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571BD1E-10A5-123B-2AEA-8FB337658F7B}"/>
              </a:ext>
            </a:extLst>
          </p:cNvPr>
          <p:cNvSpPr txBox="1"/>
          <p:nvPr/>
        </p:nvSpPr>
        <p:spPr>
          <a:xfrm>
            <a:off x="6369187" y="130153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4AA2492-DF02-F233-BDA6-173A254E97FA}"/>
              </a:ext>
            </a:extLst>
          </p:cNvPr>
          <p:cNvSpPr txBox="1"/>
          <p:nvPr/>
        </p:nvSpPr>
        <p:spPr>
          <a:xfrm>
            <a:off x="8307234" y="130153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6BECA214-E241-F665-62CD-26867D00E4BC}"/>
              </a:ext>
            </a:extLst>
          </p:cNvPr>
          <p:cNvGrpSpPr/>
          <p:nvPr/>
        </p:nvGrpSpPr>
        <p:grpSpPr>
          <a:xfrm>
            <a:off x="8733273" y="1300303"/>
            <a:ext cx="832583" cy="553914"/>
            <a:chOff x="3757802" y="1298860"/>
            <a:chExt cx="832583" cy="553914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EB36CABC-3928-3B93-F00E-40C4C7D2BA76}"/>
                </a:ext>
              </a:extLst>
            </p:cNvPr>
            <p:cNvSpPr/>
            <p:nvPr/>
          </p:nvSpPr>
          <p:spPr>
            <a:xfrm>
              <a:off x="3757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AA171BFE-9E8A-6028-234A-E82B779963E6}"/>
                </a:ext>
              </a:extLst>
            </p:cNvPr>
            <p:cNvSpPr/>
            <p:nvPr/>
          </p:nvSpPr>
          <p:spPr>
            <a:xfrm>
              <a:off x="422288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116946E-4CFA-3540-9720-8CF365EFA424}"/>
              </a:ext>
            </a:extLst>
          </p:cNvPr>
          <p:cNvGrpSpPr/>
          <p:nvPr/>
        </p:nvGrpSpPr>
        <p:grpSpPr>
          <a:xfrm>
            <a:off x="5357530" y="1300303"/>
            <a:ext cx="949821" cy="553914"/>
            <a:chOff x="382059" y="1298860"/>
            <a:chExt cx="949821" cy="553914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4BD9B2F-D726-685E-3DFB-19F855B8B535}"/>
                </a:ext>
              </a:extLst>
            </p:cNvPr>
            <p:cNvSpPr/>
            <p:nvPr/>
          </p:nvSpPr>
          <p:spPr>
            <a:xfrm>
              <a:off x="96438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232559AC-B867-592F-4A04-974AF1B44ABB}"/>
                </a:ext>
              </a:extLst>
            </p:cNvPr>
            <p:cNvSpPr/>
            <p:nvPr/>
          </p:nvSpPr>
          <p:spPr>
            <a:xfrm>
              <a:off x="805578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C443D733-AC4A-8971-FB4D-A476BDE99C7B}"/>
                </a:ext>
              </a:extLst>
            </p:cNvPr>
            <p:cNvSpPr/>
            <p:nvPr/>
          </p:nvSpPr>
          <p:spPr>
            <a:xfrm>
              <a:off x="38205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D254000C-18F5-7DFB-A574-513DE5AD0687}"/>
              </a:ext>
            </a:extLst>
          </p:cNvPr>
          <p:cNvGrpSpPr/>
          <p:nvPr/>
        </p:nvGrpSpPr>
        <p:grpSpPr>
          <a:xfrm>
            <a:off x="6795225" y="1179076"/>
            <a:ext cx="1450173" cy="769441"/>
            <a:chOff x="1868798" y="1177633"/>
            <a:chExt cx="1450173" cy="769441"/>
          </a:xfrm>
        </p:grpSpPr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A9695173-AD27-2493-18DA-841308E745CE}"/>
                </a:ext>
              </a:extLst>
            </p:cNvPr>
            <p:cNvSpPr/>
            <p:nvPr/>
          </p:nvSpPr>
          <p:spPr>
            <a:xfrm>
              <a:off x="229355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BE04F9BC-826B-A5B7-0A7A-0B74DAEDDC3C}"/>
                </a:ext>
              </a:extLst>
            </p:cNvPr>
            <p:cNvSpPr/>
            <p:nvPr/>
          </p:nvSpPr>
          <p:spPr>
            <a:xfrm>
              <a:off x="248638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96BA951D-F0AB-0777-B2BB-0C5657EB44E3}"/>
                </a:ext>
              </a:extLst>
            </p:cNvPr>
            <p:cNvSpPr/>
            <p:nvPr/>
          </p:nvSpPr>
          <p:spPr>
            <a:xfrm>
              <a:off x="295147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12F77134-BA69-3196-CBDA-1BBFAC5561BA}"/>
                </a:ext>
              </a:extLst>
            </p:cNvPr>
            <p:cNvSpPr txBox="1"/>
            <p:nvPr/>
          </p:nvSpPr>
          <p:spPr>
            <a:xfrm>
              <a:off x="1868798" y="1177633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4D06C76B-7657-9FE9-AA03-3FBEDAEF4CAA}"/>
              </a:ext>
            </a:extLst>
          </p:cNvPr>
          <p:cNvSpPr/>
          <p:nvPr/>
        </p:nvSpPr>
        <p:spPr>
          <a:xfrm>
            <a:off x="76435" y="3549945"/>
            <a:ext cx="4820737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4E0D8A94-8825-6BF4-44AC-9CA847943038}"/>
              </a:ext>
            </a:extLst>
          </p:cNvPr>
          <p:cNvSpPr/>
          <p:nvPr/>
        </p:nvSpPr>
        <p:spPr>
          <a:xfrm>
            <a:off x="1943879" y="3478066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08AAC7C7-ADC8-0FA8-364A-A2465DE3500F}"/>
              </a:ext>
            </a:extLst>
          </p:cNvPr>
          <p:cNvSpPr txBox="1"/>
          <p:nvPr/>
        </p:nvSpPr>
        <p:spPr>
          <a:xfrm>
            <a:off x="1425998" y="3473457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149" name="Star: 5 Points 148">
            <a:extLst>
              <a:ext uri="{FF2B5EF4-FFF2-40B4-BE49-F238E27FC236}">
                <a16:creationId xmlns:a16="http://schemas.microsoft.com/office/drawing/2014/main" id="{F99CD8CA-83FF-A4CD-9E00-CEEFD43EE354}"/>
              </a:ext>
            </a:extLst>
          </p:cNvPr>
          <p:cNvSpPr/>
          <p:nvPr/>
        </p:nvSpPr>
        <p:spPr>
          <a:xfrm>
            <a:off x="547351" y="607212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7ABEC99-8309-3F89-B8C1-13B3A54C9BCD}"/>
              </a:ext>
            </a:extLst>
          </p:cNvPr>
          <p:cNvSpPr txBox="1"/>
          <p:nvPr/>
        </p:nvSpPr>
        <p:spPr>
          <a:xfrm>
            <a:off x="883443" y="6074305"/>
            <a:ext cx="2259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Use any </a:t>
            </a:r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  <a:p>
            <a:endParaRPr lang="en-GB" sz="1200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7FE3D463-FE7D-59EF-13AC-E3420DF60063}"/>
              </a:ext>
            </a:extLst>
          </p:cNvPr>
          <p:cNvSpPr txBox="1"/>
          <p:nvPr/>
        </p:nvSpPr>
        <p:spPr>
          <a:xfrm>
            <a:off x="1080435" y="3765845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C7355DF8-AAD2-6BCE-D20A-B441915FCEDB}"/>
              </a:ext>
            </a:extLst>
          </p:cNvPr>
          <p:cNvSpPr txBox="1"/>
          <p:nvPr/>
        </p:nvSpPr>
        <p:spPr>
          <a:xfrm>
            <a:off x="883443" y="6381443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53" name="Star: 5 Points 152">
            <a:extLst>
              <a:ext uri="{FF2B5EF4-FFF2-40B4-BE49-F238E27FC236}">
                <a16:creationId xmlns:a16="http://schemas.microsoft.com/office/drawing/2014/main" id="{F6123121-B30A-1E9C-BA88-93A29AEE5DDB}"/>
              </a:ext>
            </a:extLst>
          </p:cNvPr>
          <p:cNvSpPr/>
          <p:nvPr/>
        </p:nvSpPr>
        <p:spPr>
          <a:xfrm>
            <a:off x="547351" y="6415780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4" name="Star: 5 Points 153">
            <a:extLst>
              <a:ext uri="{FF2B5EF4-FFF2-40B4-BE49-F238E27FC236}">
                <a16:creationId xmlns:a16="http://schemas.microsoft.com/office/drawing/2014/main" id="{9CE38577-3525-006A-2FBD-D711422BF269}"/>
              </a:ext>
            </a:extLst>
          </p:cNvPr>
          <p:cNvSpPr/>
          <p:nvPr/>
        </p:nvSpPr>
        <p:spPr>
          <a:xfrm>
            <a:off x="208261" y="6415780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7F36A25-9C62-E086-2A99-8C4975F6E8BA}"/>
              </a:ext>
            </a:extLst>
          </p:cNvPr>
          <p:cNvSpPr txBox="1"/>
          <p:nvPr/>
        </p:nvSpPr>
        <p:spPr>
          <a:xfrm>
            <a:off x="3210012" y="6032080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7712536-BB9F-0542-FB3F-3DA7DC1C4843}"/>
              </a:ext>
            </a:extLst>
          </p:cNvPr>
          <p:cNvSpPr txBox="1"/>
          <p:nvPr/>
        </p:nvSpPr>
        <p:spPr>
          <a:xfrm>
            <a:off x="1462531" y="472303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7819BDE-DBD0-AAAA-587B-76AA5BA2F79C}"/>
              </a:ext>
            </a:extLst>
          </p:cNvPr>
          <p:cNvSpPr txBox="1"/>
          <p:nvPr/>
        </p:nvSpPr>
        <p:spPr>
          <a:xfrm>
            <a:off x="3400578" y="472303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08339E46-D4EF-7B6F-A8D8-A67E41EC5359}"/>
              </a:ext>
            </a:extLst>
          </p:cNvPr>
          <p:cNvGrpSpPr/>
          <p:nvPr/>
        </p:nvGrpSpPr>
        <p:grpSpPr>
          <a:xfrm>
            <a:off x="3826617" y="4721805"/>
            <a:ext cx="832583" cy="553914"/>
            <a:chOff x="3757802" y="1298860"/>
            <a:chExt cx="832583" cy="553914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320AC93C-A82D-2277-2C91-7FBCA724729D}"/>
                </a:ext>
              </a:extLst>
            </p:cNvPr>
            <p:cNvSpPr/>
            <p:nvPr/>
          </p:nvSpPr>
          <p:spPr>
            <a:xfrm>
              <a:off x="3757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6B6F20A5-FB5F-D7A2-C4BB-2563A0F56903}"/>
                </a:ext>
              </a:extLst>
            </p:cNvPr>
            <p:cNvSpPr/>
            <p:nvPr/>
          </p:nvSpPr>
          <p:spPr>
            <a:xfrm>
              <a:off x="422288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3B849D5D-560A-FC60-0B6B-B911CC176414}"/>
              </a:ext>
            </a:extLst>
          </p:cNvPr>
          <p:cNvGrpSpPr/>
          <p:nvPr/>
        </p:nvGrpSpPr>
        <p:grpSpPr>
          <a:xfrm>
            <a:off x="450874" y="4721805"/>
            <a:ext cx="949821" cy="553914"/>
            <a:chOff x="382059" y="1298860"/>
            <a:chExt cx="949821" cy="553914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56921967-DFC8-AEEE-E62E-C2DC90C32F1B}"/>
                </a:ext>
              </a:extLst>
            </p:cNvPr>
            <p:cNvSpPr/>
            <p:nvPr/>
          </p:nvSpPr>
          <p:spPr>
            <a:xfrm>
              <a:off x="96438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EDD9196E-C759-6751-94CD-4FEB953D7C9D}"/>
                </a:ext>
              </a:extLst>
            </p:cNvPr>
            <p:cNvSpPr/>
            <p:nvPr/>
          </p:nvSpPr>
          <p:spPr>
            <a:xfrm>
              <a:off x="805578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5043D4D3-2203-A648-040F-976ADA657285}"/>
                </a:ext>
              </a:extLst>
            </p:cNvPr>
            <p:cNvSpPr/>
            <p:nvPr/>
          </p:nvSpPr>
          <p:spPr>
            <a:xfrm>
              <a:off x="38205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714B7159-0589-59C2-0633-5AE36CBBB573}"/>
              </a:ext>
            </a:extLst>
          </p:cNvPr>
          <p:cNvGrpSpPr/>
          <p:nvPr/>
        </p:nvGrpSpPr>
        <p:grpSpPr>
          <a:xfrm>
            <a:off x="1888569" y="4600578"/>
            <a:ext cx="1450173" cy="769441"/>
            <a:chOff x="1868798" y="1177633"/>
            <a:chExt cx="1450173" cy="769441"/>
          </a:xfrm>
        </p:grpSpPr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ABD8168D-2657-0FC8-F127-5473D1D7F965}"/>
                </a:ext>
              </a:extLst>
            </p:cNvPr>
            <p:cNvSpPr/>
            <p:nvPr/>
          </p:nvSpPr>
          <p:spPr>
            <a:xfrm>
              <a:off x="229355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D44C02D6-FB1D-7499-3545-F7E0F915A335}"/>
                </a:ext>
              </a:extLst>
            </p:cNvPr>
            <p:cNvSpPr/>
            <p:nvPr/>
          </p:nvSpPr>
          <p:spPr>
            <a:xfrm>
              <a:off x="248638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02DCFE05-4AB8-76E3-D9AD-6ED1A81323C7}"/>
                </a:ext>
              </a:extLst>
            </p:cNvPr>
            <p:cNvSpPr/>
            <p:nvPr/>
          </p:nvSpPr>
          <p:spPr>
            <a:xfrm>
              <a:off x="295147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0D80A879-9568-16A5-C039-58C3EACDCD66}"/>
                </a:ext>
              </a:extLst>
            </p:cNvPr>
            <p:cNvSpPr txBox="1"/>
            <p:nvPr/>
          </p:nvSpPr>
          <p:spPr>
            <a:xfrm>
              <a:off x="1868798" y="1177633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326B636D-7C06-81EF-2D86-2C977D686673}"/>
              </a:ext>
            </a:extLst>
          </p:cNvPr>
          <p:cNvSpPr/>
          <p:nvPr/>
        </p:nvSpPr>
        <p:spPr>
          <a:xfrm>
            <a:off x="4994755" y="3549945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B9E1658-E43F-4124-1293-BB465FEBB28E}"/>
              </a:ext>
            </a:extLst>
          </p:cNvPr>
          <p:cNvSpPr/>
          <p:nvPr/>
        </p:nvSpPr>
        <p:spPr>
          <a:xfrm>
            <a:off x="6862199" y="3478066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41A63F5-96EF-EEDC-D007-7B879307AA7A}"/>
              </a:ext>
            </a:extLst>
          </p:cNvPr>
          <p:cNvSpPr txBox="1"/>
          <p:nvPr/>
        </p:nvSpPr>
        <p:spPr>
          <a:xfrm>
            <a:off x="6344318" y="3473457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173" name="Star: 5 Points 172">
            <a:extLst>
              <a:ext uri="{FF2B5EF4-FFF2-40B4-BE49-F238E27FC236}">
                <a16:creationId xmlns:a16="http://schemas.microsoft.com/office/drawing/2014/main" id="{2707E6AF-F03A-2C16-2EC1-3035DC2403D7}"/>
              </a:ext>
            </a:extLst>
          </p:cNvPr>
          <p:cNvSpPr/>
          <p:nvPr/>
        </p:nvSpPr>
        <p:spPr>
          <a:xfrm>
            <a:off x="5465671" y="607212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05A5761A-0C15-F6C5-3450-AE790B8EF551}"/>
              </a:ext>
            </a:extLst>
          </p:cNvPr>
          <p:cNvSpPr txBox="1"/>
          <p:nvPr/>
        </p:nvSpPr>
        <p:spPr>
          <a:xfrm>
            <a:off x="5801763" y="6074305"/>
            <a:ext cx="2259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Use any </a:t>
            </a:r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  <a:p>
            <a:endParaRPr lang="en-GB" sz="1200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43C02576-451F-483D-6EC7-B3CA0C313F59}"/>
              </a:ext>
            </a:extLst>
          </p:cNvPr>
          <p:cNvSpPr txBox="1"/>
          <p:nvPr/>
        </p:nvSpPr>
        <p:spPr>
          <a:xfrm>
            <a:off x="5998755" y="3765845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8BB6708-9A04-E900-DE5D-CFC12DE24381}"/>
              </a:ext>
            </a:extLst>
          </p:cNvPr>
          <p:cNvSpPr txBox="1"/>
          <p:nvPr/>
        </p:nvSpPr>
        <p:spPr>
          <a:xfrm>
            <a:off x="5801763" y="6381443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77" name="Star: 5 Points 176">
            <a:extLst>
              <a:ext uri="{FF2B5EF4-FFF2-40B4-BE49-F238E27FC236}">
                <a16:creationId xmlns:a16="http://schemas.microsoft.com/office/drawing/2014/main" id="{08EC5301-FC98-C825-CD05-63EA5B5864E1}"/>
              </a:ext>
            </a:extLst>
          </p:cNvPr>
          <p:cNvSpPr/>
          <p:nvPr/>
        </p:nvSpPr>
        <p:spPr>
          <a:xfrm>
            <a:off x="5465671" y="6415780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Star: 5 Points 177">
            <a:extLst>
              <a:ext uri="{FF2B5EF4-FFF2-40B4-BE49-F238E27FC236}">
                <a16:creationId xmlns:a16="http://schemas.microsoft.com/office/drawing/2014/main" id="{AAB00D15-0666-7388-9458-AC2ABF50C53A}"/>
              </a:ext>
            </a:extLst>
          </p:cNvPr>
          <p:cNvSpPr/>
          <p:nvPr/>
        </p:nvSpPr>
        <p:spPr>
          <a:xfrm>
            <a:off x="5126581" y="6415780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9E8E17C-C94E-60B5-66D5-9601C4E65480}"/>
              </a:ext>
            </a:extLst>
          </p:cNvPr>
          <p:cNvSpPr txBox="1"/>
          <p:nvPr/>
        </p:nvSpPr>
        <p:spPr>
          <a:xfrm>
            <a:off x="8128332" y="6032080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6FE1601B-E811-CFEF-05A8-ECD04BDE7F47}"/>
              </a:ext>
            </a:extLst>
          </p:cNvPr>
          <p:cNvSpPr txBox="1"/>
          <p:nvPr/>
        </p:nvSpPr>
        <p:spPr>
          <a:xfrm>
            <a:off x="6380851" y="472303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83C195FA-0B7B-B780-F2D3-7F3D368804B0}"/>
              </a:ext>
            </a:extLst>
          </p:cNvPr>
          <p:cNvSpPr txBox="1"/>
          <p:nvPr/>
        </p:nvSpPr>
        <p:spPr>
          <a:xfrm>
            <a:off x="8318898" y="472303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B09BACF6-3342-0C2C-DCA8-5A3F005F054C}"/>
              </a:ext>
            </a:extLst>
          </p:cNvPr>
          <p:cNvGrpSpPr/>
          <p:nvPr/>
        </p:nvGrpSpPr>
        <p:grpSpPr>
          <a:xfrm>
            <a:off x="8744937" y="4721805"/>
            <a:ext cx="832583" cy="553914"/>
            <a:chOff x="3757802" y="1298860"/>
            <a:chExt cx="832583" cy="553914"/>
          </a:xfrm>
        </p:grpSpPr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0640975D-5FC5-F3E4-C81D-BE1EFB0BC56D}"/>
                </a:ext>
              </a:extLst>
            </p:cNvPr>
            <p:cNvSpPr/>
            <p:nvPr/>
          </p:nvSpPr>
          <p:spPr>
            <a:xfrm>
              <a:off x="3757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1D2F54A9-0041-A991-B890-F5360A53D54F}"/>
                </a:ext>
              </a:extLst>
            </p:cNvPr>
            <p:cNvSpPr/>
            <p:nvPr/>
          </p:nvSpPr>
          <p:spPr>
            <a:xfrm>
              <a:off x="422288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40FDD80C-21F0-A077-E709-F16347364BE9}"/>
              </a:ext>
            </a:extLst>
          </p:cNvPr>
          <p:cNvGrpSpPr/>
          <p:nvPr/>
        </p:nvGrpSpPr>
        <p:grpSpPr>
          <a:xfrm>
            <a:off x="5369194" y="4721805"/>
            <a:ext cx="949821" cy="553914"/>
            <a:chOff x="382059" y="1298860"/>
            <a:chExt cx="949821" cy="553914"/>
          </a:xfrm>
        </p:grpSpPr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723F6AFF-BDF3-E7A3-CDF8-4A5C1DA37099}"/>
                </a:ext>
              </a:extLst>
            </p:cNvPr>
            <p:cNvSpPr/>
            <p:nvPr/>
          </p:nvSpPr>
          <p:spPr>
            <a:xfrm>
              <a:off x="96438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EFD86E7A-A16B-0EC8-309E-4523B16A4BB5}"/>
                </a:ext>
              </a:extLst>
            </p:cNvPr>
            <p:cNvSpPr/>
            <p:nvPr/>
          </p:nvSpPr>
          <p:spPr>
            <a:xfrm>
              <a:off x="805578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EBF6E042-8ED7-6176-D601-3E437A2EEE66}"/>
                </a:ext>
              </a:extLst>
            </p:cNvPr>
            <p:cNvSpPr/>
            <p:nvPr/>
          </p:nvSpPr>
          <p:spPr>
            <a:xfrm>
              <a:off x="38205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7F6A62E3-709D-4456-19C6-5835C98B788F}"/>
              </a:ext>
            </a:extLst>
          </p:cNvPr>
          <p:cNvGrpSpPr/>
          <p:nvPr/>
        </p:nvGrpSpPr>
        <p:grpSpPr>
          <a:xfrm>
            <a:off x="6806889" y="4600578"/>
            <a:ext cx="1450173" cy="769441"/>
            <a:chOff x="1868798" y="1177633"/>
            <a:chExt cx="1450173" cy="769441"/>
          </a:xfrm>
        </p:grpSpPr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FE46513F-BD39-7B24-F3F8-88237FC26B8F}"/>
                </a:ext>
              </a:extLst>
            </p:cNvPr>
            <p:cNvSpPr/>
            <p:nvPr/>
          </p:nvSpPr>
          <p:spPr>
            <a:xfrm>
              <a:off x="229355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6FC5B84D-C66A-2C62-94FD-E2E63011AAED}"/>
                </a:ext>
              </a:extLst>
            </p:cNvPr>
            <p:cNvSpPr/>
            <p:nvPr/>
          </p:nvSpPr>
          <p:spPr>
            <a:xfrm>
              <a:off x="248638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63220470-5843-FA95-272B-BB1DBC6CFB3E}"/>
                </a:ext>
              </a:extLst>
            </p:cNvPr>
            <p:cNvSpPr/>
            <p:nvPr/>
          </p:nvSpPr>
          <p:spPr>
            <a:xfrm>
              <a:off x="295147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6CFBBB7B-D302-DB1A-3A92-D579441D9529}"/>
                </a:ext>
              </a:extLst>
            </p:cNvPr>
            <p:cNvSpPr txBox="1"/>
            <p:nvPr/>
          </p:nvSpPr>
          <p:spPr>
            <a:xfrm>
              <a:off x="1868798" y="1177633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9737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05C60079-BE74-26E2-0B3C-E58313F03722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1DEEA31-123C-6FD2-95E9-46953A6445FC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7DEAA1E-D90E-19C2-28B5-A599D74793F8}"/>
              </a:ext>
            </a:extLst>
          </p:cNvPr>
          <p:cNvSpPr txBox="1"/>
          <p:nvPr/>
        </p:nvSpPr>
        <p:spPr>
          <a:xfrm>
            <a:off x="1425727" y="60802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F5A3378-02EE-D0AD-AFA4-F31C894C1E69}"/>
              </a:ext>
            </a:extLst>
          </p:cNvPr>
          <p:cNvSpPr txBox="1"/>
          <p:nvPr/>
        </p:nvSpPr>
        <p:spPr>
          <a:xfrm>
            <a:off x="1011621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157E459-21AD-8680-20AA-5A19D588083C}"/>
              </a:ext>
            </a:extLst>
          </p:cNvPr>
          <p:cNvSpPr txBox="1"/>
          <p:nvPr/>
        </p:nvSpPr>
        <p:spPr>
          <a:xfrm>
            <a:off x="1439639" y="136659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7F2A092-954F-4EFE-560B-2748DD11FB65}"/>
              </a:ext>
            </a:extLst>
          </p:cNvPr>
          <p:cNvSpPr txBox="1"/>
          <p:nvPr/>
        </p:nvSpPr>
        <p:spPr>
          <a:xfrm>
            <a:off x="3385457" y="136659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8414698-1DFF-714A-000F-B2B8C2C0723A}"/>
              </a:ext>
            </a:extLst>
          </p:cNvPr>
          <p:cNvSpPr/>
          <p:nvPr/>
        </p:nvSpPr>
        <p:spPr>
          <a:xfrm>
            <a:off x="3757802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763EF79-A025-CEDE-DFF5-FBA5C472A393}"/>
              </a:ext>
            </a:extLst>
          </p:cNvPr>
          <p:cNvSpPr/>
          <p:nvPr/>
        </p:nvSpPr>
        <p:spPr>
          <a:xfrm>
            <a:off x="4222885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A4AE8F7-766F-D5C1-39ED-59A8B945460C}"/>
              </a:ext>
            </a:extLst>
          </p:cNvPr>
          <p:cNvSpPr/>
          <p:nvPr/>
        </p:nvSpPr>
        <p:spPr>
          <a:xfrm>
            <a:off x="964380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C20A5DA8-E061-8768-0D1F-DC591893740C}"/>
              </a:ext>
            </a:extLst>
          </p:cNvPr>
          <p:cNvSpPr/>
          <p:nvPr/>
        </p:nvSpPr>
        <p:spPr>
          <a:xfrm>
            <a:off x="805578" y="1590927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668D5F7-CA2D-7BF0-8171-5F11F99BD917}"/>
              </a:ext>
            </a:extLst>
          </p:cNvPr>
          <p:cNvSpPr/>
          <p:nvPr/>
        </p:nvSpPr>
        <p:spPr>
          <a:xfrm>
            <a:off x="382059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BD6F1DF6-DF25-E99C-0EEE-7C275D6105AE}"/>
              </a:ext>
            </a:extLst>
          </p:cNvPr>
          <p:cNvSpPr/>
          <p:nvPr/>
        </p:nvSpPr>
        <p:spPr>
          <a:xfrm>
            <a:off x="2335120" y="1590927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9C83B05-8E42-8247-CCAE-A12ED4955AE9}"/>
              </a:ext>
            </a:extLst>
          </p:cNvPr>
          <p:cNvSpPr/>
          <p:nvPr/>
        </p:nvSpPr>
        <p:spPr>
          <a:xfrm>
            <a:off x="1911601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B00D1EF-224C-89B2-33A1-477A364D27D4}"/>
              </a:ext>
            </a:extLst>
          </p:cNvPr>
          <p:cNvSpPr/>
          <p:nvPr/>
        </p:nvSpPr>
        <p:spPr>
          <a:xfrm>
            <a:off x="2486388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62E3CFA-A53C-6668-CC34-C8ACC0C68A22}"/>
              </a:ext>
            </a:extLst>
          </p:cNvPr>
          <p:cNvSpPr/>
          <p:nvPr/>
        </p:nvSpPr>
        <p:spPr>
          <a:xfrm>
            <a:off x="2951471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7" name="Star: 5 Points 96">
            <a:extLst>
              <a:ext uri="{FF2B5EF4-FFF2-40B4-BE49-F238E27FC236}">
                <a16:creationId xmlns:a16="http://schemas.microsoft.com/office/drawing/2014/main" id="{0483F252-DD26-CBB7-8804-7E2FA7302EB5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CB1CCA6-37FE-2833-0DBB-9B61A3EDB9D3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B23DEFB-9EB4-1246-9A79-CE2418D0B52D}"/>
              </a:ext>
            </a:extLst>
          </p:cNvPr>
          <p:cNvSpPr txBox="1"/>
          <p:nvPr/>
        </p:nvSpPr>
        <p:spPr>
          <a:xfrm>
            <a:off x="759890" y="2962980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00" name="Star: 5 Points 99">
            <a:extLst>
              <a:ext uri="{FF2B5EF4-FFF2-40B4-BE49-F238E27FC236}">
                <a16:creationId xmlns:a16="http://schemas.microsoft.com/office/drawing/2014/main" id="{3770CBC6-0D5E-8D83-EEB5-E6273414E3AD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Star: 5 Points 100">
            <a:extLst>
              <a:ext uri="{FF2B5EF4-FFF2-40B4-BE49-F238E27FC236}">
                <a16:creationId xmlns:a16="http://schemas.microsoft.com/office/drawing/2014/main" id="{B3F287E8-5195-9107-7601-28C75C0878DF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ADDEA38-B6FB-6BA6-7996-3B284F85A8AE}"/>
              </a:ext>
            </a:extLst>
          </p:cNvPr>
          <p:cNvSpPr txBox="1"/>
          <p:nvPr/>
        </p:nvSpPr>
        <p:spPr>
          <a:xfrm>
            <a:off x="2690362" y="2623503"/>
            <a:ext cx="20617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Эң чоң жана эң кичине </a:t>
            </a:r>
          </a:p>
          <a:p>
            <a:r>
              <a:rPr lang="ru-RU" sz="1400" dirty="0"/>
              <a:t>натыйжалар эсептей </a:t>
            </a:r>
            <a:endParaRPr lang="en-US" sz="1400" dirty="0"/>
          </a:p>
          <a:p>
            <a:r>
              <a:rPr lang="ru-RU" sz="1400" dirty="0"/>
              <a:t>алдыңбы?</a:t>
            </a:r>
            <a:endParaRPr lang="en-GB" sz="1400" dirty="0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640654D8-5D6A-B2F3-01CC-DD381F252B4C}"/>
              </a:ext>
            </a:extLst>
          </p:cNvPr>
          <p:cNvSpPr/>
          <p:nvPr/>
        </p:nvSpPr>
        <p:spPr>
          <a:xfrm>
            <a:off x="4983091" y="116477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33AB8DC-07F4-42AC-1E6D-AF69DC71D69A}"/>
              </a:ext>
            </a:extLst>
          </p:cNvPr>
          <p:cNvSpPr/>
          <p:nvPr/>
        </p:nvSpPr>
        <p:spPr>
          <a:xfrm>
            <a:off x="6850535" y="44598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281ED62-E110-BE0E-8F80-954A7D2DA33F}"/>
              </a:ext>
            </a:extLst>
          </p:cNvPr>
          <p:cNvSpPr txBox="1"/>
          <p:nvPr/>
        </p:nvSpPr>
        <p:spPr>
          <a:xfrm>
            <a:off x="6401198" y="50279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14BD529-CDD5-9659-234F-DFA581E579DB}"/>
              </a:ext>
            </a:extLst>
          </p:cNvPr>
          <p:cNvSpPr txBox="1"/>
          <p:nvPr/>
        </p:nvSpPr>
        <p:spPr>
          <a:xfrm>
            <a:off x="5987092" y="332377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49D3D75-43D9-6F58-8C4C-A4E787545F4B}"/>
              </a:ext>
            </a:extLst>
          </p:cNvPr>
          <p:cNvSpPr txBox="1"/>
          <p:nvPr/>
        </p:nvSpPr>
        <p:spPr>
          <a:xfrm>
            <a:off x="6415110" y="135606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92561A3-027F-37A1-7F93-F8F961AF39F0}"/>
              </a:ext>
            </a:extLst>
          </p:cNvPr>
          <p:cNvSpPr txBox="1"/>
          <p:nvPr/>
        </p:nvSpPr>
        <p:spPr>
          <a:xfrm>
            <a:off x="8360928" y="135606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1C05B13-7633-D717-683A-A4E080E5E720}"/>
              </a:ext>
            </a:extLst>
          </p:cNvPr>
          <p:cNvSpPr/>
          <p:nvPr/>
        </p:nvSpPr>
        <p:spPr>
          <a:xfrm>
            <a:off x="8733273" y="135483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02F8CC3-95EB-72E5-3644-681070C59620}"/>
              </a:ext>
            </a:extLst>
          </p:cNvPr>
          <p:cNvSpPr/>
          <p:nvPr/>
        </p:nvSpPr>
        <p:spPr>
          <a:xfrm>
            <a:off x="9198356" y="135483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F27E9D3-AC6E-8FDA-544A-888E41B79A2A}"/>
              </a:ext>
            </a:extLst>
          </p:cNvPr>
          <p:cNvSpPr/>
          <p:nvPr/>
        </p:nvSpPr>
        <p:spPr>
          <a:xfrm>
            <a:off x="5939851" y="135483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7A0F54F9-1267-9260-F689-CFDE85D0E551}"/>
              </a:ext>
            </a:extLst>
          </p:cNvPr>
          <p:cNvSpPr/>
          <p:nvPr/>
        </p:nvSpPr>
        <p:spPr>
          <a:xfrm>
            <a:off x="5781049" y="1580404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F35F782-9013-6E71-BD4E-0A9137B6B9D7}"/>
              </a:ext>
            </a:extLst>
          </p:cNvPr>
          <p:cNvSpPr/>
          <p:nvPr/>
        </p:nvSpPr>
        <p:spPr>
          <a:xfrm>
            <a:off x="5357530" y="135483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7E6CC884-8597-C084-C892-4B4CE0808858}"/>
              </a:ext>
            </a:extLst>
          </p:cNvPr>
          <p:cNvSpPr/>
          <p:nvPr/>
        </p:nvSpPr>
        <p:spPr>
          <a:xfrm>
            <a:off x="7310591" y="1580404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E96397DB-18D1-80FF-ECBE-DE3977269E12}"/>
              </a:ext>
            </a:extLst>
          </p:cNvPr>
          <p:cNvSpPr/>
          <p:nvPr/>
        </p:nvSpPr>
        <p:spPr>
          <a:xfrm>
            <a:off x="6887072" y="135483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ABF5503-C41F-A155-D970-BE0BFE97B714}"/>
              </a:ext>
            </a:extLst>
          </p:cNvPr>
          <p:cNvSpPr/>
          <p:nvPr/>
        </p:nvSpPr>
        <p:spPr>
          <a:xfrm>
            <a:off x="7461859" y="135483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36BBFB5-CDFA-EFFD-B654-A1898FB6C94B}"/>
              </a:ext>
            </a:extLst>
          </p:cNvPr>
          <p:cNvSpPr/>
          <p:nvPr/>
        </p:nvSpPr>
        <p:spPr>
          <a:xfrm>
            <a:off x="7926942" y="135483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8" name="Star: 5 Points 117">
            <a:extLst>
              <a:ext uri="{FF2B5EF4-FFF2-40B4-BE49-F238E27FC236}">
                <a16:creationId xmlns:a16="http://schemas.microsoft.com/office/drawing/2014/main" id="{0B4C90E6-9D4C-0F80-4327-542FED31AA36}"/>
              </a:ext>
            </a:extLst>
          </p:cNvPr>
          <p:cNvSpPr/>
          <p:nvPr/>
        </p:nvSpPr>
        <p:spPr>
          <a:xfrm>
            <a:off x="5454007" y="263865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0473C56E-6261-8DD9-2C6F-C8629DE62F46}"/>
              </a:ext>
            </a:extLst>
          </p:cNvPr>
          <p:cNvSpPr txBox="1"/>
          <p:nvPr/>
        </p:nvSpPr>
        <p:spPr>
          <a:xfrm>
            <a:off x="5790099" y="2640837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15804F9-C9F7-3E21-7C22-05D2973921A1}"/>
              </a:ext>
            </a:extLst>
          </p:cNvPr>
          <p:cNvSpPr txBox="1"/>
          <p:nvPr/>
        </p:nvSpPr>
        <p:spPr>
          <a:xfrm>
            <a:off x="5735361" y="2952457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21" name="Star: 5 Points 120">
            <a:extLst>
              <a:ext uri="{FF2B5EF4-FFF2-40B4-BE49-F238E27FC236}">
                <a16:creationId xmlns:a16="http://schemas.microsoft.com/office/drawing/2014/main" id="{18ECFAA1-D1F2-5676-F20A-DB8DB0967381}"/>
              </a:ext>
            </a:extLst>
          </p:cNvPr>
          <p:cNvSpPr/>
          <p:nvPr/>
        </p:nvSpPr>
        <p:spPr>
          <a:xfrm>
            <a:off x="5454007" y="298231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2" name="Star: 5 Points 121">
            <a:extLst>
              <a:ext uri="{FF2B5EF4-FFF2-40B4-BE49-F238E27FC236}">
                <a16:creationId xmlns:a16="http://schemas.microsoft.com/office/drawing/2014/main" id="{5B3CDFFC-EF3D-3430-4EFC-92A697936DB7}"/>
              </a:ext>
            </a:extLst>
          </p:cNvPr>
          <p:cNvSpPr/>
          <p:nvPr/>
        </p:nvSpPr>
        <p:spPr>
          <a:xfrm>
            <a:off x="5114917" y="298231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4FCD9DD-897E-94F0-1BE6-317487CF8638}"/>
              </a:ext>
            </a:extLst>
          </p:cNvPr>
          <p:cNvSpPr txBox="1"/>
          <p:nvPr/>
        </p:nvSpPr>
        <p:spPr>
          <a:xfrm>
            <a:off x="7665833" y="2612980"/>
            <a:ext cx="20617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Эң чоң жана эң кичине </a:t>
            </a:r>
          </a:p>
          <a:p>
            <a:r>
              <a:rPr lang="ru-RU" sz="1400" dirty="0"/>
              <a:t>натыйжалар эсептей </a:t>
            </a:r>
            <a:endParaRPr lang="en-US" sz="1400" dirty="0"/>
          </a:p>
          <a:p>
            <a:r>
              <a:rPr lang="ru-RU" sz="1400" dirty="0"/>
              <a:t>алдыңбы?</a:t>
            </a:r>
            <a:endParaRPr lang="en-GB" sz="1400" dirty="0"/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57E7EC43-868E-0494-F42E-4C68F0B189EA}"/>
              </a:ext>
            </a:extLst>
          </p:cNvPr>
          <p:cNvSpPr/>
          <p:nvPr/>
        </p:nvSpPr>
        <p:spPr>
          <a:xfrm>
            <a:off x="47444" y="3583354"/>
            <a:ext cx="4811500" cy="321384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6A32866-7B05-398B-3701-F26F64496CA0}"/>
              </a:ext>
            </a:extLst>
          </p:cNvPr>
          <p:cNvSpPr/>
          <p:nvPr/>
        </p:nvSpPr>
        <p:spPr>
          <a:xfrm>
            <a:off x="1914888" y="3484865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A6C0D9D-A9ED-DD8E-0929-4A5BB9A2EA10}"/>
              </a:ext>
            </a:extLst>
          </p:cNvPr>
          <p:cNvSpPr txBox="1"/>
          <p:nvPr/>
        </p:nvSpPr>
        <p:spPr>
          <a:xfrm>
            <a:off x="1465551" y="3490546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C5D71A4-94B1-75DC-DDEF-D457D4D35E2D}"/>
              </a:ext>
            </a:extLst>
          </p:cNvPr>
          <p:cNvSpPr txBox="1"/>
          <p:nvPr/>
        </p:nvSpPr>
        <p:spPr>
          <a:xfrm>
            <a:off x="1051445" y="3772644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89B1628-4911-2258-B044-3836BC5B2473}"/>
              </a:ext>
            </a:extLst>
          </p:cNvPr>
          <p:cNvSpPr txBox="1"/>
          <p:nvPr/>
        </p:nvSpPr>
        <p:spPr>
          <a:xfrm>
            <a:off x="1479463" y="479633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FD9B51C-9E87-FEB8-1291-A236CDA0F1C7}"/>
              </a:ext>
            </a:extLst>
          </p:cNvPr>
          <p:cNvSpPr txBox="1"/>
          <p:nvPr/>
        </p:nvSpPr>
        <p:spPr>
          <a:xfrm>
            <a:off x="3425281" y="479633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D2C479E-0185-A6AE-5920-A2F76DDAD7F2}"/>
              </a:ext>
            </a:extLst>
          </p:cNvPr>
          <p:cNvSpPr/>
          <p:nvPr/>
        </p:nvSpPr>
        <p:spPr>
          <a:xfrm>
            <a:off x="3797626" y="479510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CF5E6ED6-5A21-92F3-4C8A-F7546FAFCDF5}"/>
              </a:ext>
            </a:extLst>
          </p:cNvPr>
          <p:cNvSpPr/>
          <p:nvPr/>
        </p:nvSpPr>
        <p:spPr>
          <a:xfrm>
            <a:off x="4262709" y="479510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E144CFE-94D4-66FF-70C3-A369D4898633}"/>
              </a:ext>
            </a:extLst>
          </p:cNvPr>
          <p:cNvSpPr/>
          <p:nvPr/>
        </p:nvSpPr>
        <p:spPr>
          <a:xfrm>
            <a:off x="1004204" y="479510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BC68797A-534F-6B81-2758-70ED97B5A9E2}"/>
              </a:ext>
            </a:extLst>
          </p:cNvPr>
          <p:cNvSpPr/>
          <p:nvPr/>
        </p:nvSpPr>
        <p:spPr>
          <a:xfrm>
            <a:off x="845402" y="5020671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F37E0229-8AA9-E1E9-7AC2-AB5D8501B669}"/>
              </a:ext>
            </a:extLst>
          </p:cNvPr>
          <p:cNvSpPr/>
          <p:nvPr/>
        </p:nvSpPr>
        <p:spPr>
          <a:xfrm>
            <a:off x="421883" y="479510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F1CC23E7-FCE8-5AE0-1808-1C75C10FC7E7}"/>
              </a:ext>
            </a:extLst>
          </p:cNvPr>
          <p:cNvSpPr/>
          <p:nvPr/>
        </p:nvSpPr>
        <p:spPr>
          <a:xfrm>
            <a:off x="2374944" y="5020671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2CFB1A1E-1B1C-EB60-10FC-22C6FBA7FB9F}"/>
              </a:ext>
            </a:extLst>
          </p:cNvPr>
          <p:cNvSpPr/>
          <p:nvPr/>
        </p:nvSpPr>
        <p:spPr>
          <a:xfrm>
            <a:off x="1951425" y="479510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B61ECB74-7FE9-E92F-0BBD-5D26377C563F}"/>
              </a:ext>
            </a:extLst>
          </p:cNvPr>
          <p:cNvSpPr/>
          <p:nvPr/>
        </p:nvSpPr>
        <p:spPr>
          <a:xfrm>
            <a:off x="2526212" y="479510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A61F0454-8E87-E7A9-43B8-C34C012539AB}"/>
              </a:ext>
            </a:extLst>
          </p:cNvPr>
          <p:cNvSpPr/>
          <p:nvPr/>
        </p:nvSpPr>
        <p:spPr>
          <a:xfrm>
            <a:off x="2991295" y="479510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8180CA04-3B0E-DB6C-ED73-98A39788858A}"/>
              </a:ext>
            </a:extLst>
          </p:cNvPr>
          <p:cNvSpPr/>
          <p:nvPr/>
        </p:nvSpPr>
        <p:spPr>
          <a:xfrm>
            <a:off x="518360" y="6078926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EA0495EA-89D1-4249-E205-D7DF41E8BFFE}"/>
              </a:ext>
            </a:extLst>
          </p:cNvPr>
          <p:cNvSpPr txBox="1"/>
          <p:nvPr/>
        </p:nvSpPr>
        <p:spPr>
          <a:xfrm>
            <a:off x="854452" y="6081104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46A378F-A423-151E-E7AE-56F2B7375A16}"/>
              </a:ext>
            </a:extLst>
          </p:cNvPr>
          <p:cNvSpPr txBox="1"/>
          <p:nvPr/>
        </p:nvSpPr>
        <p:spPr>
          <a:xfrm>
            <a:off x="799714" y="6392724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42" name="Star: 5 Points 141">
            <a:extLst>
              <a:ext uri="{FF2B5EF4-FFF2-40B4-BE49-F238E27FC236}">
                <a16:creationId xmlns:a16="http://schemas.microsoft.com/office/drawing/2014/main" id="{9004D719-D902-6E8D-5943-52845753754B}"/>
              </a:ext>
            </a:extLst>
          </p:cNvPr>
          <p:cNvSpPr/>
          <p:nvPr/>
        </p:nvSpPr>
        <p:spPr>
          <a:xfrm>
            <a:off x="518360" y="642257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3" name="Star: 5 Points 142">
            <a:extLst>
              <a:ext uri="{FF2B5EF4-FFF2-40B4-BE49-F238E27FC236}">
                <a16:creationId xmlns:a16="http://schemas.microsoft.com/office/drawing/2014/main" id="{BF20B0E8-8905-E666-F4A2-AFBB152C1DDB}"/>
              </a:ext>
            </a:extLst>
          </p:cNvPr>
          <p:cNvSpPr/>
          <p:nvPr/>
        </p:nvSpPr>
        <p:spPr>
          <a:xfrm>
            <a:off x="179270" y="642257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2BFC288-3866-0E23-3C87-1931CE7E2BC4}"/>
              </a:ext>
            </a:extLst>
          </p:cNvPr>
          <p:cNvSpPr txBox="1"/>
          <p:nvPr/>
        </p:nvSpPr>
        <p:spPr>
          <a:xfrm>
            <a:off x="2730186" y="6053247"/>
            <a:ext cx="20617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Эң чоң жана эң кичине </a:t>
            </a:r>
          </a:p>
          <a:p>
            <a:r>
              <a:rPr lang="ru-RU" sz="1400" dirty="0"/>
              <a:t>натыйжалар эсептей </a:t>
            </a:r>
            <a:endParaRPr lang="en-US" sz="1400" dirty="0"/>
          </a:p>
          <a:p>
            <a:r>
              <a:rPr lang="ru-RU" sz="1400" dirty="0"/>
              <a:t>алдыңбы?</a:t>
            </a:r>
            <a:endParaRPr lang="en-GB" sz="1400" dirty="0"/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EEC481F4-5420-BB81-C0C6-EA0C49E2E881}"/>
              </a:ext>
            </a:extLst>
          </p:cNvPr>
          <p:cNvSpPr/>
          <p:nvPr/>
        </p:nvSpPr>
        <p:spPr>
          <a:xfrm>
            <a:off x="4992343" y="3563483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152DA56-BC7C-6555-49F9-837157BE0B5D}"/>
              </a:ext>
            </a:extLst>
          </p:cNvPr>
          <p:cNvSpPr/>
          <p:nvPr/>
        </p:nvSpPr>
        <p:spPr>
          <a:xfrm>
            <a:off x="6859787" y="3491604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D338235-D2C3-F321-4BD9-93E17A1D2663}"/>
              </a:ext>
            </a:extLst>
          </p:cNvPr>
          <p:cNvSpPr txBox="1"/>
          <p:nvPr/>
        </p:nvSpPr>
        <p:spPr>
          <a:xfrm>
            <a:off x="6410450" y="3497285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576B3CA-8160-FE42-073E-638252B0036A}"/>
              </a:ext>
            </a:extLst>
          </p:cNvPr>
          <p:cNvSpPr txBox="1"/>
          <p:nvPr/>
        </p:nvSpPr>
        <p:spPr>
          <a:xfrm>
            <a:off x="5996344" y="3779383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CFA43362-1276-3C1E-5A78-8049DB5557D5}"/>
              </a:ext>
            </a:extLst>
          </p:cNvPr>
          <p:cNvSpPr txBox="1"/>
          <p:nvPr/>
        </p:nvSpPr>
        <p:spPr>
          <a:xfrm>
            <a:off x="6424362" y="480307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AF32596-07C0-95C2-3D88-C0ECF0760247}"/>
              </a:ext>
            </a:extLst>
          </p:cNvPr>
          <p:cNvSpPr txBox="1"/>
          <p:nvPr/>
        </p:nvSpPr>
        <p:spPr>
          <a:xfrm>
            <a:off x="8370180" y="480307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20E00505-8B0B-087A-E144-3A14580F4988}"/>
              </a:ext>
            </a:extLst>
          </p:cNvPr>
          <p:cNvSpPr/>
          <p:nvPr/>
        </p:nvSpPr>
        <p:spPr>
          <a:xfrm>
            <a:off x="8742525" y="480184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341B05D9-FBD3-FFEB-7B18-02FA71189F10}"/>
              </a:ext>
            </a:extLst>
          </p:cNvPr>
          <p:cNvSpPr/>
          <p:nvPr/>
        </p:nvSpPr>
        <p:spPr>
          <a:xfrm>
            <a:off x="9207608" y="480184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7354ABD-66B4-BAED-C90A-5EF7E3D8ADAE}"/>
              </a:ext>
            </a:extLst>
          </p:cNvPr>
          <p:cNvSpPr/>
          <p:nvPr/>
        </p:nvSpPr>
        <p:spPr>
          <a:xfrm>
            <a:off x="5949103" y="480184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0DE613BB-C4AF-08A3-5543-1AE6738BE98E}"/>
              </a:ext>
            </a:extLst>
          </p:cNvPr>
          <p:cNvSpPr/>
          <p:nvPr/>
        </p:nvSpPr>
        <p:spPr>
          <a:xfrm>
            <a:off x="5790301" y="5027410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7F12EF03-D9F4-1682-F028-DA1A08A256D2}"/>
              </a:ext>
            </a:extLst>
          </p:cNvPr>
          <p:cNvSpPr/>
          <p:nvPr/>
        </p:nvSpPr>
        <p:spPr>
          <a:xfrm>
            <a:off x="5366782" y="480184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C3CC3062-57F3-8EF2-268B-82CD7D98321C}"/>
              </a:ext>
            </a:extLst>
          </p:cNvPr>
          <p:cNvSpPr/>
          <p:nvPr/>
        </p:nvSpPr>
        <p:spPr>
          <a:xfrm>
            <a:off x="7319843" y="5027410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EF77404F-2095-1419-18AB-06FB1723C989}"/>
              </a:ext>
            </a:extLst>
          </p:cNvPr>
          <p:cNvSpPr/>
          <p:nvPr/>
        </p:nvSpPr>
        <p:spPr>
          <a:xfrm>
            <a:off x="6896324" y="480184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0989549-82CC-01A6-24EB-D1D6CE6478BD}"/>
              </a:ext>
            </a:extLst>
          </p:cNvPr>
          <p:cNvSpPr/>
          <p:nvPr/>
        </p:nvSpPr>
        <p:spPr>
          <a:xfrm>
            <a:off x="7471111" y="480184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1B23E5FC-FE6D-E437-A6C8-261FE44D6133}"/>
              </a:ext>
            </a:extLst>
          </p:cNvPr>
          <p:cNvSpPr/>
          <p:nvPr/>
        </p:nvSpPr>
        <p:spPr>
          <a:xfrm>
            <a:off x="7936194" y="480184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Star: 5 Points 159">
            <a:extLst>
              <a:ext uri="{FF2B5EF4-FFF2-40B4-BE49-F238E27FC236}">
                <a16:creationId xmlns:a16="http://schemas.microsoft.com/office/drawing/2014/main" id="{D75A03B5-29B2-9CAA-968B-842E587DF000}"/>
              </a:ext>
            </a:extLst>
          </p:cNvPr>
          <p:cNvSpPr/>
          <p:nvPr/>
        </p:nvSpPr>
        <p:spPr>
          <a:xfrm>
            <a:off x="5463259" y="608566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9A01F12-3BF3-E6B4-8B41-99DA7E25A48B}"/>
              </a:ext>
            </a:extLst>
          </p:cNvPr>
          <p:cNvSpPr txBox="1"/>
          <p:nvPr/>
        </p:nvSpPr>
        <p:spPr>
          <a:xfrm>
            <a:off x="5799351" y="6087843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DE38D70B-07ED-96ED-FF78-53518CEF6784}"/>
              </a:ext>
            </a:extLst>
          </p:cNvPr>
          <p:cNvSpPr txBox="1"/>
          <p:nvPr/>
        </p:nvSpPr>
        <p:spPr>
          <a:xfrm>
            <a:off x="5744613" y="6399463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63" name="Star: 5 Points 162">
            <a:extLst>
              <a:ext uri="{FF2B5EF4-FFF2-40B4-BE49-F238E27FC236}">
                <a16:creationId xmlns:a16="http://schemas.microsoft.com/office/drawing/2014/main" id="{9C8406F0-30B9-E7B9-33FD-1C17FCE0F5AC}"/>
              </a:ext>
            </a:extLst>
          </p:cNvPr>
          <p:cNvSpPr/>
          <p:nvPr/>
        </p:nvSpPr>
        <p:spPr>
          <a:xfrm>
            <a:off x="5463259" y="642931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4" name="Star: 5 Points 163">
            <a:extLst>
              <a:ext uri="{FF2B5EF4-FFF2-40B4-BE49-F238E27FC236}">
                <a16:creationId xmlns:a16="http://schemas.microsoft.com/office/drawing/2014/main" id="{2613879B-D141-DBA9-E04C-0D8C17695A63}"/>
              </a:ext>
            </a:extLst>
          </p:cNvPr>
          <p:cNvSpPr/>
          <p:nvPr/>
        </p:nvSpPr>
        <p:spPr>
          <a:xfrm>
            <a:off x="5124169" y="642931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86A7554-8053-1578-A1C1-70C63EE8E762}"/>
              </a:ext>
            </a:extLst>
          </p:cNvPr>
          <p:cNvSpPr txBox="1"/>
          <p:nvPr/>
        </p:nvSpPr>
        <p:spPr>
          <a:xfrm>
            <a:off x="7675085" y="6059986"/>
            <a:ext cx="20617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Эң чоң жана эң кичине </a:t>
            </a:r>
          </a:p>
          <a:p>
            <a:r>
              <a:rPr lang="ru-RU" sz="1400" dirty="0"/>
              <a:t>натыйжалар эсептей </a:t>
            </a:r>
            <a:endParaRPr lang="en-US" sz="1400" dirty="0"/>
          </a:p>
          <a:p>
            <a:r>
              <a:rPr lang="ru-RU" sz="1400" dirty="0"/>
              <a:t>алдыңбы?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81643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24B829-B1C0-55EB-918A-50472CC1B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52525" y="1019272"/>
            <a:ext cx="6771215" cy="48490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5D95F5-9F8F-BA19-A524-6FD3CB6CC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91938" y="1047848"/>
            <a:ext cx="6771215" cy="484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327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C5E020-41F4-A9FE-66CD-6947C1BC0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76770" y="1112979"/>
            <a:ext cx="6739420" cy="4690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392A4F-A07D-D679-4AC3-2D0ACC69F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28606" y="1083684"/>
            <a:ext cx="6739420" cy="46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116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3FD1B3-5AE7-9D86-184B-138E71DB1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81118" y="992762"/>
            <a:ext cx="6743810" cy="49244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9726AE-EEBC-2D68-637D-779A71B74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71882" y="992761"/>
            <a:ext cx="6743810" cy="492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366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62C633-2087-DCBA-73DE-91A3E7476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98902" y="1077547"/>
            <a:ext cx="6825525" cy="46972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2D43D3-9E7E-9FA3-7A64-89589EB9E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79378" y="1096598"/>
            <a:ext cx="6825525" cy="469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865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8C3B9-0431-7824-2D45-D016C59C1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448" y="1661269"/>
            <a:ext cx="8543925" cy="3535462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351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10500</TotalTime>
  <Words>793</Words>
  <Application>Microsoft Office PowerPoint</Application>
  <PresentationFormat>A4 Paper (210x297 mm)</PresentationFormat>
  <Paragraphs>253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Calibri Light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509</cp:revision>
  <cp:lastPrinted>2022-10-25T10:58:44Z</cp:lastPrinted>
  <dcterms:created xsi:type="dcterms:W3CDTF">2017-01-17T16:57:04Z</dcterms:created>
  <dcterms:modified xsi:type="dcterms:W3CDTF">2024-05-28T11:08:28Z</dcterms:modified>
</cp:coreProperties>
</file>