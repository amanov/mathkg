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67" r:id="rId2"/>
    <p:sldId id="968" r:id="rId3"/>
    <p:sldId id="851" r:id="rId4"/>
    <p:sldId id="952" r:id="rId5"/>
    <p:sldId id="949" r:id="rId6"/>
    <p:sldId id="955" r:id="rId7"/>
    <p:sldId id="958" r:id="rId8"/>
    <p:sldId id="960" r:id="rId9"/>
    <p:sldId id="954" r:id="rId10"/>
    <p:sldId id="956" r:id="rId11"/>
    <p:sldId id="963" r:id="rId12"/>
    <p:sldId id="953" r:id="rId13"/>
    <p:sldId id="959" r:id="rId14"/>
    <p:sldId id="957" r:id="rId15"/>
    <p:sldId id="961" r:id="rId16"/>
    <p:sldId id="964" r:id="rId17"/>
    <p:sldId id="966" r:id="rId18"/>
    <p:sldId id="962" r:id="rId19"/>
    <p:sldId id="965" r:id="rId20"/>
    <p:sldId id="940" r:id="rId21"/>
    <p:sldId id="274" r:id="rId22"/>
  </p:sldIdLst>
  <p:sldSz cx="9906000" cy="6858000" type="A4"/>
  <p:notesSz cx="6669088" cy="9926638"/>
  <p:embeddedFontLs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D9398D8-16D6-4FAE-AB19-1864741E6792}">
          <p14:sldIdLst>
            <p14:sldId id="967"/>
          </p14:sldIdLst>
        </p14:section>
        <p14:section name="Титулдук слайд" id="{28D32456-82CD-4E03-8080-B43C3300C4CE}">
          <p14:sldIdLst>
            <p14:sldId id="968"/>
          </p14:sldIdLst>
        </p14:section>
        <p14:section name="Сандарды тандаңыз…" id="{C9905531-21F4-4739-9781-312E283928B4}">
          <p14:sldIdLst>
            <p14:sldId id="851"/>
          </p14:sldIdLst>
        </p14:section>
        <p14:section name="Суроолор" id="{27E8BDD4-AEF9-42D7-8653-0FA4B14A353C}">
          <p14:sldIdLst>
            <p14:sldId id="952"/>
            <p14:sldId id="949"/>
            <p14:sldId id="955"/>
            <p14:sldId id="958"/>
            <p14:sldId id="960"/>
            <p14:sldId id="954"/>
            <p14:sldId id="956"/>
            <p14:sldId id="963"/>
            <p14:sldId id="953"/>
            <p14:sldId id="959"/>
            <p14:sldId id="957"/>
            <p14:sldId id="961"/>
            <p14:sldId id="964"/>
            <p14:sldId id="966"/>
            <p14:sldId id="962"/>
            <p14:sldId id="965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ныш" id="{79E87442-ACDA-4976-B8DC-4981A11D14CB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FF00"/>
    <a:srgbClr val="C55A11"/>
    <a:srgbClr val="FF33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50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633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91920"/>
            <a:ext cx="878840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Ондуктан Бөлчөккө – орун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дук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мааниси менен– Бинго ,жооптору менен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434273" y="3429000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 сандык маанилер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7595893"/>
                  </p:ext>
                </p:extLst>
              </p:nvPr>
            </p:nvGraphicFramePr>
            <p:xfrm>
              <a:off x="292100" y="904875"/>
              <a:ext cx="9321800" cy="47910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0450">
                      <a:extLst>
                        <a:ext uri="{9D8B030D-6E8A-4147-A177-3AD203B41FA5}">
                          <a16:colId xmlns:a16="http://schemas.microsoft.com/office/drawing/2014/main" val="62045395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161216684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924408573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772295460"/>
                        </a:ext>
                      </a:extLst>
                    </a:gridCol>
                  </a:tblGrid>
                  <a:tr h="12248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658278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458257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040813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89864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7595893"/>
                  </p:ext>
                </p:extLst>
              </p:nvPr>
            </p:nvGraphicFramePr>
            <p:xfrm>
              <a:off x="292100" y="904875"/>
              <a:ext cx="9321800" cy="47910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0450">
                      <a:extLst>
                        <a:ext uri="{9D8B030D-6E8A-4147-A177-3AD203B41FA5}">
                          <a16:colId xmlns:a16="http://schemas.microsoft.com/office/drawing/2014/main" val="62045395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161216684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924408573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772295460"/>
                        </a:ext>
                      </a:extLst>
                    </a:gridCol>
                  </a:tblGrid>
                  <a:tr h="12248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498" r="-300261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498" r="-200261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498" r="-100785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498" r="-522" b="-2925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658278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03590" r="-300261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103590" r="-200261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103590" r="-100785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03590" r="-522" b="-20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458257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202551" r="-300261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202551" r="-200261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202551" r="-100785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202551" r="-522" b="-100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040813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304103" r="-300261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304103" r="-200261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304103" r="-100785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304103" r="-522" b="-10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89864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793463" y="137451"/>
            <a:ext cx="831907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6.681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61" y="2904774"/>
            <a:ext cx="889717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16388E-ADFF-49F3-9134-E49B0AD49F9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59204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4.519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6D8995-32AA-4332-8C63-DE1697A33DD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4590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3.029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0806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C6CC12-6BB0-466E-AEAF-4FD8AE7AA9F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344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0.423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87CB8F-E201-4F72-BE68-92104B37A24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2701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2.577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2985134" y="790574"/>
            <a:ext cx="211074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78300A-DD32-4893-A516-2A629954272D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02981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0.464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0806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E2C276-0486-4CB6-A43B-FBAA6D116A3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00463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8.132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9569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E16814-892D-4F1F-87E8-A5895100B870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03898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5.461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90059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CE9DAF-360C-4D30-97E8-18DFDB66A9F1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24918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1.897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7E3A58-7CCA-4B77-B740-891D21CC7BF7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00247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1.245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2985134" y="790574"/>
            <a:ext cx="211074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48A35A-6856-49CC-AC1D-451F77D59B6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17694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3.726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9569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296A7E-1AD6-4823-BE6B-625C94289865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26507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4.221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90059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D2C555-E1D5-4C50-9898-46784D3D40D0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00227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7.214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118734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C70CF0-79AD-46BC-A28A-2781156B95F7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99727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8.124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8150" y="790574"/>
            <a:ext cx="2581275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124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8729190-AF74-4EBD-A36A-65D4043C33AD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74329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3.384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90059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400D42-8146-4FB3-9B73-AB80EA5DE3D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46356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6.354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118734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E75CBB-60F1-469B-9A0D-1BDF56F681F4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50413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538480"/>
            <a:ext cx="9337040" cy="65227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8798</TotalTime>
  <Words>347</Words>
  <Application>Microsoft Office PowerPoint</Application>
  <PresentationFormat>A4 Paper (210x297 mm)</PresentationFormat>
  <Paragraphs>113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Calibri Light</vt:lpstr>
      <vt:lpstr>Cambria Math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399</cp:revision>
  <cp:lastPrinted>2017-12-31T22:38:51Z</cp:lastPrinted>
  <dcterms:created xsi:type="dcterms:W3CDTF">2017-01-17T16:57:04Z</dcterms:created>
  <dcterms:modified xsi:type="dcterms:W3CDTF">2024-08-29T15:29:56Z</dcterms:modified>
</cp:coreProperties>
</file>