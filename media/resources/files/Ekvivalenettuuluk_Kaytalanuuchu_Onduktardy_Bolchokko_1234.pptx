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9" r:id="rId4"/>
    <p:sldId id="945" r:id="rId5"/>
    <p:sldId id="94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бу" id="{1FEDB314-42DC-4694-9B04-D4A4AAE625F7}">
          <p14:sldIdLst>
            <p14:sldId id="949"/>
          </p14:sldIdLst>
        </p14:section>
        <p14:section name="Иш кагаздары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18" Type="http://schemas.openxmlformats.org/officeDocument/2006/relationships/image" Target="../media/image7.png"/><Relationship Id="rId7" Type="http://schemas.openxmlformats.org/officeDocument/2006/relationships/image" Target="../media/image3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7.png"/><Relationship Id="rId26" Type="http://schemas.openxmlformats.org/officeDocument/2006/relationships/image" Target="../media/image22.png"/><Relationship Id="rId21" Type="http://schemas.openxmlformats.org/officeDocument/2006/relationships/image" Target="../media/image16.png"/><Relationship Id="rId34" Type="http://schemas.openxmlformats.org/officeDocument/2006/relationships/image" Target="../media/image30.png"/><Relationship Id="rId17" Type="http://schemas.openxmlformats.org/officeDocument/2006/relationships/image" Target="../media/image17.png"/><Relationship Id="rId25" Type="http://schemas.openxmlformats.org/officeDocument/2006/relationships/image" Target="../media/image21.png"/><Relationship Id="rId33" Type="http://schemas.openxmlformats.org/officeDocument/2006/relationships/image" Target="../media/image29.png"/><Relationship Id="rId20" Type="http://schemas.openxmlformats.org/officeDocument/2006/relationships/image" Target="../media/image15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0.png"/><Relationship Id="rId32" Type="http://schemas.openxmlformats.org/officeDocument/2006/relationships/image" Target="../media/image28.png"/><Relationship Id="rId37" Type="http://schemas.openxmlformats.org/officeDocument/2006/relationships/image" Target="../media/image33.png"/><Relationship Id="rId23" Type="http://schemas.openxmlformats.org/officeDocument/2006/relationships/image" Target="../media/image19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9" Type="http://schemas.openxmlformats.org/officeDocument/2006/relationships/image" Target="../media/image8.png"/><Relationship Id="rId31" Type="http://schemas.openxmlformats.org/officeDocument/2006/relationships/image" Target="../media/image27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35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Кайталануучу ондуктар – Айландыруу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4547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Ар бир бөлчөктү кайталануучу ондук менен </a:t>
            </a:r>
          </a:p>
          <a:p>
            <a:pPr algn="ctr"/>
            <a:r>
              <a:rPr lang="ru-RU" dirty="0"/>
              <a:t>                 дал келтириңиз.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D18098-30EE-D76A-CB66-4702DF2B903A}"/>
                  </a:ext>
                </a:extLst>
              </p:cNvPr>
              <p:cNvSpPr txBox="1"/>
              <p:nvPr/>
            </p:nvSpPr>
            <p:spPr>
              <a:xfrm>
                <a:off x="614213" y="86704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D18098-30EE-D76A-CB66-4702DF2B9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13" y="867049"/>
                <a:ext cx="365805" cy="6127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9D2BFD-3EC2-F726-CBDD-E7CBA2353DB2}"/>
                  </a:ext>
                </a:extLst>
              </p:cNvPr>
              <p:cNvSpPr txBox="1"/>
              <p:nvPr/>
            </p:nvSpPr>
            <p:spPr>
              <a:xfrm>
                <a:off x="477385" y="2143141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9D2BFD-3EC2-F726-CBDD-E7CBA2353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85" y="2143141"/>
                <a:ext cx="580608" cy="3798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6FA084-0C24-E337-D028-67E2D60FD3CF}"/>
                  </a:ext>
                </a:extLst>
              </p:cNvPr>
              <p:cNvSpPr txBox="1"/>
              <p:nvPr/>
            </p:nvSpPr>
            <p:spPr>
              <a:xfrm>
                <a:off x="1708130" y="867049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86FA084-0C24-E337-D028-67E2D60FD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130" y="867049"/>
                <a:ext cx="494046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2B1A51-9152-8541-A2EA-3F3ADBFA837E}"/>
                  </a:ext>
                </a:extLst>
              </p:cNvPr>
              <p:cNvSpPr txBox="1"/>
              <p:nvPr/>
            </p:nvSpPr>
            <p:spPr>
              <a:xfrm>
                <a:off x="1562753" y="2143141"/>
                <a:ext cx="670376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0.1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2B1A51-9152-8541-A2EA-3F3ADBFA8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753" y="2143141"/>
                <a:ext cx="670376" cy="3798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0708F9-3B44-347F-50DF-AB87F54F5F5A}"/>
                  </a:ext>
                </a:extLst>
              </p:cNvPr>
              <p:cNvSpPr txBox="1"/>
              <p:nvPr/>
            </p:nvSpPr>
            <p:spPr>
              <a:xfrm>
                <a:off x="2930288" y="86704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0708F9-3B44-347F-50DF-AB87F54F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88" y="867049"/>
                <a:ext cx="365805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359210-FC6A-AF9F-30D9-C94715CD565C}"/>
                  </a:ext>
                </a:extLst>
              </p:cNvPr>
              <p:cNvSpPr txBox="1"/>
              <p:nvPr/>
            </p:nvSpPr>
            <p:spPr>
              <a:xfrm>
                <a:off x="4024205" y="86704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359210-FC6A-AF9F-30D9-C94715CD5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205" y="867049"/>
                <a:ext cx="365805" cy="6127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6D2A53-C215-C9D2-7210-2C431028C93A}"/>
                  </a:ext>
                </a:extLst>
              </p:cNvPr>
              <p:cNvSpPr txBox="1"/>
              <p:nvPr/>
            </p:nvSpPr>
            <p:spPr>
              <a:xfrm>
                <a:off x="2737889" y="2143141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6D2A53-C215-C9D2-7210-2C431028C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889" y="2143141"/>
                <a:ext cx="580608" cy="3798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9A7837-3AC1-7BC1-48EA-0D71C71B8C7C}"/>
                  </a:ext>
                </a:extLst>
              </p:cNvPr>
              <p:cNvSpPr txBox="1"/>
              <p:nvPr/>
            </p:nvSpPr>
            <p:spPr>
              <a:xfrm>
                <a:off x="3823257" y="2143141"/>
                <a:ext cx="70884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9A7837-3AC1-7BC1-48EA-0D71C71B8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257" y="2143141"/>
                <a:ext cx="708848" cy="3798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A226C1F-2ACF-BEFA-DDB4-8D6E57EF9167}"/>
              </a:ext>
            </a:extLst>
          </p:cNvPr>
          <p:cNvSpPr txBox="1"/>
          <p:nvPr/>
        </p:nvSpPr>
        <p:spPr>
          <a:xfrm>
            <a:off x="4979418" y="6707"/>
            <a:ext cx="401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алгебралык ыкманы толукта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3DA7612-7B9D-B101-21C1-3025CB5F251C}"/>
                  </a:ext>
                </a:extLst>
              </p:cNvPr>
              <p:cNvSpPr txBox="1"/>
              <p:nvPr/>
            </p:nvSpPr>
            <p:spPr>
              <a:xfrm>
                <a:off x="6743059" y="375193"/>
                <a:ext cx="1266693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3DA7612-7B9D-B101-21C1-3025CB5F2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59" y="375193"/>
                <a:ext cx="1266693" cy="61831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3D3524-9DAF-EC6C-940A-449DA22EFAD4}"/>
                  </a:ext>
                </a:extLst>
              </p:cNvPr>
              <p:cNvSpPr txBox="1"/>
              <p:nvPr/>
            </p:nvSpPr>
            <p:spPr>
              <a:xfrm>
                <a:off x="5454009" y="1213393"/>
                <a:ext cx="160229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         0.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33D3524-9DAF-EC6C-940A-449DA22EF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009" y="1213393"/>
                <a:ext cx="1602298" cy="37984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9564DF-BEFB-A783-027C-5BF43411E880}"/>
                  </a:ext>
                </a:extLst>
              </p:cNvPr>
              <p:cNvSpPr txBox="1"/>
              <p:nvPr/>
            </p:nvSpPr>
            <p:spPr>
              <a:xfrm>
                <a:off x="5073009" y="1600743"/>
                <a:ext cx="989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9564DF-BEFB-A783-027C-5BF43411E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009" y="1600743"/>
                <a:ext cx="98995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D540DA-D81E-47A8-FD79-F130A6EF0DF1}"/>
                  </a:ext>
                </a:extLst>
              </p:cNvPr>
              <p:cNvSpPr txBox="1"/>
              <p:nvPr/>
            </p:nvSpPr>
            <p:spPr>
              <a:xfrm>
                <a:off x="5206359" y="2026193"/>
                <a:ext cx="861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CD540DA-D81E-47A8-FD79-F130A6EF0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359" y="2026193"/>
                <a:ext cx="86171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C483FE5-E1D4-AC4B-F21F-8862D02E7B91}"/>
              </a:ext>
            </a:extLst>
          </p:cNvPr>
          <p:cNvSpPr txBox="1"/>
          <p:nvPr/>
        </p:nvSpPr>
        <p:spPr>
          <a:xfrm>
            <a:off x="94" y="3708416"/>
            <a:ext cx="10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Далилде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4604FDE-3B15-328E-8945-83FC584F76CE}"/>
                  </a:ext>
                </a:extLst>
              </p:cNvPr>
              <p:cNvSpPr txBox="1"/>
              <p:nvPr/>
            </p:nvSpPr>
            <p:spPr>
              <a:xfrm>
                <a:off x="1273284" y="3575594"/>
                <a:ext cx="1228221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4604FDE-3B15-328E-8945-83FC584F7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284" y="3575594"/>
                <a:ext cx="1228221" cy="6127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0EFDFD-C732-D712-6155-2B5F8E71D280}"/>
                  </a:ext>
                </a:extLst>
              </p:cNvPr>
              <p:cNvSpPr txBox="1"/>
              <p:nvPr/>
            </p:nvSpPr>
            <p:spPr>
              <a:xfrm>
                <a:off x="4979418" y="3578617"/>
                <a:ext cx="493115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:r>
                  <a:rPr lang="ky-KG" dirty="0"/>
                  <a:t>̇ди жөнөкөйлөтүлгөн бөлчөккө айландыр.</a:t>
                </a:r>
                <a:endParaRPr lang="en-GB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0EFDFD-C732-D712-6155-2B5F8E71D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418" y="3578617"/>
                <a:ext cx="4931158" cy="379848"/>
              </a:xfrm>
              <a:prstGeom prst="rect">
                <a:avLst/>
              </a:prstGeom>
              <a:blipFill>
                <a:blip r:embed="rId18"/>
                <a:stretch>
                  <a:fillRect t="-4839" r="-247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020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4547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Ар бир бөлчөктү кайталануучу ондук менен </a:t>
            </a:r>
          </a:p>
          <a:p>
            <a:pPr algn="ctr"/>
            <a:r>
              <a:rPr lang="ru-RU" dirty="0"/>
              <a:t>                 дал келтириңиз.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226C1F-2ACF-BEFA-DDB4-8D6E57EF9167}"/>
              </a:ext>
            </a:extLst>
          </p:cNvPr>
          <p:cNvSpPr txBox="1"/>
          <p:nvPr/>
        </p:nvSpPr>
        <p:spPr>
          <a:xfrm>
            <a:off x="4979418" y="6707"/>
            <a:ext cx="401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Берилген алгебралык ыкманы толукта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483FE5-E1D4-AC4B-F21F-8862D02E7B91}"/>
              </a:ext>
            </a:extLst>
          </p:cNvPr>
          <p:cNvSpPr txBox="1"/>
          <p:nvPr/>
        </p:nvSpPr>
        <p:spPr>
          <a:xfrm>
            <a:off x="94" y="3708416"/>
            <a:ext cx="10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dirty="0"/>
              <a:t>Далилде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4604FDE-3B15-328E-8945-83FC584F76CE}"/>
                  </a:ext>
                </a:extLst>
              </p:cNvPr>
              <p:cNvSpPr txBox="1"/>
              <p:nvPr/>
            </p:nvSpPr>
            <p:spPr>
              <a:xfrm>
                <a:off x="1273284" y="3575594"/>
                <a:ext cx="1228221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04604FDE-3B15-328E-8945-83FC584F7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284" y="3575594"/>
                <a:ext cx="1228221" cy="6127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0EFDFD-C732-D712-6155-2B5F8E71D280}"/>
                  </a:ext>
                </a:extLst>
              </p:cNvPr>
              <p:cNvSpPr txBox="1"/>
              <p:nvPr/>
            </p:nvSpPr>
            <p:spPr>
              <a:xfrm>
                <a:off x="4979418" y="3578617"/>
                <a:ext cx="493115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̇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acc>
                      <m:accPr>
                        <m:chr m:val="̇"/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acc>
                  </m:oMath>
                </a14:m>
                <a:r>
                  <a:rPr lang="en-GB" dirty="0"/>
                  <a:t> </a:t>
                </a:r>
                <a:r>
                  <a:rPr lang="ky-KG" dirty="0"/>
                  <a:t>̇ди жөнөкөйлөтүлгөн бөлчөккө айландыр.</a:t>
                </a:r>
                <a:endParaRPr lang="en-GB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0EFDFD-C732-D712-6155-2B5F8E71D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418" y="3578617"/>
                <a:ext cx="4931158" cy="379848"/>
              </a:xfrm>
              <a:prstGeom prst="rect">
                <a:avLst/>
              </a:prstGeom>
              <a:blipFill>
                <a:blip r:embed="rId18"/>
                <a:stretch>
                  <a:fillRect t="-4839" r="-247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E5B73E-C34A-6221-B407-64F89772F802}"/>
                  </a:ext>
                </a:extLst>
              </p:cNvPr>
              <p:cNvSpPr txBox="1"/>
              <p:nvPr/>
            </p:nvSpPr>
            <p:spPr>
              <a:xfrm>
                <a:off x="585091" y="98050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E5B73E-C34A-6221-B407-64F89772F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91" y="980509"/>
                <a:ext cx="365805" cy="6127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9B685-2A35-E025-CB74-7EEF41DDB873}"/>
                  </a:ext>
                </a:extLst>
              </p:cNvPr>
              <p:cNvSpPr txBox="1"/>
              <p:nvPr/>
            </p:nvSpPr>
            <p:spPr>
              <a:xfrm>
                <a:off x="477689" y="2536367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A9B685-2A35-E025-CB74-7EEF41DDB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89" y="2536367"/>
                <a:ext cx="580608" cy="37984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2990C5-3B72-52AC-B52C-DAE63BDE2D6F}"/>
                  </a:ext>
                </a:extLst>
              </p:cNvPr>
              <p:cNvSpPr txBox="1"/>
              <p:nvPr/>
            </p:nvSpPr>
            <p:spPr>
              <a:xfrm>
                <a:off x="1679008" y="980509"/>
                <a:ext cx="494046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2990C5-3B72-52AC-B52C-DAE63BDE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008" y="980509"/>
                <a:ext cx="494046" cy="6127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9F011-B5C1-53E0-C7E4-3CCDE3AADAF7}"/>
                  </a:ext>
                </a:extLst>
              </p:cNvPr>
              <p:cNvSpPr txBox="1"/>
              <p:nvPr/>
            </p:nvSpPr>
            <p:spPr>
              <a:xfrm>
                <a:off x="1563057" y="2536367"/>
                <a:ext cx="670376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19F011-B5C1-53E0-C7E4-3CCDE3AA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57" y="2536367"/>
                <a:ext cx="670376" cy="37984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0AE3E7-04F8-C47A-8F28-21BE37A2A915}"/>
                  </a:ext>
                </a:extLst>
              </p:cNvPr>
              <p:cNvSpPr txBox="1"/>
              <p:nvPr/>
            </p:nvSpPr>
            <p:spPr>
              <a:xfrm>
                <a:off x="2901166" y="98050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0AE3E7-04F8-C47A-8F28-21BE37A2A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166" y="980509"/>
                <a:ext cx="365805" cy="6127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5AF46F-37A7-B9EB-D611-46AF280FFA0B}"/>
                  </a:ext>
                </a:extLst>
              </p:cNvPr>
              <p:cNvSpPr txBox="1"/>
              <p:nvPr/>
            </p:nvSpPr>
            <p:spPr>
              <a:xfrm>
                <a:off x="3995083" y="980509"/>
                <a:ext cx="365805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5AF46F-37A7-B9EB-D611-46AF280FF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083" y="980509"/>
                <a:ext cx="365805" cy="6127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8D7BC4-7A16-2E76-C18A-06443C953D03}"/>
                  </a:ext>
                </a:extLst>
              </p:cNvPr>
              <p:cNvSpPr txBox="1"/>
              <p:nvPr/>
            </p:nvSpPr>
            <p:spPr>
              <a:xfrm>
                <a:off x="2738193" y="2536367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8D7BC4-7A16-2E76-C18A-06443C953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193" y="2536367"/>
                <a:ext cx="580608" cy="37984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EE402C-E8AD-B81F-F0AC-0FB735EB9280}"/>
              </a:ext>
            </a:extLst>
          </p:cNvPr>
          <p:cNvCxnSpPr>
            <a:cxnSpLocks/>
          </p:cNvCxnSpPr>
          <p:nvPr/>
        </p:nvCxnSpPr>
        <p:spPr>
          <a:xfrm>
            <a:off x="967323" y="1608965"/>
            <a:ext cx="846541" cy="910241"/>
          </a:xfrm>
          <a:prstGeom prst="line">
            <a:avLst/>
          </a:prstGeom>
          <a:ln w="28575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23939D-07E0-C92E-F268-EE138B6B204E}"/>
              </a:ext>
            </a:extLst>
          </p:cNvPr>
          <p:cNvCxnSpPr>
            <a:cxnSpLocks/>
          </p:cNvCxnSpPr>
          <p:nvPr/>
        </p:nvCxnSpPr>
        <p:spPr>
          <a:xfrm>
            <a:off x="2148423" y="1616585"/>
            <a:ext cx="1730461" cy="841661"/>
          </a:xfrm>
          <a:prstGeom prst="line">
            <a:avLst/>
          </a:prstGeom>
          <a:ln w="28575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FEECCB-A4EE-95ED-D6FA-69DD88311200}"/>
              </a:ext>
            </a:extLst>
          </p:cNvPr>
          <p:cNvCxnSpPr>
            <a:cxnSpLocks/>
          </p:cNvCxnSpPr>
          <p:nvPr/>
        </p:nvCxnSpPr>
        <p:spPr>
          <a:xfrm flipH="1">
            <a:off x="1097584" y="1696246"/>
            <a:ext cx="1859280" cy="861060"/>
          </a:xfrm>
          <a:prstGeom prst="line">
            <a:avLst/>
          </a:prstGeom>
          <a:ln w="28575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39505-D3C6-BBBD-3875-FD6E6189A53F}"/>
                  </a:ext>
                </a:extLst>
              </p:cNvPr>
              <p:cNvSpPr txBox="1"/>
              <p:nvPr/>
            </p:nvSpPr>
            <p:spPr>
              <a:xfrm>
                <a:off x="3823561" y="2536367"/>
                <a:ext cx="70884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439505-D3C6-BBBD-3875-FD6E6189A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561" y="2536367"/>
                <a:ext cx="708848" cy="37984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643540-07D3-A488-E4E2-93B68AFE5B8C}"/>
              </a:ext>
            </a:extLst>
          </p:cNvPr>
          <p:cNvCxnSpPr>
            <a:cxnSpLocks/>
          </p:cNvCxnSpPr>
          <p:nvPr/>
        </p:nvCxnSpPr>
        <p:spPr>
          <a:xfrm flipV="1">
            <a:off x="3071164" y="1696246"/>
            <a:ext cx="1028700" cy="777240"/>
          </a:xfrm>
          <a:prstGeom prst="line">
            <a:avLst/>
          </a:prstGeom>
          <a:ln w="28575">
            <a:solidFill>
              <a:srgbClr val="0070C0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1F8E2D-7F52-525B-79D1-28DFA7CB9C59}"/>
                  </a:ext>
                </a:extLst>
              </p:cNvPr>
              <p:cNvSpPr txBox="1"/>
              <p:nvPr/>
            </p:nvSpPr>
            <p:spPr>
              <a:xfrm>
                <a:off x="6180772" y="203074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1F8E2D-7F52-525B-79D1-28DFA7CB9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772" y="2030744"/>
                <a:ext cx="527709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4C55E4-91B0-77CF-4A85-C0F2C079B77F}"/>
                  </a:ext>
                </a:extLst>
              </p:cNvPr>
              <p:cNvSpPr txBox="1"/>
              <p:nvPr/>
            </p:nvSpPr>
            <p:spPr>
              <a:xfrm>
                <a:off x="6743059" y="375193"/>
                <a:ext cx="1266693" cy="618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64C55E4-91B0-77CF-4A85-C0F2C079B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059" y="375193"/>
                <a:ext cx="1266693" cy="61831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0DA6F45-1CE6-1502-4861-4F52482A5E25}"/>
                  </a:ext>
                </a:extLst>
              </p:cNvPr>
              <p:cNvSpPr txBox="1"/>
              <p:nvPr/>
            </p:nvSpPr>
            <p:spPr>
              <a:xfrm>
                <a:off x="5454009" y="1213393"/>
                <a:ext cx="160229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        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0DA6F45-1CE6-1502-4861-4F52482A5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009" y="1213393"/>
                <a:ext cx="1602298" cy="379848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FD2103-1D67-3C99-16EB-5F87D4A8E9A4}"/>
                  </a:ext>
                </a:extLst>
              </p:cNvPr>
              <p:cNvSpPr txBox="1"/>
              <p:nvPr/>
            </p:nvSpPr>
            <p:spPr>
              <a:xfrm>
                <a:off x="5073009" y="1600743"/>
                <a:ext cx="989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5FD2103-1D67-3C99-16EB-5F87D4A8E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009" y="1600743"/>
                <a:ext cx="98995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AD2C9C-9B72-67D3-2957-D0C0DCA1F5B7}"/>
                  </a:ext>
                </a:extLst>
              </p:cNvPr>
              <p:cNvSpPr txBox="1"/>
              <p:nvPr/>
            </p:nvSpPr>
            <p:spPr>
              <a:xfrm>
                <a:off x="5206359" y="2026193"/>
                <a:ext cx="861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AD2C9C-9B72-67D3-2957-D0C0DCA1F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359" y="2026193"/>
                <a:ext cx="86171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8A390D7-7155-C54C-004A-B0D88552F802}"/>
                  </a:ext>
                </a:extLst>
              </p:cNvPr>
              <p:cNvSpPr txBox="1"/>
              <p:nvPr/>
            </p:nvSpPr>
            <p:spPr>
              <a:xfrm>
                <a:off x="6164839" y="1556919"/>
                <a:ext cx="908710" cy="41184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8A390D7-7155-C54C-004A-B0D88552F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839" y="1556919"/>
                <a:ext cx="908710" cy="411844"/>
              </a:xfrm>
              <a:prstGeom prst="rect">
                <a:avLst/>
              </a:prstGeom>
              <a:blipFill>
                <a:blip r:embed="rId32"/>
                <a:stretch>
                  <a:fillRect r="-649"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21598D-5A8B-0CDD-910E-FF747A6D81AA}"/>
                  </a:ext>
                </a:extLst>
              </p:cNvPr>
              <p:cNvSpPr txBox="1"/>
              <p:nvPr/>
            </p:nvSpPr>
            <p:spPr>
              <a:xfrm>
                <a:off x="7571074" y="2255187"/>
                <a:ext cx="1626727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721598D-5A8B-0CDD-910E-FF747A6D8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074" y="2255187"/>
                <a:ext cx="1626727" cy="67056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51869E-5997-13B8-11FD-06B8AEEA890B}"/>
                  </a:ext>
                </a:extLst>
              </p:cNvPr>
              <p:cNvSpPr txBox="1"/>
              <p:nvPr/>
            </p:nvSpPr>
            <p:spPr>
              <a:xfrm>
                <a:off x="408637" y="4682502"/>
                <a:ext cx="1487458" cy="10391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551869E-5997-13B8-11FD-06B8AEEA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37" y="4682502"/>
                <a:ext cx="1487458" cy="1039131"/>
              </a:xfrm>
              <a:prstGeom prst="rect">
                <a:avLst/>
              </a:prstGeom>
              <a:blipFill>
                <a:blip r:embed="rId34"/>
                <a:stretch>
                  <a:fillRect r="-402"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6F7632-351C-A8FC-DAAA-3F98F2166AFC}"/>
                  </a:ext>
                </a:extLst>
              </p:cNvPr>
              <p:cNvSpPr txBox="1"/>
              <p:nvPr/>
            </p:nvSpPr>
            <p:spPr>
              <a:xfrm>
                <a:off x="2163780" y="5172953"/>
                <a:ext cx="2299797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E6F7632-351C-A8FC-DAAA-3F98F216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80" y="5172953"/>
                <a:ext cx="2299797" cy="670568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C023B6-6B6B-8D2F-CF3B-FD041CC391DB}"/>
                  </a:ext>
                </a:extLst>
              </p:cNvPr>
              <p:cNvSpPr txBox="1"/>
              <p:nvPr/>
            </p:nvSpPr>
            <p:spPr>
              <a:xfrm>
                <a:off x="5367513" y="4682502"/>
                <a:ext cx="1913857" cy="103913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2000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20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7C023B6-6B6B-8D2F-CF3B-FD041CC39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513" y="4682502"/>
                <a:ext cx="1913857" cy="1039131"/>
              </a:xfrm>
              <a:prstGeom prst="rect">
                <a:avLst/>
              </a:prstGeom>
              <a:blipFill>
                <a:blip r:embed="rId36"/>
                <a:stretch>
                  <a:fillRect r="-313"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B08A05-0B07-2D26-2490-551233958CDF}"/>
                  </a:ext>
                </a:extLst>
              </p:cNvPr>
              <p:cNvSpPr txBox="1"/>
              <p:nvPr/>
            </p:nvSpPr>
            <p:spPr>
              <a:xfrm>
                <a:off x="7663073" y="5134853"/>
                <a:ext cx="1912062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414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990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207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495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EB08A05-0B07-2D26-2490-551233958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3073" y="5134853"/>
                <a:ext cx="1912062" cy="670568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27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3AF2B6-3E8A-0899-F598-787F9338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94825" y="1031845"/>
            <a:ext cx="6546518" cy="4794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F5BE8D-8E39-92D1-646C-31F897FE8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54308" y="1031845"/>
            <a:ext cx="6546518" cy="479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0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6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10595</TotalTime>
  <Words>245</Words>
  <Application>Microsoft Office PowerPoint</Application>
  <PresentationFormat>A4 Paper (210x297 mm)</PresentationFormat>
  <Paragraphs>73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2017-12-31T22:38:51Z</cp:lastPrinted>
  <dcterms:created xsi:type="dcterms:W3CDTF">2017-01-17T16:57:04Z</dcterms:created>
  <dcterms:modified xsi:type="dcterms:W3CDTF">2024-08-30T07:19:44Z</dcterms:modified>
</cp:coreProperties>
</file>