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24"/>
  </p:notesMasterIdLst>
  <p:sldIdLst>
    <p:sldId id="973" r:id="rId3"/>
    <p:sldId id="974" r:id="rId4"/>
    <p:sldId id="851" r:id="rId5"/>
    <p:sldId id="950" r:id="rId6"/>
    <p:sldId id="964" r:id="rId7"/>
    <p:sldId id="967" r:id="rId8"/>
    <p:sldId id="965" r:id="rId9"/>
    <p:sldId id="958" r:id="rId10"/>
    <p:sldId id="970" r:id="rId11"/>
    <p:sldId id="969" r:id="rId12"/>
    <p:sldId id="962" r:id="rId13"/>
    <p:sldId id="963" r:id="rId14"/>
    <p:sldId id="966" r:id="rId15"/>
    <p:sldId id="971" r:id="rId16"/>
    <p:sldId id="959" r:id="rId17"/>
    <p:sldId id="968" r:id="rId18"/>
    <p:sldId id="960" r:id="rId19"/>
    <p:sldId id="961" r:id="rId20"/>
    <p:sldId id="972" r:id="rId21"/>
    <p:sldId id="940" r:id="rId22"/>
    <p:sldId id="274" r:id="rId23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9432403-3043-4CDE-B373-1A6209C63CC4}">
          <p14:sldIdLst>
            <p14:sldId id="973"/>
            <p14:sldId id="974"/>
            <p14:sldId id="851"/>
            <p14:sldId id="950"/>
            <p14:sldId id="964"/>
            <p14:sldId id="967"/>
            <p14:sldId id="965"/>
            <p14:sldId id="958"/>
            <p14:sldId id="970"/>
            <p14:sldId id="969"/>
            <p14:sldId id="962"/>
            <p14:sldId id="963"/>
            <p14:sldId id="966"/>
            <p14:sldId id="971"/>
            <p14:sldId id="959"/>
            <p14:sldId id="968"/>
            <p14:sldId id="960"/>
            <p14:sldId id="961"/>
            <p14:sldId id="972"/>
            <p14:sldId id="940"/>
          </p14:sldIdLst>
        </p14:section>
        <p14:section name="Кайтарым байланыш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11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952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3433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7445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38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3356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8343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5600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8437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9264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9983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7207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5303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5551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3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3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Орундуу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Ондуктар – Кемитүү – Бинго.жооптору менен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тордон тогуз жоопту тандап, дептердеги 3х3 чакмакка каалагандай коюшат.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562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749233" y="3759183"/>
            <a:ext cx="981195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</a:t>
            </a:r>
            <a:r>
              <a:rPr lang="ru-RU" sz="9600" b="1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Calibri" panose="020F0502020204030204"/>
              </a:rPr>
              <a:t>кемитүү</a:t>
            </a:r>
            <a:endParaRPr kumimoji="0" lang="ru-RU" sz="9600" b="1" i="0" u="none" strike="noStrike" kern="1200" cap="none" spc="0" normalizeH="0" baseline="0" noProof="0" dirty="0">
              <a:ln w="38100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2,29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3,05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3,18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6,38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7,42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2,66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8,45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7,27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525719" y="6041522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4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7,4</a:t>
            </a: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4" name="Minus Sign 13">
            <a:extLst>
              <a:ext uri="{FF2B5EF4-FFF2-40B4-BE49-F238E27FC236}">
                <a16:creationId xmlns:a16="http://schemas.microsoft.com/office/drawing/2014/main" id="{69CC701A-F67E-37A0-9151-E1BFDC67AB5C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1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C402663-25C0-689D-6236-AC122CD44C80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7,42</a:t>
            </a:r>
          </a:p>
        </p:txBody>
      </p:sp>
      <p:sp>
        <p:nvSpPr>
          <p:cNvPr id="14" name="Minus Sign 13">
            <a:extLst>
              <a:ext uri="{FF2B5EF4-FFF2-40B4-BE49-F238E27FC236}">
                <a16:creationId xmlns:a16="http://schemas.microsoft.com/office/drawing/2014/main" id="{FC1E3737-BF19-7BA0-BD3F-B8375D7FAB50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80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5" grpId="0"/>
      <p:bldP spid="66" grpId="0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0D2D2CA-843B-2931-A3EF-EADFFA9D5FDB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2,57</a:t>
            </a:r>
          </a:p>
        </p:txBody>
      </p:sp>
      <p:sp>
        <p:nvSpPr>
          <p:cNvPr id="18" name="Minus Sign 17">
            <a:extLst>
              <a:ext uri="{FF2B5EF4-FFF2-40B4-BE49-F238E27FC236}">
                <a16:creationId xmlns:a16="http://schemas.microsoft.com/office/drawing/2014/main" id="{65959E29-7C5A-4F20-8D3A-F47E0C3B3552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D59105A-5F7C-31C6-489D-0515E21F70FF}"/>
              </a:ext>
            </a:extLst>
          </p:cNvPr>
          <p:cNvGrpSpPr/>
          <p:nvPr/>
        </p:nvGrpSpPr>
        <p:grpSpPr>
          <a:xfrm>
            <a:off x="2601214" y="282632"/>
            <a:ext cx="4713315" cy="1039091"/>
            <a:chOff x="1963832" y="282632"/>
            <a:chExt cx="4713315" cy="1039091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0E5D5395-A613-A404-4C32-651D944F62AF}"/>
                </a:ext>
              </a:extLst>
            </p:cNvPr>
            <p:cNvSpPr/>
            <p:nvPr/>
          </p:nvSpPr>
          <p:spPr>
            <a:xfrm>
              <a:off x="196383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59B0CB2-28A1-0548-0989-6C5DAEAF83D0}"/>
                </a:ext>
              </a:extLst>
            </p:cNvPr>
            <p:cNvSpPr/>
            <p:nvPr/>
          </p:nvSpPr>
          <p:spPr>
            <a:xfrm>
              <a:off x="323845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ED383F3F-D022-103B-0B0E-2C4034CF89F5}"/>
                </a:ext>
              </a:extLst>
            </p:cNvPr>
            <p:cNvSpPr/>
            <p:nvPr/>
          </p:nvSpPr>
          <p:spPr>
            <a:xfrm>
              <a:off x="451306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66FCBEA0-CD88-0291-051D-74F9F57C152A}"/>
                </a:ext>
              </a:extLst>
            </p:cNvPr>
            <p:cNvSpPr/>
            <p:nvPr/>
          </p:nvSpPr>
          <p:spPr>
            <a:xfrm>
              <a:off x="578768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8402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6" grpId="0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A14E0C0-4421-7B94-A3C1-50CB34559C19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0,39</a:t>
            </a:r>
          </a:p>
        </p:txBody>
      </p:sp>
      <p:sp>
        <p:nvSpPr>
          <p:cNvPr id="13" name="Minus Sign 12">
            <a:extLst>
              <a:ext uri="{FF2B5EF4-FFF2-40B4-BE49-F238E27FC236}">
                <a16:creationId xmlns:a16="http://schemas.microsoft.com/office/drawing/2014/main" id="{8249282E-3B11-2977-90AA-65624C5423A7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50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5" grpId="0"/>
      <p:bldP spid="66" grpId="0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AAC5070-39BF-DD61-279B-82F89A8BCA97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7,27</a:t>
            </a:r>
          </a:p>
        </p:txBody>
      </p:sp>
      <p:sp>
        <p:nvSpPr>
          <p:cNvPr id="14" name="Minus Sign 13">
            <a:extLst>
              <a:ext uri="{FF2B5EF4-FFF2-40B4-BE49-F238E27FC236}">
                <a16:creationId xmlns:a16="http://schemas.microsoft.com/office/drawing/2014/main" id="{C5E3E9D2-9C10-0F44-5031-6F03D02184A1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571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6" grpId="0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C85486E-26E7-E47E-18B1-F2C66FF08D1F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0,53</a:t>
            </a: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272BBC50-BA64-A669-D07A-A64DE30565D3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5EC3478-E467-6C9D-5722-56E214AB8AE1}"/>
              </a:ext>
            </a:extLst>
          </p:cNvPr>
          <p:cNvSpPr/>
          <p:nvPr/>
        </p:nvSpPr>
        <p:spPr>
          <a:xfrm>
            <a:off x="260391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E943133-2974-DD00-D642-734BEF104BE1}"/>
              </a:ext>
            </a:extLst>
          </p:cNvPr>
          <p:cNvSpPr/>
          <p:nvPr/>
        </p:nvSpPr>
        <p:spPr>
          <a:xfrm>
            <a:off x="3878529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E79B991-70C6-E927-9300-941932DD5500}"/>
              </a:ext>
            </a:extLst>
          </p:cNvPr>
          <p:cNvSpPr/>
          <p:nvPr/>
        </p:nvSpPr>
        <p:spPr>
          <a:xfrm>
            <a:off x="5153147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9E1355A-84FF-9FAD-1BDD-685B67DF1223}"/>
              </a:ext>
            </a:extLst>
          </p:cNvPr>
          <p:cNvSpPr/>
          <p:nvPr/>
        </p:nvSpPr>
        <p:spPr>
          <a:xfrm>
            <a:off x="64277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8046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5" grpId="0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6085563-151B-AD36-91A4-45B882044E8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2,66</a:t>
            </a:r>
          </a:p>
        </p:txBody>
      </p:sp>
      <p:sp>
        <p:nvSpPr>
          <p:cNvPr id="18" name="Minus Sign 17">
            <a:extLst>
              <a:ext uri="{FF2B5EF4-FFF2-40B4-BE49-F238E27FC236}">
                <a16:creationId xmlns:a16="http://schemas.microsoft.com/office/drawing/2014/main" id="{32461CC5-78EC-7D63-129F-6915BA66029A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62F0-2D8E-D628-4629-D1A76C927F20}"/>
              </a:ext>
            </a:extLst>
          </p:cNvPr>
          <p:cNvSpPr/>
          <p:nvPr/>
        </p:nvSpPr>
        <p:spPr>
          <a:xfrm>
            <a:off x="260391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64F02F-D0A0-2922-4353-8C047E46EBE8}"/>
              </a:ext>
            </a:extLst>
          </p:cNvPr>
          <p:cNvSpPr/>
          <p:nvPr/>
        </p:nvSpPr>
        <p:spPr>
          <a:xfrm>
            <a:off x="3878529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6A4C70E-0EA4-C1A9-2668-A97F3DDE1CED}"/>
              </a:ext>
            </a:extLst>
          </p:cNvPr>
          <p:cNvSpPr/>
          <p:nvPr/>
        </p:nvSpPr>
        <p:spPr>
          <a:xfrm>
            <a:off x="5153147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208BAB4-8A79-4A9F-894E-631BA67A4C31}"/>
              </a:ext>
            </a:extLst>
          </p:cNvPr>
          <p:cNvSpPr/>
          <p:nvPr/>
        </p:nvSpPr>
        <p:spPr>
          <a:xfrm>
            <a:off x="64277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7245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6" grpId="0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73C518B-EF07-8C1D-C0F6-2D01AF0C247A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2,29</a:t>
            </a:r>
          </a:p>
        </p:txBody>
      </p:sp>
      <p:sp>
        <p:nvSpPr>
          <p:cNvPr id="14" name="Minus Sign 13">
            <a:extLst>
              <a:ext uri="{FF2B5EF4-FFF2-40B4-BE49-F238E27FC236}">
                <a16:creationId xmlns:a16="http://schemas.microsoft.com/office/drawing/2014/main" id="{F4A61BA1-18EF-5C06-6A28-33998A46AE3C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67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6" grpId="0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178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6399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1017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563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025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99847C5-AFD8-CD6F-2E92-CCE33F45B620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6,38</a:t>
            </a:r>
          </a:p>
        </p:txBody>
      </p:sp>
      <p:sp>
        <p:nvSpPr>
          <p:cNvPr id="14" name="Minus Sign 13">
            <a:extLst>
              <a:ext uri="{FF2B5EF4-FFF2-40B4-BE49-F238E27FC236}">
                <a16:creationId xmlns:a16="http://schemas.microsoft.com/office/drawing/2014/main" id="{D16CB817-33C0-0C9D-1B67-0237DE738CDF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156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6" grpId="0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7B88B8D-E262-B6A9-2DC2-394972CF8AB5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1,37</a:t>
            </a:r>
          </a:p>
        </p:txBody>
      </p:sp>
      <p:sp>
        <p:nvSpPr>
          <p:cNvPr id="13" name="Minus Sign 12">
            <a:extLst>
              <a:ext uri="{FF2B5EF4-FFF2-40B4-BE49-F238E27FC236}">
                <a16:creationId xmlns:a16="http://schemas.microsoft.com/office/drawing/2014/main" id="{7714B62B-0187-53A8-52A6-42F5F9EB1F18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C6BC29F-9047-845A-FC26-D24A7C52C9E7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1BEED2F-F26C-5D41-E785-852E47E205C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B24D030-48E4-AE9F-8A26-C093111ABBF2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3721A42-1D7C-645F-9D32-4CE639FDA137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2C3B48C-4BEE-3FCD-3CF3-5794D61C3590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49961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5" grpId="0"/>
      <p:bldP spid="66" grpId="0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E093673-7D90-1EE6-6DB2-06CBD44C1414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2,72</a:t>
            </a: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969BD60C-0BA4-2890-CF48-E834542EEB28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5DEFD26-5876-605F-3FED-7E2002954AA0}"/>
              </a:ext>
            </a:extLst>
          </p:cNvPr>
          <p:cNvSpPr/>
          <p:nvPr/>
        </p:nvSpPr>
        <p:spPr>
          <a:xfrm>
            <a:off x="260391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29C1631-9218-AFD6-BAC6-391474EF4A79}"/>
              </a:ext>
            </a:extLst>
          </p:cNvPr>
          <p:cNvSpPr/>
          <p:nvPr/>
        </p:nvSpPr>
        <p:spPr>
          <a:xfrm>
            <a:off x="3878529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47104B6-0F80-51D5-7A25-D44486030C67}"/>
              </a:ext>
            </a:extLst>
          </p:cNvPr>
          <p:cNvSpPr/>
          <p:nvPr/>
        </p:nvSpPr>
        <p:spPr>
          <a:xfrm>
            <a:off x="5153147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E033863-9A03-E8B7-D7E5-A77E38D5D7D8}"/>
              </a:ext>
            </a:extLst>
          </p:cNvPr>
          <p:cNvSpPr/>
          <p:nvPr/>
        </p:nvSpPr>
        <p:spPr>
          <a:xfrm>
            <a:off x="64277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05974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5" grpId="0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50138EB-2074-1EE7-2ADB-8E66AECB09D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3,05</a:t>
            </a:r>
          </a:p>
        </p:txBody>
      </p:sp>
      <p:sp>
        <p:nvSpPr>
          <p:cNvPr id="13" name="Minus Sign 12">
            <a:extLst>
              <a:ext uri="{FF2B5EF4-FFF2-40B4-BE49-F238E27FC236}">
                <a16:creationId xmlns:a16="http://schemas.microsoft.com/office/drawing/2014/main" id="{50A96995-A864-68E3-025F-018F9CF798FB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211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5" grpId="0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FF00D0-E978-A9FE-B46C-8F39914A8792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1,67</a:t>
            </a:r>
          </a:p>
        </p:txBody>
      </p:sp>
      <p:sp>
        <p:nvSpPr>
          <p:cNvPr id="18" name="Minus Sign 17">
            <a:extLst>
              <a:ext uri="{FF2B5EF4-FFF2-40B4-BE49-F238E27FC236}">
                <a16:creationId xmlns:a16="http://schemas.microsoft.com/office/drawing/2014/main" id="{07EAAFE3-1A2D-8E4A-1CF2-9118B51DDFD9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C96ED19-4AA7-A1E5-023E-4493981C162A}"/>
              </a:ext>
            </a:extLst>
          </p:cNvPr>
          <p:cNvSpPr/>
          <p:nvPr/>
        </p:nvSpPr>
        <p:spPr>
          <a:xfrm>
            <a:off x="260391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91FE0CA-01B7-F4F7-EAAA-B3F7AE38C17B}"/>
              </a:ext>
            </a:extLst>
          </p:cNvPr>
          <p:cNvSpPr/>
          <p:nvPr/>
        </p:nvSpPr>
        <p:spPr>
          <a:xfrm>
            <a:off x="3878529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8B635D2-91C6-597F-1B3A-354A69F21113}"/>
              </a:ext>
            </a:extLst>
          </p:cNvPr>
          <p:cNvSpPr/>
          <p:nvPr/>
        </p:nvSpPr>
        <p:spPr>
          <a:xfrm>
            <a:off x="5153147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8A7EB78-872A-3062-61E7-A98225C125D4}"/>
              </a:ext>
            </a:extLst>
          </p:cNvPr>
          <p:cNvSpPr/>
          <p:nvPr/>
        </p:nvSpPr>
        <p:spPr>
          <a:xfrm>
            <a:off x="64277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12427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6" grpId="0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6DB5F6D-D22C-D865-F8B6-10518920923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3,18</a:t>
            </a:r>
          </a:p>
        </p:txBody>
      </p:sp>
      <p:sp>
        <p:nvSpPr>
          <p:cNvPr id="13" name="Minus Sign 12">
            <a:extLst>
              <a:ext uri="{FF2B5EF4-FFF2-40B4-BE49-F238E27FC236}">
                <a16:creationId xmlns:a16="http://schemas.microsoft.com/office/drawing/2014/main" id="{B69A643E-83E3-47C5-5494-14394461C2AD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924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5" grpId="0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5F50B5-3AAB-D956-AD1F-7EA44531E7DB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8,45</a:t>
            </a:r>
          </a:p>
        </p:txBody>
      </p:sp>
      <p:sp>
        <p:nvSpPr>
          <p:cNvPr id="13" name="Minus Sign 12">
            <a:extLst>
              <a:ext uri="{FF2B5EF4-FFF2-40B4-BE49-F238E27FC236}">
                <a16:creationId xmlns:a16="http://schemas.microsoft.com/office/drawing/2014/main" id="{2358D975-A084-563B-388F-96127CB1613A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8929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5" grpId="0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0554ADE-1245-7344-CA80-531DAABA5A00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2,83</a:t>
            </a: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9D51A347-4AA5-9CCA-1F9B-CA406EC27772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F471F78-C29A-283F-7DF7-FFB1FC5BBF74}"/>
              </a:ext>
            </a:extLst>
          </p:cNvPr>
          <p:cNvSpPr/>
          <p:nvPr/>
        </p:nvSpPr>
        <p:spPr>
          <a:xfrm>
            <a:off x="260391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24DE7AC-0D44-CD49-D46F-B569364A6B7C}"/>
              </a:ext>
            </a:extLst>
          </p:cNvPr>
          <p:cNvSpPr/>
          <p:nvPr/>
        </p:nvSpPr>
        <p:spPr>
          <a:xfrm>
            <a:off x="3878529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57B4433-7AFE-56AB-A80A-687BF7F2EFEB}"/>
              </a:ext>
            </a:extLst>
          </p:cNvPr>
          <p:cNvSpPr/>
          <p:nvPr/>
        </p:nvSpPr>
        <p:spPr>
          <a:xfrm>
            <a:off x="5153147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B4D2859-62A2-A793-D724-BE7486E50B33}"/>
              </a:ext>
            </a:extLst>
          </p:cNvPr>
          <p:cNvSpPr/>
          <p:nvPr/>
        </p:nvSpPr>
        <p:spPr>
          <a:xfrm>
            <a:off x="64277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89280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5" grpId="0"/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8871</TotalTime>
  <Words>568</Words>
  <Application>Microsoft Office PowerPoint</Application>
  <PresentationFormat>A4 Paper (210x297 mm)</PresentationFormat>
  <Paragraphs>259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408</cp:revision>
  <cp:lastPrinted>2017-12-31T22:38:51Z</cp:lastPrinted>
  <dcterms:created xsi:type="dcterms:W3CDTF">2017-01-17T16:57:04Z</dcterms:created>
  <dcterms:modified xsi:type="dcterms:W3CDTF">2024-09-06T02:37:19Z</dcterms:modified>
</cp:coreProperties>
</file>