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4" r:id="rId3"/>
    <p:sldId id="939" r:id="rId4"/>
    <p:sldId id="940" r:id="rId5"/>
    <p:sldId id="945" r:id="rId6"/>
    <p:sldId id="942" r:id="rId7"/>
    <p:sldId id="946" r:id="rId8"/>
  </p:sldIdLst>
  <p:sldSz cx="9906000" cy="6858000" type="A4"/>
  <p:notesSz cx="6669088" cy="9926638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3"/>
          </p14:sldIdLst>
        </p14:section>
        <p14:section name="Титулдук слайд" id="{02CB43F0-372F-48F5-8ECE-4146E631948D}">
          <p14:sldIdLst>
            <p14:sldId id="944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у" id="{4A1CF18F-CBD8-4CE8-9034-4022B8261C24}">
          <p14:sldIdLst>
            <p14:sldId id="940"/>
          </p14:sldIdLst>
        </p14:section>
        <p14:section name="Таркатма иш кагаздар" id="{45D3F427-FE2C-4E31-94DD-C39B49B018A8}">
          <p14:sldIdLst>
            <p14:sldId id="945"/>
            <p14:sldId id="942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атып алуу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Бөлүп Төлөө  менен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13A7E0-561A-40F5-99D8-F453635A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8" y="214116"/>
            <a:ext cx="9179169" cy="6643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106860" y="93859"/>
            <a:ext cx="1960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бөлүп </a:t>
            </a:r>
          </a:p>
          <a:p>
            <a:pPr algn="ctr"/>
            <a:r>
              <a:rPr lang="ky-KG" dirty="0"/>
              <a:t>төлөө планынын </a:t>
            </a:r>
          </a:p>
          <a:p>
            <a:pPr algn="ctr"/>
            <a:r>
              <a:rPr lang="ky-KG" dirty="0"/>
              <a:t>кошумча </a:t>
            </a:r>
          </a:p>
          <a:p>
            <a:pPr algn="ctr"/>
            <a:r>
              <a:rPr lang="ky-KG" dirty="0"/>
              <a:t>баасы эсептелген.</a:t>
            </a:r>
          </a:p>
          <a:p>
            <a:pPr algn="ctr"/>
            <a:endParaRPr lang="ky-K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C6358-D73E-B439-F5A7-14F5D7AD5C90}"/>
              </a:ext>
            </a:extLst>
          </p:cNvPr>
          <p:cNvSpPr txBox="1"/>
          <p:nvPr/>
        </p:nvSpPr>
        <p:spPr>
          <a:xfrm>
            <a:off x="15941" y="1486717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BF6EE-9FD7-BCF5-54BE-0103EE642D9D}"/>
              </a:ext>
            </a:extLst>
          </p:cNvPr>
          <p:cNvSpPr txBox="1"/>
          <p:nvPr/>
        </p:nvSpPr>
        <p:spPr>
          <a:xfrm>
            <a:off x="21043" y="64075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EF282-8B50-F3A4-68E5-8B953C95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31" y="104126"/>
            <a:ext cx="9179169" cy="6643884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 rot="19893650">
            <a:off x="4224524" y="1528164"/>
            <a:ext cx="619105" cy="1019441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321087-2E64-4802-89FA-68DE166CF1D2}"/>
              </a:ext>
            </a:extLst>
          </p:cNvPr>
          <p:cNvSpPr/>
          <p:nvPr/>
        </p:nvSpPr>
        <p:spPr>
          <a:xfrm rot="1702457">
            <a:off x="8027864" y="5524113"/>
            <a:ext cx="485682" cy="7976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B1C1E-936E-4C8D-94AD-F0087F3BABC7}"/>
              </a:ext>
            </a:extLst>
          </p:cNvPr>
          <p:cNvSpPr/>
          <p:nvPr/>
        </p:nvSpPr>
        <p:spPr>
          <a:xfrm rot="16200000">
            <a:off x="7343936" y="4250126"/>
            <a:ext cx="485682" cy="79761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FF042E-02EF-4721-9D2C-CE1FEC23F27F}"/>
              </a:ext>
            </a:extLst>
          </p:cNvPr>
          <p:cNvSpPr/>
          <p:nvPr/>
        </p:nvSpPr>
        <p:spPr>
          <a:xfrm rot="1702457">
            <a:off x="4080878" y="3148705"/>
            <a:ext cx="741612" cy="1150261"/>
          </a:xfrm>
          <a:prstGeom prst="ellipse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EDCA8-5E9F-89F8-02B7-6E80CCCA3292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13A7E0-561A-40F5-99D8-F453635A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8" y="214116"/>
            <a:ext cx="9179169" cy="6643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106860" y="93859"/>
            <a:ext cx="1960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бөлүп </a:t>
            </a:r>
          </a:p>
          <a:p>
            <a:pPr algn="ctr"/>
            <a:r>
              <a:rPr lang="ky-KG" dirty="0"/>
              <a:t>төлөө планынын </a:t>
            </a:r>
          </a:p>
          <a:p>
            <a:pPr algn="ctr"/>
            <a:r>
              <a:rPr lang="ky-KG" dirty="0"/>
              <a:t>кошумча </a:t>
            </a:r>
          </a:p>
          <a:p>
            <a:pPr algn="ctr"/>
            <a:r>
              <a:rPr lang="ky-KG" dirty="0"/>
              <a:t>баасы эсептелген.</a:t>
            </a:r>
          </a:p>
          <a:p>
            <a:pPr algn="ctr"/>
            <a:endParaRPr lang="ky-K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C6358-D73E-B439-F5A7-14F5D7AD5C90}"/>
              </a:ext>
            </a:extLst>
          </p:cNvPr>
          <p:cNvSpPr txBox="1"/>
          <p:nvPr/>
        </p:nvSpPr>
        <p:spPr>
          <a:xfrm>
            <a:off x="15941" y="1486717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BF6EE-9FD7-BCF5-54BE-0103EE642D9D}"/>
              </a:ext>
            </a:extLst>
          </p:cNvPr>
          <p:cNvSpPr txBox="1"/>
          <p:nvPr/>
        </p:nvSpPr>
        <p:spPr>
          <a:xfrm>
            <a:off x="21043" y="64075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663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BB422-FA01-EE55-3C0C-6C34F4A1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8582" y="1008580"/>
            <a:ext cx="6863487" cy="4846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29CD2A-D98A-0DAE-567A-5C467961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4420" y="1003092"/>
            <a:ext cx="6863487" cy="48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1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8441</TotalTime>
  <Words>144</Words>
  <Application>Microsoft Office PowerPoint</Application>
  <PresentationFormat>A4 Paper (210x297 mm)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2024-09-16T03:46:58Z</cp:lastPrinted>
  <dcterms:created xsi:type="dcterms:W3CDTF">2017-01-17T16:57:04Z</dcterms:created>
  <dcterms:modified xsi:type="dcterms:W3CDTF">2024-09-16T15:32:24Z</dcterms:modified>
</cp:coreProperties>
</file>