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3" r:id="rId2"/>
    <p:sldId id="944" r:id="rId3"/>
    <p:sldId id="939" r:id="rId4"/>
    <p:sldId id="940" r:id="rId5"/>
    <p:sldId id="945" r:id="rId6"/>
    <p:sldId id="942" r:id="rId7"/>
    <p:sldId id="946" r:id="rId8"/>
  </p:sldIdLst>
  <p:sldSz cx="9906000" cy="6858000" type="A4"/>
  <p:notesSz cx="6669088" cy="9926638"/>
  <p:embeddedFontLst>
    <p:embeddedFont>
      <p:font typeface="Fira Code" panose="020B0809050000020004" pitchFamily="49" charset="0"/>
      <p:regular r:id="rId10"/>
      <p:bold r:id="rId1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FB448B5C-C6CF-422B-AAF2-DB5112525722}">
          <p14:sldIdLst>
            <p14:sldId id="943"/>
          </p14:sldIdLst>
        </p14:section>
        <p14:section name="Титулдук слайд" id="{02CB43F0-372F-48F5-8ECE-4146E631948D}">
          <p14:sldIdLst>
            <p14:sldId id="944"/>
          </p14:sldIdLst>
        </p14:section>
        <p14:section name="Көрсөтүү үчүн" id="{CA0B4A51-1C5A-4331-831D-7D5748F4CE7C}">
          <p14:sldIdLst>
            <p14:sldId id="939"/>
          </p14:sldIdLst>
        </p14:section>
        <p14:section name="Жообу" id="{4A1CF18F-CBD8-4CE8-9034-4022B8261C24}">
          <p14:sldIdLst>
            <p14:sldId id="940"/>
          </p14:sldIdLst>
        </p14:section>
        <p14:section name="Таркатма иш кагаздар" id="{45D3F427-FE2C-4E31-94DD-C39B49B018A8}">
          <p14:sldIdLst>
            <p14:sldId id="945"/>
            <p14:sldId id="942"/>
          </p14:sldIdLst>
        </p14:section>
        <p14:section name="Кайтарым байланыш" id="{1F462C69-5607-48A3-918A-31B1142082DE}">
          <p14:sldIdLst>
            <p14:sldId id="94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87774" autoAdjust="0"/>
  </p:normalViewPr>
  <p:slideViewPr>
    <p:cSldViewPr snapToGrid="0" showGuides="1">
      <p:cViewPr varScale="1">
        <p:scale>
          <a:sx n="63" d="100"/>
          <a:sy n="63" d="100"/>
        </p:scale>
        <p:origin x="1380" y="7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16/09/2024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9/16/2024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9/16/2024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9/16/2024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B89D2DF-F554-4C2A-CE1D-D373E74E5B72}"/>
              </a:ext>
            </a:extLst>
          </p:cNvPr>
          <p:cNvSpPr txBox="1">
            <a:spLocks/>
          </p:cNvSpPr>
          <p:nvPr/>
        </p:nvSpPr>
        <p:spPr>
          <a:xfrm>
            <a:off x="116840" y="1595120"/>
            <a:ext cx="9677400" cy="4510723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>
                <a:solidFill>
                  <a:prstClr val="black"/>
                </a:solidFill>
                <a:latin typeface="Calibri" panose="020F0502020204030204"/>
              </a:rPr>
              <a:t>С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атып алуу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: </a:t>
            </a:r>
            <a:r>
              <a:rPr lang="ky-KG" dirty="0">
                <a:solidFill>
                  <a:prstClr val="black"/>
                </a:solidFill>
                <a:latin typeface="Calibri" panose="020F0502020204030204"/>
              </a:rPr>
              <a:t>Бөлүп Төлөө  менен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– Катаны тап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 жанындагы суроолорду жана жооптордун каталарын текшериши керек анан окуучулар аларды оңдошу керек.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Окуучуларга канча ката табуу керек экенин айтуунун кажети жок.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Иш барагы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 кандай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өлчөмдө жана форматта.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899BD10-45E1-4B1B-06C3-4D1ECCB52487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5963534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FC410AA-59FC-4615-9780-3FC3ECD91E78}"/>
              </a:ext>
            </a:extLst>
          </p:cNvPr>
          <p:cNvGrpSpPr/>
          <p:nvPr/>
        </p:nvGrpSpPr>
        <p:grpSpPr>
          <a:xfrm>
            <a:off x="3461511" y="1302570"/>
            <a:ext cx="6444489" cy="5571586"/>
            <a:chOff x="1420561" y="0"/>
            <a:chExt cx="7091350" cy="613083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3161848-2715-40E3-B5AA-94155D127F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72836" y="0"/>
              <a:ext cx="5360328" cy="4588077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9169D55E-8782-4380-A82A-10E94A3015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20561" y="4561949"/>
              <a:ext cx="7091350" cy="1568883"/>
            </a:xfrm>
            <a:prstGeom prst="rect">
              <a:avLst/>
            </a:prstGeom>
          </p:spPr>
        </p:pic>
      </p:grpSp>
      <p:sp>
        <p:nvSpPr>
          <p:cNvPr id="7" name="Oval 6">
            <a:extLst>
              <a:ext uri="{FF2B5EF4-FFF2-40B4-BE49-F238E27FC236}">
                <a16:creationId xmlns:a16="http://schemas.microsoft.com/office/drawing/2014/main" id="{439CDF84-16EA-482C-BDCB-DEFCD04B93A3}"/>
              </a:ext>
            </a:extLst>
          </p:cNvPr>
          <p:cNvSpPr/>
          <p:nvPr/>
        </p:nvSpPr>
        <p:spPr>
          <a:xfrm>
            <a:off x="6552318" y="2808059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AD6BA9-22F2-49B3-9FF9-47A39C5DF1F2}"/>
              </a:ext>
            </a:extLst>
          </p:cNvPr>
          <p:cNvSpPr/>
          <p:nvPr/>
        </p:nvSpPr>
        <p:spPr>
          <a:xfrm>
            <a:off x="4139240" y="5569812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6367DB-C808-9BE8-3A27-5C08EF882810}"/>
              </a:ext>
            </a:extLst>
          </p:cNvPr>
          <p:cNvSpPr txBox="1"/>
          <p:nvPr/>
        </p:nvSpPr>
        <p:spPr>
          <a:xfrm>
            <a:off x="356981" y="114336"/>
            <a:ext cx="8453120" cy="1477328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 w="22225">
                  <a:solidFill>
                    <a:srgbClr val="ED7D31"/>
                  </a:solidFill>
                  <a:prstDash val="solid"/>
                </a:ln>
                <a:solidFill>
                  <a:srgbClr val="ED7D31">
                    <a:lumMod val="40000"/>
                    <a:lumOff val="60000"/>
                  </a:srgbClr>
                </a:solidFill>
                <a:effectLst>
                  <a:glow rad="228600">
                    <a:srgbClr val="70AD47">
                      <a:satMod val="175000"/>
                      <a:alpha val="40000"/>
                    </a:srgbClr>
                  </a:glow>
                  <a:reflection blurRad="6350" stA="55000" endA="50" endPos="85000" dist="29997" dir="5400000" sy="-100000" algn="bl" rotWithShape="0"/>
                </a:effectLst>
                <a:uLnTx/>
                <a:uFillTx/>
                <a:latin typeface="Calibri Light" panose="020F0302020204030204"/>
                <a:ea typeface="+mn-ea"/>
                <a:cs typeface="+mn-cs"/>
              </a:rPr>
              <a:t>Катаны тап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>
                <a:reflection blurRad="6350" stA="55000" endA="50" endPos="85000" dist="29997" dir="5400000" sy="-100000" algn="bl" rotWithShape="0"/>
              </a:effectLst>
              <a:uLnTx/>
              <a:uFillTx/>
              <a:latin typeface="Fira Code" panose="020F0502020204030204" pitchFamily="49" charset="0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652E0-CD09-656D-4C62-8FD8F9C42BD8}"/>
              </a:ext>
            </a:extLst>
          </p:cNvPr>
          <p:cNvSpPr txBox="1"/>
          <p:nvPr/>
        </p:nvSpPr>
        <p:spPr>
          <a:xfrm>
            <a:off x="595140" y="2214673"/>
            <a:ext cx="3881191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Үч бурчтукта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айрым каталар бар!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Сен алардын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баарын таба аласынбы?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450035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213A7E0-561A-40F5-99D8-F453635A9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788" y="214116"/>
            <a:ext cx="9179169" cy="664388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D6F21C1-34E9-4685-B532-15A60AE3DE99}"/>
              </a:ext>
            </a:extLst>
          </p:cNvPr>
          <p:cNvSpPr txBox="1"/>
          <p:nvPr/>
        </p:nvSpPr>
        <p:spPr>
          <a:xfrm>
            <a:off x="7106860" y="93859"/>
            <a:ext cx="196053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Ар бир бөлүп </a:t>
            </a:r>
          </a:p>
          <a:p>
            <a:pPr algn="ctr"/>
            <a:r>
              <a:rPr lang="ky-KG" dirty="0"/>
              <a:t>төлөө планынын </a:t>
            </a:r>
          </a:p>
          <a:p>
            <a:pPr algn="ctr"/>
            <a:r>
              <a:rPr lang="ky-KG" dirty="0"/>
              <a:t>кошумча </a:t>
            </a:r>
          </a:p>
          <a:p>
            <a:pPr algn="ctr"/>
            <a:r>
              <a:rPr lang="ky-KG" dirty="0"/>
              <a:t>баасы эсептелген.</a:t>
            </a:r>
          </a:p>
          <a:p>
            <a:pPr algn="ctr"/>
            <a:endParaRPr lang="ky-K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1C6358-D73E-B439-F5A7-14F5D7AD5C90}"/>
              </a:ext>
            </a:extLst>
          </p:cNvPr>
          <p:cNvSpPr txBox="1"/>
          <p:nvPr/>
        </p:nvSpPr>
        <p:spPr>
          <a:xfrm>
            <a:off x="15941" y="1486717"/>
            <a:ext cx="28576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800" dirty="0"/>
              <a:t>Каталарды таба аласызбы?</a:t>
            </a:r>
          </a:p>
          <a:p>
            <a:pPr algn="ctr"/>
            <a:endParaRPr lang="ru-RU" sz="1800" dirty="0"/>
          </a:p>
          <a:p>
            <a:pPr algn="ctr"/>
            <a:r>
              <a:rPr lang="ru-RU" sz="1800" dirty="0"/>
              <a:t>Аларды оңдоңуз!</a:t>
            </a:r>
            <a:endParaRPr lang="en-GB" sz="1800" dirty="0"/>
          </a:p>
          <a:p>
            <a:pPr algn="ctr"/>
            <a:endParaRPr lang="en-GB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2BF6EE-9FD7-BCF5-54BE-0103EE642D9D}"/>
              </a:ext>
            </a:extLst>
          </p:cNvPr>
          <p:cNvSpPr txBox="1"/>
          <p:nvPr/>
        </p:nvSpPr>
        <p:spPr>
          <a:xfrm>
            <a:off x="21043" y="64075"/>
            <a:ext cx="50292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effectLst>
                  <a:outerShdw blurRad="838200" dist="1638300" dir="16440000" sx="53000" sy="53000" algn="ctr" rotWithShape="0">
                    <a:srgbClr val="000000">
                      <a:alpha val="5000"/>
                    </a:srgbClr>
                  </a:outerShdw>
                  <a:reflection blurRad="76200" stA="45000" endPos="0" dist="50800" dir="5400000" sy="-100000" algn="bl" rotWithShape="0"/>
                </a:effectLst>
              </a:rPr>
              <a:t>Каталарды издеп</a:t>
            </a:r>
            <a:endParaRPr lang="en-US" sz="3200" b="1" dirty="0">
              <a:effectLst>
                <a:outerShdw blurRad="838200" dist="1638300" dir="16440000" sx="53000" sy="53000" algn="ctr" rotWithShape="0">
                  <a:srgbClr val="000000">
                    <a:alpha val="5000"/>
                  </a:srgbClr>
                </a:outerShdw>
                <a:reflection blurRad="76200" stA="45000" endPos="0" dist="50800" dir="5400000" sy="-100000" algn="bl" rotWithShape="0"/>
              </a:effectLst>
            </a:endParaRPr>
          </a:p>
          <a:p>
            <a:r>
              <a:rPr lang="ru-RU" sz="3200" b="1" dirty="0">
                <a:effectLst>
                  <a:outerShdw blurRad="838200" dist="1638300" dir="16440000" sx="53000" sy="53000" algn="ctr" rotWithShape="0">
                    <a:srgbClr val="000000">
                      <a:alpha val="5000"/>
                    </a:srgbClr>
                  </a:outerShdw>
                  <a:reflection blurRad="76200" stA="45000" endPos="0" dist="50800" dir="5400000" sy="-100000" algn="bl" rotWithShape="0"/>
                </a:effectLst>
              </a:rPr>
              <a:t> - тап</a:t>
            </a:r>
            <a:endParaRPr lang="en-US" sz="3200" b="1" dirty="0">
              <a:effectLst>
                <a:outerShdw blurRad="838200" dist="1638300" dir="16440000" sx="53000" sy="53000" algn="ctr" rotWithShape="0">
                  <a:srgbClr val="000000">
                    <a:alpha val="5000"/>
                  </a:srgbClr>
                </a:outerShdw>
                <a:reflection blurRad="76200" stA="45000" endPos="0" dist="508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0034461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02EF282-8B50-F3A4-68E5-8B953C95DE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831" y="104126"/>
            <a:ext cx="9179169" cy="6643884"/>
          </a:xfrm>
          <a:prstGeom prst="rect">
            <a:avLst/>
          </a:pr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2E34BBF-68C4-4436-A15E-D87B9552907B}"/>
              </a:ext>
            </a:extLst>
          </p:cNvPr>
          <p:cNvSpPr/>
          <p:nvPr/>
        </p:nvSpPr>
        <p:spPr>
          <a:xfrm rot="19893650">
            <a:off x="4224524" y="1528164"/>
            <a:ext cx="619105" cy="1019441"/>
          </a:xfrm>
          <a:prstGeom prst="ellipse">
            <a:avLst/>
          </a:prstGeom>
          <a:noFill/>
          <a:ln w="539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C321087-2E64-4802-89FA-68DE166CF1D2}"/>
              </a:ext>
            </a:extLst>
          </p:cNvPr>
          <p:cNvSpPr/>
          <p:nvPr/>
        </p:nvSpPr>
        <p:spPr>
          <a:xfrm rot="1702457">
            <a:off x="8027864" y="5524113"/>
            <a:ext cx="485682" cy="797610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56B1C1E-936E-4C8D-94AD-F0087F3BABC7}"/>
              </a:ext>
            </a:extLst>
          </p:cNvPr>
          <p:cNvSpPr/>
          <p:nvPr/>
        </p:nvSpPr>
        <p:spPr>
          <a:xfrm rot="16200000">
            <a:off x="7343936" y="4250126"/>
            <a:ext cx="485682" cy="797610"/>
          </a:xfrm>
          <a:prstGeom prst="ellipse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2FF042E-02EF-4721-9D2C-CE1FEC23F27F}"/>
              </a:ext>
            </a:extLst>
          </p:cNvPr>
          <p:cNvSpPr/>
          <p:nvPr/>
        </p:nvSpPr>
        <p:spPr>
          <a:xfrm rot="1702457">
            <a:off x="4080878" y="3148705"/>
            <a:ext cx="741612" cy="1150261"/>
          </a:xfrm>
          <a:prstGeom prst="ellipse">
            <a:avLst/>
          </a:prstGeom>
          <a:noFill/>
          <a:ln w="666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9EDCA8-5E9F-89F8-02B7-6E80CCCA3292}"/>
              </a:ext>
            </a:extLst>
          </p:cNvPr>
          <p:cNvSpPr txBox="1"/>
          <p:nvPr/>
        </p:nvSpPr>
        <p:spPr>
          <a:xfrm>
            <a:off x="112483" y="104126"/>
            <a:ext cx="3683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sz="6600" b="1" spc="600" dirty="0">
                <a:ln w="0">
                  <a:solidFill>
                    <a:schemeClr val="bg2">
                      <a:lumMod val="10000"/>
                    </a:schemeClr>
                  </a:solidFill>
                </a:ln>
                <a:solidFill>
                  <a:srgbClr val="92D05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  <a:reflection blurRad="6350" stA="53000" endA="300" endPos="35500" dir="5400000" sy="-90000" algn="bl" rotWithShape="0"/>
                </a:effectLst>
              </a:rPr>
              <a:t>ЖООБУ</a:t>
            </a:r>
            <a:endParaRPr lang="en-US" sz="1600" b="1" spc="600" dirty="0">
              <a:ln w="0">
                <a:solidFill>
                  <a:schemeClr val="bg2">
                    <a:lumMod val="10000"/>
                  </a:schemeClr>
                </a:solidFill>
              </a:ln>
              <a:solidFill>
                <a:srgbClr val="92D05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  <a:reflection blurRad="6350" stA="53000" endA="300" endPos="35500" dir="5400000" sy="-9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1445743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213A7E0-561A-40F5-99D8-F453635A9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788" y="214116"/>
            <a:ext cx="9179169" cy="664388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D6F21C1-34E9-4685-B532-15A60AE3DE99}"/>
              </a:ext>
            </a:extLst>
          </p:cNvPr>
          <p:cNvSpPr txBox="1"/>
          <p:nvPr/>
        </p:nvSpPr>
        <p:spPr>
          <a:xfrm>
            <a:off x="7106860" y="93859"/>
            <a:ext cx="196053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Ар бир бөлүп </a:t>
            </a:r>
          </a:p>
          <a:p>
            <a:pPr algn="ctr"/>
            <a:r>
              <a:rPr lang="ky-KG" dirty="0"/>
              <a:t>төлөө планынын </a:t>
            </a:r>
          </a:p>
          <a:p>
            <a:pPr algn="ctr"/>
            <a:r>
              <a:rPr lang="ky-KG" dirty="0"/>
              <a:t>кошумча </a:t>
            </a:r>
          </a:p>
          <a:p>
            <a:pPr algn="ctr"/>
            <a:r>
              <a:rPr lang="ky-KG" dirty="0"/>
              <a:t>баасы эсептелген.</a:t>
            </a:r>
          </a:p>
          <a:p>
            <a:pPr algn="ctr"/>
            <a:endParaRPr lang="ky-K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1C6358-D73E-B439-F5A7-14F5D7AD5C90}"/>
              </a:ext>
            </a:extLst>
          </p:cNvPr>
          <p:cNvSpPr txBox="1"/>
          <p:nvPr/>
        </p:nvSpPr>
        <p:spPr>
          <a:xfrm>
            <a:off x="15941" y="1486717"/>
            <a:ext cx="28576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800" dirty="0"/>
              <a:t>Каталарды таба аласызбы?</a:t>
            </a:r>
          </a:p>
          <a:p>
            <a:pPr algn="ctr"/>
            <a:endParaRPr lang="ru-RU" sz="1800" dirty="0"/>
          </a:p>
          <a:p>
            <a:pPr algn="ctr"/>
            <a:r>
              <a:rPr lang="ru-RU" sz="1800" dirty="0"/>
              <a:t>Аларды оңдоңуз!</a:t>
            </a:r>
            <a:endParaRPr lang="en-GB" sz="1800" dirty="0"/>
          </a:p>
          <a:p>
            <a:pPr algn="ctr"/>
            <a:endParaRPr lang="en-GB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2BF6EE-9FD7-BCF5-54BE-0103EE642D9D}"/>
              </a:ext>
            </a:extLst>
          </p:cNvPr>
          <p:cNvSpPr txBox="1"/>
          <p:nvPr/>
        </p:nvSpPr>
        <p:spPr>
          <a:xfrm>
            <a:off x="21043" y="64075"/>
            <a:ext cx="50292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effectLst>
                  <a:outerShdw blurRad="838200" dist="1638300" dir="16440000" sx="53000" sy="53000" algn="ctr" rotWithShape="0">
                    <a:srgbClr val="000000">
                      <a:alpha val="5000"/>
                    </a:srgbClr>
                  </a:outerShdw>
                  <a:reflection blurRad="76200" stA="45000" endPos="0" dist="50800" dir="5400000" sy="-100000" algn="bl" rotWithShape="0"/>
                </a:effectLst>
              </a:rPr>
              <a:t>Каталарды издеп</a:t>
            </a:r>
            <a:endParaRPr lang="en-US" sz="3200" b="1" dirty="0">
              <a:effectLst>
                <a:outerShdw blurRad="838200" dist="1638300" dir="16440000" sx="53000" sy="53000" algn="ctr" rotWithShape="0">
                  <a:srgbClr val="000000">
                    <a:alpha val="5000"/>
                  </a:srgbClr>
                </a:outerShdw>
                <a:reflection blurRad="76200" stA="45000" endPos="0" dist="50800" dir="5400000" sy="-100000" algn="bl" rotWithShape="0"/>
              </a:effectLst>
            </a:endParaRPr>
          </a:p>
          <a:p>
            <a:r>
              <a:rPr lang="ru-RU" sz="3200" b="1" dirty="0">
                <a:effectLst>
                  <a:outerShdw blurRad="838200" dist="1638300" dir="16440000" sx="53000" sy="53000" algn="ctr" rotWithShape="0">
                    <a:srgbClr val="000000">
                      <a:alpha val="5000"/>
                    </a:srgbClr>
                  </a:outerShdw>
                  <a:reflection blurRad="76200" stA="45000" endPos="0" dist="50800" dir="5400000" sy="-100000" algn="bl" rotWithShape="0"/>
                </a:effectLst>
              </a:rPr>
              <a:t> - тап</a:t>
            </a:r>
            <a:endParaRPr lang="en-US" sz="3200" b="1" dirty="0">
              <a:effectLst>
                <a:outerShdw blurRad="838200" dist="1638300" dir="16440000" sx="53000" sy="53000" algn="ctr" rotWithShape="0">
                  <a:srgbClr val="000000">
                    <a:alpha val="5000"/>
                  </a:srgbClr>
                </a:outerShdw>
                <a:reflection blurRad="76200" stA="45000" endPos="0" dist="508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8866316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F8BB422-FA01-EE55-3C0C-6C34F4A1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1008582" y="1008580"/>
            <a:ext cx="6863487" cy="484632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929CD2A-D98A-0DAE-567A-5C46796165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944420" y="1003092"/>
            <a:ext cx="6863487" cy="4846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32156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1574486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8441</TotalTime>
  <Words>144</Words>
  <Application>Microsoft Office PowerPoint</Application>
  <PresentationFormat>A4 Paper (210x297 mm)</PresentationFormat>
  <Paragraphs>47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 Light</vt:lpstr>
      <vt:lpstr>Calibri</vt:lpstr>
      <vt:lpstr>Fira Code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373</cp:revision>
  <cp:lastPrinted>2024-09-16T03:46:58Z</cp:lastPrinted>
  <dcterms:created xsi:type="dcterms:W3CDTF">2017-01-17T16:57:04Z</dcterms:created>
  <dcterms:modified xsi:type="dcterms:W3CDTF">2024-09-16T15:32:24Z</dcterms:modified>
</cp:coreProperties>
</file>