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6" r:id="rId2"/>
    <p:sldId id="957" r:id="rId3"/>
    <p:sldId id="945" r:id="rId4"/>
    <p:sldId id="946" r:id="rId5"/>
    <p:sldId id="944" r:id="rId6"/>
    <p:sldId id="947" r:id="rId7"/>
    <p:sldId id="948" r:id="rId8"/>
    <p:sldId id="949" r:id="rId9"/>
    <p:sldId id="959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6"/>
            <p14:sldId id="957"/>
          </p14:sldIdLst>
        </p14:section>
        <p14:section name="Көрсөтүү үчүн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6"/>
            <p14:sldId id="944"/>
          </p14:sldIdLst>
        </p14:section>
        <p14:section name="Таркатма иш кагаздар" id="{A78D9305-6AAE-4715-A210-52F6908F30F7}">
          <p14:sldIdLst>
            <p14:sldId id="947"/>
            <p14:sldId id="948"/>
            <p14:sldId id="949"/>
          </p14:sldIdLst>
        </p14:section>
        <p14:section name="Кайтарым байланыш" id="{F3D720CF-F566-46A6-9361-125255B68FA6}">
          <p14:sldIdLst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Ир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ирээттеңиз: ТУУРА &amp; КАТА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0,65 &gt; 0,567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33C93F-AF94-4B7A-BD97-FF74522CBCE8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4,6 &lt; 4,09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0DD62-7CC3-4C6A-AB0D-D40658AB1C1D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0,3212 &gt; 0,3208 &gt; 0,3039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759BA-25BD-4B3A-AFE1-D5077D955475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3,7 &lt; 3,705 &lt; 3,7105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3BF85C-722A-4D12-8B46-557B930983A3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6,56, 6,606, 6,6056</a:t>
            </a:r>
            <a:endParaRPr lang="en-GB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F56DA7-45D0-43F0-9BB6-374974CC1DC8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0,12 201</a:t>
            </a:r>
            <a:endParaRPr lang="en-GB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0E06E-09E2-495D-8089-A950CCBAEB96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6,787, 6,7868, 6,71, 6,7097</a:t>
            </a:r>
            <a:endParaRPr lang="en-GB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08FBE-FB80-427F-ACDE-C9F3F29A05B5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C09E3-FEE4-4ACD-91EC-F609E0E64DC3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5,76 &gt; 5,676 &gt; 5,67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066824-DEB8-4955-8FEF-D18B590A3556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0,89 &lt; 0,889 &lt; 0,989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ACC325-303A-4A7C-BF14-8E645C289A56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CB7687-139D-4866-9B1B-2E6FC415305B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8685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Table 5">
            <a:extLst>
              <a:ext uri="{FF2B5EF4-FFF2-40B4-BE49-F238E27FC236}">
                <a16:creationId xmlns:a16="http://schemas.microsoft.com/office/drawing/2014/main" id="{45818D1A-5F54-6A5B-1797-27FE30174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26486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68" name="TextBox 267">
            <a:extLst>
              <a:ext uri="{FF2B5EF4-FFF2-40B4-BE49-F238E27FC236}">
                <a16:creationId xmlns:a16="http://schemas.microsoft.com/office/drawing/2014/main" id="{D383B2F7-F021-328F-A3D9-EB1AD6380A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2B93549-023D-1164-4ED5-60E327FB0CC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4DCBA75-7E0C-ABED-AAA4-7CDFC0EB57E0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ирээттеңиз: ТУУРА &amp; КАТА</a:t>
            </a:r>
            <a:endParaRPr lang="en-GB" sz="14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5853544-6BD2-D32B-46D4-D8EFAC72A488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051E21A-6425-0020-AA9E-CF730A07FA0A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465F9AC-3B99-B6CC-463F-21946E67DE78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557B3A0-74CF-EA22-4854-69996F26D391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B36F8B00-3C49-4A6D-D85F-8E739477FBC9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F9D9F6D-341D-463B-E483-27DDBD837F46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0,65 &gt; 0,567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D3EC7E3-3AC4-9AC8-DB60-789F747F2BDA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4,6 &lt; 4,09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62DAA57-87E4-71A5-4C6A-9B398B5E1E4A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0,3212 &gt; 0,3208 &gt; 0,3039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078EF11-64B9-2262-B326-6C8C1C6A1057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3,7 &lt; 3,705 &lt; 3,7105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BEF511-09D4-5EBD-5C94-61B69260F688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5,76 &gt; 5,676 &gt; 5,67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A3EE0B-5D33-0488-DFB3-4A8FD724F539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0,89 &lt; 0,889 &lt; 0,989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C6B2AFE-FE7C-4447-94D5-A35678D73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19934" y="3053182"/>
            <a:ext cx="408033" cy="4080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C0F018-6A08-4B41-901B-6F7C0F7506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395927" y="1863081"/>
            <a:ext cx="408033" cy="408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E3A267-B4EB-4BF4-B7D2-84FDB375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395926" y="825424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EF5078-B7C0-4EAE-A1B3-64F29FAC13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56269" y="1840646"/>
            <a:ext cx="408033" cy="40803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D8DBC6ED-745D-48C5-9286-B0D6960B0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68319" y="75040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B6A1C01-3ADB-4A45-A1C7-3DD0C404C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1064" y="2976898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1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95C422C-24B0-F854-39BC-AB6BA9BBB90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0E6422-EB1E-FA1B-B72B-389EDA165FA5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38DE8-6695-C996-DC97-DAFD88060F4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B13AC-1040-FC2F-DF56-C2644FC6587B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ирээттеңиз: ТУУРА &amp; КАТА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98EFF-2832-7E18-1866-AB7EB46C5679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BA17B-74AA-5004-53B4-18ACD624C9F9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B3CCE-EEFE-C986-9790-526DCE5E4E07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3FE46-E65F-ED28-5365-C6A62AB5E966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3E135-80DF-58D7-262C-78C7AD924F34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F8601-FD23-752C-AE6E-874F5BC8582C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BCDCE-2255-741D-5293-11FB111C6596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66E5A-C7FF-5DE7-6C96-85033E1228FA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F626C-2631-F7DD-B045-256E483A9E96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7C2189-FDFB-4D92-A8A5-B320225FCE41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C54750-3487-EFD3-1248-0B6DA6F6F4C9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DE432A9-AB0E-1A6D-58AA-ED3BF9B1D39F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0,65 &gt; 0,567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6CF532A-4D71-64BB-CBDA-A5C80290D70D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4,6 &lt; 4,09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08D9468-81B7-7EE2-C472-BF67BD4931F9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0,3212 &gt; 0,3208 &gt; 0,3039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6C4F0F4B-0033-AF76-4DDB-C51B286514C7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3,7 &lt; 3,705 &lt; 3,7105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6A7BEC9-A571-A5A1-9B93-AD8263B63E29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6,56, 6,606, 6,6056</a:t>
            </a:r>
            <a:endParaRPr lang="en-GB" sz="28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92C602D-ABBA-6E5F-22B4-722998FAACD0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0,12 201</a:t>
            </a:r>
            <a:endParaRPr lang="en-GB" sz="28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7D72377-5814-DB07-3C8B-02A65064E5EB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6,787, 6,7868, 6,71, 6,7097</a:t>
            </a:r>
            <a:endParaRPr lang="en-GB" sz="28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529C4A4-9E88-0B2C-3EF5-4C8402DB3508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F866238-10E0-972A-6161-C310AF511170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5,76 &gt; 5,676 &gt; 5,67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2F93BA5-DEBE-8CFF-CDA3-C7E2B1F1B138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0,89 &lt; 0,889 &lt; 0,989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D1A840C-D72E-4896-5E79-2F0B030DEC6C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FA600E6-A3FA-7098-1A48-81E7CF4D2118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E3A267-B4EB-4BF4-B7D2-84FDB375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75453" y="268093"/>
            <a:ext cx="408033" cy="4080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C0F018-6A08-4B41-901B-6F7C0F7506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43351" y="1315142"/>
            <a:ext cx="408033" cy="40803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D8DBC6ED-745D-48C5-9286-B0D6960B0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5286" y="270438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EF5078-B7C0-4EAE-A1B3-64F29FAC13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5286" y="1325515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72D218E-5948-4B4F-8585-55CA9A240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5374" y="4105384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5B9B54C-FF3D-43C0-986B-DDA8448595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5374" y="6225562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0FC562E-FD94-4DA9-A52D-593BAC471E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89693" y="5160951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D60DE4E-3E6E-46E8-9F9C-8E6481CA79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89693" y="4066462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C6B2AFE-FE7C-4447-94D5-A35678D73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43351" y="2484519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B6A1C01-3ADB-4A45-A1C7-3DD0C404C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02212" y="2484519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558293E-61E0-41D1-BC77-A916102B3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02212" y="5149779"/>
            <a:ext cx="408033" cy="40803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ED7DB5-1CE5-4551-9AC6-E3FD67C583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9693" y="621237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A2265674-ACBF-01F0-964F-A7EA69661D59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FFA186-2730-1B90-72D9-581BF12234A6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DEFD5-3850-DBB3-D8A9-3543C4ABF2F1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EE5C9-2C56-0472-CFF5-26069639C99A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ирээттеңиз: ТУУРА &amp; КАТА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2D080-9E20-7832-331B-B0F2C1657BCA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D49BB-BA6F-FA91-867C-B77D816D0A46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2AB6A-59B0-A668-E2B5-E3CF42476322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FAEF1-5192-A987-8162-9829D2610120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E427F-16B5-C30C-A51E-EEE7F5EEB9D7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3ACC8-E5F7-82F6-6BAA-6B051A2AE8F2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BB51F-B625-09BE-9B08-D9F27F602911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D7BF6-1973-183D-CA88-08D7558A45B7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C2525-9433-0A77-D3E2-B9853C6D0725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49E6B4-E4F5-8EA0-F15C-3D62175C58FE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C5C1F-8267-6C74-28D8-D7C12A55C762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15F7C2-EEE3-6E7C-3AC7-9C6C47F8B589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0,65 &gt; 0,567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674A9F-4EB2-CD8A-7969-7111C3E412FA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4,6 &lt; 4,09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0C05B68-7C16-7C52-B0FE-EE39C67B967E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0,3212 &gt; 0,3208 &gt; 0,3039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522146D-B341-63FB-12FF-F6A9EAA17934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3,7 &lt; 3,705 &lt; 3,7105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3FD8FDB-116A-731D-C7A5-07635ED8566D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6,56, 6,606, 6,6056</a:t>
            </a:r>
            <a:endParaRPr lang="en-GB" sz="28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A076261-9AF4-ABA1-4CD4-A23F8998931A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0,12 201</a:t>
            </a:r>
            <a:endParaRPr lang="en-GB" sz="28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8409588-41AB-881E-E4DE-460F38839565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6,787, 6,7868, 6,71, 6,7097</a:t>
            </a:r>
            <a:endParaRPr lang="en-GB" sz="28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EFD620C-A18D-A431-9FA3-3B75458C25E5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8111BE1-5B10-906C-135B-665BCE77A66D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5,76 &gt; 5,676 &gt; 5,67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B06C3CA9-E89C-67B6-1A03-1EB375FDAE61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0,89 &lt; 0,889 &lt; 0,989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F2AED27-EAA8-3BB9-F927-A48DDCD4EDCA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7D4BB9A-9382-47E0-0FB5-C55646196DA7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217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CA8B3-06EB-A79A-18EE-01C4DD76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272" y="1065207"/>
            <a:ext cx="6810384" cy="4775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013781-98C4-15A9-C140-2844CDC9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1610" y="1065206"/>
            <a:ext cx="6810384" cy="47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E2FBF0-FCF3-EF8C-439E-59365242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1"/>
            <a:ext cx="4907280" cy="339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FD063-E7B2-DA2A-5555-5C97AFB6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0"/>
            <a:ext cx="4907280" cy="3391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8D849A-BBC5-68AE-8715-D3142CE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0251"/>
            <a:ext cx="4907280" cy="3391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067FA4-F769-A66C-807B-E7C8383C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3434080"/>
            <a:ext cx="4907280" cy="339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48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10418</TotalTime>
  <Words>520</Words>
  <Application>Microsoft Office PowerPoint</Application>
  <PresentationFormat>A4 Paper (210x297 mm)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493</cp:revision>
  <cp:lastPrinted>2024-09-20T17:39:45Z</cp:lastPrinted>
  <dcterms:created xsi:type="dcterms:W3CDTF">2017-01-17T16:57:04Z</dcterms:created>
  <dcterms:modified xsi:type="dcterms:W3CDTF">2024-09-20T17:41:19Z</dcterms:modified>
</cp:coreProperties>
</file>