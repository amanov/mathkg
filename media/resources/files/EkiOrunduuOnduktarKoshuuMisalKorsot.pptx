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2"/>
  </p:notesMasterIdLst>
  <p:sldIdLst>
    <p:sldId id="972" r:id="rId2"/>
    <p:sldId id="939" r:id="rId3"/>
    <p:sldId id="948" r:id="rId4"/>
    <p:sldId id="947" r:id="rId5"/>
    <p:sldId id="949" r:id="rId6"/>
    <p:sldId id="941" r:id="rId7"/>
    <p:sldId id="945" r:id="rId8"/>
    <p:sldId id="946" r:id="rId9"/>
    <p:sldId id="952" r:id="rId10"/>
    <p:sldId id="954" r:id="rId11"/>
    <p:sldId id="942" r:id="rId12"/>
    <p:sldId id="950" r:id="rId13"/>
    <p:sldId id="953" r:id="rId14"/>
    <p:sldId id="951" r:id="rId15"/>
    <p:sldId id="943" r:id="rId16"/>
    <p:sldId id="957" r:id="rId17"/>
    <p:sldId id="967" r:id="rId18"/>
    <p:sldId id="955" r:id="rId19"/>
    <p:sldId id="956" r:id="rId20"/>
    <p:sldId id="973" r:id="rId21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00"/>
    <a:srgbClr val="00C85A"/>
    <a:srgbClr val="FFFFFF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29/09/2024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E8DA03BD-0D10-881F-68DF-55A084B44400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6736DD-D2AD-61E3-58E2-BEBBEB44F31C}"/>
              </a:ext>
            </a:extLst>
          </p:cNvPr>
          <p:cNvSpPr txBox="1"/>
          <p:nvPr/>
        </p:nvSpPr>
        <p:spPr>
          <a:xfrm>
            <a:off x="162560" y="1778000"/>
            <a:ext cx="9743440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Сандуу Ондуктар – Кошуу –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Мисал көрсөт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...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көнүгүү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окуучуну ойлондуруу үчүн иштелип чыккан, эч кандай жооп жок.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өз жоопторун эки - экиден же мугалимге  көрсөтүп текшере алышы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мини-тактада же дептер аркылуу жооп бере алышат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096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408616" y="1834868"/>
            <a:ext cx="70887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   +   0,3   =   _________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B2AFC55-E4A7-E305-32B7-8C5CA1718999}"/>
              </a:ext>
            </a:extLst>
          </p:cNvPr>
          <p:cNvGrpSpPr/>
          <p:nvPr/>
        </p:nvGrpSpPr>
        <p:grpSpPr>
          <a:xfrm>
            <a:off x="3073882" y="3743324"/>
            <a:ext cx="3758235" cy="2294136"/>
            <a:chOff x="3052986" y="3743324"/>
            <a:chExt cx="3758235" cy="2294136"/>
          </a:xfrm>
        </p:grpSpPr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20D121F9-80B5-1B1B-44BF-7D37D9A6D789}"/>
                </a:ext>
              </a:extLst>
            </p:cNvPr>
            <p:cNvGrpSpPr/>
            <p:nvPr/>
          </p:nvGrpSpPr>
          <p:grpSpPr>
            <a:xfrm>
              <a:off x="5579915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44" name="Cube 343">
                <a:extLst>
                  <a:ext uri="{FF2B5EF4-FFF2-40B4-BE49-F238E27FC236}">
                    <a16:creationId xmlns:a16="http://schemas.microsoft.com/office/drawing/2014/main" id="{E569AF0F-EBC9-A1B7-753D-37DCFAB2760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5" name="Cube 344">
                <a:extLst>
                  <a:ext uri="{FF2B5EF4-FFF2-40B4-BE49-F238E27FC236}">
                    <a16:creationId xmlns:a16="http://schemas.microsoft.com/office/drawing/2014/main" id="{73BF69C6-BDC6-9848-B137-2E67F9FDEEA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6" name="Cube 345">
                <a:extLst>
                  <a:ext uri="{FF2B5EF4-FFF2-40B4-BE49-F238E27FC236}">
                    <a16:creationId xmlns:a16="http://schemas.microsoft.com/office/drawing/2014/main" id="{30951B19-3A3D-3D3A-CBF0-2F863000D78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7" name="Cube 346">
                <a:extLst>
                  <a:ext uri="{FF2B5EF4-FFF2-40B4-BE49-F238E27FC236}">
                    <a16:creationId xmlns:a16="http://schemas.microsoft.com/office/drawing/2014/main" id="{8A643487-FCEC-36AB-C19B-0889B37A55D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8" name="Cube 347">
                <a:extLst>
                  <a:ext uri="{FF2B5EF4-FFF2-40B4-BE49-F238E27FC236}">
                    <a16:creationId xmlns:a16="http://schemas.microsoft.com/office/drawing/2014/main" id="{C2EF62F7-FBCE-FBE7-4732-9D727CCF5A9E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9" name="Cube 348">
                <a:extLst>
                  <a:ext uri="{FF2B5EF4-FFF2-40B4-BE49-F238E27FC236}">
                    <a16:creationId xmlns:a16="http://schemas.microsoft.com/office/drawing/2014/main" id="{D6BBE5CF-8151-9F6C-21A1-DF45B4BB02C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0" name="Cube 349">
                <a:extLst>
                  <a:ext uri="{FF2B5EF4-FFF2-40B4-BE49-F238E27FC236}">
                    <a16:creationId xmlns:a16="http://schemas.microsoft.com/office/drawing/2014/main" id="{7D17CF7E-615E-7853-364F-7029E379050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1" name="Cube 350">
                <a:extLst>
                  <a:ext uri="{FF2B5EF4-FFF2-40B4-BE49-F238E27FC236}">
                    <a16:creationId xmlns:a16="http://schemas.microsoft.com/office/drawing/2014/main" id="{53DB9C5E-DEA9-3C86-2F17-EAC260B315E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2" name="Cube 351">
                <a:extLst>
                  <a:ext uri="{FF2B5EF4-FFF2-40B4-BE49-F238E27FC236}">
                    <a16:creationId xmlns:a16="http://schemas.microsoft.com/office/drawing/2014/main" id="{CB356F40-3467-2BF9-F82F-08276CCA9869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3" name="Cube 352">
                <a:extLst>
                  <a:ext uri="{FF2B5EF4-FFF2-40B4-BE49-F238E27FC236}">
                    <a16:creationId xmlns:a16="http://schemas.microsoft.com/office/drawing/2014/main" id="{8A12085B-D2E4-C579-7D38-50351F8C759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22" name="Group 321">
              <a:extLst>
                <a:ext uri="{FF2B5EF4-FFF2-40B4-BE49-F238E27FC236}">
                  <a16:creationId xmlns:a16="http://schemas.microsoft.com/office/drawing/2014/main" id="{6A998BFB-38D5-6576-FCF0-E2357D120B42}"/>
                </a:ext>
              </a:extLst>
            </p:cNvPr>
            <p:cNvGrpSpPr/>
            <p:nvPr/>
          </p:nvGrpSpPr>
          <p:grpSpPr>
            <a:xfrm>
              <a:off x="6044735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34" name="Cube 333">
                <a:extLst>
                  <a:ext uri="{FF2B5EF4-FFF2-40B4-BE49-F238E27FC236}">
                    <a16:creationId xmlns:a16="http://schemas.microsoft.com/office/drawing/2014/main" id="{EF6D35A0-BD59-DA02-633C-74B895045BD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5" name="Cube 334">
                <a:extLst>
                  <a:ext uri="{FF2B5EF4-FFF2-40B4-BE49-F238E27FC236}">
                    <a16:creationId xmlns:a16="http://schemas.microsoft.com/office/drawing/2014/main" id="{16973DE0-61E9-60A1-FB3C-EC61D859C59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6" name="Cube 335">
                <a:extLst>
                  <a:ext uri="{FF2B5EF4-FFF2-40B4-BE49-F238E27FC236}">
                    <a16:creationId xmlns:a16="http://schemas.microsoft.com/office/drawing/2014/main" id="{195097E9-D4F2-427C-29E4-6A79B76CE2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7" name="Cube 336">
                <a:extLst>
                  <a:ext uri="{FF2B5EF4-FFF2-40B4-BE49-F238E27FC236}">
                    <a16:creationId xmlns:a16="http://schemas.microsoft.com/office/drawing/2014/main" id="{45C319BF-ACCA-DBD7-0116-F035BE1DE81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8" name="Cube 337">
                <a:extLst>
                  <a:ext uri="{FF2B5EF4-FFF2-40B4-BE49-F238E27FC236}">
                    <a16:creationId xmlns:a16="http://schemas.microsoft.com/office/drawing/2014/main" id="{6B843E5A-D865-E95E-4F70-F0566CCFCCE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9" name="Cube 338">
                <a:extLst>
                  <a:ext uri="{FF2B5EF4-FFF2-40B4-BE49-F238E27FC236}">
                    <a16:creationId xmlns:a16="http://schemas.microsoft.com/office/drawing/2014/main" id="{75863DEA-6FA4-1F5B-A26C-20FA298CC3F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0" name="Cube 339">
                <a:extLst>
                  <a:ext uri="{FF2B5EF4-FFF2-40B4-BE49-F238E27FC236}">
                    <a16:creationId xmlns:a16="http://schemas.microsoft.com/office/drawing/2014/main" id="{1B720D8E-50B1-D541-3625-11FF73E5989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1" name="Cube 340">
                <a:extLst>
                  <a:ext uri="{FF2B5EF4-FFF2-40B4-BE49-F238E27FC236}">
                    <a16:creationId xmlns:a16="http://schemas.microsoft.com/office/drawing/2014/main" id="{C0CC2826-CCB9-63E6-B93F-7634CE3FAF3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2" name="Cube 341">
                <a:extLst>
                  <a:ext uri="{FF2B5EF4-FFF2-40B4-BE49-F238E27FC236}">
                    <a16:creationId xmlns:a16="http://schemas.microsoft.com/office/drawing/2014/main" id="{14291960-A1A5-6E64-AF5A-83576CE21D7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3" name="Cube 342">
                <a:extLst>
                  <a:ext uri="{FF2B5EF4-FFF2-40B4-BE49-F238E27FC236}">
                    <a16:creationId xmlns:a16="http://schemas.microsoft.com/office/drawing/2014/main" id="{E058B19F-D8B4-0038-B261-6E547FB3DF5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2EAC5CD6-79BE-9B72-E3A2-A6F70EB8D205}"/>
                </a:ext>
              </a:extLst>
            </p:cNvPr>
            <p:cNvGrpSpPr/>
            <p:nvPr/>
          </p:nvGrpSpPr>
          <p:grpSpPr>
            <a:xfrm>
              <a:off x="6509555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24" name="Cube 323">
                <a:extLst>
                  <a:ext uri="{FF2B5EF4-FFF2-40B4-BE49-F238E27FC236}">
                    <a16:creationId xmlns:a16="http://schemas.microsoft.com/office/drawing/2014/main" id="{DA9AE61F-79A8-7F16-228C-4A6DE2660B0E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5" name="Cube 324">
                <a:extLst>
                  <a:ext uri="{FF2B5EF4-FFF2-40B4-BE49-F238E27FC236}">
                    <a16:creationId xmlns:a16="http://schemas.microsoft.com/office/drawing/2014/main" id="{868308E0-1B91-9789-FB02-A80759090F19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6" name="Cube 325">
                <a:extLst>
                  <a:ext uri="{FF2B5EF4-FFF2-40B4-BE49-F238E27FC236}">
                    <a16:creationId xmlns:a16="http://schemas.microsoft.com/office/drawing/2014/main" id="{5FCABC95-AF2A-2492-FEAA-3FB51A8A6C3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7" name="Cube 326">
                <a:extLst>
                  <a:ext uri="{FF2B5EF4-FFF2-40B4-BE49-F238E27FC236}">
                    <a16:creationId xmlns:a16="http://schemas.microsoft.com/office/drawing/2014/main" id="{98B1020D-0775-4666-D3E0-A47C43C544A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8" name="Cube 327">
                <a:extLst>
                  <a:ext uri="{FF2B5EF4-FFF2-40B4-BE49-F238E27FC236}">
                    <a16:creationId xmlns:a16="http://schemas.microsoft.com/office/drawing/2014/main" id="{D18E1C0A-F589-391B-67D8-E03796A2EAFF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29" name="Cube 328">
                <a:extLst>
                  <a:ext uri="{FF2B5EF4-FFF2-40B4-BE49-F238E27FC236}">
                    <a16:creationId xmlns:a16="http://schemas.microsoft.com/office/drawing/2014/main" id="{169C5D82-2528-6425-04A5-DBCCA0C2B8B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0" name="Cube 329">
                <a:extLst>
                  <a:ext uri="{FF2B5EF4-FFF2-40B4-BE49-F238E27FC236}">
                    <a16:creationId xmlns:a16="http://schemas.microsoft.com/office/drawing/2014/main" id="{8AD078BC-BBBD-C3D8-7279-C8B7BBC4B15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1" name="Cube 330">
                <a:extLst>
                  <a:ext uri="{FF2B5EF4-FFF2-40B4-BE49-F238E27FC236}">
                    <a16:creationId xmlns:a16="http://schemas.microsoft.com/office/drawing/2014/main" id="{D65F2E52-98E8-0937-A5DA-187F5A5D7877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2" name="Cube 331">
                <a:extLst>
                  <a:ext uri="{FF2B5EF4-FFF2-40B4-BE49-F238E27FC236}">
                    <a16:creationId xmlns:a16="http://schemas.microsoft.com/office/drawing/2014/main" id="{7E9F393A-4D15-CA19-355A-18E34D1C83A3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3" name="Cube 332">
                <a:extLst>
                  <a:ext uri="{FF2B5EF4-FFF2-40B4-BE49-F238E27FC236}">
                    <a16:creationId xmlns:a16="http://schemas.microsoft.com/office/drawing/2014/main" id="{707A2C64-AB73-BB90-D251-1497A0B8B85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739" name="Group 738">
              <a:extLst>
                <a:ext uri="{FF2B5EF4-FFF2-40B4-BE49-F238E27FC236}">
                  <a16:creationId xmlns:a16="http://schemas.microsoft.com/office/drawing/2014/main" id="{8CD9B7A9-D59A-E1F3-B68F-74DDF4CD44E9}"/>
                </a:ext>
              </a:extLst>
            </p:cNvPr>
            <p:cNvGrpSpPr/>
            <p:nvPr/>
          </p:nvGrpSpPr>
          <p:grpSpPr>
            <a:xfrm>
              <a:off x="3052986" y="3743326"/>
              <a:ext cx="2294134" cy="2294134"/>
              <a:chOff x="414598" y="546495"/>
              <a:chExt cx="5852156" cy="5898407"/>
            </a:xfrm>
          </p:grpSpPr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F30C71E1-702D-35F3-A032-6683DF84133E}"/>
                  </a:ext>
                </a:extLst>
              </p:cNvPr>
              <p:cNvGrpSpPr/>
              <p:nvPr/>
            </p:nvGrpSpPr>
            <p:grpSpPr>
              <a:xfrm>
                <a:off x="41459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40" name="Cube 839">
                  <a:extLst>
                    <a:ext uri="{FF2B5EF4-FFF2-40B4-BE49-F238E27FC236}">
                      <a16:creationId xmlns:a16="http://schemas.microsoft.com/office/drawing/2014/main" id="{C6067C98-6CD4-F285-3E16-CDAE8397B738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1" name="Cube 840">
                  <a:extLst>
                    <a:ext uri="{FF2B5EF4-FFF2-40B4-BE49-F238E27FC236}">
                      <a16:creationId xmlns:a16="http://schemas.microsoft.com/office/drawing/2014/main" id="{F6C11343-101D-3803-5B81-EC13135EABE9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2" name="Cube 841">
                  <a:extLst>
                    <a:ext uri="{FF2B5EF4-FFF2-40B4-BE49-F238E27FC236}">
                      <a16:creationId xmlns:a16="http://schemas.microsoft.com/office/drawing/2014/main" id="{0C84C560-B62A-E8A2-D7A9-FD28D9F8DF38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3" name="Cube 842">
                  <a:extLst>
                    <a:ext uri="{FF2B5EF4-FFF2-40B4-BE49-F238E27FC236}">
                      <a16:creationId xmlns:a16="http://schemas.microsoft.com/office/drawing/2014/main" id="{EBE472AD-ADFC-C986-8CAF-3086506489FE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4" name="Cube 843">
                  <a:extLst>
                    <a:ext uri="{FF2B5EF4-FFF2-40B4-BE49-F238E27FC236}">
                      <a16:creationId xmlns:a16="http://schemas.microsoft.com/office/drawing/2014/main" id="{38FC2A39-4607-7C15-F8B3-2A51DB090C1D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5" name="Cube 844">
                  <a:extLst>
                    <a:ext uri="{FF2B5EF4-FFF2-40B4-BE49-F238E27FC236}">
                      <a16:creationId xmlns:a16="http://schemas.microsoft.com/office/drawing/2014/main" id="{D43432C3-052C-1C1C-DBA4-618F0E03E7C5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6" name="Cube 845">
                  <a:extLst>
                    <a:ext uri="{FF2B5EF4-FFF2-40B4-BE49-F238E27FC236}">
                      <a16:creationId xmlns:a16="http://schemas.microsoft.com/office/drawing/2014/main" id="{DBAE9893-0325-79C9-1D36-51FA2BE21E84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7" name="Cube 846">
                  <a:extLst>
                    <a:ext uri="{FF2B5EF4-FFF2-40B4-BE49-F238E27FC236}">
                      <a16:creationId xmlns:a16="http://schemas.microsoft.com/office/drawing/2014/main" id="{B8C57D84-B58C-D000-B79C-469D78CEA0F4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8" name="Cube 847">
                  <a:extLst>
                    <a:ext uri="{FF2B5EF4-FFF2-40B4-BE49-F238E27FC236}">
                      <a16:creationId xmlns:a16="http://schemas.microsoft.com/office/drawing/2014/main" id="{D6E7CCBF-7376-BFE0-CD21-4601E0DFDC2C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9" name="Cube 848">
                  <a:extLst>
                    <a:ext uri="{FF2B5EF4-FFF2-40B4-BE49-F238E27FC236}">
                      <a16:creationId xmlns:a16="http://schemas.microsoft.com/office/drawing/2014/main" id="{0FC27B34-392D-DEBA-ED10-DEA2DE4774A6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96769FC1-6CB1-0FE4-3B00-F63DE957CF6F}"/>
                  </a:ext>
                </a:extLst>
              </p:cNvPr>
              <p:cNvGrpSpPr/>
              <p:nvPr/>
            </p:nvGrpSpPr>
            <p:grpSpPr>
              <a:xfrm>
                <a:off x="97986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30" name="Cube 829">
                  <a:extLst>
                    <a:ext uri="{FF2B5EF4-FFF2-40B4-BE49-F238E27FC236}">
                      <a16:creationId xmlns:a16="http://schemas.microsoft.com/office/drawing/2014/main" id="{557459FD-C2AA-9715-5F0E-E0DA4E4F3F7B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1" name="Cube 830">
                  <a:extLst>
                    <a:ext uri="{FF2B5EF4-FFF2-40B4-BE49-F238E27FC236}">
                      <a16:creationId xmlns:a16="http://schemas.microsoft.com/office/drawing/2014/main" id="{C9946451-87A0-5F67-AF21-4F76587AF5A4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2" name="Cube 831">
                  <a:extLst>
                    <a:ext uri="{FF2B5EF4-FFF2-40B4-BE49-F238E27FC236}">
                      <a16:creationId xmlns:a16="http://schemas.microsoft.com/office/drawing/2014/main" id="{61A22945-1FD5-3B5B-02C1-2EC856F39F30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3" name="Cube 832">
                  <a:extLst>
                    <a:ext uri="{FF2B5EF4-FFF2-40B4-BE49-F238E27FC236}">
                      <a16:creationId xmlns:a16="http://schemas.microsoft.com/office/drawing/2014/main" id="{E047BEDC-E76C-3A75-9268-5374A4285526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4" name="Cube 833">
                  <a:extLst>
                    <a:ext uri="{FF2B5EF4-FFF2-40B4-BE49-F238E27FC236}">
                      <a16:creationId xmlns:a16="http://schemas.microsoft.com/office/drawing/2014/main" id="{A2AA3F87-59C5-C7DD-C828-B626DFE2B46C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5" name="Cube 834">
                  <a:extLst>
                    <a:ext uri="{FF2B5EF4-FFF2-40B4-BE49-F238E27FC236}">
                      <a16:creationId xmlns:a16="http://schemas.microsoft.com/office/drawing/2014/main" id="{48DA1954-D486-A59B-FFA3-F57FBE7AD386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6" name="Cube 835">
                  <a:extLst>
                    <a:ext uri="{FF2B5EF4-FFF2-40B4-BE49-F238E27FC236}">
                      <a16:creationId xmlns:a16="http://schemas.microsoft.com/office/drawing/2014/main" id="{A43B1096-7306-1386-2A24-1EE7F023DB24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7" name="Cube 836">
                  <a:extLst>
                    <a:ext uri="{FF2B5EF4-FFF2-40B4-BE49-F238E27FC236}">
                      <a16:creationId xmlns:a16="http://schemas.microsoft.com/office/drawing/2014/main" id="{58DD5A88-386B-A28C-7DE6-5C424633B1E6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8" name="Cube 837">
                  <a:extLst>
                    <a:ext uri="{FF2B5EF4-FFF2-40B4-BE49-F238E27FC236}">
                      <a16:creationId xmlns:a16="http://schemas.microsoft.com/office/drawing/2014/main" id="{39DE4AE4-23BE-21BA-5365-6E9842585EE7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9" name="Cube 838">
                  <a:extLst>
                    <a:ext uri="{FF2B5EF4-FFF2-40B4-BE49-F238E27FC236}">
                      <a16:creationId xmlns:a16="http://schemas.microsoft.com/office/drawing/2014/main" id="{F3CA3942-8E6D-7A29-7D73-77A8B6F31420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2" name="Group 741">
                <a:extLst>
                  <a:ext uri="{FF2B5EF4-FFF2-40B4-BE49-F238E27FC236}">
                    <a16:creationId xmlns:a16="http://schemas.microsoft.com/office/drawing/2014/main" id="{8B8C342D-9B68-8A67-5060-ED7464E119C8}"/>
                  </a:ext>
                </a:extLst>
              </p:cNvPr>
              <p:cNvGrpSpPr/>
              <p:nvPr/>
            </p:nvGrpSpPr>
            <p:grpSpPr>
              <a:xfrm>
                <a:off x="154512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20" name="Cube 819">
                  <a:extLst>
                    <a:ext uri="{FF2B5EF4-FFF2-40B4-BE49-F238E27FC236}">
                      <a16:creationId xmlns:a16="http://schemas.microsoft.com/office/drawing/2014/main" id="{2DFAB95C-2CC7-BA2C-F3F2-027CCAFC6A78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1" name="Cube 820">
                  <a:extLst>
                    <a:ext uri="{FF2B5EF4-FFF2-40B4-BE49-F238E27FC236}">
                      <a16:creationId xmlns:a16="http://schemas.microsoft.com/office/drawing/2014/main" id="{2E4729CA-383B-E80A-BFAF-CAF2B52218E7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2" name="Cube 821">
                  <a:extLst>
                    <a:ext uri="{FF2B5EF4-FFF2-40B4-BE49-F238E27FC236}">
                      <a16:creationId xmlns:a16="http://schemas.microsoft.com/office/drawing/2014/main" id="{BB4C8E3D-8F46-B99B-47B0-25D8C32B6DC7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3" name="Cube 822">
                  <a:extLst>
                    <a:ext uri="{FF2B5EF4-FFF2-40B4-BE49-F238E27FC236}">
                      <a16:creationId xmlns:a16="http://schemas.microsoft.com/office/drawing/2014/main" id="{0AF41EAA-3EF0-7238-7E45-E0693F802829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4" name="Cube 823">
                  <a:extLst>
                    <a:ext uri="{FF2B5EF4-FFF2-40B4-BE49-F238E27FC236}">
                      <a16:creationId xmlns:a16="http://schemas.microsoft.com/office/drawing/2014/main" id="{81ED5027-5740-A239-8AB1-584DEC1A8CE6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5" name="Cube 824">
                  <a:extLst>
                    <a:ext uri="{FF2B5EF4-FFF2-40B4-BE49-F238E27FC236}">
                      <a16:creationId xmlns:a16="http://schemas.microsoft.com/office/drawing/2014/main" id="{3C274945-F342-95DC-FA49-60FC3CE4C9E8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6" name="Cube 825">
                  <a:extLst>
                    <a:ext uri="{FF2B5EF4-FFF2-40B4-BE49-F238E27FC236}">
                      <a16:creationId xmlns:a16="http://schemas.microsoft.com/office/drawing/2014/main" id="{8BFB7832-566B-5277-5179-AA20DA28EE1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7" name="Cube 826">
                  <a:extLst>
                    <a:ext uri="{FF2B5EF4-FFF2-40B4-BE49-F238E27FC236}">
                      <a16:creationId xmlns:a16="http://schemas.microsoft.com/office/drawing/2014/main" id="{DDD53762-51FF-72A2-A084-743615F2339A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8" name="Cube 827">
                  <a:extLst>
                    <a:ext uri="{FF2B5EF4-FFF2-40B4-BE49-F238E27FC236}">
                      <a16:creationId xmlns:a16="http://schemas.microsoft.com/office/drawing/2014/main" id="{58A64217-2D0F-F37A-73AC-42A837291CE6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9" name="Cube 828">
                  <a:extLst>
                    <a:ext uri="{FF2B5EF4-FFF2-40B4-BE49-F238E27FC236}">
                      <a16:creationId xmlns:a16="http://schemas.microsoft.com/office/drawing/2014/main" id="{4C9307E1-0E48-438B-0D9C-2C0D4990EFA7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3" name="Group 742">
                <a:extLst>
                  <a:ext uri="{FF2B5EF4-FFF2-40B4-BE49-F238E27FC236}">
                    <a16:creationId xmlns:a16="http://schemas.microsoft.com/office/drawing/2014/main" id="{73CAABF7-6177-BC8F-B602-5B5DAB6B0C09}"/>
                  </a:ext>
                </a:extLst>
              </p:cNvPr>
              <p:cNvGrpSpPr/>
              <p:nvPr/>
            </p:nvGrpSpPr>
            <p:grpSpPr>
              <a:xfrm>
                <a:off x="211039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10" name="Cube 809">
                  <a:extLst>
                    <a:ext uri="{FF2B5EF4-FFF2-40B4-BE49-F238E27FC236}">
                      <a16:creationId xmlns:a16="http://schemas.microsoft.com/office/drawing/2014/main" id="{E26E14AC-0798-F8DC-DE7B-CC8197A31FF6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1" name="Cube 810">
                  <a:extLst>
                    <a:ext uri="{FF2B5EF4-FFF2-40B4-BE49-F238E27FC236}">
                      <a16:creationId xmlns:a16="http://schemas.microsoft.com/office/drawing/2014/main" id="{05E5632F-6AD1-7BDA-171F-8DD0D4ACDD0A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2" name="Cube 811">
                  <a:extLst>
                    <a:ext uri="{FF2B5EF4-FFF2-40B4-BE49-F238E27FC236}">
                      <a16:creationId xmlns:a16="http://schemas.microsoft.com/office/drawing/2014/main" id="{D348815C-808F-0AB6-A1EC-873658550745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3" name="Cube 812">
                  <a:extLst>
                    <a:ext uri="{FF2B5EF4-FFF2-40B4-BE49-F238E27FC236}">
                      <a16:creationId xmlns:a16="http://schemas.microsoft.com/office/drawing/2014/main" id="{F9757FA4-89A0-121E-D5F5-9A643DDBA57D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4" name="Cube 813">
                  <a:extLst>
                    <a:ext uri="{FF2B5EF4-FFF2-40B4-BE49-F238E27FC236}">
                      <a16:creationId xmlns:a16="http://schemas.microsoft.com/office/drawing/2014/main" id="{DEDDADE1-3037-B9D6-154A-A6B8625196D3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5" name="Cube 814">
                  <a:extLst>
                    <a:ext uri="{FF2B5EF4-FFF2-40B4-BE49-F238E27FC236}">
                      <a16:creationId xmlns:a16="http://schemas.microsoft.com/office/drawing/2014/main" id="{2C2594B3-CF68-7530-E1EA-7CA9FF0AC5EA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6" name="Cube 815">
                  <a:extLst>
                    <a:ext uri="{FF2B5EF4-FFF2-40B4-BE49-F238E27FC236}">
                      <a16:creationId xmlns:a16="http://schemas.microsoft.com/office/drawing/2014/main" id="{D9962C8D-BB52-1F52-F541-14E5AF9A1A72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7" name="Cube 816">
                  <a:extLst>
                    <a:ext uri="{FF2B5EF4-FFF2-40B4-BE49-F238E27FC236}">
                      <a16:creationId xmlns:a16="http://schemas.microsoft.com/office/drawing/2014/main" id="{CC1A3F87-8488-B02C-2B5D-0131C261CC39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8" name="Cube 817">
                  <a:extLst>
                    <a:ext uri="{FF2B5EF4-FFF2-40B4-BE49-F238E27FC236}">
                      <a16:creationId xmlns:a16="http://schemas.microsoft.com/office/drawing/2014/main" id="{895FE0D0-F4BB-1039-028E-6BEB1C92B7AE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9" name="Cube 818">
                  <a:extLst>
                    <a:ext uri="{FF2B5EF4-FFF2-40B4-BE49-F238E27FC236}">
                      <a16:creationId xmlns:a16="http://schemas.microsoft.com/office/drawing/2014/main" id="{D193C894-E480-FC14-E661-F8F81B63EAA8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B555EDAB-C825-A69C-15B4-6144A9EC4104}"/>
                  </a:ext>
                </a:extLst>
              </p:cNvPr>
              <p:cNvGrpSpPr/>
              <p:nvPr/>
            </p:nvGrpSpPr>
            <p:grpSpPr>
              <a:xfrm>
                <a:off x="267565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00" name="Cube 799">
                  <a:extLst>
                    <a:ext uri="{FF2B5EF4-FFF2-40B4-BE49-F238E27FC236}">
                      <a16:creationId xmlns:a16="http://schemas.microsoft.com/office/drawing/2014/main" id="{9B4BFD82-E586-5A3D-3F86-E3BEE1A5178D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1" name="Cube 800">
                  <a:extLst>
                    <a:ext uri="{FF2B5EF4-FFF2-40B4-BE49-F238E27FC236}">
                      <a16:creationId xmlns:a16="http://schemas.microsoft.com/office/drawing/2014/main" id="{63067A7F-DECD-E885-9F02-ABA16ABBCDA4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2" name="Cube 801">
                  <a:extLst>
                    <a:ext uri="{FF2B5EF4-FFF2-40B4-BE49-F238E27FC236}">
                      <a16:creationId xmlns:a16="http://schemas.microsoft.com/office/drawing/2014/main" id="{0243C279-5C0C-79A8-7AC8-934BE7200412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3" name="Cube 802">
                  <a:extLst>
                    <a:ext uri="{FF2B5EF4-FFF2-40B4-BE49-F238E27FC236}">
                      <a16:creationId xmlns:a16="http://schemas.microsoft.com/office/drawing/2014/main" id="{F334B66D-5871-F113-2C04-B813F5874C6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4" name="Cube 803">
                  <a:extLst>
                    <a:ext uri="{FF2B5EF4-FFF2-40B4-BE49-F238E27FC236}">
                      <a16:creationId xmlns:a16="http://schemas.microsoft.com/office/drawing/2014/main" id="{52C2A143-0E40-B60D-8A63-F5EE6F13822A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5" name="Cube 804">
                  <a:extLst>
                    <a:ext uri="{FF2B5EF4-FFF2-40B4-BE49-F238E27FC236}">
                      <a16:creationId xmlns:a16="http://schemas.microsoft.com/office/drawing/2014/main" id="{8C694EDB-9907-6E91-03A9-72F00C84944D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6" name="Cube 805">
                  <a:extLst>
                    <a:ext uri="{FF2B5EF4-FFF2-40B4-BE49-F238E27FC236}">
                      <a16:creationId xmlns:a16="http://schemas.microsoft.com/office/drawing/2014/main" id="{51CB7964-E1A1-E515-EF31-6EF5DC900415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7" name="Cube 806">
                  <a:extLst>
                    <a:ext uri="{FF2B5EF4-FFF2-40B4-BE49-F238E27FC236}">
                      <a16:creationId xmlns:a16="http://schemas.microsoft.com/office/drawing/2014/main" id="{AFD4034C-B2AE-3162-88DE-39CFF1CE114C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8" name="Cube 807">
                  <a:extLst>
                    <a:ext uri="{FF2B5EF4-FFF2-40B4-BE49-F238E27FC236}">
                      <a16:creationId xmlns:a16="http://schemas.microsoft.com/office/drawing/2014/main" id="{B98D4C66-E35D-809F-8633-782F904FCB50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9" name="Cube 808">
                  <a:extLst>
                    <a:ext uri="{FF2B5EF4-FFF2-40B4-BE49-F238E27FC236}">
                      <a16:creationId xmlns:a16="http://schemas.microsoft.com/office/drawing/2014/main" id="{C488824D-D8C4-CD02-4A5D-2C822A80D555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93536EEE-2227-D5E9-811D-5FEBC22A1B89}"/>
                  </a:ext>
                </a:extLst>
              </p:cNvPr>
              <p:cNvGrpSpPr/>
              <p:nvPr/>
            </p:nvGrpSpPr>
            <p:grpSpPr>
              <a:xfrm>
                <a:off x="324092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90" name="Cube 789">
                  <a:extLst>
                    <a:ext uri="{FF2B5EF4-FFF2-40B4-BE49-F238E27FC236}">
                      <a16:creationId xmlns:a16="http://schemas.microsoft.com/office/drawing/2014/main" id="{87C866F3-4DD4-D6AB-FF4F-90B32C84E857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1" name="Cube 790">
                  <a:extLst>
                    <a:ext uri="{FF2B5EF4-FFF2-40B4-BE49-F238E27FC236}">
                      <a16:creationId xmlns:a16="http://schemas.microsoft.com/office/drawing/2014/main" id="{2B817B65-095A-A424-6EED-D34BDF4D7ED9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2" name="Cube 791">
                  <a:extLst>
                    <a:ext uri="{FF2B5EF4-FFF2-40B4-BE49-F238E27FC236}">
                      <a16:creationId xmlns:a16="http://schemas.microsoft.com/office/drawing/2014/main" id="{CC64548C-AEEE-2BB1-1179-9CA902F8300F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3" name="Cube 792">
                  <a:extLst>
                    <a:ext uri="{FF2B5EF4-FFF2-40B4-BE49-F238E27FC236}">
                      <a16:creationId xmlns:a16="http://schemas.microsoft.com/office/drawing/2014/main" id="{FFFDE641-C559-D12D-BB85-CD9860058A58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4" name="Cube 793">
                  <a:extLst>
                    <a:ext uri="{FF2B5EF4-FFF2-40B4-BE49-F238E27FC236}">
                      <a16:creationId xmlns:a16="http://schemas.microsoft.com/office/drawing/2014/main" id="{8F2FCA0F-557A-C325-6EF2-27CE63C79DC9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5" name="Cube 794">
                  <a:extLst>
                    <a:ext uri="{FF2B5EF4-FFF2-40B4-BE49-F238E27FC236}">
                      <a16:creationId xmlns:a16="http://schemas.microsoft.com/office/drawing/2014/main" id="{1F2F8B8B-87BE-DD4E-950F-211AB3CEDA3C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6" name="Cube 795">
                  <a:extLst>
                    <a:ext uri="{FF2B5EF4-FFF2-40B4-BE49-F238E27FC236}">
                      <a16:creationId xmlns:a16="http://schemas.microsoft.com/office/drawing/2014/main" id="{AB0E65A5-50FF-915F-A9DE-2AA825FACDC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7" name="Cube 796">
                  <a:extLst>
                    <a:ext uri="{FF2B5EF4-FFF2-40B4-BE49-F238E27FC236}">
                      <a16:creationId xmlns:a16="http://schemas.microsoft.com/office/drawing/2014/main" id="{1B3B2E14-ED9F-19E9-9404-841A0FDD61BA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8" name="Cube 797">
                  <a:extLst>
                    <a:ext uri="{FF2B5EF4-FFF2-40B4-BE49-F238E27FC236}">
                      <a16:creationId xmlns:a16="http://schemas.microsoft.com/office/drawing/2014/main" id="{8D6612FF-33FC-01AF-0DC1-7D45B477BD28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9" name="Cube 798">
                  <a:extLst>
                    <a:ext uri="{FF2B5EF4-FFF2-40B4-BE49-F238E27FC236}">
                      <a16:creationId xmlns:a16="http://schemas.microsoft.com/office/drawing/2014/main" id="{408CD256-B882-FDF6-8D28-C084CBAEE72E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6" name="Group 745">
                <a:extLst>
                  <a:ext uri="{FF2B5EF4-FFF2-40B4-BE49-F238E27FC236}">
                    <a16:creationId xmlns:a16="http://schemas.microsoft.com/office/drawing/2014/main" id="{CB86CD10-AAA2-1BDE-2EBC-EA23E64DF58D}"/>
                  </a:ext>
                </a:extLst>
              </p:cNvPr>
              <p:cNvGrpSpPr/>
              <p:nvPr/>
            </p:nvGrpSpPr>
            <p:grpSpPr>
              <a:xfrm>
                <a:off x="380618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80" name="Cube 779">
                  <a:extLst>
                    <a:ext uri="{FF2B5EF4-FFF2-40B4-BE49-F238E27FC236}">
                      <a16:creationId xmlns:a16="http://schemas.microsoft.com/office/drawing/2014/main" id="{E99EA845-FFA9-AB0F-B7D6-1B6E3AC24D69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1" name="Cube 780">
                  <a:extLst>
                    <a:ext uri="{FF2B5EF4-FFF2-40B4-BE49-F238E27FC236}">
                      <a16:creationId xmlns:a16="http://schemas.microsoft.com/office/drawing/2014/main" id="{6780EB18-4575-DDED-1F9B-D1EDD854C3D2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2" name="Cube 781">
                  <a:extLst>
                    <a:ext uri="{FF2B5EF4-FFF2-40B4-BE49-F238E27FC236}">
                      <a16:creationId xmlns:a16="http://schemas.microsoft.com/office/drawing/2014/main" id="{8B754B8A-2E73-92ED-9A23-9BD6E68A04DA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3" name="Cube 782">
                  <a:extLst>
                    <a:ext uri="{FF2B5EF4-FFF2-40B4-BE49-F238E27FC236}">
                      <a16:creationId xmlns:a16="http://schemas.microsoft.com/office/drawing/2014/main" id="{FCCE4B68-01D4-2A84-785C-74557F155B3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4" name="Cube 783">
                  <a:extLst>
                    <a:ext uri="{FF2B5EF4-FFF2-40B4-BE49-F238E27FC236}">
                      <a16:creationId xmlns:a16="http://schemas.microsoft.com/office/drawing/2014/main" id="{0B003F25-AC1D-45DD-FCB8-1AF9AAE7A01F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5" name="Cube 784">
                  <a:extLst>
                    <a:ext uri="{FF2B5EF4-FFF2-40B4-BE49-F238E27FC236}">
                      <a16:creationId xmlns:a16="http://schemas.microsoft.com/office/drawing/2014/main" id="{89F664E9-ABA6-59E3-B187-82800DE6A85E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6" name="Cube 785">
                  <a:extLst>
                    <a:ext uri="{FF2B5EF4-FFF2-40B4-BE49-F238E27FC236}">
                      <a16:creationId xmlns:a16="http://schemas.microsoft.com/office/drawing/2014/main" id="{42EBDDB5-5F45-3136-1073-ED86820AE861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7" name="Cube 786">
                  <a:extLst>
                    <a:ext uri="{FF2B5EF4-FFF2-40B4-BE49-F238E27FC236}">
                      <a16:creationId xmlns:a16="http://schemas.microsoft.com/office/drawing/2014/main" id="{FDA2D86B-8437-D0E5-8989-3187D4551DF7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8" name="Cube 787">
                  <a:extLst>
                    <a:ext uri="{FF2B5EF4-FFF2-40B4-BE49-F238E27FC236}">
                      <a16:creationId xmlns:a16="http://schemas.microsoft.com/office/drawing/2014/main" id="{3E4E8968-9DAD-91B4-54C9-FD838209402C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9" name="Cube 788">
                  <a:extLst>
                    <a:ext uri="{FF2B5EF4-FFF2-40B4-BE49-F238E27FC236}">
                      <a16:creationId xmlns:a16="http://schemas.microsoft.com/office/drawing/2014/main" id="{FA655AE4-9D9A-102D-C3DB-9A9D66403423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7" name="Group 746">
                <a:extLst>
                  <a:ext uri="{FF2B5EF4-FFF2-40B4-BE49-F238E27FC236}">
                    <a16:creationId xmlns:a16="http://schemas.microsoft.com/office/drawing/2014/main" id="{A3FD807D-B93F-26D9-6CA0-4F8D76691620}"/>
                  </a:ext>
                </a:extLst>
              </p:cNvPr>
              <p:cNvGrpSpPr/>
              <p:nvPr/>
            </p:nvGrpSpPr>
            <p:grpSpPr>
              <a:xfrm>
                <a:off x="437145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70" name="Cube 769">
                  <a:extLst>
                    <a:ext uri="{FF2B5EF4-FFF2-40B4-BE49-F238E27FC236}">
                      <a16:creationId xmlns:a16="http://schemas.microsoft.com/office/drawing/2014/main" id="{96856DB6-9278-CEBA-4E30-18761CBC1927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1" name="Cube 770">
                  <a:extLst>
                    <a:ext uri="{FF2B5EF4-FFF2-40B4-BE49-F238E27FC236}">
                      <a16:creationId xmlns:a16="http://schemas.microsoft.com/office/drawing/2014/main" id="{F110B3C3-E90A-8C4B-7932-34A53B1779E5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2" name="Cube 771">
                  <a:extLst>
                    <a:ext uri="{FF2B5EF4-FFF2-40B4-BE49-F238E27FC236}">
                      <a16:creationId xmlns:a16="http://schemas.microsoft.com/office/drawing/2014/main" id="{74332E6A-D0C6-845E-3AC1-F31581A2210E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3" name="Cube 772">
                  <a:extLst>
                    <a:ext uri="{FF2B5EF4-FFF2-40B4-BE49-F238E27FC236}">
                      <a16:creationId xmlns:a16="http://schemas.microsoft.com/office/drawing/2014/main" id="{7C901267-CA1D-EB45-545F-DAD15C5D648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4" name="Cube 773">
                  <a:extLst>
                    <a:ext uri="{FF2B5EF4-FFF2-40B4-BE49-F238E27FC236}">
                      <a16:creationId xmlns:a16="http://schemas.microsoft.com/office/drawing/2014/main" id="{41BADED3-A409-15A1-B951-0827B0DB864A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5" name="Cube 774">
                  <a:extLst>
                    <a:ext uri="{FF2B5EF4-FFF2-40B4-BE49-F238E27FC236}">
                      <a16:creationId xmlns:a16="http://schemas.microsoft.com/office/drawing/2014/main" id="{93F2D00D-9E88-5E42-D4E5-233A91595168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6" name="Cube 775">
                  <a:extLst>
                    <a:ext uri="{FF2B5EF4-FFF2-40B4-BE49-F238E27FC236}">
                      <a16:creationId xmlns:a16="http://schemas.microsoft.com/office/drawing/2014/main" id="{3AC8F42E-EA91-7E6F-EF8C-283548310CB5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7" name="Cube 776">
                  <a:extLst>
                    <a:ext uri="{FF2B5EF4-FFF2-40B4-BE49-F238E27FC236}">
                      <a16:creationId xmlns:a16="http://schemas.microsoft.com/office/drawing/2014/main" id="{0669834E-224E-7988-62D0-E73D16FFFD5E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8" name="Cube 777">
                  <a:extLst>
                    <a:ext uri="{FF2B5EF4-FFF2-40B4-BE49-F238E27FC236}">
                      <a16:creationId xmlns:a16="http://schemas.microsoft.com/office/drawing/2014/main" id="{C2BCDAE5-E52A-5A7D-2EB2-401B70EEB901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9" name="Cube 778">
                  <a:extLst>
                    <a:ext uri="{FF2B5EF4-FFF2-40B4-BE49-F238E27FC236}">
                      <a16:creationId xmlns:a16="http://schemas.microsoft.com/office/drawing/2014/main" id="{C03064A3-FA06-E079-12F7-B3EDDD376A22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8" name="Group 747">
                <a:extLst>
                  <a:ext uri="{FF2B5EF4-FFF2-40B4-BE49-F238E27FC236}">
                    <a16:creationId xmlns:a16="http://schemas.microsoft.com/office/drawing/2014/main" id="{74EBBC7A-B54F-D0E1-7D4C-E20EE344E3AE}"/>
                  </a:ext>
                </a:extLst>
              </p:cNvPr>
              <p:cNvGrpSpPr/>
              <p:nvPr/>
            </p:nvGrpSpPr>
            <p:grpSpPr>
              <a:xfrm>
                <a:off x="493671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60" name="Cube 759">
                  <a:extLst>
                    <a:ext uri="{FF2B5EF4-FFF2-40B4-BE49-F238E27FC236}">
                      <a16:creationId xmlns:a16="http://schemas.microsoft.com/office/drawing/2014/main" id="{867398AE-5F29-37A8-D642-110D71BD9AC4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1" name="Cube 760">
                  <a:extLst>
                    <a:ext uri="{FF2B5EF4-FFF2-40B4-BE49-F238E27FC236}">
                      <a16:creationId xmlns:a16="http://schemas.microsoft.com/office/drawing/2014/main" id="{7BA98ABD-C882-BF22-1143-56ECDEFC6DFD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2" name="Cube 761">
                  <a:extLst>
                    <a:ext uri="{FF2B5EF4-FFF2-40B4-BE49-F238E27FC236}">
                      <a16:creationId xmlns:a16="http://schemas.microsoft.com/office/drawing/2014/main" id="{91629B5E-4964-A32D-F522-07B9EE15C626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3" name="Cube 762">
                  <a:extLst>
                    <a:ext uri="{FF2B5EF4-FFF2-40B4-BE49-F238E27FC236}">
                      <a16:creationId xmlns:a16="http://schemas.microsoft.com/office/drawing/2014/main" id="{91884047-C554-EC50-3FC7-526E209996B1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4" name="Cube 763">
                  <a:extLst>
                    <a:ext uri="{FF2B5EF4-FFF2-40B4-BE49-F238E27FC236}">
                      <a16:creationId xmlns:a16="http://schemas.microsoft.com/office/drawing/2014/main" id="{3CB47A96-90F8-4E81-DA3E-EC79025192EE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5" name="Cube 764">
                  <a:extLst>
                    <a:ext uri="{FF2B5EF4-FFF2-40B4-BE49-F238E27FC236}">
                      <a16:creationId xmlns:a16="http://schemas.microsoft.com/office/drawing/2014/main" id="{C872F7BF-C4B1-AE35-2B04-A4B1C840E6D5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6" name="Cube 765">
                  <a:extLst>
                    <a:ext uri="{FF2B5EF4-FFF2-40B4-BE49-F238E27FC236}">
                      <a16:creationId xmlns:a16="http://schemas.microsoft.com/office/drawing/2014/main" id="{2F313E29-A9C4-5691-C68B-B3AECAAF7CAF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7" name="Cube 766">
                  <a:extLst>
                    <a:ext uri="{FF2B5EF4-FFF2-40B4-BE49-F238E27FC236}">
                      <a16:creationId xmlns:a16="http://schemas.microsoft.com/office/drawing/2014/main" id="{A5C31C2D-02CD-AC28-1B23-2A4C2076D7A4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8" name="Cube 767">
                  <a:extLst>
                    <a:ext uri="{FF2B5EF4-FFF2-40B4-BE49-F238E27FC236}">
                      <a16:creationId xmlns:a16="http://schemas.microsoft.com/office/drawing/2014/main" id="{5C83DE35-6C6C-0D1F-FBD7-8247235E0451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9" name="Cube 768">
                  <a:extLst>
                    <a:ext uri="{FF2B5EF4-FFF2-40B4-BE49-F238E27FC236}">
                      <a16:creationId xmlns:a16="http://schemas.microsoft.com/office/drawing/2014/main" id="{41D8189A-76AA-FF43-C66C-B7940A112B1F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9" name="Group 748">
                <a:extLst>
                  <a:ext uri="{FF2B5EF4-FFF2-40B4-BE49-F238E27FC236}">
                    <a16:creationId xmlns:a16="http://schemas.microsoft.com/office/drawing/2014/main" id="{23A6448C-BDD5-702B-7502-08AA1B956376}"/>
                  </a:ext>
                </a:extLst>
              </p:cNvPr>
              <p:cNvGrpSpPr/>
              <p:nvPr/>
            </p:nvGrpSpPr>
            <p:grpSpPr>
              <a:xfrm>
                <a:off x="550198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50" name="Cube 749">
                  <a:extLst>
                    <a:ext uri="{FF2B5EF4-FFF2-40B4-BE49-F238E27FC236}">
                      <a16:creationId xmlns:a16="http://schemas.microsoft.com/office/drawing/2014/main" id="{BDCFEAF9-178C-EF7A-3A59-D7BA4F25ED83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1" name="Cube 750">
                  <a:extLst>
                    <a:ext uri="{FF2B5EF4-FFF2-40B4-BE49-F238E27FC236}">
                      <a16:creationId xmlns:a16="http://schemas.microsoft.com/office/drawing/2014/main" id="{F3F6815F-6E02-AF10-6D91-611BB20F93E8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2" name="Cube 751">
                  <a:extLst>
                    <a:ext uri="{FF2B5EF4-FFF2-40B4-BE49-F238E27FC236}">
                      <a16:creationId xmlns:a16="http://schemas.microsoft.com/office/drawing/2014/main" id="{084A279D-14C2-7106-DC55-791EBD74C03E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3" name="Cube 752">
                  <a:extLst>
                    <a:ext uri="{FF2B5EF4-FFF2-40B4-BE49-F238E27FC236}">
                      <a16:creationId xmlns:a16="http://schemas.microsoft.com/office/drawing/2014/main" id="{A117C6E3-BF74-568F-A07F-7E487765F49E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4" name="Cube 753">
                  <a:extLst>
                    <a:ext uri="{FF2B5EF4-FFF2-40B4-BE49-F238E27FC236}">
                      <a16:creationId xmlns:a16="http://schemas.microsoft.com/office/drawing/2014/main" id="{35718982-C065-63F4-C621-B40E5FDCBB2D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5" name="Cube 754">
                  <a:extLst>
                    <a:ext uri="{FF2B5EF4-FFF2-40B4-BE49-F238E27FC236}">
                      <a16:creationId xmlns:a16="http://schemas.microsoft.com/office/drawing/2014/main" id="{E932099F-FD26-E598-D4FE-52F9C5F32173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6" name="Cube 755">
                  <a:extLst>
                    <a:ext uri="{FF2B5EF4-FFF2-40B4-BE49-F238E27FC236}">
                      <a16:creationId xmlns:a16="http://schemas.microsoft.com/office/drawing/2014/main" id="{37E8AFE2-2E14-00AE-D299-EF983FADA50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7" name="Cube 756">
                  <a:extLst>
                    <a:ext uri="{FF2B5EF4-FFF2-40B4-BE49-F238E27FC236}">
                      <a16:creationId xmlns:a16="http://schemas.microsoft.com/office/drawing/2014/main" id="{1524D4EF-DBEC-1650-70A8-DD55E867044E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8" name="Cube 757">
                  <a:extLst>
                    <a:ext uri="{FF2B5EF4-FFF2-40B4-BE49-F238E27FC236}">
                      <a16:creationId xmlns:a16="http://schemas.microsoft.com/office/drawing/2014/main" id="{E3287EB5-C103-D0DD-4C34-F017DB5D29CE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9" name="Cube 758">
                  <a:extLst>
                    <a:ext uri="{FF2B5EF4-FFF2-40B4-BE49-F238E27FC236}">
                      <a16:creationId xmlns:a16="http://schemas.microsoft.com/office/drawing/2014/main" id="{0F4DC0A2-4FE2-E8C8-AD87-10B56A9A262E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</p:grp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E64F271-CA56-8940-EEF2-B3E0D4047222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245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00891" y="1834868"/>
            <a:ext cx="85042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 + 0,2 + 0,05   =   _________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F23621D-E5D8-5387-50DB-598A7F1865BD}"/>
              </a:ext>
            </a:extLst>
          </p:cNvPr>
          <p:cNvGrpSpPr/>
          <p:nvPr/>
        </p:nvGrpSpPr>
        <p:grpSpPr>
          <a:xfrm>
            <a:off x="3057837" y="3743324"/>
            <a:ext cx="3790326" cy="2294136"/>
            <a:chOff x="5779561" y="3743324"/>
            <a:chExt cx="3790326" cy="2294136"/>
          </a:xfrm>
        </p:grpSpPr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20D121F9-80B5-1B1B-44BF-7D37D9A6D789}"/>
                </a:ext>
              </a:extLst>
            </p:cNvPr>
            <p:cNvGrpSpPr/>
            <p:nvPr/>
          </p:nvGrpSpPr>
          <p:grpSpPr>
            <a:xfrm>
              <a:off x="8306490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44" name="Cube 343">
                <a:extLst>
                  <a:ext uri="{FF2B5EF4-FFF2-40B4-BE49-F238E27FC236}">
                    <a16:creationId xmlns:a16="http://schemas.microsoft.com/office/drawing/2014/main" id="{E569AF0F-EBC9-A1B7-753D-37DCFAB2760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5" name="Cube 344">
                <a:extLst>
                  <a:ext uri="{FF2B5EF4-FFF2-40B4-BE49-F238E27FC236}">
                    <a16:creationId xmlns:a16="http://schemas.microsoft.com/office/drawing/2014/main" id="{73BF69C6-BDC6-9848-B137-2E67F9FDEEA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6" name="Cube 345">
                <a:extLst>
                  <a:ext uri="{FF2B5EF4-FFF2-40B4-BE49-F238E27FC236}">
                    <a16:creationId xmlns:a16="http://schemas.microsoft.com/office/drawing/2014/main" id="{30951B19-3A3D-3D3A-CBF0-2F863000D78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7" name="Cube 346">
                <a:extLst>
                  <a:ext uri="{FF2B5EF4-FFF2-40B4-BE49-F238E27FC236}">
                    <a16:creationId xmlns:a16="http://schemas.microsoft.com/office/drawing/2014/main" id="{8A643487-FCEC-36AB-C19B-0889B37A55D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8" name="Cube 347">
                <a:extLst>
                  <a:ext uri="{FF2B5EF4-FFF2-40B4-BE49-F238E27FC236}">
                    <a16:creationId xmlns:a16="http://schemas.microsoft.com/office/drawing/2014/main" id="{C2EF62F7-FBCE-FBE7-4732-9D727CCF5A9E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9" name="Cube 348">
                <a:extLst>
                  <a:ext uri="{FF2B5EF4-FFF2-40B4-BE49-F238E27FC236}">
                    <a16:creationId xmlns:a16="http://schemas.microsoft.com/office/drawing/2014/main" id="{D6BBE5CF-8151-9F6C-21A1-DF45B4BB02C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0" name="Cube 349">
                <a:extLst>
                  <a:ext uri="{FF2B5EF4-FFF2-40B4-BE49-F238E27FC236}">
                    <a16:creationId xmlns:a16="http://schemas.microsoft.com/office/drawing/2014/main" id="{7D17CF7E-615E-7853-364F-7029E379050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1" name="Cube 350">
                <a:extLst>
                  <a:ext uri="{FF2B5EF4-FFF2-40B4-BE49-F238E27FC236}">
                    <a16:creationId xmlns:a16="http://schemas.microsoft.com/office/drawing/2014/main" id="{53DB9C5E-DEA9-3C86-2F17-EAC260B315E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2" name="Cube 351">
                <a:extLst>
                  <a:ext uri="{FF2B5EF4-FFF2-40B4-BE49-F238E27FC236}">
                    <a16:creationId xmlns:a16="http://schemas.microsoft.com/office/drawing/2014/main" id="{CB356F40-3467-2BF9-F82F-08276CCA9869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3" name="Cube 352">
                <a:extLst>
                  <a:ext uri="{FF2B5EF4-FFF2-40B4-BE49-F238E27FC236}">
                    <a16:creationId xmlns:a16="http://schemas.microsoft.com/office/drawing/2014/main" id="{8A12085B-D2E4-C579-7D38-50351F8C759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22" name="Group 321">
              <a:extLst>
                <a:ext uri="{FF2B5EF4-FFF2-40B4-BE49-F238E27FC236}">
                  <a16:creationId xmlns:a16="http://schemas.microsoft.com/office/drawing/2014/main" id="{6A998BFB-38D5-6576-FCF0-E2357D120B42}"/>
                </a:ext>
              </a:extLst>
            </p:cNvPr>
            <p:cNvGrpSpPr/>
            <p:nvPr/>
          </p:nvGrpSpPr>
          <p:grpSpPr>
            <a:xfrm>
              <a:off x="8771310" y="3743324"/>
              <a:ext cx="301666" cy="2294135"/>
              <a:chOff x="3698125" y="596372"/>
              <a:chExt cx="764771" cy="5898407"/>
            </a:xfrm>
            <a:solidFill>
              <a:srgbClr val="00C85A"/>
            </a:solidFill>
          </p:grpSpPr>
          <p:sp>
            <p:nvSpPr>
              <p:cNvPr id="334" name="Cube 333">
                <a:extLst>
                  <a:ext uri="{FF2B5EF4-FFF2-40B4-BE49-F238E27FC236}">
                    <a16:creationId xmlns:a16="http://schemas.microsoft.com/office/drawing/2014/main" id="{EF6D35A0-BD59-DA02-633C-74B895045BD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5" name="Cube 334">
                <a:extLst>
                  <a:ext uri="{FF2B5EF4-FFF2-40B4-BE49-F238E27FC236}">
                    <a16:creationId xmlns:a16="http://schemas.microsoft.com/office/drawing/2014/main" id="{16973DE0-61E9-60A1-FB3C-EC61D859C59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6" name="Cube 335">
                <a:extLst>
                  <a:ext uri="{FF2B5EF4-FFF2-40B4-BE49-F238E27FC236}">
                    <a16:creationId xmlns:a16="http://schemas.microsoft.com/office/drawing/2014/main" id="{195097E9-D4F2-427C-29E4-6A79B76CE28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7" name="Cube 336">
                <a:extLst>
                  <a:ext uri="{FF2B5EF4-FFF2-40B4-BE49-F238E27FC236}">
                    <a16:creationId xmlns:a16="http://schemas.microsoft.com/office/drawing/2014/main" id="{45C319BF-ACCA-DBD7-0116-F035BE1DE81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8" name="Cube 337">
                <a:extLst>
                  <a:ext uri="{FF2B5EF4-FFF2-40B4-BE49-F238E27FC236}">
                    <a16:creationId xmlns:a16="http://schemas.microsoft.com/office/drawing/2014/main" id="{6B843E5A-D865-E95E-4F70-F0566CCFCCE8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9" name="Cube 338">
                <a:extLst>
                  <a:ext uri="{FF2B5EF4-FFF2-40B4-BE49-F238E27FC236}">
                    <a16:creationId xmlns:a16="http://schemas.microsoft.com/office/drawing/2014/main" id="{75863DEA-6FA4-1F5B-A26C-20FA298CC3F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0" name="Cube 339">
                <a:extLst>
                  <a:ext uri="{FF2B5EF4-FFF2-40B4-BE49-F238E27FC236}">
                    <a16:creationId xmlns:a16="http://schemas.microsoft.com/office/drawing/2014/main" id="{1B720D8E-50B1-D541-3625-11FF73E5989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1" name="Cube 340">
                <a:extLst>
                  <a:ext uri="{FF2B5EF4-FFF2-40B4-BE49-F238E27FC236}">
                    <a16:creationId xmlns:a16="http://schemas.microsoft.com/office/drawing/2014/main" id="{C0CC2826-CCB9-63E6-B93F-7634CE3FAF3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2" name="Cube 341">
                <a:extLst>
                  <a:ext uri="{FF2B5EF4-FFF2-40B4-BE49-F238E27FC236}">
                    <a16:creationId xmlns:a16="http://schemas.microsoft.com/office/drawing/2014/main" id="{14291960-A1A5-6E64-AF5A-83576CE21D7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3" name="Cube 342">
                <a:extLst>
                  <a:ext uri="{FF2B5EF4-FFF2-40B4-BE49-F238E27FC236}">
                    <a16:creationId xmlns:a16="http://schemas.microsoft.com/office/drawing/2014/main" id="{E058B19F-D8B4-0038-B261-6E547FB3DF5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739" name="Group 738">
              <a:extLst>
                <a:ext uri="{FF2B5EF4-FFF2-40B4-BE49-F238E27FC236}">
                  <a16:creationId xmlns:a16="http://schemas.microsoft.com/office/drawing/2014/main" id="{8CD9B7A9-D59A-E1F3-B68F-74DDF4CD44E9}"/>
                </a:ext>
              </a:extLst>
            </p:cNvPr>
            <p:cNvGrpSpPr/>
            <p:nvPr/>
          </p:nvGrpSpPr>
          <p:grpSpPr>
            <a:xfrm>
              <a:off x="5779561" y="3743326"/>
              <a:ext cx="2294134" cy="2294134"/>
              <a:chOff x="414598" y="546495"/>
              <a:chExt cx="5852156" cy="5898407"/>
            </a:xfrm>
          </p:grpSpPr>
          <p:grpSp>
            <p:nvGrpSpPr>
              <p:cNvPr id="740" name="Group 739">
                <a:extLst>
                  <a:ext uri="{FF2B5EF4-FFF2-40B4-BE49-F238E27FC236}">
                    <a16:creationId xmlns:a16="http://schemas.microsoft.com/office/drawing/2014/main" id="{F30C71E1-702D-35F3-A032-6683DF84133E}"/>
                  </a:ext>
                </a:extLst>
              </p:cNvPr>
              <p:cNvGrpSpPr/>
              <p:nvPr/>
            </p:nvGrpSpPr>
            <p:grpSpPr>
              <a:xfrm>
                <a:off x="41459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40" name="Cube 839">
                  <a:extLst>
                    <a:ext uri="{FF2B5EF4-FFF2-40B4-BE49-F238E27FC236}">
                      <a16:creationId xmlns:a16="http://schemas.microsoft.com/office/drawing/2014/main" id="{C6067C98-6CD4-F285-3E16-CDAE8397B738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1" name="Cube 840">
                  <a:extLst>
                    <a:ext uri="{FF2B5EF4-FFF2-40B4-BE49-F238E27FC236}">
                      <a16:creationId xmlns:a16="http://schemas.microsoft.com/office/drawing/2014/main" id="{F6C11343-101D-3803-5B81-EC13135EABE9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2" name="Cube 841">
                  <a:extLst>
                    <a:ext uri="{FF2B5EF4-FFF2-40B4-BE49-F238E27FC236}">
                      <a16:creationId xmlns:a16="http://schemas.microsoft.com/office/drawing/2014/main" id="{0C84C560-B62A-E8A2-D7A9-FD28D9F8DF38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3" name="Cube 842">
                  <a:extLst>
                    <a:ext uri="{FF2B5EF4-FFF2-40B4-BE49-F238E27FC236}">
                      <a16:creationId xmlns:a16="http://schemas.microsoft.com/office/drawing/2014/main" id="{EBE472AD-ADFC-C986-8CAF-3086506489FE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4" name="Cube 843">
                  <a:extLst>
                    <a:ext uri="{FF2B5EF4-FFF2-40B4-BE49-F238E27FC236}">
                      <a16:creationId xmlns:a16="http://schemas.microsoft.com/office/drawing/2014/main" id="{38FC2A39-4607-7C15-F8B3-2A51DB090C1D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5" name="Cube 844">
                  <a:extLst>
                    <a:ext uri="{FF2B5EF4-FFF2-40B4-BE49-F238E27FC236}">
                      <a16:creationId xmlns:a16="http://schemas.microsoft.com/office/drawing/2014/main" id="{D43432C3-052C-1C1C-DBA4-618F0E03E7C5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6" name="Cube 845">
                  <a:extLst>
                    <a:ext uri="{FF2B5EF4-FFF2-40B4-BE49-F238E27FC236}">
                      <a16:creationId xmlns:a16="http://schemas.microsoft.com/office/drawing/2014/main" id="{DBAE9893-0325-79C9-1D36-51FA2BE21E84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7" name="Cube 846">
                  <a:extLst>
                    <a:ext uri="{FF2B5EF4-FFF2-40B4-BE49-F238E27FC236}">
                      <a16:creationId xmlns:a16="http://schemas.microsoft.com/office/drawing/2014/main" id="{B8C57D84-B58C-D000-B79C-469D78CEA0F4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8" name="Cube 847">
                  <a:extLst>
                    <a:ext uri="{FF2B5EF4-FFF2-40B4-BE49-F238E27FC236}">
                      <a16:creationId xmlns:a16="http://schemas.microsoft.com/office/drawing/2014/main" id="{D6E7CCBF-7376-BFE0-CD21-4601E0DFDC2C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49" name="Cube 848">
                  <a:extLst>
                    <a:ext uri="{FF2B5EF4-FFF2-40B4-BE49-F238E27FC236}">
                      <a16:creationId xmlns:a16="http://schemas.microsoft.com/office/drawing/2014/main" id="{0FC27B34-392D-DEBA-ED10-DEA2DE4774A6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1" name="Group 740">
                <a:extLst>
                  <a:ext uri="{FF2B5EF4-FFF2-40B4-BE49-F238E27FC236}">
                    <a16:creationId xmlns:a16="http://schemas.microsoft.com/office/drawing/2014/main" id="{96769FC1-6CB1-0FE4-3B00-F63DE957CF6F}"/>
                  </a:ext>
                </a:extLst>
              </p:cNvPr>
              <p:cNvGrpSpPr/>
              <p:nvPr/>
            </p:nvGrpSpPr>
            <p:grpSpPr>
              <a:xfrm>
                <a:off x="97986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30" name="Cube 829">
                  <a:extLst>
                    <a:ext uri="{FF2B5EF4-FFF2-40B4-BE49-F238E27FC236}">
                      <a16:creationId xmlns:a16="http://schemas.microsoft.com/office/drawing/2014/main" id="{557459FD-C2AA-9715-5F0E-E0DA4E4F3F7B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1" name="Cube 830">
                  <a:extLst>
                    <a:ext uri="{FF2B5EF4-FFF2-40B4-BE49-F238E27FC236}">
                      <a16:creationId xmlns:a16="http://schemas.microsoft.com/office/drawing/2014/main" id="{C9946451-87A0-5F67-AF21-4F76587AF5A4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2" name="Cube 831">
                  <a:extLst>
                    <a:ext uri="{FF2B5EF4-FFF2-40B4-BE49-F238E27FC236}">
                      <a16:creationId xmlns:a16="http://schemas.microsoft.com/office/drawing/2014/main" id="{61A22945-1FD5-3B5B-02C1-2EC856F39F30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3" name="Cube 832">
                  <a:extLst>
                    <a:ext uri="{FF2B5EF4-FFF2-40B4-BE49-F238E27FC236}">
                      <a16:creationId xmlns:a16="http://schemas.microsoft.com/office/drawing/2014/main" id="{E047BEDC-E76C-3A75-9268-5374A4285526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4" name="Cube 833">
                  <a:extLst>
                    <a:ext uri="{FF2B5EF4-FFF2-40B4-BE49-F238E27FC236}">
                      <a16:creationId xmlns:a16="http://schemas.microsoft.com/office/drawing/2014/main" id="{A2AA3F87-59C5-C7DD-C828-B626DFE2B46C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5" name="Cube 834">
                  <a:extLst>
                    <a:ext uri="{FF2B5EF4-FFF2-40B4-BE49-F238E27FC236}">
                      <a16:creationId xmlns:a16="http://schemas.microsoft.com/office/drawing/2014/main" id="{48DA1954-D486-A59B-FFA3-F57FBE7AD386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6" name="Cube 835">
                  <a:extLst>
                    <a:ext uri="{FF2B5EF4-FFF2-40B4-BE49-F238E27FC236}">
                      <a16:creationId xmlns:a16="http://schemas.microsoft.com/office/drawing/2014/main" id="{A43B1096-7306-1386-2A24-1EE7F023DB24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7" name="Cube 836">
                  <a:extLst>
                    <a:ext uri="{FF2B5EF4-FFF2-40B4-BE49-F238E27FC236}">
                      <a16:creationId xmlns:a16="http://schemas.microsoft.com/office/drawing/2014/main" id="{58DD5A88-386B-A28C-7DE6-5C424633B1E6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8" name="Cube 837">
                  <a:extLst>
                    <a:ext uri="{FF2B5EF4-FFF2-40B4-BE49-F238E27FC236}">
                      <a16:creationId xmlns:a16="http://schemas.microsoft.com/office/drawing/2014/main" id="{39DE4AE4-23BE-21BA-5365-6E9842585EE7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39" name="Cube 838">
                  <a:extLst>
                    <a:ext uri="{FF2B5EF4-FFF2-40B4-BE49-F238E27FC236}">
                      <a16:creationId xmlns:a16="http://schemas.microsoft.com/office/drawing/2014/main" id="{F3CA3942-8E6D-7A29-7D73-77A8B6F31420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2" name="Group 741">
                <a:extLst>
                  <a:ext uri="{FF2B5EF4-FFF2-40B4-BE49-F238E27FC236}">
                    <a16:creationId xmlns:a16="http://schemas.microsoft.com/office/drawing/2014/main" id="{8B8C342D-9B68-8A67-5060-ED7464E119C8}"/>
                  </a:ext>
                </a:extLst>
              </p:cNvPr>
              <p:cNvGrpSpPr/>
              <p:nvPr/>
            </p:nvGrpSpPr>
            <p:grpSpPr>
              <a:xfrm>
                <a:off x="154512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20" name="Cube 819">
                  <a:extLst>
                    <a:ext uri="{FF2B5EF4-FFF2-40B4-BE49-F238E27FC236}">
                      <a16:creationId xmlns:a16="http://schemas.microsoft.com/office/drawing/2014/main" id="{2DFAB95C-2CC7-BA2C-F3F2-027CCAFC6A78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1" name="Cube 820">
                  <a:extLst>
                    <a:ext uri="{FF2B5EF4-FFF2-40B4-BE49-F238E27FC236}">
                      <a16:creationId xmlns:a16="http://schemas.microsoft.com/office/drawing/2014/main" id="{2E4729CA-383B-E80A-BFAF-CAF2B52218E7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2" name="Cube 821">
                  <a:extLst>
                    <a:ext uri="{FF2B5EF4-FFF2-40B4-BE49-F238E27FC236}">
                      <a16:creationId xmlns:a16="http://schemas.microsoft.com/office/drawing/2014/main" id="{BB4C8E3D-8F46-B99B-47B0-25D8C32B6DC7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3" name="Cube 822">
                  <a:extLst>
                    <a:ext uri="{FF2B5EF4-FFF2-40B4-BE49-F238E27FC236}">
                      <a16:creationId xmlns:a16="http://schemas.microsoft.com/office/drawing/2014/main" id="{0AF41EAA-3EF0-7238-7E45-E0693F802829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4" name="Cube 823">
                  <a:extLst>
                    <a:ext uri="{FF2B5EF4-FFF2-40B4-BE49-F238E27FC236}">
                      <a16:creationId xmlns:a16="http://schemas.microsoft.com/office/drawing/2014/main" id="{81ED5027-5740-A239-8AB1-584DEC1A8CE6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5" name="Cube 824">
                  <a:extLst>
                    <a:ext uri="{FF2B5EF4-FFF2-40B4-BE49-F238E27FC236}">
                      <a16:creationId xmlns:a16="http://schemas.microsoft.com/office/drawing/2014/main" id="{3C274945-F342-95DC-FA49-60FC3CE4C9E8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6" name="Cube 825">
                  <a:extLst>
                    <a:ext uri="{FF2B5EF4-FFF2-40B4-BE49-F238E27FC236}">
                      <a16:creationId xmlns:a16="http://schemas.microsoft.com/office/drawing/2014/main" id="{8BFB7832-566B-5277-5179-AA20DA28EE1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7" name="Cube 826">
                  <a:extLst>
                    <a:ext uri="{FF2B5EF4-FFF2-40B4-BE49-F238E27FC236}">
                      <a16:creationId xmlns:a16="http://schemas.microsoft.com/office/drawing/2014/main" id="{DDD53762-51FF-72A2-A084-743615F2339A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8" name="Cube 827">
                  <a:extLst>
                    <a:ext uri="{FF2B5EF4-FFF2-40B4-BE49-F238E27FC236}">
                      <a16:creationId xmlns:a16="http://schemas.microsoft.com/office/drawing/2014/main" id="{58A64217-2D0F-F37A-73AC-42A837291CE6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29" name="Cube 828">
                  <a:extLst>
                    <a:ext uri="{FF2B5EF4-FFF2-40B4-BE49-F238E27FC236}">
                      <a16:creationId xmlns:a16="http://schemas.microsoft.com/office/drawing/2014/main" id="{4C9307E1-0E48-438B-0D9C-2C0D4990EFA7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3" name="Group 742">
                <a:extLst>
                  <a:ext uri="{FF2B5EF4-FFF2-40B4-BE49-F238E27FC236}">
                    <a16:creationId xmlns:a16="http://schemas.microsoft.com/office/drawing/2014/main" id="{73CAABF7-6177-BC8F-B602-5B5DAB6B0C09}"/>
                  </a:ext>
                </a:extLst>
              </p:cNvPr>
              <p:cNvGrpSpPr/>
              <p:nvPr/>
            </p:nvGrpSpPr>
            <p:grpSpPr>
              <a:xfrm>
                <a:off x="211039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10" name="Cube 809">
                  <a:extLst>
                    <a:ext uri="{FF2B5EF4-FFF2-40B4-BE49-F238E27FC236}">
                      <a16:creationId xmlns:a16="http://schemas.microsoft.com/office/drawing/2014/main" id="{E26E14AC-0798-F8DC-DE7B-CC8197A31FF6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1" name="Cube 810">
                  <a:extLst>
                    <a:ext uri="{FF2B5EF4-FFF2-40B4-BE49-F238E27FC236}">
                      <a16:creationId xmlns:a16="http://schemas.microsoft.com/office/drawing/2014/main" id="{05E5632F-6AD1-7BDA-171F-8DD0D4ACDD0A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2" name="Cube 811">
                  <a:extLst>
                    <a:ext uri="{FF2B5EF4-FFF2-40B4-BE49-F238E27FC236}">
                      <a16:creationId xmlns:a16="http://schemas.microsoft.com/office/drawing/2014/main" id="{D348815C-808F-0AB6-A1EC-873658550745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3" name="Cube 812">
                  <a:extLst>
                    <a:ext uri="{FF2B5EF4-FFF2-40B4-BE49-F238E27FC236}">
                      <a16:creationId xmlns:a16="http://schemas.microsoft.com/office/drawing/2014/main" id="{F9757FA4-89A0-121E-D5F5-9A643DDBA57D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4" name="Cube 813">
                  <a:extLst>
                    <a:ext uri="{FF2B5EF4-FFF2-40B4-BE49-F238E27FC236}">
                      <a16:creationId xmlns:a16="http://schemas.microsoft.com/office/drawing/2014/main" id="{DEDDADE1-3037-B9D6-154A-A6B8625196D3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5" name="Cube 814">
                  <a:extLst>
                    <a:ext uri="{FF2B5EF4-FFF2-40B4-BE49-F238E27FC236}">
                      <a16:creationId xmlns:a16="http://schemas.microsoft.com/office/drawing/2014/main" id="{2C2594B3-CF68-7530-E1EA-7CA9FF0AC5EA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6" name="Cube 815">
                  <a:extLst>
                    <a:ext uri="{FF2B5EF4-FFF2-40B4-BE49-F238E27FC236}">
                      <a16:creationId xmlns:a16="http://schemas.microsoft.com/office/drawing/2014/main" id="{D9962C8D-BB52-1F52-F541-14E5AF9A1A72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7" name="Cube 816">
                  <a:extLst>
                    <a:ext uri="{FF2B5EF4-FFF2-40B4-BE49-F238E27FC236}">
                      <a16:creationId xmlns:a16="http://schemas.microsoft.com/office/drawing/2014/main" id="{CC1A3F87-8488-B02C-2B5D-0131C261CC39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8" name="Cube 817">
                  <a:extLst>
                    <a:ext uri="{FF2B5EF4-FFF2-40B4-BE49-F238E27FC236}">
                      <a16:creationId xmlns:a16="http://schemas.microsoft.com/office/drawing/2014/main" id="{895FE0D0-F4BB-1039-028E-6BEB1C92B7AE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19" name="Cube 818">
                  <a:extLst>
                    <a:ext uri="{FF2B5EF4-FFF2-40B4-BE49-F238E27FC236}">
                      <a16:creationId xmlns:a16="http://schemas.microsoft.com/office/drawing/2014/main" id="{D193C894-E480-FC14-E661-F8F81B63EAA8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4" name="Group 743">
                <a:extLst>
                  <a:ext uri="{FF2B5EF4-FFF2-40B4-BE49-F238E27FC236}">
                    <a16:creationId xmlns:a16="http://schemas.microsoft.com/office/drawing/2014/main" id="{B555EDAB-C825-A69C-15B4-6144A9EC4104}"/>
                  </a:ext>
                </a:extLst>
              </p:cNvPr>
              <p:cNvGrpSpPr/>
              <p:nvPr/>
            </p:nvGrpSpPr>
            <p:grpSpPr>
              <a:xfrm>
                <a:off x="267565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800" name="Cube 799">
                  <a:extLst>
                    <a:ext uri="{FF2B5EF4-FFF2-40B4-BE49-F238E27FC236}">
                      <a16:creationId xmlns:a16="http://schemas.microsoft.com/office/drawing/2014/main" id="{9B4BFD82-E586-5A3D-3F86-E3BEE1A5178D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1" name="Cube 800">
                  <a:extLst>
                    <a:ext uri="{FF2B5EF4-FFF2-40B4-BE49-F238E27FC236}">
                      <a16:creationId xmlns:a16="http://schemas.microsoft.com/office/drawing/2014/main" id="{63067A7F-DECD-E885-9F02-ABA16ABBCDA4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2" name="Cube 801">
                  <a:extLst>
                    <a:ext uri="{FF2B5EF4-FFF2-40B4-BE49-F238E27FC236}">
                      <a16:creationId xmlns:a16="http://schemas.microsoft.com/office/drawing/2014/main" id="{0243C279-5C0C-79A8-7AC8-934BE7200412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3" name="Cube 802">
                  <a:extLst>
                    <a:ext uri="{FF2B5EF4-FFF2-40B4-BE49-F238E27FC236}">
                      <a16:creationId xmlns:a16="http://schemas.microsoft.com/office/drawing/2014/main" id="{F334B66D-5871-F113-2C04-B813F5874C6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4" name="Cube 803">
                  <a:extLst>
                    <a:ext uri="{FF2B5EF4-FFF2-40B4-BE49-F238E27FC236}">
                      <a16:creationId xmlns:a16="http://schemas.microsoft.com/office/drawing/2014/main" id="{52C2A143-0E40-B60D-8A63-F5EE6F13822A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5" name="Cube 804">
                  <a:extLst>
                    <a:ext uri="{FF2B5EF4-FFF2-40B4-BE49-F238E27FC236}">
                      <a16:creationId xmlns:a16="http://schemas.microsoft.com/office/drawing/2014/main" id="{8C694EDB-9907-6E91-03A9-72F00C84944D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6" name="Cube 805">
                  <a:extLst>
                    <a:ext uri="{FF2B5EF4-FFF2-40B4-BE49-F238E27FC236}">
                      <a16:creationId xmlns:a16="http://schemas.microsoft.com/office/drawing/2014/main" id="{51CB7964-E1A1-E515-EF31-6EF5DC900415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7" name="Cube 806">
                  <a:extLst>
                    <a:ext uri="{FF2B5EF4-FFF2-40B4-BE49-F238E27FC236}">
                      <a16:creationId xmlns:a16="http://schemas.microsoft.com/office/drawing/2014/main" id="{AFD4034C-B2AE-3162-88DE-39CFF1CE114C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8" name="Cube 807">
                  <a:extLst>
                    <a:ext uri="{FF2B5EF4-FFF2-40B4-BE49-F238E27FC236}">
                      <a16:creationId xmlns:a16="http://schemas.microsoft.com/office/drawing/2014/main" id="{B98D4C66-E35D-809F-8633-782F904FCB50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809" name="Cube 808">
                  <a:extLst>
                    <a:ext uri="{FF2B5EF4-FFF2-40B4-BE49-F238E27FC236}">
                      <a16:creationId xmlns:a16="http://schemas.microsoft.com/office/drawing/2014/main" id="{C488824D-D8C4-CD02-4A5D-2C822A80D555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5" name="Group 744">
                <a:extLst>
                  <a:ext uri="{FF2B5EF4-FFF2-40B4-BE49-F238E27FC236}">
                    <a16:creationId xmlns:a16="http://schemas.microsoft.com/office/drawing/2014/main" id="{93536EEE-2227-D5E9-811D-5FEBC22A1B89}"/>
                  </a:ext>
                </a:extLst>
              </p:cNvPr>
              <p:cNvGrpSpPr/>
              <p:nvPr/>
            </p:nvGrpSpPr>
            <p:grpSpPr>
              <a:xfrm>
                <a:off x="324092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90" name="Cube 789">
                  <a:extLst>
                    <a:ext uri="{FF2B5EF4-FFF2-40B4-BE49-F238E27FC236}">
                      <a16:creationId xmlns:a16="http://schemas.microsoft.com/office/drawing/2014/main" id="{87C866F3-4DD4-D6AB-FF4F-90B32C84E857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1" name="Cube 790">
                  <a:extLst>
                    <a:ext uri="{FF2B5EF4-FFF2-40B4-BE49-F238E27FC236}">
                      <a16:creationId xmlns:a16="http://schemas.microsoft.com/office/drawing/2014/main" id="{2B817B65-095A-A424-6EED-D34BDF4D7ED9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2" name="Cube 791">
                  <a:extLst>
                    <a:ext uri="{FF2B5EF4-FFF2-40B4-BE49-F238E27FC236}">
                      <a16:creationId xmlns:a16="http://schemas.microsoft.com/office/drawing/2014/main" id="{CC64548C-AEEE-2BB1-1179-9CA902F8300F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3" name="Cube 792">
                  <a:extLst>
                    <a:ext uri="{FF2B5EF4-FFF2-40B4-BE49-F238E27FC236}">
                      <a16:creationId xmlns:a16="http://schemas.microsoft.com/office/drawing/2014/main" id="{FFFDE641-C559-D12D-BB85-CD9860058A58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4" name="Cube 793">
                  <a:extLst>
                    <a:ext uri="{FF2B5EF4-FFF2-40B4-BE49-F238E27FC236}">
                      <a16:creationId xmlns:a16="http://schemas.microsoft.com/office/drawing/2014/main" id="{8F2FCA0F-557A-C325-6EF2-27CE63C79DC9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5" name="Cube 794">
                  <a:extLst>
                    <a:ext uri="{FF2B5EF4-FFF2-40B4-BE49-F238E27FC236}">
                      <a16:creationId xmlns:a16="http://schemas.microsoft.com/office/drawing/2014/main" id="{1F2F8B8B-87BE-DD4E-950F-211AB3CEDA3C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6" name="Cube 795">
                  <a:extLst>
                    <a:ext uri="{FF2B5EF4-FFF2-40B4-BE49-F238E27FC236}">
                      <a16:creationId xmlns:a16="http://schemas.microsoft.com/office/drawing/2014/main" id="{AB0E65A5-50FF-915F-A9DE-2AA825FACDC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7" name="Cube 796">
                  <a:extLst>
                    <a:ext uri="{FF2B5EF4-FFF2-40B4-BE49-F238E27FC236}">
                      <a16:creationId xmlns:a16="http://schemas.microsoft.com/office/drawing/2014/main" id="{1B3B2E14-ED9F-19E9-9404-841A0FDD61BA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8" name="Cube 797">
                  <a:extLst>
                    <a:ext uri="{FF2B5EF4-FFF2-40B4-BE49-F238E27FC236}">
                      <a16:creationId xmlns:a16="http://schemas.microsoft.com/office/drawing/2014/main" id="{8D6612FF-33FC-01AF-0DC1-7D45B477BD28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99" name="Cube 798">
                  <a:extLst>
                    <a:ext uri="{FF2B5EF4-FFF2-40B4-BE49-F238E27FC236}">
                      <a16:creationId xmlns:a16="http://schemas.microsoft.com/office/drawing/2014/main" id="{408CD256-B882-FDF6-8D28-C084CBAEE72E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6" name="Group 745">
                <a:extLst>
                  <a:ext uri="{FF2B5EF4-FFF2-40B4-BE49-F238E27FC236}">
                    <a16:creationId xmlns:a16="http://schemas.microsoft.com/office/drawing/2014/main" id="{CB86CD10-AAA2-1BDE-2EBC-EA23E64DF58D}"/>
                  </a:ext>
                </a:extLst>
              </p:cNvPr>
              <p:cNvGrpSpPr/>
              <p:nvPr/>
            </p:nvGrpSpPr>
            <p:grpSpPr>
              <a:xfrm>
                <a:off x="380618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80" name="Cube 779">
                  <a:extLst>
                    <a:ext uri="{FF2B5EF4-FFF2-40B4-BE49-F238E27FC236}">
                      <a16:creationId xmlns:a16="http://schemas.microsoft.com/office/drawing/2014/main" id="{E99EA845-FFA9-AB0F-B7D6-1B6E3AC24D69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1" name="Cube 780">
                  <a:extLst>
                    <a:ext uri="{FF2B5EF4-FFF2-40B4-BE49-F238E27FC236}">
                      <a16:creationId xmlns:a16="http://schemas.microsoft.com/office/drawing/2014/main" id="{6780EB18-4575-DDED-1F9B-D1EDD854C3D2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2" name="Cube 781">
                  <a:extLst>
                    <a:ext uri="{FF2B5EF4-FFF2-40B4-BE49-F238E27FC236}">
                      <a16:creationId xmlns:a16="http://schemas.microsoft.com/office/drawing/2014/main" id="{8B754B8A-2E73-92ED-9A23-9BD6E68A04DA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3" name="Cube 782">
                  <a:extLst>
                    <a:ext uri="{FF2B5EF4-FFF2-40B4-BE49-F238E27FC236}">
                      <a16:creationId xmlns:a16="http://schemas.microsoft.com/office/drawing/2014/main" id="{FCCE4B68-01D4-2A84-785C-74557F155B3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4" name="Cube 783">
                  <a:extLst>
                    <a:ext uri="{FF2B5EF4-FFF2-40B4-BE49-F238E27FC236}">
                      <a16:creationId xmlns:a16="http://schemas.microsoft.com/office/drawing/2014/main" id="{0B003F25-AC1D-45DD-FCB8-1AF9AAE7A01F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5" name="Cube 784">
                  <a:extLst>
                    <a:ext uri="{FF2B5EF4-FFF2-40B4-BE49-F238E27FC236}">
                      <a16:creationId xmlns:a16="http://schemas.microsoft.com/office/drawing/2014/main" id="{89F664E9-ABA6-59E3-B187-82800DE6A85E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6" name="Cube 785">
                  <a:extLst>
                    <a:ext uri="{FF2B5EF4-FFF2-40B4-BE49-F238E27FC236}">
                      <a16:creationId xmlns:a16="http://schemas.microsoft.com/office/drawing/2014/main" id="{42EBDDB5-5F45-3136-1073-ED86820AE861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7" name="Cube 786">
                  <a:extLst>
                    <a:ext uri="{FF2B5EF4-FFF2-40B4-BE49-F238E27FC236}">
                      <a16:creationId xmlns:a16="http://schemas.microsoft.com/office/drawing/2014/main" id="{FDA2D86B-8437-D0E5-8989-3187D4551DF7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8" name="Cube 787">
                  <a:extLst>
                    <a:ext uri="{FF2B5EF4-FFF2-40B4-BE49-F238E27FC236}">
                      <a16:creationId xmlns:a16="http://schemas.microsoft.com/office/drawing/2014/main" id="{3E4E8968-9DAD-91B4-54C9-FD838209402C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89" name="Cube 788">
                  <a:extLst>
                    <a:ext uri="{FF2B5EF4-FFF2-40B4-BE49-F238E27FC236}">
                      <a16:creationId xmlns:a16="http://schemas.microsoft.com/office/drawing/2014/main" id="{FA655AE4-9D9A-102D-C3DB-9A9D66403423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7" name="Group 746">
                <a:extLst>
                  <a:ext uri="{FF2B5EF4-FFF2-40B4-BE49-F238E27FC236}">
                    <a16:creationId xmlns:a16="http://schemas.microsoft.com/office/drawing/2014/main" id="{A3FD807D-B93F-26D9-6CA0-4F8D76691620}"/>
                  </a:ext>
                </a:extLst>
              </p:cNvPr>
              <p:cNvGrpSpPr/>
              <p:nvPr/>
            </p:nvGrpSpPr>
            <p:grpSpPr>
              <a:xfrm>
                <a:off x="437145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70" name="Cube 769">
                  <a:extLst>
                    <a:ext uri="{FF2B5EF4-FFF2-40B4-BE49-F238E27FC236}">
                      <a16:creationId xmlns:a16="http://schemas.microsoft.com/office/drawing/2014/main" id="{96856DB6-9278-CEBA-4E30-18761CBC1927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1" name="Cube 770">
                  <a:extLst>
                    <a:ext uri="{FF2B5EF4-FFF2-40B4-BE49-F238E27FC236}">
                      <a16:creationId xmlns:a16="http://schemas.microsoft.com/office/drawing/2014/main" id="{F110B3C3-E90A-8C4B-7932-34A53B1779E5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2" name="Cube 771">
                  <a:extLst>
                    <a:ext uri="{FF2B5EF4-FFF2-40B4-BE49-F238E27FC236}">
                      <a16:creationId xmlns:a16="http://schemas.microsoft.com/office/drawing/2014/main" id="{74332E6A-D0C6-845E-3AC1-F31581A2210E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3" name="Cube 772">
                  <a:extLst>
                    <a:ext uri="{FF2B5EF4-FFF2-40B4-BE49-F238E27FC236}">
                      <a16:creationId xmlns:a16="http://schemas.microsoft.com/office/drawing/2014/main" id="{7C901267-CA1D-EB45-545F-DAD15C5D648C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4" name="Cube 773">
                  <a:extLst>
                    <a:ext uri="{FF2B5EF4-FFF2-40B4-BE49-F238E27FC236}">
                      <a16:creationId xmlns:a16="http://schemas.microsoft.com/office/drawing/2014/main" id="{41BADED3-A409-15A1-B951-0827B0DB864A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5" name="Cube 774">
                  <a:extLst>
                    <a:ext uri="{FF2B5EF4-FFF2-40B4-BE49-F238E27FC236}">
                      <a16:creationId xmlns:a16="http://schemas.microsoft.com/office/drawing/2014/main" id="{93F2D00D-9E88-5E42-D4E5-233A91595168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6" name="Cube 775">
                  <a:extLst>
                    <a:ext uri="{FF2B5EF4-FFF2-40B4-BE49-F238E27FC236}">
                      <a16:creationId xmlns:a16="http://schemas.microsoft.com/office/drawing/2014/main" id="{3AC8F42E-EA91-7E6F-EF8C-283548310CB5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7" name="Cube 776">
                  <a:extLst>
                    <a:ext uri="{FF2B5EF4-FFF2-40B4-BE49-F238E27FC236}">
                      <a16:creationId xmlns:a16="http://schemas.microsoft.com/office/drawing/2014/main" id="{0669834E-224E-7988-62D0-E73D16FFFD5E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8" name="Cube 777">
                  <a:extLst>
                    <a:ext uri="{FF2B5EF4-FFF2-40B4-BE49-F238E27FC236}">
                      <a16:creationId xmlns:a16="http://schemas.microsoft.com/office/drawing/2014/main" id="{C2BCDAE5-E52A-5A7D-2EB2-401B70EEB901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79" name="Cube 778">
                  <a:extLst>
                    <a:ext uri="{FF2B5EF4-FFF2-40B4-BE49-F238E27FC236}">
                      <a16:creationId xmlns:a16="http://schemas.microsoft.com/office/drawing/2014/main" id="{C03064A3-FA06-E079-12F7-B3EDDD376A22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8" name="Group 747">
                <a:extLst>
                  <a:ext uri="{FF2B5EF4-FFF2-40B4-BE49-F238E27FC236}">
                    <a16:creationId xmlns:a16="http://schemas.microsoft.com/office/drawing/2014/main" id="{74EBBC7A-B54F-D0E1-7D4C-E20EE344E3AE}"/>
                  </a:ext>
                </a:extLst>
              </p:cNvPr>
              <p:cNvGrpSpPr/>
              <p:nvPr/>
            </p:nvGrpSpPr>
            <p:grpSpPr>
              <a:xfrm>
                <a:off x="4936718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60" name="Cube 759">
                  <a:extLst>
                    <a:ext uri="{FF2B5EF4-FFF2-40B4-BE49-F238E27FC236}">
                      <a16:creationId xmlns:a16="http://schemas.microsoft.com/office/drawing/2014/main" id="{867398AE-5F29-37A8-D642-110D71BD9AC4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1" name="Cube 760">
                  <a:extLst>
                    <a:ext uri="{FF2B5EF4-FFF2-40B4-BE49-F238E27FC236}">
                      <a16:creationId xmlns:a16="http://schemas.microsoft.com/office/drawing/2014/main" id="{7BA98ABD-C882-BF22-1143-56ECDEFC6DFD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2" name="Cube 761">
                  <a:extLst>
                    <a:ext uri="{FF2B5EF4-FFF2-40B4-BE49-F238E27FC236}">
                      <a16:creationId xmlns:a16="http://schemas.microsoft.com/office/drawing/2014/main" id="{91629B5E-4964-A32D-F522-07B9EE15C626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3" name="Cube 762">
                  <a:extLst>
                    <a:ext uri="{FF2B5EF4-FFF2-40B4-BE49-F238E27FC236}">
                      <a16:creationId xmlns:a16="http://schemas.microsoft.com/office/drawing/2014/main" id="{91884047-C554-EC50-3FC7-526E209996B1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4" name="Cube 763">
                  <a:extLst>
                    <a:ext uri="{FF2B5EF4-FFF2-40B4-BE49-F238E27FC236}">
                      <a16:creationId xmlns:a16="http://schemas.microsoft.com/office/drawing/2014/main" id="{3CB47A96-90F8-4E81-DA3E-EC79025192EE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5" name="Cube 764">
                  <a:extLst>
                    <a:ext uri="{FF2B5EF4-FFF2-40B4-BE49-F238E27FC236}">
                      <a16:creationId xmlns:a16="http://schemas.microsoft.com/office/drawing/2014/main" id="{C872F7BF-C4B1-AE35-2B04-A4B1C840E6D5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6" name="Cube 765">
                  <a:extLst>
                    <a:ext uri="{FF2B5EF4-FFF2-40B4-BE49-F238E27FC236}">
                      <a16:creationId xmlns:a16="http://schemas.microsoft.com/office/drawing/2014/main" id="{2F313E29-A9C4-5691-C68B-B3AECAAF7CAF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7" name="Cube 766">
                  <a:extLst>
                    <a:ext uri="{FF2B5EF4-FFF2-40B4-BE49-F238E27FC236}">
                      <a16:creationId xmlns:a16="http://schemas.microsoft.com/office/drawing/2014/main" id="{A5C31C2D-02CD-AC28-1B23-2A4C2076D7A4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8" name="Cube 767">
                  <a:extLst>
                    <a:ext uri="{FF2B5EF4-FFF2-40B4-BE49-F238E27FC236}">
                      <a16:creationId xmlns:a16="http://schemas.microsoft.com/office/drawing/2014/main" id="{5C83DE35-6C6C-0D1F-FBD7-8247235E0451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69" name="Cube 768">
                  <a:extLst>
                    <a:ext uri="{FF2B5EF4-FFF2-40B4-BE49-F238E27FC236}">
                      <a16:creationId xmlns:a16="http://schemas.microsoft.com/office/drawing/2014/main" id="{41D8189A-76AA-FF43-C66C-B7940A112B1F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  <p:grpSp>
            <p:nvGrpSpPr>
              <p:cNvPr id="749" name="Group 748">
                <a:extLst>
                  <a:ext uri="{FF2B5EF4-FFF2-40B4-BE49-F238E27FC236}">
                    <a16:creationId xmlns:a16="http://schemas.microsoft.com/office/drawing/2014/main" id="{23A6448C-BDD5-702B-7502-08AA1B956376}"/>
                  </a:ext>
                </a:extLst>
              </p:cNvPr>
              <p:cNvGrpSpPr/>
              <p:nvPr/>
            </p:nvGrpSpPr>
            <p:grpSpPr>
              <a:xfrm>
                <a:off x="5501983" y="546495"/>
                <a:ext cx="764771" cy="5898407"/>
                <a:chOff x="3698125" y="596372"/>
                <a:chExt cx="764771" cy="5898407"/>
              </a:xfrm>
              <a:solidFill>
                <a:srgbClr val="3786CD"/>
              </a:solidFill>
            </p:grpSpPr>
            <p:sp>
              <p:nvSpPr>
                <p:cNvPr id="750" name="Cube 749">
                  <a:extLst>
                    <a:ext uri="{FF2B5EF4-FFF2-40B4-BE49-F238E27FC236}">
                      <a16:creationId xmlns:a16="http://schemas.microsoft.com/office/drawing/2014/main" id="{BDCFEAF9-178C-EF7A-3A59-D7BA4F25ED83}"/>
                    </a:ext>
                  </a:extLst>
                </p:cNvPr>
                <p:cNvSpPr/>
                <p:nvPr/>
              </p:nvSpPr>
              <p:spPr>
                <a:xfrm>
                  <a:off x="3698125" y="573000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1" name="Cube 750">
                  <a:extLst>
                    <a:ext uri="{FF2B5EF4-FFF2-40B4-BE49-F238E27FC236}">
                      <a16:creationId xmlns:a16="http://schemas.microsoft.com/office/drawing/2014/main" id="{F3F6815F-6E02-AF10-6D91-611BB20F93E8}"/>
                    </a:ext>
                  </a:extLst>
                </p:cNvPr>
                <p:cNvSpPr/>
                <p:nvPr/>
              </p:nvSpPr>
              <p:spPr>
                <a:xfrm>
                  <a:off x="3698125" y="515960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2" name="Cube 751">
                  <a:extLst>
                    <a:ext uri="{FF2B5EF4-FFF2-40B4-BE49-F238E27FC236}">
                      <a16:creationId xmlns:a16="http://schemas.microsoft.com/office/drawing/2014/main" id="{084A279D-14C2-7106-DC55-791EBD74C03E}"/>
                    </a:ext>
                  </a:extLst>
                </p:cNvPr>
                <p:cNvSpPr/>
                <p:nvPr/>
              </p:nvSpPr>
              <p:spPr>
                <a:xfrm>
                  <a:off x="3698125" y="458920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3" name="Cube 752">
                  <a:extLst>
                    <a:ext uri="{FF2B5EF4-FFF2-40B4-BE49-F238E27FC236}">
                      <a16:creationId xmlns:a16="http://schemas.microsoft.com/office/drawing/2014/main" id="{A117C6E3-BF74-568F-A07F-7E487765F49E}"/>
                    </a:ext>
                  </a:extLst>
                </p:cNvPr>
                <p:cNvSpPr/>
                <p:nvPr/>
              </p:nvSpPr>
              <p:spPr>
                <a:xfrm>
                  <a:off x="3698125" y="401879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4" name="Cube 753">
                  <a:extLst>
                    <a:ext uri="{FF2B5EF4-FFF2-40B4-BE49-F238E27FC236}">
                      <a16:creationId xmlns:a16="http://schemas.microsoft.com/office/drawing/2014/main" id="{35718982-C065-63F4-C621-B40E5FDCBB2D}"/>
                    </a:ext>
                  </a:extLst>
                </p:cNvPr>
                <p:cNvSpPr/>
                <p:nvPr/>
              </p:nvSpPr>
              <p:spPr>
                <a:xfrm>
                  <a:off x="3698125" y="344839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5" name="Cube 754">
                  <a:extLst>
                    <a:ext uri="{FF2B5EF4-FFF2-40B4-BE49-F238E27FC236}">
                      <a16:creationId xmlns:a16="http://schemas.microsoft.com/office/drawing/2014/main" id="{E932099F-FD26-E598-D4FE-52F9C5F32173}"/>
                    </a:ext>
                  </a:extLst>
                </p:cNvPr>
                <p:cNvSpPr/>
                <p:nvPr/>
              </p:nvSpPr>
              <p:spPr>
                <a:xfrm>
                  <a:off x="3698125" y="2877988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6" name="Cube 755">
                  <a:extLst>
                    <a:ext uri="{FF2B5EF4-FFF2-40B4-BE49-F238E27FC236}">
                      <a16:creationId xmlns:a16="http://schemas.microsoft.com/office/drawing/2014/main" id="{37E8AFE2-2E14-00AE-D299-EF983FADA508}"/>
                    </a:ext>
                  </a:extLst>
                </p:cNvPr>
                <p:cNvSpPr/>
                <p:nvPr/>
              </p:nvSpPr>
              <p:spPr>
                <a:xfrm>
                  <a:off x="3698125" y="2307584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7" name="Cube 756">
                  <a:extLst>
                    <a:ext uri="{FF2B5EF4-FFF2-40B4-BE49-F238E27FC236}">
                      <a16:creationId xmlns:a16="http://schemas.microsoft.com/office/drawing/2014/main" id="{1524D4EF-DBEC-1650-70A8-DD55E867044E}"/>
                    </a:ext>
                  </a:extLst>
                </p:cNvPr>
                <p:cNvSpPr/>
                <p:nvPr/>
              </p:nvSpPr>
              <p:spPr>
                <a:xfrm>
                  <a:off x="3698125" y="1737180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8" name="Cube 757">
                  <a:extLst>
                    <a:ext uri="{FF2B5EF4-FFF2-40B4-BE49-F238E27FC236}">
                      <a16:creationId xmlns:a16="http://schemas.microsoft.com/office/drawing/2014/main" id="{E3287EB5-C103-D0DD-4C34-F017DB5D29CE}"/>
                    </a:ext>
                  </a:extLst>
                </p:cNvPr>
                <p:cNvSpPr/>
                <p:nvPr/>
              </p:nvSpPr>
              <p:spPr>
                <a:xfrm>
                  <a:off x="3698125" y="1166776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  <p:sp>
              <p:nvSpPr>
                <p:cNvPr id="759" name="Cube 758">
                  <a:extLst>
                    <a:ext uri="{FF2B5EF4-FFF2-40B4-BE49-F238E27FC236}">
                      <a16:creationId xmlns:a16="http://schemas.microsoft.com/office/drawing/2014/main" id="{0F4DC0A2-4FE2-E8C8-AD87-10B56A9A262E}"/>
                    </a:ext>
                  </a:extLst>
                </p:cNvPr>
                <p:cNvSpPr/>
                <p:nvPr/>
              </p:nvSpPr>
              <p:spPr>
                <a:xfrm>
                  <a:off x="3698125" y="596372"/>
                  <a:ext cx="764771" cy="764771"/>
                </a:xfrm>
                <a:prstGeom prst="cube">
                  <a:avLst/>
                </a:prstGeom>
                <a:grpFill/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950"/>
                </a:p>
              </p:txBody>
            </p:sp>
          </p:grpSp>
        </p:grp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C1F301F9-CC3E-E387-8E62-D804C51F43A1}"/>
                </a:ext>
              </a:extLst>
            </p:cNvPr>
            <p:cNvSpPr/>
            <p:nvPr/>
          </p:nvSpPr>
          <p:spPr>
            <a:xfrm>
              <a:off x="9227747" y="5700099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62C14CED-64A2-F79B-CC39-DA2300BC1464}"/>
                </a:ext>
              </a:extLst>
            </p:cNvPr>
            <p:cNvSpPr/>
            <p:nvPr/>
          </p:nvSpPr>
          <p:spPr>
            <a:xfrm>
              <a:off x="9227747" y="5448480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E9AD87FC-E7BD-F205-751C-E39ACA2A0119}"/>
                </a:ext>
              </a:extLst>
            </p:cNvPr>
            <p:cNvSpPr/>
            <p:nvPr/>
          </p:nvSpPr>
          <p:spPr>
            <a:xfrm>
              <a:off x="9227747" y="5196860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68B0FA02-6471-7740-F7A3-5585CBC1FD51}"/>
                </a:ext>
              </a:extLst>
            </p:cNvPr>
            <p:cNvSpPr/>
            <p:nvPr/>
          </p:nvSpPr>
          <p:spPr>
            <a:xfrm>
              <a:off x="9227747" y="4945241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7EF7612F-19DF-C34E-5284-7473D69943F7}"/>
                </a:ext>
              </a:extLst>
            </p:cNvPr>
            <p:cNvSpPr/>
            <p:nvPr/>
          </p:nvSpPr>
          <p:spPr>
            <a:xfrm>
              <a:off x="9227747" y="4693621"/>
              <a:ext cx="342140" cy="337360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68D935FF-791E-030A-5539-17363C43C17E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509799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145724" y="1834868"/>
            <a:ext cx="76145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0,4   +   0,2   =   _________</a:t>
            </a:r>
          </a:p>
        </p:txBody>
      </p: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F1E81A38-2B9D-3896-F317-B0DE9DF7DAD0}"/>
              </a:ext>
            </a:extLst>
          </p:cNvPr>
          <p:cNvGrpSpPr/>
          <p:nvPr/>
        </p:nvGrpSpPr>
        <p:grpSpPr>
          <a:xfrm>
            <a:off x="363681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74" name="Cube 373">
              <a:extLst>
                <a:ext uri="{FF2B5EF4-FFF2-40B4-BE49-F238E27FC236}">
                  <a16:creationId xmlns:a16="http://schemas.microsoft.com/office/drawing/2014/main" id="{9E8B908C-CF91-39A6-5F14-FDE4887459EA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5" name="Cube 374">
              <a:extLst>
                <a:ext uri="{FF2B5EF4-FFF2-40B4-BE49-F238E27FC236}">
                  <a16:creationId xmlns:a16="http://schemas.microsoft.com/office/drawing/2014/main" id="{B6C019AE-2DBD-4884-2D32-9171578F480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6" name="Cube 375">
              <a:extLst>
                <a:ext uri="{FF2B5EF4-FFF2-40B4-BE49-F238E27FC236}">
                  <a16:creationId xmlns:a16="http://schemas.microsoft.com/office/drawing/2014/main" id="{91134DA2-A2AD-D9CA-30C5-47786D85331D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7" name="Cube 376">
              <a:extLst>
                <a:ext uri="{FF2B5EF4-FFF2-40B4-BE49-F238E27FC236}">
                  <a16:creationId xmlns:a16="http://schemas.microsoft.com/office/drawing/2014/main" id="{E99A29AF-C71E-8EE3-B554-4191825E482C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8" name="Cube 377">
              <a:extLst>
                <a:ext uri="{FF2B5EF4-FFF2-40B4-BE49-F238E27FC236}">
                  <a16:creationId xmlns:a16="http://schemas.microsoft.com/office/drawing/2014/main" id="{048D1C10-DE7F-EC06-6FDB-3CED0B7FD4C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9" name="Cube 378">
              <a:extLst>
                <a:ext uri="{FF2B5EF4-FFF2-40B4-BE49-F238E27FC236}">
                  <a16:creationId xmlns:a16="http://schemas.microsoft.com/office/drawing/2014/main" id="{83CBF201-D95F-09C3-DADD-6E913AD7480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0" name="Cube 379">
              <a:extLst>
                <a:ext uri="{FF2B5EF4-FFF2-40B4-BE49-F238E27FC236}">
                  <a16:creationId xmlns:a16="http://schemas.microsoft.com/office/drawing/2014/main" id="{B072A145-43F9-E00D-2351-B84F43306F9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1" name="Cube 380">
              <a:extLst>
                <a:ext uri="{FF2B5EF4-FFF2-40B4-BE49-F238E27FC236}">
                  <a16:creationId xmlns:a16="http://schemas.microsoft.com/office/drawing/2014/main" id="{D35FEAF2-1CF2-A06C-D813-C5925F26F9B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2" name="Cube 381">
              <a:extLst>
                <a:ext uri="{FF2B5EF4-FFF2-40B4-BE49-F238E27FC236}">
                  <a16:creationId xmlns:a16="http://schemas.microsoft.com/office/drawing/2014/main" id="{8BCC4E12-2D19-1EF6-6C79-8E0E3A4207E9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3" name="Cube 382">
              <a:extLst>
                <a:ext uri="{FF2B5EF4-FFF2-40B4-BE49-F238E27FC236}">
                  <a16:creationId xmlns:a16="http://schemas.microsoft.com/office/drawing/2014/main" id="{46A5CF8D-244A-4A6C-B548-661BEE13CED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81A5B878-B5D8-02EB-4149-60EA88732D3F}"/>
              </a:ext>
            </a:extLst>
          </p:cNvPr>
          <p:cNvGrpSpPr/>
          <p:nvPr/>
        </p:nvGrpSpPr>
        <p:grpSpPr>
          <a:xfrm>
            <a:off x="410163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64" name="Cube 363">
              <a:extLst>
                <a:ext uri="{FF2B5EF4-FFF2-40B4-BE49-F238E27FC236}">
                  <a16:creationId xmlns:a16="http://schemas.microsoft.com/office/drawing/2014/main" id="{3A8F0BFB-2D32-4E82-30AD-D91D1A0216F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5" name="Cube 364">
              <a:extLst>
                <a:ext uri="{FF2B5EF4-FFF2-40B4-BE49-F238E27FC236}">
                  <a16:creationId xmlns:a16="http://schemas.microsoft.com/office/drawing/2014/main" id="{C477EA2F-56C1-43EC-DA31-3926B5578E5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6" name="Cube 365">
              <a:extLst>
                <a:ext uri="{FF2B5EF4-FFF2-40B4-BE49-F238E27FC236}">
                  <a16:creationId xmlns:a16="http://schemas.microsoft.com/office/drawing/2014/main" id="{E56F01CF-8B02-B29B-F1FD-C5D4D972E953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7" name="Cube 366">
              <a:extLst>
                <a:ext uri="{FF2B5EF4-FFF2-40B4-BE49-F238E27FC236}">
                  <a16:creationId xmlns:a16="http://schemas.microsoft.com/office/drawing/2014/main" id="{1BB3AEEE-D5ED-3ECB-0195-B439947043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8" name="Cube 367">
              <a:extLst>
                <a:ext uri="{FF2B5EF4-FFF2-40B4-BE49-F238E27FC236}">
                  <a16:creationId xmlns:a16="http://schemas.microsoft.com/office/drawing/2014/main" id="{337453EB-33CC-3A64-960D-EB4594B1A26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9" name="Cube 368">
              <a:extLst>
                <a:ext uri="{FF2B5EF4-FFF2-40B4-BE49-F238E27FC236}">
                  <a16:creationId xmlns:a16="http://schemas.microsoft.com/office/drawing/2014/main" id="{61052329-8C31-301D-8259-9398FCC2C8E3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0" name="Cube 369">
              <a:extLst>
                <a:ext uri="{FF2B5EF4-FFF2-40B4-BE49-F238E27FC236}">
                  <a16:creationId xmlns:a16="http://schemas.microsoft.com/office/drawing/2014/main" id="{C311FE41-9A88-CDB4-8FA0-4C036EB070C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1" name="Cube 370">
              <a:extLst>
                <a:ext uri="{FF2B5EF4-FFF2-40B4-BE49-F238E27FC236}">
                  <a16:creationId xmlns:a16="http://schemas.microsoft.com/office/drawing/2014/main" id="{168048D1-DAF6-27B4-495E-3031574F8B1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2" name="Cube 371">
              <a:extLst>
                <a:ext uri="{FF2B5EF4-FFF2-40B4-BE49-F238E27FC236}">
                  <a16:creationId xmlns:a16="http://schemas.microsoft.com/office/drawing/2014/main" id="{C386A41B-C023-2A69-4F2B-117AE92A5F1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3" name="Cube 372">
              <a:extLst>
                <a:ext uri="{FF2B5EF4-FFF2-40B4-BE49-F238E27FC236}">
                  <a16:creationId xmlns:a16="http://schemas.microsoft.com/office/drawing/2014/main" id="{052DC481-F4B9-8F5A-CF10-D58C1898091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88A50670-E1BA-2ECE-D929-C69EB68AB7FF}"/>
              </a:ext>
            </a:extLst>
          </p:cNvPr>
          <p:cNvGrpSpPr/>
          <p:nvPr/>
        </p:nvGrpSpPr>
        <p:grpSpPr>
          <a:xfrm>
            <a:off x="456645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54" name="Cube 353">
              <a:extLst>
                <a:ext uri="{FF2B5EF4-FFF2-40B4-BE49-F238E27FC236}">
                  <a16:creationId xmlns:a16="http://schemas.microsoft.com/office/drawing/2014/main" id="{7A593B88-40E4-D852-AC90-D55DABEAF41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5" name="Cube 354">
              <a:extLst>
                <a:ext uri="{FF2B5EF4-FFF2-40B4-BE49-F238E27FC236}">
                  <a16:creationId xmlns:a16="http://schemas.microsoft.com/office/drawing/2014/main" id="{FA222516-A7EB-842C-4389-76AED9768EF1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6" name="Cube 355">
              <a:extLst>
                <a:ext uri="{FF2B5EF4-FFF2-40B4-BE49-F238E27FC236}">
                  <a16:creationId xmlns:a16="http://schemas.microsoft.com/office/drawing/2014/main" id="{A31E5343-4D3B-ED30-5A49-0A3A7EF93709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7" name="Cube 356">
              <a:extLst>
                <a:ext uri="{FF2B5EF4-FFF2-40B4-BE49-F238E27FC236}">
                  <a16:creationId xmlns:a16="http://schemas.microsoft.com/office/drawing/2014/main" id="{9C991D33-2496-F6E1-D454-F1B0E28F57B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8" name="Cube 357">
              <a:extLst>
                <a:ext uri="{FF2B5EF4-FFF2-40B4-BE49-F238E27FC236}">
                  <a16:creationId xmlns:a16="http://schemas.microsoft.com/office/drawing/2014/main" id="{67271EE7-6E25-CA6D-1330-829485E8A96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9" name="Cube 358">
              <a:extLst>
                <a:ext uri="{FF2B5EF4-FFF2-40B4-BE49-F238E27FC236}">
                  <a16:creationId xmlns:a16="http://schemas.microsoft.com/office/drawing/2014/main" id="{FAA87046-69DC-9AB1-1053-2569E3849E0E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0" name="Cube 359">
              <a:extLst>
                <a:ext uri="{FF2B5EF4-FFF2-40B4-BE49-F238E27FC236}">
                  <a16:creationId xmlns:a16="http://schemas.microsoft.com/office/drawing/2014/main" id="{531566FC-5A1E-47DF-19F9-26A33265736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1" name="Cube 360">
              <a:extLst>
                <a:ext uri="{FF2B5EF4-FFF2-40B4-BE49-F238E27FC236}">
                  <a16:creationId xmlns:a16="http://schemas.microsoft.com/office/drawing/2014/main" id="{9B429EA3-DE2C-E10D-6C86-0C4C3366ED0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2" name="Cube 361">
              <a:extLst>
                <a:ext uri="{FF2B5EF4-FFF2-40B4-BE49-F238E27FC236}">
                  <a16:creationId xmlns:a16="http://schemas.microsoft.com/office/drawing/2014/main" id="{7C641BCA-6B22-BB12-6E1A-82D7948C3EA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3" name="Cube 362">
              <a:extLst>
                <a:ext uri="{FF2B5EF4-FFF2-40B4-BE49-F238E27FC236}">
                  <a16:creationId xmlns:a16="http://schemas.microsoft.com/office/drawing/2014/main" id="{4FAD1A2B-145B-8282-FED8-341D75E08C6E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20D121F9-80B5-1B1B-44BF-7D37D9A6D789}"/>
              </a:ext>
            </a:extLst>
          </p:cNvPr>
          <p:cNvGrpSpPr/>
          <p:nvPr/>
        </p:nvGrpSpPr>
        <p:grpSpPr>
          <a:xfrm>
            <a:off x="503127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44" name="Cube 343">
              <a:extLst>
                <a:ext uri="{FF2B5EF4-FFF2-40B4-BE49-F238E27FC236}">
                  <a16:creationId xmlns:a16="http://schemas.microsoft.com/office/drawing/2014/main" id="{E569AF0F-EBC9-A1B7-753D-37DCFAB2760D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5" name="Cube 344">
              <a:extLst>
                <a:ext uri="{FF2B5EF4-FFF2-40B4-BE49-F238E27FC236}">
                  <a16:creationId xmlns:a16="http://schemas.microsoft.com/office/drawing/2014/main" id="{73BF69C6-BDC6-9848-B137-2E67F9FDEEA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6" name="Cube 345">
              <a:extLst>
                <a:ext uri="{FF2B5EF4-FFF2-40B4-BE49-F238E27FC236}">
                  <a16:creationId xmlns:a16="http://schemas.microsoft.com/office/drawing/2014/main" id="{30951B19-3A3D-3D3A-CBF0-2F863000D78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7" name="Cube 346">
              <a:extLst>
                <a:ext uri="{FF2B5EF4-FFF2-40B4-BE49-F238E27FC236}">
                  <a16:creationId xmlns:a16="http://schemas.microsoft.com/office/drawing/2014/main" id="{8A643487-FCEC-36AB-C19B-0889B37A55D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8" name="Cube 347">
              <a:extLst>
                <a:ext uri="{FF2B5EF4-FFF2-40B4-BE49-F238E27FC236}">
                  <a16:creationId xmlns:a16="http://schemas.microsoft.com/office/drawing/2014/main" id="{C2EF62F7-FBCE-FBE7-4732-9D727CCF5A9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9" name="Cube 348">
              <a:extLst>
                <a:ext uri="{FF2B5EF4-FFF2-40B4-BE49-F238E27FC236}">
                  <a16:creationId xmlns:a16="http://schemas.microsoft.com/office/drawing/2014/main" id="{D6BBE5CF-8151-9F6C-21A1-DF45B4BB02C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0" name="Cube 349">
              <a:extLst>
                <a:ext uri="{FF2B5EF4-FFF2-40B4-BE49-F238E27FC236}">
                  <a16:creationId xmlns:a16="http://schemas.microsoft.com/office/drawing/2014/main" id="{7D17CF7E-615E-7853-364F-7029E379050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1" name="Cube 350">
              <a:extLst>
                <a:ext uri="{FF2B5EF4-FFF2-40B4-BE49-F238E27FC236}">
                  <a16:creationId xmlns:a16="http://schemas.microsoft.com/office/drawing/2014/main" id="{53DB9C5E-DEA9-3C86-2F17-EAC260B315E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2" name="Cube 351">
              <a:extLst>
                <a:ext uri="{FF2B5EF4-FFF2-40B4-BE49-F238E27FC236}">
                  <a16:creationId xmlns:a16="http://schemas.microsoft.com/office/drawing/2014/main" id="{CB356F40-3467-2BF9-F82F-08276CCA9869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3" name="Cube 352">
              <a:extLst>
                <a:ext uri="{FF2B5EF4-FFF2-40B4-BE49-F238E27FC236}">
                  <a16:creationId xmlns:a16="http://schemas.microsoft.com/office/drawing/2014/main" id="{8A12085B-D2E4-C579-7D38-50351F8C759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6A998BFB-38D5-6576-FCF0-E2357D120B42}"/>
              </a:ext>
            </a:extLst>
          </p:cNvPr>
          <p:cNvGrpSpPr/>
          <p:nvPr/>
        </p:nvGrpSpPr>
        <p:grpSpPr>
          <a:xfrm>
            <a:off x="549609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34" name="Cube 333">
              <a:extLst>
                <a:ext uri="{FF2B5EF4-FFF2-40B4-BE49-F238E27FC236}">
                  <a16:creationId xmlns:a16="http://schemas.microsoft.com/office/drawing/2014/main" id="{EF6D35A0-BD59-DA02-633C-74B895045BD4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5" name="Cube 334">
              <a:extLst>
                <a:ext uri="{FF2B5EF4-FFF2-40B4-BE49-F238E27FC236}">
                  <a16:creationId xmlns:a16="http://schemas.microsoft.com/office/drawing/2014/main" id="{16973DE0-61E9-60A1-FB3C-EC61D859C591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6" name="Cube 335">
              <a:extLst>
                <a:ext uri="{FF2B5EF4-FFF2-40B4-BE49-F238E27FC236}">
                  <a16:creationId xmlns:a16="http://schemas.microsoft.com/office/drawing/2014/main" id="{195097E9-D4F2-427C-29E4-6A79B76CE28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7" name="Cube 336">
              <a:extLst>
                <a:ext uri="{FF2B5EF4-FFF2-40B4-BE49-F238E27FC236}">
                  <a16:creationId xmlns:a16="http://schemas.microsoft.com/office/drawing/2014/main" id="{45C319BF-ACCA-DBD7-0116-F035BE1DE81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8" name="Cube 337">
              <a:extLst>
                <a:ext uri="{FF2B5EF4-FFF2-40B4-BE49-F238E27FC236}">
                  <a16:creationId xmlns:a16="http://schemas.microsoft.com/office/drawing/2014/main" id="{6B843E5A-D865-E95E-4F70-F0566CCFCCE8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9" name="Cube 338">
              <a:extLst>
                <a:ext uri="{FF2B5EF4-FFF2-40B4-BE49-F238E27FC236}">
                  <a16:creationId xmlns:a16="http://schemas.microsoft.com/office/drawing/2014/main" id="{75863DEA-6FA4-1F5B-A26C-20FA298CC3F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0" name="Cube 339">
              <a:extLst>
                <a:ext uri="{FF2B5EF4-FFF2-40B4-BE49-F238E27FC236}">
                  <a16:creationId xmlns:a16="http://schemas.microsoft.com/office/drawing/2014/main" id="{1B720D8E-50B1-D541-3625-11FF73E5989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1" name="Cube 340">
              <a:extLst>
                <a:ext uri="{FF2B5EF4-FFF2-40B4-BE49-F238E27FC236}">
                  <a16:creationId xmlns:a16="http://schemas.microsoft.com/office/drawing/2014/main" id="{C0CC2826-CCB9-63E6-B93F-7634CE3FAF31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2" name="Cube 341">
              <a:extLst>
                <a:ext uri="{FF2B5EF4-FFF2-40B4-BE49-F238E27FC236}">
                  <a16:creationId xmlns:a16="http://schemas.microsoft.com/office/drawing/2014/main" id="{14291960-A1A5-6E64-AF5A-83576CE21D7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3" name="Cube 342">
              <a:extLst>
                <a:ext uri="{FF2B5EF4-FFF2-40B4-BE49-F238E27FC236}">
                  <a16:creationId xmlns:a16="http://schemas.microsoft.com/office/drawing/2014/main" id="{E058B19F-D8B4-0038-B261-6E547FB3DF5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3" name="Group 322">
            <a:extLst>
              <a:ext uri="{FF2B5EF4-FFF2-40B4-BE49-F238E27FC236}">
                <a16:creationId xmlns:a16="http://schemas.microsoft.com/office/drawing/2014/main" id="{2EAC5CD6-79BE-9B72-E3A2-A6F70EB8D205}"/>
              </a:ext>
            </a:extLst>
          </p:cNvPr>
          <p:cNvGrpSpPr/>
          <p:nvPr/>
        </p:nvGrpSpPr>
        <p:grpSpPr>
          <a:xfrm>
            <a:off x="596091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24" name="Cube 323">
              <a:extLst>
                <a:ext uri="{FF2B5EF4-FFF2-40B4-BE49-F238E27FC236}">
                  <a16:creationId xmlns:a16="http://schemas.microsoft.com/office/drawing/2014/main" id="{DA9AE61F-79A8-7F16-228C-4A6DE2660B0E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5" name="Cube 324">
              <a:extLst>
                <a:ext uri="{FF2B5EF4-FFF2-40B4-BE49-F238E27FC236}">
                  <a16:creationId xmlns:a16="http://schemas.microsoft.com/office/drawing/2014/main" id="{868308E0-1B91-9789-FB02-A80759090F1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6" name="Cube 325">
              <a:extLst>
                <a:ext uri="{FF2B5EF4-FFF2-40B4-BE49-F238E27FC236}">
                  <a16:creationId xmlns:a16="http://schemas.microsoft.com/office/drawing/2014/main" id="{5FCABC95-AF2A-2492-FEAA-3FB51A8A6C3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7" name="Cube 326">
              <a:extLst>
                <a:ext uri="{FF2B5EF4-FFF2-40B4-BE49-F238E27FC236}">
                  <a16:creationId xmlns:a16="http://schemas.microsoft.com/office/drawing/2014/main" id="{98B1020D-0775-4666-D3E0-A47C43C544A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8" name="Cube 327">
              <a:extLst>
                <a:ext uri="{FF2B5EF4-FFF2-40B4-BE49-F238E27FC236}">
                  <a16:creationId xmlns:a16="http://schemas.microsoft.com/office/drawing/2014/main" id="{D18E1C0A-F589-391B-67D8-E03796A2EAF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9" name="Cube 328">
              <a:extLst>
                <a:ext uri="{FF2B5EF4-FFF2-40B4-BE49-F238E27FC236}">
                  <a16:creationId xmlns:a16="http://schemas.microsoft.com/office/drawing/2014/main" id="{169C5D82-2528-6425-04A5-DBCCA0C2B8B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0" name="Cube 329">
              <a:extLst>
                <a:ext uri="{FF2B5EF4-FFF2-40B4-BE49-F238E27FC236}">
                  <a16:creationId xmlns:a16="http://schemas.microsoft.com/office/drawing/2014/main" id="{8AD078BC-BBBD-C3D8-7279-C8B7BBC4B15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1" name="Cube 330">
              <a:extLst>
                <a:ext uri="{FF2B5EF4-FFF2-40B4-BE49-F238E27FC236}">
                  <a16:creationId xmlns:a16="http://schemas.microsoft.com/office/drawing/2014/main" id="{D65F2E52-98E8-0937-A5DA-187F5A5D787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2" name="Cube 331">
              <a:extLst>
                <a:ext uri="{FF2B5EF4-FFF2-40B4-BE49-F238E27FC236}">
                  <a16:creationId xmlns:a16="http://schemas.microsoft.com/office/drawing/2014/main" id="{7E9F393A-4D15-CA19-355A-18E34D1C83A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3" name="Cube 332">
              <a:extLst>
                <a:ext uri="{FF2B5EF4-FFF2-40B4-BE49-F238E27FC236}">
                  <a16:creationId xmlns:a16="http://schemas.microsoft.com/office/drawing/2014/main" id="{707A2C64-AB73-BB90-D251-1497A0B8B850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69D40BB-0A64-9C57-5FDB-094DC2B04E46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521552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145724" y="1834868"/>
            <a:ext cx="76145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0,6   +   0,5   =   _________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6347E14-6806-58DA-0E15-0F978AB4EB97}"/>
              </a:ext>
            </a:extLst>
          </p:cNvPr>
          <p:cNvGrpSpPr/>
          <p:nvPr/>
        </p:nvGrpSpPr>
        <p:grpSpPr>
          <a:xfrm>
            <a:off x="6448300" y="4096339"/>
            <a:ext cx="2188514" cy="2188514"/>
            <a:chOff x="414598" y="546495"/>
            <a:chExt cx="5852156" cy="5898407"/>
          </a:xfrm>
        </p:grpSpPr>
        <p:grpSp>
          <p:nvGrpSpPr>
            <p:cNvPr id="260" name="Group 259">
              <a:extLst>
                <a:ext uri="{FF2B5EF4-FFF2-40B4-BE49-F238E27FC236}">
                  <a16:creationId xmlns:a16="http://schemas.microsoft.com/office/drawing/2014/main" id="{73B24E17-6E73-24B0-D165-3DFD18975FA3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26" name="Cube 425">
                <a:extLst>
                  <a:ext uri="{FF2B5EF4-FFF2-40B4-BE49-F238E27FC236}">
                    <a16:creationId xmlns:a16="http://schemas.microsoft.com/office/drawing/2014/main" id="{96DCD9AD-2819-0CE0-8EBA-A2C3B8E9217E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7" name="Cube 426">
                <a:extLst>
                  <a:ext uri="{FF2B5EF4-FFF2-40B4-BE49-F238E27FC236}">
                    <a16:creationId xmlns:a16="http://schemas.microsoft.com/office/drawing/2014/main" id="{C76258CF-04CC-B39B-6E0B-2209E189672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8" name="Cube 427">
                <a:extLst>
                  <a:ext uri="{FF2B5EF4-FFF2-40B4-BE49-F238E27FC236}">
                    <a16:creationId xmlns:a16="http://schemas.microsoft.com/office/drawing/2014/main" id="{5A54C73A-1E17-1577-7A15-FC13E8DE3157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9" name="Cube 428">
                <a:extLst>
                  <a:ext uri="{FF2B5EF4-FFF2-40B4-BE49-F238E27FC236}">
                    <a16:creationId xmlns:a16="http://schemas.microsoft.com/office/drawing/2014/main" id="{4435C850-E435-D0B7-B741-FC4C88180D7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0" name="Cube 429">
                <a:extLst>
                  <a:ext uri="{FF2B5EF4-FFF2-40B4-BE49-F238E27FC236}">
                    <a16:creationId xmlns:a16="http://schemas.microsoft.com/office/drawing/2014/main" id="{32063B69-251C-7367-E1E7-D5BDF82B84A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1" name="Cube 430">
                <a:extLst>
                  <a:ext uri="{FF2B5EF4-FFF2-40B4-BE49-F238E27FC236}">
                    <a16:creationId xmlns:a16="http://schemas.microsoft.com/office/drawing/2014/main" id="{504C1FF0-905D-0F19-C5A9-E2A4E389AC4C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2" name="Cube 431">
                <a:extLst>
                  <a:ext uri="{FF2B5EF4-FFF2-40B4-BE49-F238E27FC236}">
                    <a16:creationId xmlns:a16="http://schemas.microsoft.com/office/drawing/2014/main" id="{89228CF8-B85C-8E19-73D6-92D2D465518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3" name="Cube 432">
                <a:extLst>
                  <a:ext uri="{FF2B5EF4-FFF2-40B4-BE49-F238E27FC236}">
                    <a16:creationId xmlns:a16="http://schemas.microsoft.com/office/drawing/2014/main" id="{C403233F-0F00-EB63-87E8-94E08ECFE5E3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4" name="Cube 433">
                <a:extLst>
                  <a:ext uri="{FF2B5EF4-FFF2-40B4-BE49-F238E27FC236}">
                    <a16:creationId xmlns:a16="http://schemas.microsoft.com/office/drawing/2014/main" id="{2D8E454F-AA1C-E5CC-45E7-A08A0963BAE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5" name="Cube 434">
                <a:extLst>
                  <a:ext uri="{FF2B5EF4-FFF2-40B4-BE49-F238E27FC236}">
                    <a16:creationId xmlns:a16="http://schemas.microsoft.com/office/drawing/2014/main" id="{3290B6E1-38AD-0414-65F2-E0DF357AB8A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1" name="Group 260">
              <a:extLst>
                <a:ext uri="{FF2B5EF4-FFF2-40B4-BE49-F238E27FC236}">
                  <a16:creationId xmlns:a16="http://schemas.microsoft.com/office/drawing/2014/main" id="{E1D20486-0141-2120-B8DF-DA95CF52E1D6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16" name="Cube 415">
                <a:extLst>
                  <a:ext uri="{FF2B5EF4-FFF2-40B4-BE49-F238E27FC236}">
                    <a16:creationId xmlns:a16="http://schemas.microsoft.com/office/drawing/2014/main" id="{47518B89-B29D-7BEB-3809-42ADE7EC904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7" name="Cube 416">
                <a:extLst>
                  <a:ext uri="{FF2B5EF4-FFF2-40B4-BE49-F238E27FC236}">
                    <a16:creationId xmlns:a16="http://schemas.microsoft.com/office/drawing/2014/main" id="{17B0D085-2F4B-B384-941A-EB236F22E2A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8" name="Cube 417">
                <a:extLst>
                  <a:ext uri="{FF2B5EF4-FFF2-40B4-BE49-F238E27FC236}">
                    <a16:creationId xmlns:a16="http://schemas.microsoft.com/office/drawing/2014/main" id="{E71F38CB-DD83-BF31-7D92-D68A6962DCF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9" name="Cube 418">
                <a:extLst>
                  <a:ext uri="{FF2B5EF4-FFF2-40B4-BE49-F238E27FC236}">
                    <a16:creationId xmlns:a16="http://schemas.microsoft.com/office/drawing/2014/main" id="{24B8BCF5-478D-FF71-417C-1A36C93E835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0" name="Cube 419">
                <a:extLst>
                  <a:ext uri="{FF2B5EF4-FFF2-40B4-BE49-F238E27FC236}">
                    <a16:creationId xmlns:a16="http://schemas.microsoft.com/office/drawing/2014/main" id="{10E8A570-BBC8-DC60-074A-87B7579B083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1" name="Cube 420">
                <a:extLst>
                  <a:ext uri="{FF2B5EF4-FFF2-40B4-BE49-F238E27FC236}">
                    <a16:creationId xmlns:a16="http://schemas.microsoft.com/office/drawing/2014/main" id="{21EEFDB9-50F1-11CD-E622-0ABC9E96389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2" name="Cube 421">
                <a:extLst>
                  <a:ext uri="{FF2B5EF4-FFF2-40B4-BE49-F238E27FC236}">
                    <a16:creationId xmlns:a16="http://schemas.microsoft.com/office/drawing/2014/main" id="{2E3C4EBC-760A-782B-6021-1855B1EBDA15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3" name="Cube 422">
                <a:extLst>
                  <a:ext uri="{FF2B5EF4-FFF2-40B4-BE49-F238E27FC236}">
                    <a16:creationId xmlns:a16="http://schemas.microsoft.com/office/drawing/2014/main" id="{CCAC9EB6-41C9-AC38-C4F8-9845E109114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4" name="Cube 423">
                <a:extLst>
                  <a:ext uri="{FF2B5EF4-FFF2-40B4-BE49-F238E27FC236}">
                    <a16:creationId xmlns:a16="http://schemas.microsoft.com/office/drawing/2014/main" id="{EF442C66-1E5E-6B92-B38F-FB308215C2F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25" name="Cube 424">
                <a:extLst>
                  <a:ext uri="{FF2B5EF4-FFF2-40B4-BE49-F238E27FC236}">
                    <a16:creationId xmlns:a16="http://schemas.microsoft.com/office/drawing/2014/main" id="{705B1DDC-168F-BFE6-C655-27A028052F9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9457DDD0-BC48-ACB2-8C04-E4013F17A43E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06" name="Cube 405">
                <a:extLst>
                  <a:ext uri="{FF2B5EF4-FFF2-40B4-BE49-F238E27FC236}">
                    <a16:creationId xmlns:a16="http://schemas.microsoft.com/office/drawing/2014/main" id="{268AC2E8-90D4-8821-77A3-45C4A4443132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7" name="Cube 406">
                <a:extLst>
                  <a:ext uri="{FF2B5EF4-FFF2-40B4-BE49-F238E27FC236}">
                    <a16:creationId xmlns:a16="http://schemas.microsoft.com/office/drawing/2014/main" id="{85819314-C120-8D78-3422-1E542837451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8" name="Cube 407">
                <a:extLst>
                  <a:ext uri="{FF2B5EF4-FFF2-40B4-BE49-F238E27FC236}">
                    <a16:creationId xmlns:a16="http://schemas.microsoft.com/office/drawing/2014/main" id="{6A52F756-97DD-253E-BF9B-1CB69EA134B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9" name="Cube 408">
                <a:extLst>
                  <a:ext uri="{FF2B5EF4-FFF2-40B4-BE49-F238E27FC236}">
                    <a16:creationId xmlns:a16="http://schemas.microsoft.com/office/drawing/2014/main" id="{047112F2-F89A-7F31-3D69-50269AFCF92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0" name="Cube 409">
                <a:extLst>
                  <a:ext uri="{FF2B5EF4-FFF2-40B4-BE49-F238E27FC236}">
                    <a16:creationId xmlns:a16="http://schemas.microsoft.com/office/drawing/2014/main" id="{5040DA90-0311-89BA-AEBE-9424A3D3C1F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1" name="Cube 410">
                <a:extLst>
                  <a:ext uri="{FF2B5EF4-FFF2-40B4-BE49-F238E27FC236}">
                    <a16:creationId xmlns:a16="http://schemas.microsoft.com/office/drawing/2014/main" id="{CB349856-2FE9-9493-F284-CA25B13D832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2" name="Cube 411">
                <a:extLst>
                  <a:ext uri="{FF2B5EF4-FFF2-40B4-BE49-F238E27FC236}">
                    <a16:creationId xmlns:a16="http://schemas.microsoft.com/office/drawing/2014/main" id="{A7716C86-22A6-30DC-6D6E-522C5136CB3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3" name="Cube 412">
                <a:extLst>
                  <a:ext uri="{FF2B5EF4-FFF2-40B4-BE49-F238E27FC236}">
                    <a16:creationId xmlns:a16="http://schemas.microsoft.com/office/drawing/2014/main" id="{8B89BD24-232F-509D-C2FC-051A2BC6357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4" name="Cube 413">
                <a:extLst>
                  <a:ext uri="{FF2B5EF4-FFF2-40B4-BE49-F238E27FC236}">
                    <a16:creationId xmlns:a16="http://schemas.microsoft.com/office/drawing/2014/main" id="{75BE7DE7-BFDB-1E89-1547-B30659FBA5B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5" name="Cube 414">
                <a:extLst>
                  <a:ext uri="{FF2B5EF4-FFF2-40B4-BE49-F238E27FC236}">
                    <a16:creationId xmlns:a16="http://schemas.microsoft.com/office/drawing/2014/main" id="{2CAD5CCE-6445-E28A-8573-1CEB08E533EA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3" name="Group 262">
              <a:extLst>
                <a:ext uri="{FF2B5EF4-FFF2-40B4-BE49-F238E27FC236}">
                  <a16:creationId xmlns:a16="http://schemas.microsoft.com/office/drawing/2014/main" id="{712856EC-E40D-DF92-3337-78DEB668AE3B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96" name="Cube 395">
                <a:extLst>
                  <a:ext uri="{FF2B5EF4-FFF2-40B4-BE49-F238E27FC236}">
                    <a16:creationId xmlns:a16="http://schemas.microsoft.com/office/drawing/2014/main" id="{CDC7BE16-DB0F-DD0E-8046-BCE2E4B2000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7" name="Cube 396">
                <a:extLst>
                  <a:ext uri="{FF2B5EF4-FFF2-40B4-BE49-F238E27FC236}">
                    <a16:creationId xmlns:a16="http://schemas.microsoft.com/office/drawing/2014/main" id="{3868DDAF-2A0F-4786-59FD-82070B5DF6E0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8" name="Cube 397">
                <a:extLst>
                  <a:ext uri="{FF2B5EF4-FFF2-40B4-BE49-F238E27FC236}">
                    <a16:creationId xmlns:a16="http://schemas.microsoft.com/office/drawing/2014/main" id="{3C3B3215-7AD0-A208-36AD-D041392743CB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9" name="Cube 398">
                <a:extLst>
                  <a:ext uri="{FF2B5EF4-FFF2-40B4-BE49-F238E27FC236}">
                    <a16:creationId xmlns:a16="http://schemas.microsoft.com/office/drawing/2014/main" id="{D639AA05-A92F-53DE-CFC4-38C45AFD536C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0" name="Cube 399">
                <a:extLst>
                  <a:ext uri="{FF2B5EF4-FFF2-40B4-BE49-F238E27FC236}">
                    <a16:creationId xmlns:a16="http://schemas.microsoft.com/office/drawing/2014/main" id="{94BCFF44-6F84-25CE-E2CB-AF67B680866B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1" name="Cube 400">
                <a:extLst>
                  <a:ext uri="{FF2B5EF4-FFF2-40B4-BE49-F238E27FC236}">
                    <a16:creationId xmlns:a16="http://schemas.microsoft.com/office/drawing/2014/main" id="{685A2FD9-19B2-FF0E-B19F-59C72E56903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2" name="Cube 401">
                <a:extLst>
                  <a:ext uri="{FF2B5EF4-FFF2-40B4-BE49-F238E27FC236}">
                    <a16:creationId xmlns:a16="http://schemas.microsoft.com/office/drawing/2014/main" id="{75550684-787C-23D3-B2E9-51BFB43FAE6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3" name="Cube 402">
                <a:extLst>
                  <a:ext uri="{FF2B5EF4-FFF2-40B4-BE49-F238E27FC236}">
                    <a16:creationId xmlns:a16="http://schemas.microsoft.com/office/drawing/2014/main" id="{FA273665-C0E3-ACCF-8CC9-3B8CA89334B6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4" name="Cube 403">
                <a:extLst>
                  <a:ext uri="{FF2B5EF4-FFF2-40B4-BE49-F238E27FC236}">
                    <a16:creationId xmlns:a16="http://schemas.microsoft.com/office/drawing/2014/main" id="{4CA39BD2-DC8A-483C-CCF4-40BA21F31A3A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5" name="Cube 404">
                <a:extLst>
                  <a:ext uri="{FF2B5EF4-FFF2-40B4-BE49-F238E27FC236}">
                    <a16:creationId xmlns:a16="http://schemas.microsoft.com/office/drawing/2014/main" id="{59637882-1E2A-5CF3-0F0F-75234634F284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4" name="Group 263">
              <a:extLst>
                <a:ext uri="{FF2B5EF4-FFF2-40B4-BE49-F238E27FC236}">
                  <a16:creationId xmlns:a16="http://schemas.microsoft.com/office/drawing/2014/main" id="{8E9D8AC9-366E-7922-5A7B-EA2E1C863884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86" name="Cube 385">
                <a:extLst>
                  <a:ext uri="{FF2B5EF4-FFF2-40B4-BE49-F238E27FC236}">
                    <a16:creationId xmlns:a16="http://schemas.microsoft.com/office/drawing/2014/main" id="{A4BB30A0-FE0D-4664-2559-22C09351738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7" name="Cube 386">
                <a:extLst>
                  <a:ext uri="{FF2B5EF4-FFF2-40B4-BE49-F238E27FC236}">
                    <a16:creationId xmlns:a16="http://schemas.microsoft.com/office/drawing/2014/main" id="{8CEB8962-AF17-3F9C-E8F8-AC0AE34F5B03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8" name="Cube 387">
                <a:extLst>
                  <a:ext uri="{FF2B5EF4-FFF2-40B4-BE49-F238E27FC236}">
                    <a16:creationId xmlns:a16="http://schemas.microsoft.com/office/drawing/2014/main" id="{6F39D902-C3C1-E90E-1D25-9F4C28C4668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9" name="Cube 388">
                <a:extLst>
                  <a:ext uri="{FF2B5EF4-FFF2-40B4-BE49-F238E27FC236}">
                    <a16:creationId xmlns:a16="http://schemas.microsoft.com/office/drawing/2014/main" id="{E44EBD30-9B3B-0987-CE4F-5DFADAE5B6E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0" name="Cube 389">
                <a:extLst>
                  <a:ext uri="{FF2B5EF4-FFF2-40B4-BE49-F238E27FC236}">
                    <a16:creationId xmlns:a16="http://schemas.microsoft.com/office/drawing/2014/main" id="{8F065D44-2A34-0834-1D4E-80ED92EF78EA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1" name="Cube 390">
                <a:extLst>
                  <a:ext uri="{FF2B5EF4-FFF2-40B4-BE49-F238E27FC236}">
                    <a16:creationId xmlns:a16="http://schemas.microsoft.com/office/drawing/2014/main" id="{3016F33B-235D-20BD-990A-DF7E2136EE6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2" name="Cube 391">
                <a:extLst>
                  <a:ext uri="{FF2B5EF4-FFF2-40B4-BE49-F238E27FC236}">
                    <a16:creationId xmlns:a16="http://schemas.microsoft.com/office/drawing/2014/main" id="{C3DC0801-66C4-FB13-5E83-D699FDDACF8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3" name="Cube 392">
                <a:extLst>
                  <a:ext uri="{FF2B5EF4-FFF2-40B4-BE49-F238E27FC236}">
                    <a16:creationId xmlns:a16="http://schemas.microsoft.com/office/drawing/2014/main" id="{6EFA13FF-4115-235E-1CCA-42EF3DF60F5B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4" name="Cube 393">
                <a:extLst>
                  <a:ext uri="{FF2B5EF4-FFF2-40B4-BE49-F238E27FC236}">
                    <a16:creationId xmlns:a16="http://schemas.microsoft.com/office/drawing/2014/main" id="{9F409115-0653-FAAD-ADA0-79041E154F6F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5" name="Cube 394">
                <a:extLst>
                  <a:ext uri="{FF2B5EF4-FFF2-40B4-BE49-F238E27FC236}">
                    <a16:creationId xmlns:a16="http://schemas.microsoft.com/office/drawing/2014/main" id="{89B1E2BF-588B-BCB7-BC80-A9F04ED92A22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A80E4F62-3BEB-A42C-F6A9-8683564FB26E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10" name="Cube 309">
                <a:extLst>
                  <a:ext uri="{FF2B5EF4-FFF2-40B4-BE49-F238E27FC236}">
                    <a16:creationId xmlns:a16="http://schemas.microsoft.com/office/drawing/2014/main" id="{80C4BFED-141C-3D1D-185C-9C67A101D57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1" name="Cube 310">
                <a:extLst>
                  <a:ext uri="{FF2B5EF4-FFF2-40B4-BE49-F238E27FC236}">
                    <a16:creationId xmlns:a16="http://schemas.microsoft.com/office/drawing/2014/main" id="{0589510E-27EF-6A4A-D59C-BC3E29300F6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2" name="Cube 311">
                <a:extLst>
                  <a:ext uri="{FF2B5EF4-FFF2-40B4-BE49-F238E27FC236}">
                    <a16:creationId xmlns:a16="http://schemas.microsoft.com/office/drawing/2014/main" id="{F3A9E301-A5DB-AF28-C417-25A56DE4C69B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3" name="Cube 312">
                <a:extLst>
                  <a:ext uri="{FF2B5EF4-FFF2-40B4-BE49-F238E27FC236}">
                    <a16:creationId xmlns:a16="http://schemas.microsoft.com/office/drawing/2014/main" id="{FB9D3F98-4F88-1F69-742A-B71E2217C73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4" name="Cube 313">
                <a:extLst>
                  <a:ext uri="{FF2B5EF4-FFF2-40B4-BE49-F238E27FC236}">
                    <a16:creationId xmlns:a16="http://schemas.microsoft.com/office/drawing/2014/main" id="{C2D05190-FFA5-C96E-9FB0-23E6CE7A43A9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5" name="Cube 314">
                <a:extLst>
                  <a:ext uri="{FF2B5EF4-FFF2-40B4-BE49-F238E27FC236}">
                    <a16:creationId xmlns:a16="http://schemas.microsoft.com/office/drawing/2014/main" id="{3BBB7496-2857-4069-391C-CCBF0433822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6" name="Cube 315">
                <a:extLst>
                  <a:ext uri="{FF2B5EF4-FFF2-40B4-BE49-F238E27FC236}">
                    <a16:creationId xmlns:a16="http://schemas.microsoft.com/office/drawing/2014/main" id="{C92D8167-06D6-D988-0FCC-BF9B0E739B7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7" name="Cube 316">
                <a:extLst>
                  <a:ext uri="{FF2B5EF4-FFF2-40B4-BE49-F238E27FC236}">
                    <a16:creationId xmlns:a16="http://schemas.microsoft.com/office/drawing/2014/main" id="{400FC656-9F6C-1741-9E9A-131A9EA6ADA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4" name="Cube 383">
                <a:extLst>
                  <a:ext uri="{FF2B5EF4-FFF2-40B4-BE49-F238E27FC236}">
                    <a16:creationId xmlns:a16="http://schemas.microsoft.com/office/drawing/2014/main" id="{2C6F6282-C4F1-5B8F-7605-273F0C271F57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5" name="Cube 384">
                <a:extLst>
                  <a:ext uri="{FF2B5EF4-FFF2-40B4-BE49-F238E27FC236}">
                    <a16:creationId xmlns:a16="http://schemas.microsoft.com/office/drawing/2014/main" id="{D6C215C8-AD81-FC9E-2F4A-2676DD465DA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1F5B64C6-26E2-2C64-1BEB-1D711D3532DB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00" name="Cube 299">
                <a:extLst>
                  <a:ext uri="{FF2B5EF4-FFF2-40B4-BE49-F238E27FC236}">
                    <a16:creationId xmlns:a16="http://schemas.microsoft.com/office/drawing/2014/main" id="{17D41C3F-22D6-3ACC-A79E-31076F2B2A4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1" name="Cube 300">
                <a:extLst>
                  <a:ext uri="{FF2B5EF4-FFF2-40B4-BE49-F238E27FC236}">
                    <a16:creationId xmlns:a16="http://schemas.microsoft.com/office/drawing/2014/main" id="{5DB26325-B00A-1942-5864-2F23B4ADA7A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2" name="Cube 301">
                <a:extLst>
                  <a:ext uri="{FF2B5EF4-FFF2-40B4-BE49-F238E27FC236}">
                    <a16:creationId xmlns:a16="http://schemas.microsoft.com/office/drawing/2014/main" id="{B739CCD6-B299-2A93-517C-D42DB691427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3" name="Cube 302">
                <a:extLst>
                  <a:ext uri="{FF2B5EF4-FFF2-40B4-BE49-F238E27FC236}">
                    <a16:creationId xmlns:a16="http://schemas.microsoft.com/office/drawing/2014/main" id="{A88588F6-6B18-7104-49A9-2056D0A2F7D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4" name="Cube 303">
                <a:extLst>
                  <a:ext uri="{FF2B5EF4-FFF2-40B4-BE49-F238E27FC236}">
                    <a16:creationId xmlns:a16="http://schemas.microsoft.com/office/drawing/2014/main" id="{E9EAE328-39E4-FA7B-9DD0-FCAC961D6E59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5" name="Cube 304">
                <a:extLst>
                  <a:ext uri="{FF2B5EF4-FFF2-40B4-BE49-F238E27FC236}">
                    <a16:creationId xmlns:a16="http://schemas.microsoft.com/office/drawing/2014/main" id="{9B8956A2-D2CE-7409-EF93-7277CE7EB8C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6" name="Cube 305">
                <a:extLst>
                  <a:ext uri="{FF2B5EF4-FFF2-40B4-BE49-F238E27FC236}">
                    <a16:creationId xmlns:a16="http://schemas.microsoft.com/office/drawing/2014/main" id="{38C1EA99-9723-8D95-9D2B-52FBC70CA4E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7" name="Cube 306">
                <a:extLst>
                  <a:ext uri="{FF2B5EF4-FFF2-40B4-BE49-F238E27FC236}">
                    <a16:creationId xmlns:a16="http://schemas.microsoft.com/office/drawing/2014/main" id="{663D06EE-BBA7-9974-442B-9D719262775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8" name="Cube 307">
                <a:extLst>
                  <a:ext uri="{FF2B5EF4-FFF2-40B4-BE49-F238E27FC236}">
                    <a16:creationId xmlns:a16="http://schemas.microsoft.com/office/drawing/2014/main" id="{3DD693EE-9B8F-B82F-10D8-9EAD579FD5E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09" name="Cube 308">
                <a:extLst>
                  <a:ext uri="{FF2B5EF4-FFF2-40B4-BE49-F238E27FC236}">
                    <a16:creationId xmlns:a16="http://schemas.microsoft.com/office/drawing/2014/main" id="{21D1254F-1602-CF59-37F7-7B872FDB802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7" name="Group 266">
              <a:extLst>
                <a:ext uri="{FF2B5EF4-FFF2-40B4-BE49-F238E27FC236}">
                  <a16:creationId xmlns:a16="http://schemas.microsoft.com/office/drawing/2014/main" id="{C3A42148-69F0-D0A1-9820-3C885EBB8D7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90" name="Cube 289">
                <a:extLst>
                  <a:ext uri="{FF2B5EF4-FFF2-40B4-BE49-F238E27FC236}">
                    <a16:creationId xmlns:a16="http://schemas.microsoft.com/office/drawing/2014/main" id="{030AE56D-A55D-EA48-08DF-C79942BB0A42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1" name="Cube 290">
                <a:extLst>
                  <a:ext uri="{FF2B5EF4-FFF2-40B4-BE49-F238E27FC236}">
                    <a16:creationId xmlns:a16="http://schemas.microsoft.com/office/drawing/2014/main" id="{9E38D71B-0FFA-6EB5-D419-E606C6F50C8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2" name="Cube 291">
                <a:extLst>
                  <a:ext uri="{FF2B5EF4-FFF2-40B4-BE49-F238E27FC236}">
                    <a16:creationId xmlns:a16="http://schemas.microsoft.com/office/drawing/2014/main" id="{F1A6F934-B0D9-B713-B282-2C6345B9542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3" name="Cube 292">
                <a:extLst>
                  <a:ext uri="{FF2B5EF4-FFF2-40B4-BE49-F238E27FC236}">
                    <a16:creationId xmlns:a16="http://schemas.microsoft.com/office/drawing/2014/main" id="{51A01F6A-52F7-476C-6345-2781BE1C52E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4" name="Cube 293">
                <a:extLst>
                  <a:ext uri="{FF2B5EF4-FFF2-40B4-BE49-F238E27FC236}">
                    <a16:creationId xmlns:a16="http://schemas.microsoft.com/office/drawing/2014/main" id="{92328883-42FE-848A-ED47-5156482CF44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5" name="Cube 294">
                <a:extLst>
                  <a:ext uri="{FF2B5EF4-FFF2-40B4-BE49-F238E27FC236}">
                    <a16:creationId xmlns:a16="http://schemas.microsoft.com/office/drawing/2014/main" id="{B7D83891-8A19-0974-6DA2-7F6C48136381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6" name="Cube 295">
                <a:extLst>
                  <a:ext uri="{FF2B5EF4-FFF2-40B4-BE49-F238E27FC236}">
                    <a16:creationId xmlns:a16="http://schemas.microsoft.com/office/drawing/2014/main" id="{3ADCC398-5B95-A854-F153-104F70AECA96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7" name="Cube 296">
                <a:extLst>
                  <a:ext uri="{FF2B5EF4-FFF2-40B4-BE49-F238E27FC236}">
                    <a16:creationId xmlns:a16="http://schemas.microsoft.com/office/drawing/2014/main" id="{ADB2B462-A31C-9144-BAAB-B9A536D14926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8" name="Cube 297">
                <a:extLst>
                  <a:ext uri="{FF2B5EF4-FFF2-40B4-BE49-F238E27FC236}">
                    <a16:creationId xmlns:a16="http://schemas.microsoft.com/office/drawing/2014/main" id="{E0314FB0-196A-D5CB-B8C7-8FF5E510BCE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9" name="Cube 298">
                <a:extLst>
                  <a:ext uri="{FF2B5EF4-FFF2-40B4-BE49-F238E27FC236}">
                    <a16:creationId xmlns:a16="http://schemas.microsoft.com/office/drawing/2014/main" id="{39A5F5F2-DC2F-0381-F270-7259B1A2ECE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AA4343F6-143B-EB5F-E082-C916D98EE587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80" name="Cube 279">
                <a:extLst>
                  <a:ext uri="{FF2B5EF4-FFF2-40B4-BE49-F238E27FC236}">
                    <a16:creationId xmlns:a16="http://schemas.microsoft.com/office/drawing/2014/main" id="{CF28D418-5812-D8C2-15B1-1DED68104507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1" name="Cube 280">
                <a:extLst>
                  <a:ext uri="{FF2B5EF4-FFF2-40B4-BE49-F238E27FC236}">
                    <a16:creationId xmlns:a16="http://schemas.microsoft.com/office/drawing/2014/main" id="{262C025A-DD82-7E6F-D132-FC70CD74BAA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2" name="Cube 281">
                <a:extLst>
                  <a:ext uri="{FF2B5EF4-FFF2-40B4-BE49-F238E27FC236}">
                    <a16:creationId xmlns:a16="http://schemas.microsoft.com/office/drawing/2014/main" id="{4F71C83E-AF39-CF38-D81D-C42C2599D79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3" name="Cube 282">
                <a:extLst>
                  <a:ext uri="{FF2B5EF4-FFF2-40B4-BE49-F238E27FC236}">
                    <a16:creationId xmlns:a16="http://schemas.microsoft.com/office/drawing/2014/main" id="{D344033B-3D9F-E3BC-25B4-034E239E1464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4" name="Cube 283">
                <a:extLst>
                  <a:ext uri="{FF2B5EF4-FFF2-40B4-BE49-F238E27FC236}">
                    <a16:creationId xmlns:a16="http://schemas.microsoft.com/office/drawing/2014/main" id="{F192C447-E449-60A0-D7A2-5DC08B8A578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5" name="Cube 284">
                <a:extLst>
                  <a:ext uri="{FF2B5EF4-FFF2-40B4-BE49-F238E27FC236}">
                    <a16:creationId xmlns:a16="http://schemas.microsoft.com/office/drawing/2014/main" id="{ED0C537E-C7AC-7C78-B828-43170DFD146B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6" name="Cube 285">
                <a:extLst>
                  <a:ext uri="{FF2B5EF4-FFF2-40B4-BE49-F238E27FC236}">
                    <a16:creationId xmlns:a16="http://schemas.microsoft.com/office/drawing/2014/main" id="{85E5B0C5-59E2-3A37-BFE0-CD1589B4369C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7" name="Cube 286">
                <a:extLst>
                  <a:ext uri="{FF2B5EF4-FFF2-40B4-BE49-F238E27FC236}">
                    <a16:creationId xmlns:a16="http://schemas.microsoft.com/office/drawing/2014/main" id="{B0FA6AA3-92D1-A03B-048E-745FE9C971A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8" name="Cube 287">
                <a:extLst>
                  <a:ext uri="{FF2B5EF4-FFF2-40B4-BE49-F238E27FC236}">
                    <a16:creationId xmlns:a16="http://schemas.microsoft.com/office/drawing/2014/main" id="{BE50A9B2-F3C7-31E8-233B-7661FFCD61E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9" name="Cube 288">
                <a:extLst>
                  <a:ext uri="{FF2B5EF4-FFF2-40B4-BE49-F238E27FC236}">
                    <a16:creationId xmlns:a16="http://schemas.microsoft.com/office/drawing/2014/main" id="{15EA3B6F-6503-D917-382D-076E615B91C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DCA5CB05-548B-A1AF-04DF-37CEA026479E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70" name="Cube 269">
                <a:extLst>
                  <a:ext uri="{FF2B5EF4-FFF2-40B4-BE49-F238E27FC236}">
                    <a16:creationId xmlns:a16="http://schemas.microsoft.com/office/drawing/2014/main" id="{20E5F3DA-8529-BD59-AC75-03306EC9248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1" name="Cube 270">
                <a:extLst>
                  <a:ext uri="{FF2B5EF4-FFF2-40B4-BE49-F238E27FC236}">
                    <a16:creationId xmlns:a16="http://schemas.microsoft.com/office/drawing/2014/main" id="{AD0AC226-6445-DEF6-FE52-9D428E77FE7B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2" name="Cube 271">
                <a:extLst>
                  <a:ext uri="{FF2B5EF4-FFF2-40B4-BE49-F238E27FC236}">
                    <a16:creationId xmlns:a16="http://schemas.microsoft.com/office/drawing/2014/main" id="{6D7622C3-1C2F-78F4-1C0A-FD8A966A2D2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3" name="Cube 272">
                <a:extLst>
                  <a:ext uri="{FF2B5EF4-FFF2-40B4-BE49-F238E27FC236}">
                    <a16:creationId xmlns:a16="http://schemas.microsoft.com/office/drawing/2014/main" id="{870566C5-8AA5-269F-D75C-EBFFE3489BE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4" name="Cube 273">
                <a:extLst>
                  <a:ext uri="{FF2B5EF4-FFF2-40B4-BE49-F238E27FC236}">
                    <a16:creationId xmlns:a16="http://schemas.microsoft.com/office/drawing/2014/main" id="{278B8C98-39FE-F2A2-E756-88A118FD8F4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5" name="Cube 274">
                <a:extLst>
                  <a:ext uri="{FF2B5EF4-FFF2-40B4-BE49-F238E27FC236}">
                    <a16:creationId xmlns:a16="http://schemas.microsoft.com/office/drawing/2014/main" id="{24D9781C-9E53-9AC0-E29A-995A3B1561C3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6" name="Cube 275">
                <a:extLst>
                  <a:ext uri="{FF2B5EF4-FFF2-40B4-BE49-F238E27FC236}">
                    <a16:creationId xmlns:a16="http://schemas.microsoft.com/office/drawing/2014/main" id="{CA24ACCC-C503-62EF-1EB3-5B9D4B079E03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7" name="Cube 276">
                <a:extLst>
                  <a:ext uri="{FF2B5EF4-FFF2-40B4-BE49-F238E27FC236}">
                    <a16:creationId xmlns:a16="http://schemas.microsoft.com/office/drawing/2014/main" id="{ECDA811E-DF19-BF97-85FA-5CA7AF2ACDA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8" name="Cube 277">
                <a:extLst>
                  <a:ext uri="{FF2B5EF4-FFF2-40B4-BE49-F238E27FC236}">
                    <a16:creationId xmlns:a16="http://schemas.microsoft.com/office/drawing/2014/main" id="{67FA9889-FAA4-0C7F-E09D-22D3CAFB3DD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9" name="Cube 278">
                <a:extLst>
                  <a:ext uri="{FF2B5EF4-FFF2-40B4-BE49-F238E27FC236}">
                    <a16:creationId xmlns:a16="http://schemas.microsoft.com/office/drawing/2014/main" id="{ADAEC659-466D-E251-E9F2-826258D3E805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61345473-27B9-8DDE-079A-583E99B1549E}"/>
              </a:ext>
            </a:extLst>
          </p:cNvPr>
          <p:cNvGrpSpPr/>
          <p:nvPr/>
        </p:nvGrpSpPr>
        <p:grpSpPr>
          <a:xfrm>
            <a:off x="8892217" y="4089862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57" name="Cube 456">
              <a:extLst>
                <a:ext uri="{FF2B5EF4-FFF2-40B4-BE49-F238E27FC236}">
                  <a16:creationId xmlns:a16="http://schemas.microsoft.com/office/drawing/2014/main" id="{D77EB3AF-9B34-E867-2F1A-DA74BB3F0EEA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8" name="Cube 457">
              <a:extLst>
                <a:ext uri="{FF2B5EF4-FFF2-40B4-BE49-F238E27FC236}">
                  <a16:creationId xmlns:a16="http://schemas.microsoft.com/office/drawing/2014/main" id="{1ED2B2F8-74EF-8C9C-FD39-1FC1BF66BF5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9" name="Cube 458">
              <a:extLst>
                <a:ext uri="{FF2B5EF4-FFF2-40B4-BE49-F238E27FC236}">
                  <a16:creationId xmlns:a16="http://schemas.microsoft.com/office/drawing/2014/main" id="{EB587400-E596-46ED-6B5B-C5FA68112B5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0" name="Cube 459">
              <a:extLst>
                <a:ext uri="{FF2B5EF4-FFF2-40B4-BE49-F238E27FC236}">
                  <a16:creationId xmlns:a16="http://schemas.microsoft.com/office/drawing/2014/main" id="{9A60C492-2772-A0CC-8822-D1A1455F81D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1" name="Cube 460">
              <a:extLst>
                <a:ext uri="{FF2B5EF4-FFF2-40B4-BE49-F238E27FC236}">
                  <a16:creationId xmlns:a16="http://schemas.microsoft.com/office/drawing/2014/main" id="{193CE4E0-B3AC-BCD7-0F69-DDF82CE9679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2" name="Cube 461">
              <a:extLst>
                <a:ext uri="{FF2B5EF4-FFF2-40B4-BE49-F238E27FC236}">
                  <a16:creationId xmlns:a16="http://schemas.microsoft.com/office/drawing/2014/main" id="{006635FB-A36A-D8CB-C7E7-80F55F15569C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3" name="Cube 462">
              <a:extLst>
                <a:ext uri="{FF2B5EF4-FFF2-40B4-BE49-F238E27FC236}">
                  <a16:creationId xmlns:a16="http://schemas.microsoft.com/office/drawing/2014/main" id="{06B2A1F9-08ED-57DA-E892-C4B2DB6DB4EE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4" name="Cube 463">
              <a:extLst>
                <a:ext uri="{FF2B5EF4-FFF2-40B4-BE49-F238E27FC236}">
                  <a16:creationId xmlns:a16="http://schemas.microsoft.com/office/drawing/2014/main" id="{D4EA633B-A1D5-6D5C-934D-5695442D145C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5" name="Cube 464">
              <a:extLst>
                <a:ext uri="{FF2B5EF4-FFF2-40B4-BE49-F238E27FC236}">
                  <a16:creationId xmlns:a16="http://schemas.microsoft.com/office/drawing/2014/main" id="{2A3B9A49-C25B-AAD6-9143-E64284CAE422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6" name="Cube 465">
              <a:extLst>
                <a:ext uri="{FF2B5EF4-FFF2-40B4-BE49-F238E27FC236}">
                  <a16:creationId xmlns:a16="http://schemas.microsoft.com/office/drawing/2014/main" id="{B2EA8793-44ED-B34D-BA7D-A495B11F436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68" name="Arrow: Left-Right 467">
            <a:extLst>
              <a:ext uri="{FF2B5EF4-FFF2-40B4-BE49-F238E27FC236}">
                <a16:creationId xmlns:a16="http://schemas.microsoft.com/office/drawing/2014/main" id="{3CCD6E7D-6898-505C-1F0C-C9E9969C4E2A}"/>
              </a:ext>
            </a:extLst>
          </p:cNvPr>
          <p:cNvSpPr/>
          <p:nvPr/>
        </p:nvSpPr>
        <p:spPr>
          <a:xfrm>
            <a:off x="4986953" y="4975538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469" name="Group 468">
            <a:extLst>
              <a:ext uri="{FF2B5EF4-FFF2-40B4-BE49-F238E27FC236}">
                <a16:creationId xmlns:a16="http://schemas.microsoft.com/office/drawing/2014/main" id="{003D55B9-DFB5-FD4B-B11D-A49F715D889F}"/>
              </a:ext>
            </a:extLst>
          </p:cNvPr>
          <p:cNvGrpSpPr/>
          <p:nvPr/>
        </p:nvGrpSpPr>
        <p:grpSpPr>
          <a:xfrm>
            <a:off x="223871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70" name="Cube 469">
              <a:extLst>
                <a:ext uri="{FF2B5EF4-FFF2-40B4-BE49-F238E27FC236}">
                  <a16:creationId xmlns:a16="http://schemas.microsoft.com/office/drawing/2014/main" id="{0AE557F1-57B9-85A5-D1B2-5EE2466182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1" name="Cube 470">
              <a:extLst>
                <a:ext uri="{FF2B5EF4-FFF2-40B4-BE49-F238E27FC236}">
                  <a16:creationId xmlns:a16="http://schemas.microsoft.com/office/drawing/2014/main" id="{B3F2F0A4-CF53-3E31-76F7-5CA3DD13205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2" name="Cube 471">
              <a:extLst>
                <a:ext uri="{FF2B5EF4-FFF2-40B4-BE49-F238E27FC236}">
                  <a16:creationId xmlns:a16="http://schemas.microsoft.com/office/drawing/2014/main" id="{666A2B54-4DB0-809C-30A0-FBB1D150B91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3" name="Cube 472">
              <a:extLst>
                <a:ext uri="{FF2B5EF4-FFF2-40B4-BE49-F238E27FC236}">
                  <a16:creationId xmlns:a16="http://schemas.microsoft.com/office/drawing/2014/main" id="{FBDA73EA-9401-A313-584B-FD8A22F3B19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4" name="Cube 473">
              <a:extLst>
                <a:ext uri="{FF2B5EF4-FFF2-40B4-BE49-F238E27FC236}">
                  <a16:creationId xmlns:a16="http://schemas.microsoft.com/office/drawing/2014/main" id="{69DFB81E-4614-07AA-714C-93DC1381124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5" name="Cube 474">
              <a:extLst>
                <a:ext uri="{FF2B5EF4-FFF2-40B4-BE49-F238E27FC236}">
                  <a16:creationId xmlns:a16="http://schemas.microsoft.com/office/drawing/2014/main" id="{40B5D8A9-88A8-C431-7AB1-722015ED1D00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6" name="Cube 475">
              <a:extLst>
                <a:ext uri="{FF2B5EF4-FFF2-40B4-BE49-F238E27FC236}">
                  <a16:creationId xmlns:a16="http://schemas.microsoft.com/office/drawing/2014/main" id="{235E2D51-C12B-38AD-ED04-683B34F87D2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7" name="Cube 476">
              <a:extLst>
                <a:ext uri="{FF2B5EF4-FFF2-40B4-BE49-F238E27FC236}">
                  <a16:creationId xmlns:a16="http://schemas.microsoft.com/office/drawing/2014/main" id="{88249479-0870-D536-4B27-5DE5A902FD8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8" name="Cube 477">
              <a:extLst>
                <a:ext uri="{FF2B5EF4-FFF2-40B4-BE49-F238E27FC236}">
                  <a16:creationId xmlns:a16="http://schemas.microsoft.com/office/drawing/2014/main" id="{7FBFFF76-CAA0-B09E-F629-A74C2AED35F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9" name="Cube 478">
              <a:extLst>
                <a:ext uri="{FF2B5EF4-FFF2-40B4-BE49-F238E27FC236}">
                  <a16:creationId xmlns:a16="http://schemas.microsoft.com/office/drawing/2014/main" id="{F47353FA-7E85-AC4A-352F-705495E3AAB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D3B3ECC8-8534-67AD-1CC4-572CECFD3532}"/>
              </a:ext>
            </a:extLst>
          </p:cNvPr>
          <p:cNvGrpSpPr/>
          <p:nvPr/>
        </p:nvGrpSpPr>
        <p:grpSpPr>
          <a:xfrm>
            <a:off x="263474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81" name="Cube 480">
              <a:extLst>
                <a:ext uri="{FF2B5EF4-FFF2-40B4-BE49-F238E27FC236}">
                  <a16:creationId xmlns:a16="http://schemas.microsoft.com/office/drawing/2014/main" id="{76438501-6F80-BD16-B005-FF7EEFDCA5E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2" name="Cube 481">
              <a:extLst>
                <a:ext uri="{FF2B5EF4-FFF2-40B4-BE49-F238E27FC236}">
                  <a16:creationId xmlns:a16="http://schemas.microsoft.com/office/drawing/2014/main" id="{B9F5BA27-89F4-E66E-4399-CEE7261157D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3" name="Cube 482">
              <a:extLst>
                <a:ext uri="{FF2B5EF4-FFF2-40B4-BE49-F238E27FC236}">
                  <a16:creationId xmlns:a16="http://schemas.microsoft.com/office/drawing/2014/main" id="{ECAC2A90-DFA0-CBBF-D43A-7B0DE96076A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4" name="Cube 483">
              <a:extLst>
                <a:ext uri="{FF2B5EF4-FFF2-40B4-BE49-F238E27FC236}">
                  <a16:creationId xmlns:a16="http://schemas.microsoft.com/office/drawing/2014/main" id="{EB85CAD3-AEC6-4434-85FD-1E69BE559A0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5" name="Cube 484">
              <a:extLst>
                <a:ext uri="{FF2B5EF4-FFF2-40B4-BE49-F238E27FC236}">
                  <a16:creationId xmlns:a16="http://schemas.microsoft.com/office/drawing/2014/main" id="{2DD288CC-1306-9FEC-F27F-827B1B9A50E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6" name="Cube 485">
              <a:extLst>
                <a:ext uri="{FF2B5EF4-FFF2-40B4-BE49-F238E27FC236}">
                  <a16:creationId xmlns:a16="http://schemas.microsoft.com/office/drawing/2014/main" id="{4852340E-759C-BBF2-1CCE-39EAE8C79E27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7" name="Cube 486">
              <a:extLst>
                <a:ext uri="{FF2B5EF4-FFF2-40B4-BE49-F238E27FC236}">
                  <a16:creationId xmlns:a16="http://schemas.microsoft.com/office/drawing/2014/main" id="{FC826588-5EF2-C2EF-1E50-BA532FD34CD2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8" name="Cube 487">
              <a:extLst>
                <a:ext uri="{FF2B5EF4-FFF2-40B4-BE49-F238E27FC236}">
                  <a16:creationId xmlns:a16="http://schemas.microsoft.com/office/drawing/2014/main" id="{FDD66802-112D-05B0-7FB9-6B0364F5297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9" name="Cube 488">
              <a:extLst>
                <a:ext uri="{FF2B5EF4-FFF2-40B4-BE49-F238E27FC236}">
                  <a16:creationId xmlns:a16="http://schemas.microsoft.com/office/drawing/2014/main" id="{8D32CE71-DAD6-B1FA-941F-7ECC601C0C9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0" name="Cube 489">
              <a:extLst>
                <a:ext uri="{FF2B5EF4-FFF2-40B4-BE49-F238E27FC236}">
                  <a16:creationId xmlns:a16="http://schemas.microsoft.com/office/drawing/2014/main" id="{DB3981B6-41AD-6BC9-CC07-A8F0E4BA3F3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91" name="Group 490">
            <a:extLst>
              <a:ext uri="{FF2B5EF4-FFF2-40B4-BE49-F238E27FC236}">
                <a16:creationId xmlns:a16="http://schemas.microsoft.com/office/drawing/2014/main" id="{B6D8139E-D67E-35A0-EDEE-2FAD2FA191D2}"/>
              </a:ext>
            </a:extLst>
          </p:cNvPr>
          <p:cNvGrpSpPr/>
          <p:nvPr/>
        </p:nvGrpSpPr>
        <p:grpSpPr>
          <a:xfrm>
            <a:off x="303076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92" name="Cube 491">
              <a:extLst>
                <a:ext uri="{FF2B5EF4-FFF2-40B4-BE49-F238E27FC236}">
                  <a16:creationId xmlns:a16="http://schemas.microsoft.com/office/drawing/2014/main" id="{7E47AD63-128A-5638-DDF9-D2EC3E79E7F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3" name="Cube 492">
              <a:extLst>
                <a:ext uri="{FF2B5EF4-FFF2-40B4-BE49-F238E27FC236}">
                  <a16:creationId xmlns:a16="http://schemas.microsoft.com/office/drawing/2014/main" id="{527C8F32-BBF9-FDD4-9A20-9D5A88571A82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4" name="Cube 493">
              <a:extLst>
                <a:ext uri="{FF2B5EF4-FFF2-40B4-BE49-F238E27FC236}">
                  <a16:creationId xmlns:a16="http://schemas.microsoft.com/office/drawing/2014/main" id="{E64C0DCC-3431-ED93-0CCA-FBCC86F464F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5" name="Cube 494">
              <a:extLst>
                <a:ext uri="{FF2B5EF4-FFF2-40B4-BE49-F238E27FC236}">
                  <a16:creationId xmlns:a16="http://schemas.microsoft.com/office/drawing/2014/main" id="{BEBC360C-1311-65AD-72CE-FA085636ACD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6" name="Cube 495">
              <a:extLst>
                <a:ext uri="{FF2B5EF4-FFF2-40B4-BE49-F238E27FC236}">
                  <a16:creationId xmlns:a16="http://schemas.microsoft.com/office/drawing/2014/main" id="{208452FA-831C-A35A-91AC-59016DC16354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7" name="Cube 496">
              <a:extLst>
                <a:ext uri="{FF2B5EF4-FFF2-40B4-BE49-F238E27FC236}">
                  <a16:creationId xmlns:a16="http://schemas.microsoft.com/office/drawing/2014/main" id="{B44ACD55-D27E-A7DD-FD44-26C0D6C6815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8" name="Cube 497">
              <a:extLst>
                <a:ext uri="{FF2B5EF4-FFF2-40B4-BE49-F238E27FC236}">
                  <a16:creationId xmlns:a16="http://schemas.microsoft.com/office/drawing/2014/main" id="{776A5644-8AF5-1D30-802A-DD7494D37BD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9" name="Cube 498">
              <a:extLst>
                <a:ext uri="{FF2B5EF4-FFF2-40B4-BE49-F238E27FC236}">
                  <a16:creationId xmlns:a16="http://schemas.microsoft.com/office/drawing/2014/main" id="{5CD4D0A5-5AFF-DDD7-151A-BA520B6B85E8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0" name="Cube 499">
              <a:extLst>
                <a:ext uri="{FF2B5EF4-FFF2-40B4-BE49-F238E27FC236}">
                  <a16:creationId xmlns:a16="http://schemas.microsoft.com/office/drawing/2014/main" id="{45E68855-F9ED-4F97-F7C5-49058C332AB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1" name="Cube 500">
              <a:extLst>
                <a:ext uri="{FF2B5EF4-FFF2-40B4-BE49-F238E27FC236}">
                  <a16:creationId xmlns:a16="http://schemas.microsoft.com/office/drawing/2014/main" id="{84D6E6FB-D986-E012-AF0D-97929D6027B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23D27FF7-4794-B6C3-7C5A-116CAAC0F05E}"/>
              </a:ext>
            </a:extLst>
          </p:cNvPr>
          <p:cNvGrpSpPr/>
          <p:nvPr/>
        </p:nvGrpSpPr>
        <p:grpSpPr>
          <a:xfrm>
            <a:off x="342679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03" name="Cube 502">
              <a:extLst>
                <a:ext uri="{FF2B5EF4-FFF2-40B4-BE49-F238E27FC236}">
                  <a16:creationId xmlns:a16="http://schemas.microsoft.com/office/drawing/2014/main" id="{92E42659-6F42-8218-DF6B-4687EC29164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4" name="Cube 503">
              <a:extLst>
                <a:ext uri="{FF2B5EF4-FFF2-40B4-BE49-F238E27FC236}">
                  <a16:creationId xmlns:a16="http://schemas.microsoft.com/office/drawing/2014/main" id="{CE5220A9-B906-0288-2462-3B56BBE6AD3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5" name="Cube 504">
              <a:extLst>
                <a:ext uri="{FF2B5EF4-FFF2-40B4-BE49-F238E27FC236}">
                  <a16:creationId xmlns:a16="http://schemas.microsoft.com/office/drawing/2014/main" id="{3363E8D6-2ED7-48F3-D895-5B284A890851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6" name="Cube 505">
              <a:extLst>
                <a:ext uri="{FF2B5EF4-FFF2-40B4-BE49-F238E27FC236}">
                  <a16:creationId xmlns:a16="http://schemas.microsoft.com/office/drawing/2014/main" id="{10F719CB-2D09-1079-DA4C-181735D2AB2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7" name="Cube 506">
              <a:extLst>
                <a:ext uri="{FF2B5EF4-FFF2-40B4-BE49-F238E27FC236}">
                  <a16:creationId xmlns:a16="http://schemas.microsoft.com/office/drawing/2014/main" id="{25403C08-C8F3-425F-E13D-9A6DEB9827D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8" name="Cube 507">
              <a:extLst>
                <a:ext uri="{FF2B5EF4-FFF2-40B4-BE49-F238E27FC236}">
                  <a16:creationId xmlns:a16="http://schemas.microsoft.com/office/drawing/2014/main" id="{70DA4DBF-9711-288E-7D35-0653E4E5146D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9" name="Cube 508">
              <a:extLst>
                <a:ext uri="{FF2B5EF4-FFF2-40B4-BE49-F238E27FC236}">
                  <a16:creationId xmlns:a16="http://schemas.microsoft.com/office/drawing/2014/main" id="{117E043F-A1CB-2D97-9E89-E719D6E0B2C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0" name="Cube 509">
              <a:extLst>
                <a:ext uri="{FF2B5EF4-FFF2-40B4-BE49-F238E27FC236}">
                  <a16:creationId xmlns:a16="http://schemas.microsoft.com/office/drawing/2014/main" id="{2B4F7BE7-430F-2325-11F6-2B79479E67D0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1" name="Cube 510">
              <a:extLst>
                <a:ext uri="{FF2B5EF4-FFF2-40B4-BE49-F238E27FC236}">
                  <a16:creationId xmlns:a16="http://schemas.microsoft.com/office/drawing/2014/main" id="{6C863D40-6406-D0F2-EA7B-B8834D5BE5E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2" name="Cube 511">
              <a:extLst>
                <a:ext uri="{FF2B5EF4-FFF2-40B4-BE49-F238E27FC236}">
                  <a16:creationId xmlns:a16="http://schemas.microsoft.com/office/drawing/2014/main" id="{8E8B65A4-9825-94DE-B0F8-E7D58670EE4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13" name="Group 512">
            <a:extLst>
              <a:ext uri="{FF2B5EF4-FFF2-40B4-BE49-F238E27FC236}">
                <a16:creationId xmlns:a16="http://schemas.microsoft.com/office/drawing/2014/main" id="{6D0373C1-DFE6-BEEF-3599-D4374816243D}"/>
              </a:ext>
            </a:extLst>
          </p:cNvPr>
          <p:cNvGrpSpPr/>
          <p:nvPr/>
        </p:nvGrpSpPr>
        <p:grpSpPr>
          <a:xfrm>
            <a:off x="382281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14" name="Cube 513">
              <a:extLst>
                <a:ext uri="{FF2B5EF4-FFF2-40B4-BE49-F238E27FC236}">
                  <a16:creationId xmlns:a16="http://schemas.microsoft.com/office/drawing/2014/main" id="{3D80E1D4-ABF1-D269-054D-92F99281848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5" name="Cube 514">
              <a:extLst>
                <a:ext uri="{FF2B5EF4-FFF2-40B4-BE49-F238E27FC236}">
                  <a16:creationId xmlns:a16="http://schemas.microsoft.com/office/drawing/2014/main" id="{3CBF89BA-B861-0F1C-139A-31483124533A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6" name="Cube 515">
              <a:extLst>
                <a:ext uri="{FF2B5EF4-FFF2-40B4-BE49-F238E27FC236}">
                  <a16:creationId xmlns:a16="http://schemas.microsoft.com/office/drawing/2014/main" id="{A758034D-17FD-26D6-5E9C-15DCA888648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7" name="Cube 516">
              <a:extLst>
                <a:ext uri="{FF2B5EF4-FFF2-40B4-BE49-F238E27FC236}">
                  <a16:creationId xmlns:a16="http://schemas.microsoft.com/office/drawing/2014/main" id="{E1AFB6DB-85B3-AE51-2217-056CA1E33F6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8" name="Cube 517">
              <a:extLst>
                <a:ext uri="{FF2B5EF4-FFF2-40B4-BE49-F238E27FC236}">
                  <a16:creationId xmlns:a16="http://schemas.microsoft.com/office/drawing/2014/main" id="{7DB7CE2E-31C6-F651-843D-0DD865B5EF74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9" name="Cube 518">
              <a:extLst>
                <a:ext uri="{FF2B5EF4-FFF2-40B4-BE49-F238E27FC236}">
                  <a16:creationId xmlns:a16="http://schemas.microsoft.com/office/drawing/2014/main" id="{A533267F-0BED-B717-5721-8835177DE7B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0" name="Cube 519">
              <a:extLst>
                <a:ext uri="{FF2B5EF4-FFF2-40B4-BE49-F238E27FC236}">
                  <a16:creationId xmlns:a16="http://schemas.microsoft.com/office/drawing/2014/main" id="{07B061A8-A8C0-C954-A080-935AA22E031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1" name="Cube 520">
              <a:extLst>
                <a:ext uri="{FF2B5EF4-FFF2-40B4-BE49-F238E27FC236}">
                  <a16:creationId xmlns:a16="http://schemas.microsoft.com/office/drawing/2014/main" id="{732EA768-CC81-A426-A73D-DD2B9B780B0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2" name="Cube 521">
              <a:extLst>
                <a:ext uri="{FF2B5EF4-FFF2-40B4-BE49-F238E27FC236}">
                  <a16:creationId xmlns:a16="http://schemas.microsoft.com/office/drawing/2014/main" id="{478135EE-EF2B-7204-AC4E-CF69149E81C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3" name="Cube 522">
              <a:extLst>
                <a:ext uri="{FF2B5EF4-FFF2-40B4-BE49-F238E27FC236}">
                  <a16:creationId xmlns:a16="http://schemas.microsoft.com/office/drawing/2014/main" id="{DD7EF33D-4FE9-D6DD-2608-FA40C89B697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24" name="Group 523">
            <a:extLst>
              <a:ext uri="{FF2B5EF4-FFF2-40B4-BE49-F238E27FC236}">
                <a16:creationId xmlns:a16="http://schemas.microsoft.com/office/drawing/2014/main" id="{E6FA05F2-26DF-2A90-6300-5FCD59953FDB}"/>
              </a:ext>
            </a:extLst>
          </p:cNvPr>
          <p:cNvGrpSpPr/>
          <p:nvPr/>
        </p:nvGrpSpPr>
        <p:grpSpPr>
          <a:xfrm>
            <a:off x="421884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25" name="Cube 524">
              <a:extLst>
                <a:ext uri="{FF2B5EF4-FFF2-40B4-BE49-F238E27FC236}">
                  <a16:creationId xmlns:a16="http://schemas.microsoft.com/office/drawing/2014/main" id="{22FCA4D9-8250-95F9-BDEF-B67E0D6E8D3B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6" name="Cube 525">
              <a:extLst>
                <a:ext uri="{FF2B5EF4-FFF2-40B4-BE49-F238E27FC236}">
                  <a16:creationId xmlns:a16="http://schemas.microsoft.com/office/drawing/2014/main" id="{6FD40284-90E1-B369-D178-61F700F462D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7" name="Cube 526">
              <a:extLst>
                <a:ext uri="{FF2B5EF4-FFF2-40B4-BE49-F238E27FC236}">
                  <a16:creationId xmlns:a16="http://schemas.microsoft.com/office/drawing/2014/main" id="{915D3107-82A8-CB5A-EAFA-20D7BA1FDC48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8" name="Cube 527">
              <a:extLst>
                <a:ext uri="{FF2B5EF4-FFF2-40B4-BE49-F238E27FC236}">
                  <a16:creationId xmlns:a16="http://schemas.microsoft.com/office/drawing/2014/main" id="{8FF5DDF8-8A06-FC2C-3E50-9DB91D60B8F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9" name="Cube 528">
              <a:extLst>
                <a:ext uri="{FF2B5EF4-FFF2-40B4-BE49-F238E27FC236}">
                  <a16:creationId xmlns:a16="http://schemas.microsoft.com/office/drawing/2014/main" id="{98F7CE18-DEA6-3A30-13A4-5C6EDA25C7FD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0" name="Cube 529">
              <a:extLst>
                <a:ext uri="{FF2B5EF4-FFF2-40B4-BE49-F238E27FC236}">
                  <a16:creationId xmlns:a16="http://schemas.microsoft.com/office/drawing/2014/main" id="{F570ED87-5BCD-C25A-2BE0-1CB15CF08FD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1" name="Cube 530">
              <a:extLst>
                <a:ext uri="{FF2B5EF4-FFF2-40B4-BE49-F238E27FC236}">
                  <a16:creationId xmlns:a16="http://schemas.microsoft.com/office/drawing/2014/main" id="{BFAF37B7-7AA4-D079-0AAE-77A6F0A6C02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2" name="Cube 531">
              <a:extLst>
                <a:ext uri="{FF2B5EF4-FFF2-40B4-BE49-F238E27FC236}">
                  <a16:creationId xmlns:a16="http://schemas.microsoft.com/office/drawing/2014/main" id="{1DC252A1-6626-D177-1DB5-0F69D0DE2C1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3" name="Cube 532">
              <a:extLst>
                <a:ext uri="{FF2B5EF4-FFF2-40B4-BE49-F238E27FC236}">
                  <a16:creationId xmlns:a16="http://schemas.microsoft.com/office/drawing/2014/main" id="{DB2D2203-A020-15DA-9271-99D71FC7796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4" name="Cube 533">
              <a:extLst>
                <a:ext uri="{FF2B5EF4-FFF2-40B4-BE49-F238E27FC236}">
                  <a16:creationId xmlns:a16="http://schemas.microsoft.com/office/drawing/2014/main" id="{08DD2478-60BE-9C61-67F0-E5D6AA59C58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35" name="Group 534">
            <a:extLst>
              <a:ext uri="{FF2B5EF4-FFF2-40B4-BE49-F238E27FC236}">
                <a16:creationId xmlns:a16="http://schemas.microsoft.com/office/drawing/2014/main" id="{3229D4E2-3489-2F33-C1A3-27BAF748D3E1}"/>
              </a:ext>
            </a:extLst>
          </p:cNvPr>
          <p:cNvGrpSpPr/>
          <p:nvPr/>
        </p:nvGrpSpPr>
        <p:grpSpPr>
          <a:xfrm>
            <a:off x="25859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36" name="Cube 535">
              <a:extLst>
                <a:ext uri="{FF2B5EF4-FFF2-40B4-BE49-F238E27FC236}">
                  <a16:creationId xmlns:a16="http://schemas.microsoft.com/office/drawing/2014/main" id="{773FD9EA-018D-7A63-C6F3-38AEF2AECBB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7" name="Cube 536">
              <a:extLst>
                <a:ext uri="{FF2B5EF4-FFF2-40B4-BE49-F238E27FC236}">
                  <a16:creationId xmlns:a16="http://schemas.microsoft.com/office/drawing/2014/main" id="{57A09DF5-E766-F3E2-D3A0-1B8EDC8F6F7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8" name="Cube 537">
              <a:extLst>
                <a:ext uri="{FF2B5EF4-FFF2-40B4-BE49-F238E27FC236}">
                  <a16:creationId xmlns:a16="http://schemas.microsoft.com/office/drawing/2014/main" id="{A9BF1831-3A5A-A4EA-68FF-24F79D32B20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9" name="Cube 538">
              <a:extLst>
                <a:ext uri="{FF2B5EF4-FFF2-40B4-BE49-F238E27FC236}">
                  <a16:creationId xmlns:a16="http://schemas.microsoft.com/office/drawing/2014/main" id="{4409C694-914F-E018-54EE-65A1B1DD239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0" name="Cube 539">
              <a:extLst>
                <a:ext uri="{FF2B5EF4-FFF2-40B4-BE49-F238E27FC236}">
                  <a16:creationId xmlns:a16="http://schemas.microsoft.com/office/drawing/2014/main" id="{2D60979C-DDA3-AAB2-FC88-B6FB6D28C878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1" name="Cube 540">
              <a:extLst>
                <a:ext uri="{FF2B5EF4-FFF2-40B4-BE49-F238E27FC236}">
                  <a16:creationId xmlns:a16="http://schemas.microsoft.com/office/drawing/2014/main" id="{D0708CB7-6150-6C84-8464-39E1D87D4C8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2" name="Cube 541">
              <a:extLst>
                <a:ext uri="{FF2B5EF4-FFF2-40B4-BE49-F238E27FC236}">
                  <a16:creationId xmlns:a16="http://schemas.microsoft.com/office/drawing/2014/main" id="{2B603A0E-77B1-41A9-2B9A-9AA75704670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3" name="Cube 542">
              <a:extLst>
                <a:ext uri="{FF2B5EF4-FFF2-40B4-BE49-F238E27FC236}">
                  <a16:creationId xmlns:a16="http://schemas.microsoft.com/office/drawing/2014/main" id="{33641618-9656-14CD-1910-AA483F64B7E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4" name="Cube 543">
              <a:extLst>
                <a:ext uri="{FF2B5EF4-FFF2-40B4-BE49-F238E27FC236}">
                  <a16:creationId xmlns:a16="http://schemas.microsoft.com/office/drawing/2014/main" id="{A6394FD0-2D90-897B-44B5-14DBC4E4E75A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5" name="Cube 544">
              <a:extLst>
                <a:ext uri="{FF2B5EF4-FFF2-40B4-BE49-F238E27FC236}">
                  <a16:creationId xmlns:a16="http://schemas.microsoft.com/office/drawing/2014/main" id="{C1B60DD8-B17E-930E-6A3D-4519399AE784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46" name="Group 545">
            <a:extLst>
              <a:ext uri="{FF2B5EF4-FFF2-40B4-BE49-F238E27FC236}">
                <a16:creationId xmlns:a16="http://schemas.microsoft.com/office/drawing/2014/main" id="{ED9A7221-3826-6C99-BC1D-51EF7F7AF31E}"/>
              </a:ext>
            </a:extLst>
          </p:cNvPr>
          <p:cNvGrpSpPr/>
          <p:nvPr/>
        </p:nvGrpSpPr>
        <p:grpSpPr>
          <a:xfrm>
            <a:off x="65461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47" name="Cube 546">
              <a:extLst>
                <a:ext uri="{FF2B5EF4-FFF2-40B4-BE49-F238E27FC236}">
                  <a16:creationId xmlns:a16="http://schemas.microsoft.com/office/drawing/2014/main" id="{EA7F485D-DBCF-E005-A51D-F386FC302EA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8" name="Cube 547">
              <a:extLst>
                <a:ext uri="{FF2B5EF4-FFF2-40B4-BE49-F238E27FC236}">
                  <a16:creationId xmlns:a16="http://schemas.microsoft.com/office/drawing/2014/main" id="{3907CE1A-FD0F-A08B-0B9D-5A6CC022A310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9" name="Cube 548">
              <a:extLst>
                <a:ext uri="{FF2B5EF4-FFF2-40B4-BE49-F238E27FC236}">
                  <a16:creationId xmlns:a16="http://schemas.microsoft.com/office/drawing/2014/main" id="{8F3F986A-9848-B0C1-959B-05A075978EB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0" name="Cube 549">
              <a:extLst>
                <a:ext uri="{FF2B5EF4-FFF2-40B4-BE49-F238E27FC236}">
                  <a16:creationId xmlns:a16="http://schemas.microsoft.com/office/drawing/2014/main" id="{A589E673-D46B-C28F-2104-9245601D440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1" name="Cube 550">
              <a:extLst>
                <a:ext uri="{FF2B5EF4-FFF2-40B4-BE49-F238E27FC236}">
                  <a16:creationId xmlns:a16="http://schemas.microsoft.com/office/drawing/2014/main" id="{419F5FB1-C2D6-B2C0-3F87-3CE46F89ABF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2" name="Cube 551">
              <a:extLst>
                <a:ext uri="{FF2B5EF4-FFF2-40B4-BE49-F238E27FC236}">
                  <a16:creationId xmlns:a16="http://schemas.microsoft.com/office/drawing/2014/main" id="{B1F0B409-DA1B-0529-9955-5DF0F20B84A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3" name="Cube 552">
              <a:extLst>
                <a:ext uri="{FF2B5EF4-FFF2-40B4-BE49-F238E27FC236}">
                  <a16:creationId xmlns:a16="http://schemas.microsoft.com/office/drawing/2014/main" id="{36AE2078-6DA6-069F-AC93-D064E145496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4" name="Cube 553">
              <a:extLst>
                <a:ext uri="{FF2B5EF4-FFF2-40B4-BE49-F238E27FC236}">
                  <a16:creationId xmlns:a16="http://schemas.microsoft.com/office/drawing/2014/main" id="{7FB5B1D3-3076-8337-E0F7-FF9C14BE4FC4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5" name="Cube 554">
              <a:extLst>
                <a:ext uri="{FF2B5EF4-FFF2-40B4-BE49-F238E27FC236}">
                  <a16:creationId xmlns:a16="http://schemas.microsoft.com/office/drawing/2014/main" id="{3E7302D0-4A8A-7268-C489-996B4A1176E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6" name="Cube 555">
              <a:extLst>
                <a:ext uri="{FF2B5EF4-FFF2-40B4-BE49-F238E27FC236}">
                  <a16:creationId xmlns:a16="http://schemas.microsoft.com/office/drawing/2014/main" id="{896A84C6-7C4C-823F-8FF5-B4C85011394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57" name="Group 556">
            <a:extLst>
              <a:ext uri="{FF2B5EF4-FFF2-40B4-BE49-F238E27FC236}">
                <a16:creationId xmlns:a16="http://schemas.microsoft.com/office/drawing/2014/main" id="{B8466A8D-BD2B-85B5-31F4-BCAFAB0D818A}"/>
              </a:ext>
            </a:extLst>
          </p:cNvPr>
          <p:cNvGrpSpPr/>
          <p:nvPr/>
        </p:nvGrpSpPr>
        <p:grpSpPr>
          <a:xfrm>
            <a:off x="105064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58" name="Cube 557">
              <a:extLst>
                <a:ext uri="{FF2B5EF4-FFF2-40B4-BE49-F238E27FC236}">
                  <a16:creationId xmlns:a16="http://schemas.microsoft.com/office/drawing/2014/main" id="{5D15649E-5DF4-7CA1-0724-D40F522527D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9" name="Cube 558">
              <a:extLst>
                <a:ext uri="{FF2B5EF4-FFF2-40B4-BE49-F238E27FC236}">
                  <a16:creationId xmlns:a16="http://schemas.microsoft.com/office/drawing/2014/main" id="{06337BEE-F392-C290-CD58-A6D4455F1AB7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0" name="Cube 559">
              <a:extLst>
                <a:ext uri="{FF2B5EF4-FFF2-40B4-BE49-F238E27FC236}">
                  <a16:creationId xmlns:a16="http://schemas.microsoft.com/office/drawing/2014/main" id="{F3184E79-1376-1CF0-7D8F-06531E38E02E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1" name="Cube 560">
              <a:extLst>
                <a:ext uri="{FF2B5EF4-FFF2-40B4-BE49-F238E27FC236}">
                  <a16:creationId xmlns:a16="http://schemas.microsoft.com/office/drawing/2014/main" id="{7A2D7D19-9BAB-C6BD-7345-FBA815383A42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2" name="Cube 561">
              <a:extLst>
                <a:ext uri="{FF2B5EF4-FFF2-40B4-BE49-F238E27FC236}">
                  <a16:creationId xmlns:a16="http://schemas.microsoft.com/office/drawing/2014/main" id="{FF7AB439-BBCD-74C0-5FC3-AAF716E63C2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3" name="Cube 562">
              <a:extLst>
                <a:ext uri="{FF2B5EF4-FFF2-40B4-BE49-F238E27FC236}">
                  <a16:creationId xmlns:a16="http://schemas.microsoft.com/office/drawing/2014/main" id="{6C79B644-BFA5-4E7F-CC44-233AF7B3E81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4" name="Cube 563">
              <a:extLst>
                <a:ext uri="{FF2B5EF4-FFF2-40B4-BE49-F238E27FC236}">
                  <a16:creationId xmlns:a16="http://schemas.microsoft.com/office/drawing/2014/main" id="{7BCB8AC9-9736-C983-BD2C-97FF0D9A7FC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5" name="Cube 564">
              <a:extLst>
                <a:ext uri="{FF2B5EF4-FFF2-40B4-BE49-F238E27FC236}">
                  <a16:creationId xmlns:a16="http://schemas.microsoft.com/office/drawing/2014/main" id="{5685175B-1BA1-87BB-2DED-7D8EFDD7FA7E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6" name="Cube 565">
              <a:extLst>
                <a:ext uri="{FF2B5EF4-FFF2-40B4-BE49-F238E27FC236}">
                  <a16:creationId xmlns:a16="http://schemas.microsoft.com/office/drawing/2014/main" id="{41690321-09C6-3E96-A35D-3EF3F602C20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7" name="Cube 566">
              <a:extLst>
                <a:ext uri="{FF2B5EF4-FFF2-40B4-BE49-F238E27FC236}">
                  <a16:creationId xmlns:a16="http://schemas.microsoft.com/office/drawing/2014/main" id="{28FC8F77-BD6D-088A-FC75-68873D0591E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68" name="Group 567">
            <a:extLst>
              <a:ext uri="{FF2B5EF4-FFF2-40B4-BE49-F238E27FC236}">
                <a16:creationId xmlns:a16="http://schemas.microsoft.com/office/drawing/2014/main" id="{D659A75E-E274-BB5A-079C-EFF57914DF1F}"/>
              </a:ext>
            </a:extLst>
          </p:cNvPr>
          <p:cNvGrpSpPr/>
          <p:nvPr/>
        </p:nvGrpSpPr>
        <p:grpSpPr>
          <a:xfrm>
            <a:off x="1446668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69" name="Cube 568">
              <a:extLst>
                <a:ext uri="{FF2B5EF4-FFF2-40B4-BE49-F238E27FC236}">
                  <a16:creationId xmlns:a16="http://schemas.microsoft.com/office/drawing/2014/main" id="{03C1AD30-26A1-4098-834D-9F5C30DB72BE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0" name="Cube 569">
              <a:extLst>
                <a:ext uri="{FF2B5EF4-FFF2-40B4-BE49-F238E27FC236}">
                  <a16:creationId xmlns:a16="http://schemas.microsoft.com/office/drawing/2014/main" id="{D6270C19-2343-420F-598C-57B73AFBD6EA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1" name="Cube 570">
              <a:extLst>
                <a:ext uri="{FF2B5EF4-FFF2-40B4-BE49-F238E27FC236}">
                  <a16:creationId xmlns:a16="http://schemas.microsoft.com/office/drawing/2014/main" id="{FD32A81D-E500-5E93-F205-61E2F8B1A112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2" name="Cube 571">
              <a:extLst>
                <a:ext uri="{FF2B5EF4-FFF2-40B4-BE49-F238E27FC236}">
                  <a16:creationId xmlns:a16="http://schemas.microsoft.com/office/drawing/2014/main" id="{6AEF92DD-E565-7D62-0F23-3CD72F74440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3" name="Cube 572">
              <a:extLst>
                <a:ext uri="{FF2B5EF4-FFF2-40B4-BE49-F238E27FC236}">
                  <a16:creationId xmlns:a16="http://schemas.microsoft.com/office/drawing/2014/main" id="{23F2ABD0-AE00-15A0-1324-9E0750F84F1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4" name="Cube 573">
              <a:extLst>
                <a:ext uri="{FF2B5EF4-FFF2-40B4-BE49-F238E27FC236}">
                  <a16:creationId xmlns:a16="http://schemas.microsoft.com/office/drawing/2014/main" id="{9B9BAFB3-1743-5495-A185-33387BD3BC42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5" name="Cube 574">
              <a:extLst>
                <a:ext uri="{FF2B5EF4-FFF2-40B4-BE49-F238E27FC236}">
                  <a16:creationId xmlns:a16="http://schemas.microsoft.com/office/drawing/2014/main" id="{7E399723-E355-9F95-8B96-1A1740C507D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6" name="Cube 575">
              <a:extLst>
                <a:ext uri="{FF2B5EF4-FFF2-40B4-BE49-F238E27FC236}">
                  <a16:creationId xmlns:a16="http://schemas.microsoft.com/office/drawing/2014/main" id="{9BA673E6-329F-E2A2-7376-BAA69F4A1853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7" name="Cube 576">
              <a:extLst>
                <a:ext uri="{FF2B5EF4-FFF2-40B4-BE49-F238E27FC236}">
                  <a16:creationId xmlns:a16="http://schemas.microsoft.com/office/drawing/2014/main" id="{3116F2BE-EFE6-3CFF-8ABB-ED16F1832A3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8" name="Cube 577">
              <a:extLst>
                <a:ext uri="{FF2B5EF4-FFF2-40B4-BE49-F238E27FC236}">
                  <a16:creationId xmlns:a16="http://schemas.microsoft.com/office/drawing/2014/main" id="{65B01EC2-CFE6-58C6-CFFA-CA69C9D5E5A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BC334B33-967C-E1C4-D320-C987B7CB53EA}"/>
              </a:ext>
            </a:extLst>
          </p:cNvPr>
          <p:cNvGrpSpPr/>
          <p:nvPr/>
        </p:nvGrpSpPr>
        <p:grpSpPr>
          <a:xfrm>
            <a:off x="1842693" y="4064924"/>
            <a:ext cx="288663" cy="2195247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80" name="Cube 579">
              <a:extLst>
                <a:ext uri="{FF2B5EF4-FFF2-40B4-BE49-F238E27FC236}">
                  <a16:creationId xmlns:a16="http://schemas.microsoft.com/office/drawing/2014/main" id="{614BB669-5E9F-88B3-C04A-BD160F064CA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1" name="Cube 580">
              <a:extLst>
                <a:ext uri="{FF2B5EF4-FFF2-40B4-BE49-F238E27FC236}">
                  <a16:creationId xmlns:a16="http://schemas.microsoft.com/office/drawing/2014/main" id="{7DDFEED9-DE2C-479F-B7C1-532C2F60835C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2" name="Cube 581">
              <a:extLst>
                <a:ext uri="{FF2B5EF4-FFF2-40B4-BE49-F238E27FC236}">
                  <a16:creationId xmlns:a16="http://schemas.microsoft.com/office/drawing/2014/main" id="{AE32FD41-A2D4-094D-64B5-23B66725E4A1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3" name="Cube 582">
              <a:extLst>
                <a:ext uri="{FF2B5EF4-FFF2-40B4-BE49-F238E27FC236}">
                  <a16:creationId xmlns:a16="http://schemas.microsoft.com/office/drawing/2014/main" id="{BF3393AC-1847-D133-7FE7-6225534BC8E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4" name="Cube 583">
              <a:extLst>
                <a:ext uri="{FF2B5EF4-FFF2-40B4-BE49-F238E27FC236}">
                  <a16:creationId xmlns:a16="http://schemas.microsoft.com/office/drawing/2014/main" id="{5A6A87F9-20E6-E54C-21CF-5B004509DFD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5" name="Cube 584">
              <a:extLst>
                <a:ext uri="{FF2B5EF4-FFF2-40B4-BE49-F238E27FC236}">
                  <a16:creationId xmlns:a16="http://schemas.microsoft.com/office/drawing/2014/main" id="{B8093846-402C-088C-EC28-D01A757588CA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6" name="Cube 585">
              <a:extLst>
                <a:ext uri="{FF2B5EF4-FFF2-40B4-BE49-F238E27FC236}">
                  <a16:creationId xmlns:a16="http://schemas.microsoft.com/office/drawing/2014/main" id="{D8D913E0-618B-75FF-FB33-58979BC2BF6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7" name="Cube 586">
              <a:extLst>
                <a:ext uri="{FF2B5EF4-FFF2-40B4-BE49-F238E27FC236}">
                  <a16:creationId xmlns:a16="http://schemas.microsoft.com/office/drawing/2014/main" id="{9BF7B604-BD2E-DDAE-D736-D02CACB7D65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8" name="Cube 587">
              <a:extLst>
                <a:ext uri="{FF2B5EF4-FFF2-40B4-BE49-F238E27FC236}">
                  <a16:creationId xmlns:a16="http://schemas.microsoft.com/office/drawing/2014/main" id="{1E135C77-EEC9-D28B-5A88-32E35BBEEB1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9" name="Cube 588">
              <a:extLst>
                <a:ext uri="{FF2B5EF4-FFF2-40B4-BE49-F238E27FC236}">
                  <a16:creationId xmlns:a16="http://schemas.microsoft.com/office/drawing/2014/main" id="{71F1CB6F-55E6-BEA9-B8D6-F44F216DBD2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A8B4508-4190-ECF4-A3C7-DC7165399BCD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154028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0,03   +   0,04   =   _________</a:t>
            </a:r>
          </a:p>
        </p:txBody>
      </p:sp>
      <p:sp>
        <p:nvSpPr>
          <p:cNvPr id="38" name="Cube 37">
            <a:extLst>
              <a:ext uri="{FF2B5EF4-FFF2-40B4-BE49-F238E27FC236}">
                <a16:creationId xmlns:a16="http://schemas.microsoft.com/office/drawing/2014/main" id="{3E42AAC7-10AC-E48F-4CFC-95DE0F6EA6E0}"/>
              </a:ext>
            </a:extLst>
          </p:cNvPr>
          <p:cNvSpPr/>
          <p:nvPr/>
        </p:nvSpPr>
        <p:spPr>
          <a:xfrm>
            <a:off x="4783019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Cube 38">
            <a:extLst>
              <a:ext uri="{FF2B5EF4-FFF2-40B4-BE49-F238E27FC236}">
                <a16:creationId xmlns:a16="http://schemas.microsoft.com/office/drawing/2014/main" id="{EFF25F19-6BA9-57AD-8DFB-8A8A450F71DA}"/>
              </a:ext>
            </a:extLst>
          </p:cNvPr>
          <p:cNvSpPr/>
          <p:nvPr/>
        </p:nvSpPr>
        <p:spPr>
          <a:xfrm>
            <a:off x="4783019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Cube 39">
            <a:extLst>
              <a:ext uri="{FF2B5EF4-FFF2-40B4-BE49-F238E27FC236}">
                <a16:creationId xmlns:a16="http://schemas.microsoft.com/office/drawing/2014/main" id="{F5FC16BB-C768-BF86-5DA4-ED5AF2C3C7AA}"/>
              </a:ext>
            </a:extLst>
          </p:cNvPr>
          <p:cNvSpPr/>
          <p:nvPr/>
        </p:nvSpPr>
        <p:spPr>
          <a:xfrm>
            <a:off x="4783019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Cube 40">
            <a:extLst>
              <a:ext uri="{FF2B5EF4-FFF2-40B4-BE49-F238E27FC236}">
                <a16:creationId xmlns:a16="http://schemas.microsoft.com/office/drawing/2014/main" id="{99C26A5D-CD1F-4BC3-6E9C-9CA28817EA5E}"/>
              </a:ext>
            </a:extLst>
          </p:cNvPr>
          <p:cNvSpPr/>
          <p:nvPr/>
        </p:nvSpPr>
        <p:spPr>
          <a:xfrm>
            <a:off x="4783019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Cube 41">
            <a:extLst>
              <a:ext uri="{FF2B5EF4-FFF2-40B4-BE49-F238E27FC236}">
                <a16:creationId xmlns:a16="http://schemas.microsoft.com/office/drawing/2014/main" id="{1154B0C6-4659-5DB5-F801-A7696FF6D1CE}"/>
              </a:ext>
            </a:extLst>
          </p:cNvPr>
          <p:cNvSpPr/>
          <p:nvPr/>
        </p:nvSpPr>
        <p:spPr>
          <a:xfrm>
            <a:off x="4783019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Cube 42">
            <a:extLst>
              <a:ext uri="{FF2B5EF4-FFF2-40B4-BE49-F238E27FC236}">
                <a16:creationId xmlns:a16="http://schemas.microsoft.com/office/drawing/2014/main" id="{02AB290B-B883-4AF8-3BED-0698D4FEE273}"/>
              </a:ext>
            </a:extLst>
          </p:cNvPr>
          <p:cNvSpPr/>
          <p:nvPr/>
        </p:nvSpPr>
        <p:spPr>
          <a:xfrm>
            <a:off x="4783019" y="468965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Cube 43">
            <a:extLst>
              <a:ext uri="{FF2B5EF4-FFF2-40B4-BE49-F238E27FC236}">
                <a16:creationId xmlns:a16="http://schemas.microsoft.com/office/drawing/2014/main" id="{01165E4E-0463-808A-A991-BB550C8B0EF9}"/>
              </a:ext>
            </a:extLst>
          </p:cNvPr>
          <p:cNvSpPr/>
          <p:nvPr/>
        </p:nvSpPr>
        <p:spPr>
          <a:xfrm>
            <a:off x="4783019" y="443803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F10F09-71B8-9705-1281-49807A676FDA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9614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0,07   +   0,04   =   _________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6FEDD7B-C5CE-B89B-372A-9AE037A3724D}"/>
              </a:ext>
            </a:extLst>
          </p:cNvPr>
          <p:cNvGrpSpPr/>
          <p:nvPr/>
        </p:nvGrpSpPr>
        <p:grpSpPr>
          <a:xfrm>
            <a:off x="717803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57B9351D-3A60-08D9-1365-B449357A3E1B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9E665E22-EA27-6A0C-B31B-B04F3C619BF0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0D75C06D-F9AA-65C9-DC24-C74F3E801FBB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22BB60D4-6E53-2208-DBF6-3B2504B2AD2A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21CCE342-25D0-1EAD-855E-66DE7237AE0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DAD7BE34-0398-E3FF-E796-4D384C4B805C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848AC908-26C4-E509-9213-BF4B268845BE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5EF9D162-4083-0C05-DFA4-01A98434DE3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961DD862-A95F-B598-CDF1-5E9EBF3FBD7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90E33D49-AA2F-5C2F-0D3F-B7108F21DC2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" name="Cube 14">
            <a:extLst>
              <a:ext uri="{FF2B5EF4-FFF2-40B4-BE49-F238E27FC236}">
                <a16:creationId xmlns:a16="http://schemas.microsoft.com/office/drawing/2014/main" id="{6347D924-E5DA-27AD-EF89-E6C4A6F9D157}"/>
              </a:ext>
            </a:extLst>
          </p:cNvPr>
          <p:cNvSpPr/>
          <p:nvPr/>
        </p:nvSpPr>
        <p:spPr>
          <a:xfrm>
            <a:off x="7667537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Arrow: Left-Right 74">
            <a:extLst>
              <a:ext uri="{FF2B5EF4-FFF2-40B4-BE49-F238E27FC236}">
                <a16:creationId xmlns:a16="http://schemas.microsoft.com/office/drawing/2014/main" id="{BB0154EF-0570-9C11-904E-8D16A93955DB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6" name="Cube 75">
            <a:extLst>
              <a:ext uri="{FF2B5EF4-FFF2-40B4-BE49-F238E27FC236}">
                <a16:creationId xmlns:a16="http://schemas.microsoft.com/office/drawing/2014/main" id="{97858A0B-F242-C91F-FC90-9148FE3DBE86}"/>
              </a:ext>
            </a:extLst>
          </p:cNvPr>
          <p:cNvSpPr/>
          <p:nvPr/>
        </p:nvSpPr>
        <p:spPr>
          <a:xfrm>
            <a:off x="2771339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4798F3C3-034D-F136-0CF9-F1D2025577CA}"/>
              </a:ext>
            </a:extLst>
          </p:cNvPr>
          <p:cNvGrpSpPr/>
          <p:nvPr/>
        </p:nvGrpSpPr>
        <p:grpSpPr>
          <a:xfrm>
            <a:off x="2285564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521D1867-C8F1-2A69-89A2-F19171E61BB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9" name="Cube 78">
              <a:extLst>
                <a:ext uri="{FF2B5EF4-FFF2-40B4-BE49-F238E27FC236}">
                  <a16:creationId xmlns:a16="http://schemas.microsoft.com/office/drawing/2014/main" id="{10D6E6D0-98BA-6D25-CB8A-751CCDDAE821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BCC38045-654E-A02A-AE3D-47137BCB492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1DF7D30A-94D4-3B5B-64BE-1E9A19ACA63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495DD797-1D55-03DE-8204-28EA2DC8B84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86991B38-2367-328B-F37B-679E6FC3C1C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4388270A-F16B-2375-906C-15A24E378BE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5" name="Cube 84">
              <a:extLst>
                <a:ext uri="{FF2B5EF4-FFF2-40B4-BE49-F238E27FC236}">
                  <a16:creationId xmlns:a16="http://schemas.microsoft.com/office/drawing/2014/main" id="{A7A1DE70-080A-73AD-F580-58566F250358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B44A3FFC-D28E-77D8-79DF-830B69C7453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539DF296-480C-7D8D-7AC2-58C53CB026A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EC7E5A54-586C-A7DC-0378-DDD6F20C80EC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11900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5" grpId="0" animBg="1"/>
      <p:bldP spid="7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0,16   +   0,03   =   _________</a:t>
            </a:r>
          </a:p>
        </p:txBody>
      </p:sp>
      <p:sp>
        <p:nvSpPr>
          <p:cNvPr id="53" name="Cube 52">
            <a:extLst>
              <a:ext uri="{FF2B5EF4-FFF2-40B4-BE49-F238E27FC236}">
                <a16:creationId xmlns:a16="http://schemas.microsoft.com/office/drawing/2014/main" id="{CFC0B0F4-0AB0-7C41-A93F-1D81A5589801}"/>
              </a:ext>
            </a:extLst>
          </p:cNvPr>
          <p:cNvSpPr/>
          <p:nvPr/>
        </p:nvSpPr>
        <p:spPr>
          <a:xfrm>
            <a:off x="5003999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4" name="Cube 53">
            <a:extLst>
              <a:ext uri="{FF2B5EF4-FFF2-40B4-BE49-F238E27FC236}">
                <a16:creationId xmlns:a16="http://schemas.microsoft.com/office/drawing/2014/main" id="{398638F3-B966-C05B-7DAB-F215EB39750B}"/>
              </a:ext>
            </a:extLst>
          </p:cNvPr>
          <p:cNvSpPr/>
          <p:nvPr/>
        </p:nvSpPr>
        <p:spPr>
          <a:xfrm>
            <a:off x="5003999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5" name="Cube 54">
            <a:extLst>
              <a:ext uri="{FF2B5EF4-FFF2-40B4-BE49-F238E27FC236}">
                <a16:creationId xmlns:a16="http://schemas.microsoft.com/office/drawing/2014/main" id="{FA550C1B-721C-D7E8-09E1-4773DE776412}"/>
              </a:ext>
            </a:extLst>
          </p:cNvPr>
          <p:cNvSpPr/>
          <p:nvPr/>
        </p:nvSpPr>
        <p:spPr>
          <a:xfrm>
            <a:off x="5003999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6" name="Cube 55">
            <a:extLst>
              <a:ext uri="{FF2B5EF4-FFF2-40B4-BE49-F238E27FC236}">
                <a16:creationId xmlns:a16="http://schemas.microsoft.com/office/drawing/2014/main" id="{B3083FEB-953A-2970-7C20-9E9BBECD0442}"/>
              </a:ext>
            </a:extLst>
          </p:cNvPr>
          <p:cNvSpPr/>
          <p:nvPr/>
        </p:nvSpPr>
        <p:spPr>
          <a:xfrm>
            <a:off x="5003999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7" name="Cube 56">
            <a:extLst>
              <a:ext uri="{FF2B5EF4-FFF2-40B4-BE49-F238E27FC236}">
                <a16:creationId xmlns:a16="http://schemas.microsoft.com/office/drawing/2014/main" id="{EA6C5AB9-68D5-2CBB-5632-FB4680FFA231}"/>
              </a:ext>
            </a:extLst>
          </p:cNvPr>
          <p:cNvSpPr/>
          <p:nvPr/>
        </p:nvSpPr>
        <p:spPr>
          <a:xfrm>
            <a:off x="5003999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Cube 57">
            <a:extLst>
              <a:ext uri="{FF2B5EF4-FFF2-40B4-BE49-F238E27FC236}">
                <a16:creationId xmlns:a16="http://schemas.microsoft.com/office/drawing/2014/main" id="{F7A41352-E568-8FD5-49C1-E28E41B527F0}"/>
              </a:ext>
            </a:extLst>
          </p:cNvPr>
          <p:cNvSpPr/>
          <p:nvPr/>
        </p:nvSpPr>
        <p:spPr>
          <a:xfrm>
            <a:off x="5003999" y="468965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9" name="Cube 58">
            <a:extLst>
              <a:ext uri="{FF2B5EF4-FFF2-40B4-BE49-F238E27FC236}">
                <a16:creationId xmlns:a16="http://schemas.microsoft.com/office/drawing/2014/main" id="{373F486A-8BD7-88FE-AA26-0DE449B71036}"/>
              </a:ext>
            </a:extLst>
          </p:cNvPr>
          <p:cNvSpPr/>
          <p:nvPr/>
        </p:nvSpPr>
        <p:spPr>
          <a:xfrm>
            <a:off x="5003999" y="443803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0" name="Cube 59">
            <a:extLst>
              <a:ext uri="{FF2B5EF4-FFF2-40B4-BE49-F238E27FC236}">
                <a16:creationId xmlns:a16="http://schemas.microsoft.com/office/drawing/2014/main" id="{305E9BD2-F38F-8FDD-AA14-E1008E087100}"/>
              </a:ext>
            </a:extLst>
          </p:cNvPr>
          <p:cNvSpPr/>
          <p:nvPr/>
        </p:nvSpPr>
        <p:spPr>
          <a:xfrm>
            <a:off x="5003999" y="4186413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Cube 60">
            <a:extLst>
              <a:ext uri="{FF2B5EF4-FFF2-40B4-BE49-F238E27FC236}">
                <a16:creationId xmlns:a16="http://schemas.microsoft.com/office/drawing/2014/main" id="{2D4F9123-0348-C379-9DAD-489BFF9C48BC}"/>
              </a:ext>
            </a:extLst>
          </p:cNvPr>
          <p:cNvSpPr/>
          <p:nvPr/>
        </p:nvSpPr>
        <p:spPr>
          <a:xfrm>
            <a:off x="5003999" y="3934793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B059BF-D50D-FA1A-D119-FF7738CC5176}"/>
              </a:ext>
            </a:extLst>
          </p:cNvPr>
          <p:cNvGrpSpPr/>
          <p:nvPr/>
        </p:nvGrpSpPr>
        <p:grpSpPr>
          <a:xfrm>
            <a:off x="445146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C2DEDC0B-03D1-1DA9-1716-4B6EA76AB34A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D6DE1859-ACA3-5BB1-BFB6-92828983393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AD69C269-0578-A657-5A35-950F00C6A5A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D16603B2-2B4E-3F6C-591A-4A8209FFDB3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8FAE93EE-6C54-D1FF-A14B-36E5CDA72BD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EA84778C-4CEA-3C6A-C8C6-002E914E5243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9C1C71D1-E7D5-59A9-BFE4-3D46AA999BB3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96BD61CE-9B96-A12A-999A-F9C800E2C2E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A4026C1C-7EED-85CF-FA9A-4C6194ED445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A63E65EB-7D10-8869-1702-8C9819C35FB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B56C5B8-2D5A-C32F-F91F-E497BC367CB9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89980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0,05   +   0,15   =   _________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61BF63F-F9B2-F2CB-C30A-B94B8D320A15}"/>
              </a:ext>
            </a:extLst>
          </p:cNvPr>
          <p:cNvGrpSpPr/>
          <p:nvPr/>
        </p:nvGrpSpPr>
        <p:grpSpPr>
          <a:xfrm>
            <a:off x="506158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F0C69825-1F6D-C5F2-8126-E5340D238F5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B0B1A0F5-8F28-E9A7-401B-97251B1DA99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A6030381-046A-5E2C-43AC-3C672455405E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158C70AC-26CC-3DE6-4C88-98212C1A89A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01C64D1E-FEE0-8E3A-4F44-EE41A297D3BD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594DF907-1AA4-BE3F-1CC7-541C6BF0C54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D2440C6D-4F75-103E-8456-6B103D74D65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FE2286AF-BF77-FC37-FE0F-454E8C2414D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0514D407-6514-7593-6B56-716BFE10046E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E381736B-1D13-573C-3BC4-9E114777DBC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3F53F67-4A25-9820-6B41-B71C3E0CD4CE}"/>
              </a:ext>
            </a:extLst>
          </p:cNvPr>
          <p:cNvGrpSpPr/>
          <p:nvPr/>
        </p:nvGrpSpPr>
        <p:grpSpPr>
          <a:xfrm>
            <a:off x="448800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69F5DF50-7FD3-3D23-5784-8FEF3DBC1F6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7" name="Cube 26">
              <a:extLst>
                <a:ext uri="{FF2B5EF4-FFF2-40B4-BE49-F238E27FC236}">
                  <a16:creationId xmlns:a16="http://schemas.microsoft.com/office/drawing/2014/main" id="{D2B634CF-E570-9F54-940A-703CC95018A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B345CC84-D42E-CF90-E955-92B1DB1D410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68863AED-C360-C4D0-D78D-C03AB0DFE7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40A5F0C9-4169-D3A5-3EE0-1BF1939C0742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Cube 33">
              <a:extLst>
                <a:ext uri="{FF2B5EF4-FFF2-40B4-BE49-F238E27FC236}">
                  <a16:creationId xmlns:a16="http://schemas.microsoft.com/office/drawing/2014/main" id="{0BEC7468-FAA1-5988-B2D7-3B686C156ED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" name="Cube 49">
              <a:extLst>
                <a:ext uri="{FF2B5EF4-FFF2-40B4-BE49-F238E27FC236}">
                  <a16:creationId xmlns:a16="http://schemas.microsoft.com/office/drawing/2014/main" id="{249B1B5F-1D0E-BF89-3AFA-1115B0C2542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" name="Cube 50">
              <a:extLst>
                <a:ext uri="{FF2B5EF4-FFF2-40B4-BE49-F238E27FC236}">
                  <a16:creationId xmlns:a16="http://schemas.microsoft.com/office/drawing/2014/main" id="{6A06FD33-C7A6-87A1-3C7C-DA7B48070E5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" name="Cube 51">
              <a:extLst>
                <a:ext uri="{FF2B5EF4-FFF2-40B4-BE49-F238E27FC236}">
                  <a16:creationId xmlns:a16="http://schemas.microsoft.com/office/drawing/2014/main" id="{6C357668-13B8-CF6A-2835-4536F3705E7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D9BB9856-81EE-1779-2ED3-660FA98FD38B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0D8BE78-C4FF-35C0-D86F-2AE44B6BBFAB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64029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0,16   +   0,14   =   _________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E997731-B44A-CD97-70AD-B3990B2946F0}"/>
              </a:ext>
            </a:extLst>
          </p:cNvPr>
          <p:cNvGrpSpPr/>
          <p:nvPr/>
        </p:nvGrpSpPr>
        <p:grpSpPr>
          <a:xfrm>
            <a:off x="4202081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8" name="Cube 37">
              <a:extLst>
                <a:ext uri="{FF2B5EF4-FFF2-40B4-BE49-F238E27FC236}">
                  <a16:creationId xmlns:a16="http://schemas.microsoft.com/office/drawing/2014/main" id="{2B42F3E3-E45F-A823-9299-E34BF7E4DFF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9" name="Cube 38">
              <a:extLst>
                <a:ext uri="{FF2B5EF4-FFF2-40B4-BE49-F238E27FC236}">
                  <a16:creationId xmlns:a16="http://schemas.microsoft.com/office/drawing/2014/main" id="{2D821FEE-FB97-BA98-7150-E7D20801802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0" name="Cube 39">
              <a:extLst>
                <a:ext uri="{FF2B5EF4-FFF2-40B4-BE49-F238E27FC236}">
                  <a16:creationId xmlns:a16="http://schemas.microsoft.com/office/drawing/2014/main" id="{E5A130AC-C1BA-545F-075B-D4F914FB41C3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C632E442-65E7-82F6-14B3-E80A0301C0AA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6025A850-3AAF-9952-02EA-592D9C748BD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2C19E6DE-391A-8DA0-9C58-3A67B097A61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C3BFCFD1-0693-99B4-E439-3197D0D5EFD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E68A0FD9-93A0-01C8-52D7-8037B7A1D14E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B16B5947-F225-B1D4-39EC-AC159406335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BACE19DD-76B2-4D2B-00C0-151CD9609030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C6A3127-F0DE-36B3-021C-317613E15C59}"/>
              </a:ext>
            </a:extLst>
          </p:cNvPr>
          <p:cNvGrpSpPr/>
          <p:nvPr/>
        </p:nvGrpSpPr>
        <p:grpSpPr>
          <a:xfrm>
            <a:off x="4767346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75" name="Cube 74">
              <a:extLst>
                <a:ext uri="{FF2B5EF4-FFF2-40B4-BE49-F238E27FC236}">
                  <a16:creationId xmlns:a16="http://schemas.microsoft.com/office/drawing/2014/main" id="{20DFF753-BF6F-67C7-6A8D-0AB910B84FC8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6" name="Cube 75">
              <a:extLst>
                <a:ext uri="{FF2B5EF4-FFF2-40B4-BE49-F238E27FC236}">
                  <a16:creationId xmlns:a16="http://schemas.microsoft.com/office/drawing/2014/main" id="{AFBE58A9-770C-D12A-86A7-D2194F0C3B0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7" name="Cube 76">
              <a:extLst>
                <a:ext uri="{FF2B5EF4-FFF2-40B4-BE49-F238E27FC236}">
                  <a16:creationId xmlns:a16="http://schemas.microsoft.com/office/drawing/2014/main" id="{4771AC2C-4D08-CBD6-C9C3-E4D11291346D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303FEA11-9A26-15B6-3D80-1D696843AAB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9" name="Cube 78">
              <a:extLst>
                <a:ext uri="{FF2B5EF4-FFF2-40B4-BE49-F238E27FC236}">
                  <a16:creationId xmlns:a16="http://schemas.microsoft.com/office/drawing/2014/main" id="{C2E3BC4F-D04D-73EE-40B6-8F47624EFFC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0069660D-316C-AFA7-658B-AA6835059D0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6B994922-C3D4-74C7-C4C7-037A42DDFC8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9D6945C5-E901-FFD1-460A-50934CBEC483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30C3E245-25CA-F67C-B9C7-3841EE543F79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2AFCA49E-57C6-D119-7A5B-76C3BE6304B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6095071D-CBF7-D440-C31B-1BEA849C1A55}"/>
              </a:ext>
            </a:extLst>
          </p:cNvPr>
          <p:cNvGrpSpPr/>
          <p:nvPr/>
        </p:nvGrpSpPr>
        <p:grpSpPr>
          <a:xfrm>
            <a:off x="5407426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2E8874FC-312B-D3B4-9C94-2303F56DA81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3314A722-84BC-91A7-35A6-5DF1CEFA71A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5" name="Cube 94">
              <a:extLst>
                <a:ext uri="{FF2B5EF4-FFF2-40B4-BE49-F238E27FC236}">
                  <a16:creationId xmlns:a16="http://schemas.microsoft.com/office/drawing/2014/main" id="{E96A648D-CDBF-FD96-8667-A344CE67489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B763A3C8-3712-A298-A036-F8535B01AA4B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7" name="Cube 96">
              <a:extLst>
                <a:ext uri="{FF2B5EF4-FFF2-40B4-BE49-F238E27FC236}">
                  <a16:creationId xmlns:a16="http://schemas.microsoft.com/office/drawing/2014/main" id="{C48E95E5-7866-F8E8-0418-0821A37D747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2654A33D-5838-CC44-9DBE-1D117551E29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9" name="Cube 98">
              <a:extLst>
                <a:ext uri="{FF2B5EF4-FFF2-40B4-BE49-F238E27FC236}">
                  <a16:creationId xmlns:a16="http://schemas.microsoft.com/office/drawing/2014/main" id="{242FE173-4537-1E5C-0601-753380BEF0F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0" name="Cube 99">
              <a:extLst>
                <a:ext uri="{FF2B5EF4-FFF2-40B4-BE49-F238E27FC236}">
                  <a16:creationId xmlns:a16="http://schemas.microsoft.com/office/drawing/2014/main" id="{B2FD2A6A-0C16-1192-ED1F-5FB0175C607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1" name="Cube 100">
              <a:extLst>
                <a:ext uri="{FF2B5EF4-FFF2-40B4-BE49-F238E27FC236}">
                  <a16:creationId xmlns:a16="http://schemas.microsoft.com/office/drawing/2014/main" id="{547CD3AD-DB91-CE76-F4A3-65A6EBC32F9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2" name="Cube 101">
              <a:extLst>
                <a:ext uri="{FF2B5EF4-FFF2-40B4-BE49-F238E27FC236}">
                  <a16:creationId xmlns:a16="http://schemas.microsoft.com/office/drawing/2014/main" id="{4E4452A4-DD13-B2A4-1D4E-69876A90DFD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FD30D80-49D2-A59C-D6B2-9C7FAB22DC27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12930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0,12   +   0,14   =   _________</a:t>
            </a:r>
          </a:p>
        </p:txBody>
      </p:sp>
      <p:sp>
        <p:nvSpPr>
          <p:cNvPr id="38" name="Cube 37">
            <a:extLst>
              <a:ext uri="{FF2B5EF4-FFF2-40B4-BE49-F238E27FC236}">
                <a16:creationId xmlns:a16="http://schemas.microsoft.com/office/drawing/2014/main" id="{3E42AAC7-10AC-E48F-4CFC-95DE0F6EA6E0}"/>
              </a:ext>
            </a:extLst>
          </p:cNvPr>
          <p:cNvSpPr/>
          <p:nvPr/>
        </p:nvSpPr>
        <p:spPr>
          <a:xfrm>
            <a:off x="5547790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9" name="Cube 38">
            <a:extLst>
              <a:ext uri="{FF2B5EF4-FFF2-40B4-BE49-F238E27FC236}">
                <a16:creationId xmlns:a16="http://schemas.microsoft.com/office/drawing/2014/main" id="{EFF25F19-6BA9-57AD-8DFB-8A8A450F71DA}"/>
              </a:ext>
            </a:extLst>
          </p:cNvPr>
          <p:cNvSpPr/>
          <p:nvPr/>
        </p:nvSpPr>
        <p:spPr>
          <a:xfrm>
            <a:off x="5547790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0" name="Cube 39">
            <a:extLst>
              <a:ext uri="{FF2B5EF4-FFF2-40B4-BE49-F238E27FC236}">
                <a16:creationId xmlns:a16="http://schemas.microsoft.com/office/drawing/2014/main" id="{F5FC16BB-C768-BF86-5DA4-ED5AF2C3C7AA}"/>
              </a:ext>
            </a:extLst>
          </p:cNvPr>
          <p:cNvSpPr/>
          <p:nvPr/>
        </p:nvSpPr>
        <p:spPr>
          <a:xfrm>
            <a:off x="5547790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1" name="Cube 40">
            <a:extLst>
              <a:ext uri="{FF2B5EF4-FFF2-40B4-BE49-F238E27FC236}">
                <a16:creationId xmlns:a16="http://schemas.microsoft.com/office/drawing/2014/main" id="{99C26A5D-CD1F-4BC3-6E9C-9CA28817EA5E}"/>
              </a:ext>
            </a:extLst>
          </p:cNvPr>
          <p:cNvSpPr/>
          <p:nvPr/>
        </p:nvSpPr>
        <p:spPr>
          <a:xfrm>
            <a:off x="5547790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2" name="Cube 41">
            <a:extLst>
              <a:ext uri="{FF2B5EF4-FFF2-40B4-BE49-F238E27FC236}">
                <a16:creationId xmlns:a16="http://schemas.microsoft.com/office/drawing/2014/main" id="{1154B0C6-4659-5DB5-F801-A7696FF6D1CE}"/>
              </a:ext>
            </a:extLst>
          </p:cNvPr>
          <p:cNvSpPr/>
          <p:nvPr/>
        </p:nvSpPr>
        <p:spPr>
          <a:xfrm>
            <a:off x="5547790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3" name="Cube 42">
            <a:extLst>
              <a:ext uri="{FF2B5EF4-FFF2-40B4-BE49-F238E27FC236}">
                <a16:creationId xmlns:a16="http://schemas.microsoft.com/office/drawing/2014/main" id="{02AB290B-B883-4AF8-3BED-0698D4FEE273}"/>
              </a:ext>
            </a:extLst>
          </p:cNvPr>
          <p:cNvSpPr/>
          <p:nvPr/>
        </p:nvSpPr>
        <p:spPr>
          <a:xfrm>
            <a:off x="5547790" y="4689652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1E5A58E-301E-8221-C570-34CAFFDBEA88}"/>
              </a:ext>
            </a:extLst>
          </p:cNvPr>
          <p:cNvGrpSpPr/>
          <p:nvPr/>
        </p:nvGrpSpPr>
        <p:grpSpPr>
          <a:xfrm>
            <a:off x="497014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D3FDC48A-EAF4-55BD-18CD-38893507CBD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18E2573E-6366-7B87-BAD5-FDD7601EC6C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" name="Cube 20">
              <a:extLst>
                <a:ext uri="{FF2B5EF4-FFF2-40B4-BE49-F238E27FC236}">
                  <a16:creationId xmlns:a16="http://schemas.microsoft.com/office/drawing/2014/main" id="{529DC6FC-F2C2-B596-0696-AC817C8A94BB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736D057B-EC24-DD75-0800-3D398878199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B7DDCC94-8B6C-E350-C815-AFCE271A0CB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4" name="Cube 23">
              <a:extLst>
                <a:ext uri="{FF2B5EF4-FFF2-40B4-BE49-F238E27FC236}">
                  <a16:creationId xmlns:a16="http://schemas.microsoft.com/office/drawing/2014/main" id="{26C7F184-B333-5F33-3DD7-0B7214B8D511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Cube 24">
              <a:extLst>
                <a:ext uri="{FF2B5EF4-FFF2-40B4-BE49-F238E27FC236}">
                  <a16:creationId xmlns:a16="http://schemas.microsoft.com/office/drawing/2014/main" id="{747EA717-D2F2-8691-131D-62D0FB1A3B8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Cube 25">
              <a:extLst>
                <a:ext uri="{FF2B5EF4-FFF2-40B4-BE49-F238E27FC236}">
                  <a16:creationId xmlns:a16="http://schemas.microsoft.com/office/drawing/2014/main" id="{56F0632D-D34A-A9F2-DD5D-7AB01EE45B8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D85613D4-649A-C0E4-C6AE-78561397232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" name="Cube 32">
              <a:extLst>
                <a:ext uri="{FF2B5EF4-FFF2-40B4-BE49-F238E27FC236}">
                  <a16:creationId xmlns:a16="http://schemas.microsoft.com/office/drawing/2014/main" id="{B2C38A03-98C2-A548-49B5-EB3DA99DEE6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0CCC1C2-B704-D60F-936A-5DC9162556D7}"/>
              </a:ext>
            </a:extLst>
          </p:cNvPr>
          <p:cNvGrpSpPr/>
          <p:nvPr/>
        </p:nvGrpSpPr>
        <p:grpSpPr>
          <a:xfrm>
            <a:off x="439656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08241473-8F12-712B-FB44-F0E8C1C00D24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" name="Cube 34">
              <a:extLst>
                <a:ext uri="{FF2B5EF4-FFF2-40B4-BE49-F238E27FC236}">
                  <a16:creationId xmlns:a16="http://schemas.microsoft.com/office/drawing/2014/main" id="{0B9A815C-482D-D761-0DB6-3DAFB0C8AB50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6" name="Cube 35">
              <a:extLst>
                <a:ext uri="{FF2B5EF4-FFF2-40B4-BE49-F238E27FC236}">
                  <a16:creationId xmlns:a16="http://schemas.microsoft.com/office/drawing/2014/main" id="{C320313E-D89E-0AD6-A1A6-55C4D368988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7" name="Cube 36">
              <a:extLst>
                <a:ext uri="{FF2B5EF4-FFF2-40B4-BE49-F238E27FC236}">
                  <a16:creationId xmlns:a16="http://schemas.microsoft.com/office/drawing/2014/main" id="{52D994D0-84F2-151C-6E28-A972985B79C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6D50C217-C0B3-2E02-1845-7A78D91A6E1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0CD73339-D87C-A7C7-D42C-1C1299C4A5F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C28AA7D7-16C9-363F-4F30-2CADFB743436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BDFA8075-8F29-F690-6B56-CF4BCE1E8530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52AABF32-BEA8-AF6E-1358-8505CCBC51F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9B32B706-02A7-6D34-FB8F-E4A2F5A3469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8BB2332-DF63-BDB4-6180-4376D9E3168D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581758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1,25   +   0,11   =   _________</a:t>
            </a:r>
          </a:p>
        </p:txBody>
      </p:sp>
      <p:sp>
        <p:nvSpPr>
          <p:cNvPr id="300" name="Cube 299">
            <a:extLst>
              <a:ext uri="{FF2B5EF4-FFF2-40B4-BE49-F238E27FC236}">
                <a16:creationId xmlns:a16="http://schemas.microsoft.com/office/drawing/2014/main" id="{0B657D2A-EB00-B15F-D514-E95B91252030}"/>
              </a:ext>
            </a:extLst>
          </p:cNvPr>
          <p:cNvSpPr/>
          <p:nvPr/>
        </p:nvSpPr>
        <p:spPr>
          <a:xfrm>
            <a:off x="6787095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1" name="Cube 300">
            <a:extLst>
              <a:ext uri="{FF2B5EF4-FFF2-40B4-BE49-F238E27FC236}">
                <a16:creationId xmlns:a16="http://schemas.microsoft.com/office/drawing/2014/main" id="{21655F1C-E924-073D-B28D-C41100F89804}"/>
              </a:ext>
            </a:extLst>
          </p:cNvPr>
          <p:cNvSpPr/>
          <p:nvPr/>
        </p:nvSpPr>
        <p:spPr>
          <a:xfrm>
            <a:off x="6787095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2" name="Cube 301">
            <a:extLst>
              <a:ext uri="{FF2B5EF4-FFF2-40B4-BE49-F238E27FC236}">
                <a16:creationId xmlns:a16="http://schemas.microsoft.com/office/drawing/2014/main" id="{0D6F59F2-937B-197C-DE8F-A8E605F2A478}"/>
              </a:ext>
            </a:extLst>
          </p:cNvPr>
          <p:cNvSpPr/>
          <p:nvPr/>
        </p:nvSpPr>
        <p:spPr>
          <a:xfrm>
            <a:off x="6787095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3" name="Cube 302">
            <a:extLst>
              <a:ext uri="{FF2B5EF4-FFF2-40B4-BE49-F238E27FC236}">
                <a16:creationId xmlns:a16="http://schemas.microsoft.com/office/drawing/2014/main" id="{59E0633F-5707-3E84-C1F3-7CE1534D936A}"/>
              </a:ext>
            </a:extLst>
          </p:cNvPr>
          <p:cNvSpPr/>
          <p:nvPr/>
        </p:nvSpPr>
        <p:spPr>
          <a:xfrm>
            <a:off x="6787095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4" name="Cube 303">
            <a:extLst>
              <a:ext uri="{FF2B5EF4-FFF2-40B4-BE49-F238E27FC236}">
                <a16:creationId xmlns:a16="http://schemas.microsoft.com/office/drawing/2014/main" id="{C026CCBD-2760-F122-B795-BD03C5EB4268}"/>
              </a:ext>
            </a:extLst>
          </p:cNvPr>
          <p:cNvSpPr/>
          <p:nvPr/>
        </p:nvSpPr>
        <p:spPr>
          <a:xfrm>
            <a:off x="6787095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5" name="Cube 304">
            <a:extLst>
              <a:ext uri="{FF2B5EF4-FFF2-40B4-BE49-F238E27FC236}">
                <a16:creationId xmlns:a16="http://schemas.microsoft.com/office/drawing/2014/main" id="{86965626-4902-9895-54C5-099B0B36321C}"/>
              </a:ext>
            </a:extLst>
          </p:cNvPr>
          <p:cNvSpPr/>
          <p:nvPr/>
        </p:nvSpPr>
        <p:spPr>
          <a:xfrm>
            <a:off x="6787095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B36BBEC4-4E74-D520-AD95-B143C934E70F}"/>
              </a:ext>
            </a:extLst>
          </p:cNvPr>
          <p:cNvGrpSpPr/>
          <p:nvPr/>
        </p:nvGrpSpPr>
        <p:grpSpPr>
          <a:xfrm>
            <a:off x="6070201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290" name="Cube 289">
              <a:extLst>
                <a:ext uri="{FF2B5EF4-FFF2-40B4-BE49-F238E27FC236}">
                  <a16:creationId xmlns:a16="http://schemas.microsoft.com/office/drawing/2014/main" id="{ED1448F9-F266-6277-0623-680BB9F0030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1" name="Cube 290">
              <a:extLst>
                <a:ext uri="{FF2B5EF4-FFF2-40B4-BE49-F238E27FC236}">
                  <a16:creationId xmlns:a16="http://schemas.microsoft.com/office/drawing/2014/main" id="{1F10F593-5B4D-57DA-6292-EFB7295B6AC6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2" name="Cube 291">
              <a:extLst>
                <a:ext uri="{FF2B5EF4-FFF2-40B4-BE49-F238E27FC236}">
                  <a16:creationId xmlns:a16="http://schemas.microsoft.com/office/drawing/2014/main" id="{40379138-EE95-90AC-52CF-3CEC9DF98FE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3" name="Cube 292">
              <a:extLst>
                <a:ext uri="{FF2B5EF4-FFF2-40B4-BE49-F238E27FC236}">
                  <a16:creationId xmlns:a16="http://schemas.microsoft.com/office/drawing/2014/main" id="{833A0382-19E6-ADA7-326A-4EE4A46ADCA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4" name="Cube 293">
              <a:extLst>
                <a:ext uri="{FF2B5EF4-FFF2-40B4-BE49-F238E27FC236}">
                  <a16:creationId xmlns:a16="http://schemas.microsoft.com/office/drawing/2014/main" id="{03450FFA-0480-53EB-7883-128F23C69DD8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5" name="Cube 294">
              <a:extLst>
                <a:ext uri="{FF2B5EF4-FFF2-40B4-BE49-F238E27FC236}">
                  <a16:creationId xmlns:a16="http://schemas.microsoft.com/office/drawing/2014/main" id="{DA471066-563F-AB5E-DF6C-15F27B8DD68C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6" name="Cube 295">
              <a:extLst>
                <a:ext uri="{FF2B5EF4-FFF2-40B4-BE49-F238E27FC236}">
                  <a16:creationId xmlns:a16="http://schemas.microsoft.com/office/drawing/2014/main" id="{9698B7C5-3E33-B7DB-3EB4-61B1256A02D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7" name="Cube 296">
              <a:extLst>
                <a:ext uri="{FF2B5EF4-FFF2-40B4-BE49-F238E27FC236}">
                  <a16:creationId xmlns:a16="http://schemas.microsoft.com/office/drawing/2014/main" id="{03A25F1F-60C6-4BF6-09D7-3B714AEFF99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8" name="Cube 297">
              <a:extLst>
                <a:ext uri="{FF2B5EF4-FFF2-40B4-BE49-F238E27FC236}">
                  <a16:creationId xmlns:a16="http://schemas.microsoft.com/office/drawing/2014/main" id="{DE9073B9-DDDE-2933-EF66-EA3DC9BFE4E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9" name="Cube 298">
              <a:extLst>
                <a:ext uri="{FF2B5EF4-FFF2-40B4-BE49-F238E27FC236}">
                  <a16:creationId xmlns:a16="http://schemas.microsoft.com/office/drawing/2014/main" id="{F8C1A816-1194-3AAC-7AFD-D702FF9DFBF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2099FA02-A506-AA12-3FF2-99C44954D4BE}"/>
              </a:ext>
            </a:extLst>
          </p:cNvPr>
          <p:cNvGrpSpPr/>
          <p:nvPr/>
        </p:nvGrpSpPr>
        <p:grpSpPr>
          <a:xfrm>
            <a:off x="2010435" y="3660198"/>
            <a:ext cx="2615911" cy="2615911"/>
            <a:chOff x="414598" y="546495"/>
            <a:chExt cx="5852156" cy="5898407"/>
          </a:xfrm>
        </p:grpSpPr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09B0956-59AD-D0F2-DFDB-9A5D22690BA9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80" name="Cube 279">
                <a:extLst>
                  <a:ext uri="{FF2B5EF4-FFF2-40B4-BE49-F238E27FC236}">
                    <a16:creationId xmlns:a16="http://schemas.microsoft.com/office/drawing/2014/main" id="{3122C4C1-139A-B307-FA97-0D465A535FC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1" name="Cube 280">
                <a:extLst>
                  <a:ext uri="{FF2B5EF4-FFF2-40B4-BE49-F238E27FC236}">
                    <a16:creationId xmlns:a16="http://schemas.microsoft.com/office/drawing/2014/main" id="{23EC454F-6974-B338-8F9F-D757AB4EF95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2" name="Cube 281">
                <a:extLst>
                  <a:ext uri="{FF2B5EF4-FFF2-40B4-BE49-F238E27FC236}">
                    <a16:creationId xmlns:a16="http://schemas.microsoft.com/office/drawing/2014/main" id="{0171BC6F-33CF-8E4A-450A-7C3EDDC2DAA3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3" name="Cube 282">
                <a:extLst>
                  <a:ext uri="{FF2B5EF4-FFF2-40B4-BE49-F238E27FC236}">
                    <a16:creationId xmlns:a16="http://schemas.microsoft.com/office/drawing/2014/main" id="{F2806878-7D42-DB7E-A22C-740FDD90801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4" name="Cube 283">
                <a:extLst>
                  <a:ext uri="{FF2B5EF4-FFF2-40B4-BE49-F238E27FC236}">
                    <a16:creationId xmlns:a16="http://schemas.microsoft.com/office/drawing/2014/main" id="{348B774E-90A8-5776-7FAB-9F91B09B67A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5" name="Cube 284">
                <a:extLst>
                  <a:ext uri="{FF2B5EF4-FFF2-40B4-BE49-F238E27FC236}">
                    <a16:creationId xmlns:a16="http://schemas.microsoft.com/office/drawing/2014/main" id="{763D0685-9BF2-DD75-0459-EB1C4A727D2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6" name="Cube 285">
                <a:extLst>
                  <a:ext uri="{FF2B5EF4-FFF2-40B4-BE49-F238E27FC236}">
                    <a16:creationId xmlns:a16="http://schemas.microsoft.com/office/drawing/2014/main" id="{029D614B-47C8-5394-645D-DFE5B961407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7" name="Cube 286">
                <a:extLst>
                  <a:ext uri="{FF2B5EF4-FFF2-40B4-BE49-F238E27FC236}">
                    <a16:creationId xmlns:a16="http://schemas.microsoft.com/office/drawing/2014/main" id="{A40EB81A-B656-7973-4DBF-F549390FBC5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8" name="Cube 287">
                <a:extLst>
                  <a:ext uri="{FF2B5EF4-FFF2-40B4-BE49-F238E27FC236}">
                    <a16:creationId xmlns:a16="http://schemas.microsoft.com/office/drawing/2014/main" id="{6A7E5EDF-0BB4-6D50-21C5-F37018753A99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9" name="Cube 288">
                <a:extLst>
                  <a:ext uri="{FF2B5EF4-FFF2-40B4-BE49-F238E27FC236}">
                    <a16:creationId xmlns:a16="http://schemas.microsoft.com/office/drawing/2014/main" id="{2F464E08-4F19-3B1E-9B3F-D42EC9467F9F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0C99F6A4-0E41-1ECA-D23F-11F48346223B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70" name="Cube 269">
                <a:extLst>
                  <a:ext uri="{FF2B5EF4-FFF2-40B4-BE49-F238E27FC236}">
                    <a16:creationId xmlns:a16="http://schemas.microsoft.com/office/drawing/2014/main" id="{2EA950CD-02B6-9577-E339-B79A9848388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1" name="Cube 270">
                <a:extLst>
                  <a:ext uri="{FF2B5EF4-FFF2-40B4-BE49-F238E27FC236}">
                    <a16:creationId xmlns:a16="http://schemas.microsoft.com/office/drawing/2014/main" id="{0AB49724-6775-313E-45C9-C0D1A068C87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2" name="Cube 271">
                <a:extLst>
                  <a:ext uri="{FF2B5EF4-FFF2-40B4-BE49-F238E27FC236}">
                    <a16:creationId xmlns:a16="http://schemas.microsoft.com/office/drawing/2014/main" id="{AE494A55-1C79-EA64-2375-EE4C2EE0ACFD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3" name="Cube 272">
                <a:extLst>
                  <a:ext uri="{FF2B5EF4-FFF2-40B4-BE49-F238E27FC236}">
                    <a16:creationId xmlns:a16="http://schemas.microsoft.com/office/drawing/2014/main" id="{3434A179-F571-6D47-AFB9-9B172090FBA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4" name="Cube 273">
                <a:extLst>
                  <a:ext uri="{FF2B5EF4-FFF2-40B4-BE49-F238E27FC236}">
                    <a16:creationId xmlns:a16="http://schemas.microsoft.com/office/drawing/2014/main" id="{83CCAA9D-AA12-F2A3-09D6-FD178146E7F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5" name="Cube 274">
                <a:extLst>
                  <a:ext uri="{FF2B5EF4-FFF2-40B4-BE49-F238E27FC236}">
                    <a16:creationId xmlns:a16="http://schemas.microsoft.com/office/drawing/2014/main" id="{2D162957-32D9-FA17-FAAC-B8BC3143D725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6" name="Cube 275">
                <a:extLst>
                  <a:ext uri="{FF2B5EF4-FFF2-40B4-BE49-F238E27FC236}">
                    <a16:creationId xmlns:a16="http://schemas.microsoft.com/office/drawing/2014/main" id="{6D018CFC-7BC7-43A8-DC62-84A00C6F31B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7" name="Cube 276">
                <a:extLst>
                  <a:ext uri="{FF2B5EF4-FFF2-40B4-BE49-F238E27FC236}">
                    <a16:creationId xmlns:a16="http://schemas.microsoft.com/office/drawing/2014/main" id="{3072C41D-F1E2-CBB5-C8AA-284E83084F4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8" name="Cube 277">
                <a:extLst>
                  <a:ext uri="{FF2B5EF4-FFF2-40B4-BE49-F238E27FC236}">
                    <a16:creationId xmlns:a16="http://schemas.microsoft.com/office/drawing/2014/main" id="{25B03F6E-62DF-FB5B-9ABF-731B9A1B681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9" name="Cube 278">
                <a:extLst>
                  <a:ext uri="{FF2B5EF4-FFF2-40B4-BE49-F238E27FC236}">
                    <a16:creationId xmlns:a16="http://schemas.microsoft.com/office/drawing/2014/main" id="{283EC554-AB99-DD69-012B-13CD266EB99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C80044EC-373A-C513-CD77-4B95201BB1F4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60" name="Cube 259">
                <a:extLst>
                  <a:ext uri="{FF2B5EF4-FFF2-40B4-BE49-F238E27FC236}">
                    <a16:creationId xmlns:a16="http://schemas.microsoft.com/office/drawing/2014/main" id="{29A1BFC2-4242-D5DA-3890-F19757CED2A5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1" name="Cube 260">
                <a:extLst>
                  <a:ext uri="{FF2B5EF4-FFF2-40B4-BE49-F238E27FC236}">
                    <a16:creationId xmlns:a16="http://schemas.microsoft.com/office/drawing/2014/main" id="{0602B72B-9565-49EF-5811-449654DB9B4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2" name="Cube 261">
                <a:extLst>
                  <a:ext uri="{FF2B5EF4-FFF2-40B4-BE49-F238E27FC236}">
                    <a16:creationId xmlns:a16="http://schemas.microsoft.com/office/drawing/2014/main" id="{5BF7F1D0-C27D-201F-2E45-D1DF7F16016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3" name="Cube 262">
                <a:extLst>
                  <a:ext uri="{FF2B5EF4-FFF2-40B4-BE49-F238E27FC236}">
                    <a16:creationId xmlns:a16="http://schemas.microsoft.com/office/drawing/2014/main" id="{58A1ACF6-C4F3-FC9A-768C-DD39E18B6A0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4" name="Cube 263">
                <a:extLst>
                  <a:ext uri="{FF2B5EF4-FFF2-40B4-BE49-F238E27FC236}">
                    <a16:creationId xmlns:a16="http://schemas.microsoft.com/office/drawing/2014/main" id="{D751BEF1-C93A-A412-3BBB-7609BDB9FF4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5" name="Cube 264">
                <a:extLst>
                  <a:ext uri="{FF2B5EF4-FFF2-40B4-BE49-F238E27FC236}">
                    <a16:creationId xmlns:a16="http://schemas.microsoft.com/office/drawing/2014/main" id="{826FF43A-1249-8F54-0B58-655BFA5018F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6" name="Cube 265">
                <a:extLst>
                  <a:ext uri="{FF2B5EF4-FFF2-40B4-BE49-F238E27FC236}">
                    <a16:creationId xmlns:a16="http://schemas.microsoft.com/office/drawing/2014/main" id="{46D6AB4F-4EFD-44E3-0D55-24296E0D7AC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7" name="Cube 266">
                <a:extLst>
                  <a:ext uri="{FF2B5EF4-FFF2-40B4-BE49-F238E27FC236}">
                    <a16:creationId xmlns:a16="http://schemas.microsoft.com/office/drawing/2014/main" id="{7CB2FE97-3820-CC84-B611-3C10EBC0F55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8" name="Cube 267">
                <a:extLst>
                  <a:ext uri="{FF2B5EF4-FFF2-40B4-BE49-F238E27FC236}">
                    <a16:creationId xmlns:a16="http://schemas.microsoft.com/office/drawing/2014/main" id="{D3761DB0-214A-B104-8587-D76553F031C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9" name="Cube 268">
                <a:extLst>
                  <a:ext uri="{FF2B5EF4-FFF2-40B4-BE49-F238E27FC236}">
                    <a16:creationId xmlns:a16="http://schemas.microsoft.com/office/drawing/2014/main" id="{75330C93-80DF-F87E-432F-07E530F3A24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E0B0FC74-07AC-1938-D018-B14B1476B47D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50" name="Cube 249">
                <a:extLst>
                  <a:ext uri="{FF2B5EF4-FFF2-40B4-BE49-F238E27FC236}">
                    <a16:creationId xmlns:a16="http://schemas.microsoft.com/office/drawing/2014/main" id="{4138B811-0D9C-5076-D3CD-ED7051688B1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1" name="Cube 250">
                <a:extLst>
                  <a:ext uri="{FF2B5EF4-FFF2-40B4-BE49-F238E27FC236}">
                    <a16:creationId xmlns:a16="http://schemas.microsoft.com/office/drawing/2014/main" id="{37906E27-BE51-4314-EC49-689B8F66C759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2" name="Cube 251">
                <a:extLst>
                  <a:ext uri="{FF2B5EF4-FFF2-40B4-BE49-F238E27FC236}">
                    <a16:creationId xmlns:a16="http://schemas.microsoft.com/office/drawing/2014/main" id="{6E3AFECF-AA83-21E7-F249-1AA859F6CAE4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3" name="Cube 252">
                <a:extLst>
                  <a:ext uri="{FF2B5EF4-FFF2-40B4-BE49-F238E27FC236}">
                    <a16:creationId xmlns:a16="http://schemas.microsoft.com/office/drawing/2014/main" id="{153E80B9-2B8C-E300-77F8-E539052A870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4" name="Cube 253">
                <a:extLst>
                  <a:ext uri="{FF2B5EF4-FFF2-40B4-BE49-F238E27FC236}">
                    <a16:creationId xmlns:a16="http://schemas.microsoft.com/office/drawing/2014/main" id="{419C07E3-F52A-A179-CA88-230AE864C47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5" name="Cube 254">
                <a:extLst>
                  <a:ext uri="{FF2B5EF4-FFF2-40B4-BE49-F238E27FC236}">
                    <a16:creationId xmlns:a16="http://schemas.microsoft.com/office/drawing/2014/main" id="{48ED5B5C-F258-08E8-8966-47511D02AA2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6" name="Cube 255">
                <a:extLst>
                  <a:ext uri="{FF2B5EF4-FFF2-40B4-BE49-F238E27FC236}">
                    <a16:creationId xmlns:a16="http://schemas.microsoft.com/office/drawing/2014/main" id="{C3EC1241-A13C-E600-363E-E7FB7CBAF9B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7" name="Cube 256">
                <a:extLst>
                  <a:ext uri="{FF2B5EF4-FFF2-40B4-BE49-F238E27FC236}">
                    <a16:creationId xmlns:a16="http://schemas.microsoft.com/office/drawing/2014/main" id="{139E2AA0-D161-08CD-191A-ECF5C46001D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8" name="Cube 257">
                <a:extLst>
                  <a:ext uri="{FF2B5EF4-FFF2-40B4-BE49-F238E27FC236}">
                    <a16:creationId xmlns:a16="http://schemas.microsoft.com/office/drawing/2014/main" id="{D11D279A-E81C-688F-BBF2-B9F5FBAD536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9" name="Cube 258">
                <a:extLst>
                  <a:ext uri="{FF2B5EF4-FFF2-40B4-BE49-F238E27FC236}">
                    <a16:creationId xmlns:a16="http://schemas.microsoft.com/office/drawing/2014/main" id="{EF752936-82DA-A600-144D-6C5FD4E2765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7A7A413F-58D1-E11F-B73D-DE4AD7D21892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40" name="Cube 239">
                <a:extLst>
                  <a:ext uri="{FF2B5EF4-FFF2-40B4-BE49-F238E27FC236}">
                    <a16:creationId xmlns:a16="http://schemas.microsoft.com/office/drawing/2014/main" id="{B3545705-ECCD-3DC0-7F19-E6D77810D218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1" name="Cube 240">
                <a:extLst>
                  <a:ext uri="{FF2B5EF4-FFF2-40B4-BE49-F238E27FC236}">
                    <a16:creationId xmlns:a16="http://schemas.microsoft.com/office/drawing/2014/main" id="{EB3C5A62-CB4D-88F8-67F0-8EA39EC2554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2" name="Cube 241">
                <a:extLst>
                  <a:ext uri="{FF2B5EF4-FFF2-40B4-BE49-F238E27FC236}">
                    <a16:creationId xmlns:a16="http://schemas.microsoft.com/office/drawing/2014/main" id="{38899542-3DF2-67D2-E7E8-8AF7111784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3" name="Cube 242">
                <a:extLst>
                  <a:ext uri="{FF2B5EF4-FFF2-40B4-BE49-F238E27FC236}">
                    <a16:creationId xmlns:a16="http://schemas.microsoft.com/office/drawing/2014/main" id="{73214C95-F7D5-B1A3-1249-F7B12977409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4" name="Cube 243">
                <a:extLst>
                  <a:ext uri="{FF2B5EF4-FFF2-40B4-BE49-F238E27FC236}">
                    <a16:creationId xmlns:a16="http://schemas.microsoft.com/office/drawing/2014/main" id="{2787CEA5-4C33-E248-F89C-043F33EC328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5" name="Cube 244">
                <a:extLst>
                  <a:ext uri="{FF2B5EF4-FFF2-40B4-BE49-F238E27FC236}">
                    <a16:creationId xmlns:a16="http://schemas.microsoft.com/office/drawing/2014/main" id="{71FFE74F-5106-8B31-1A22-986E40601CCF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6" name="Cube 245">
                <a:extLst>
                  <a:ext uri="{FF2B5EF4-FFF2-40B4-BE49-F238E27FC236}">
                    <a16:creationId xmlns:a16="http://schemas.microsoft.com/office/drawing/2014/main" id="{9F78AF4F-5AF6-1B04-AC5F-C9491A2ED7F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7" name="Cube 246">
                <a:extLst>
                  <a:ext uri="{FF2B5EF4-FFF2-40B4-BE49-F238E27FC236}">
                    <a16:creationId xmlns:a16="http://schemas.microsoft.com/office/drawing/2014/main" id="{6FF0CD80-062A-BA66-7B03-1C519C5EE473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8" name="Cube 247">
                <a:extLst>
                  <a:ext uri="{FF2B5EF4-FFF2-40B4-BE49-F238E27FC236}">
                    <a16:creationId xmlns:a16="http://schemas.microsoft.com/office/drawing/2014/main" id="{2382738E-87D3-30C2-5F8A-99A599941EF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9" name="Cube 248">
                <a:extLst>
                  <a:ext uri="{FF2B5EF4-FFF2-40B4-BE49-F238E27FC236}">
                    <a16:creationId xmlns:a16="http://schemas.microsoft.com/office/drawing/2014/main" id="{628DC014-2486-50E5-DDAA-2C17D352382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04776E31-71A0-92F6-D702-7A3649F1AE06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30" name="Cube 229">
                <a:extLst>
                  <a:ext uri="{FF2B5EF4-FFF2-40B4-BE49-F238E27FC236}">
                    <a16:creationId xmlns:a16="http://schemas.microsoft.com/office/drawing/2014/main" id="{903BCC9A-A614-58C4-B11D-F5C27FE5380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1" name="Cube 230">
                <a:extLst>
                  <a:ext uri="{FF2B5EF4-FFF2-40B4-BE49-F238E27FC236}">
                    <a16:creationId xmlns:a16="http://schemas.microsoft.com/office/drawing/2014/main" id="{5208BAD8-6A93-1049-00CA-D03FC8F8182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2" name="Cube 231">
                <a:extLst>
                  <a:ext uri="{FF2B5EF4-FFF2-40B4-BE49-F238E27FC236}">
                    <a16:creationId xmlns:a16="http://schemas.microsoft.com/office/drawing/2014/main" id="{9D2F69F4-62B5-7209-35DF-67E1E426837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3" name="Cube 232">
                <a:extLst>
                  <a:ext uri="{FF2B5EF4-FFF2-40B4-BE49-F238E27FC236}">
                    <a16:creationId xmlns:a16="http://schemas.microsoft.com/office/drawing/2014/main" id="{A8C3714F-3C9A-1ACA-E471-A3AD3E127C4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4" name="Cube 233">
                <a:extLst>
                  <a:ext uri="{FF2B5EF4-FFF2-40B4-BE49-F238E27FC236}">
                    <a16:creationId xmlns:a16="http://schemas.microsoft.com/office/drawing/2014/main" id="{44E70556-67BD-C889-B903-9996E006606C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5" name="Cube 234">
                <a:extLst>
                  <a:ext uri="{FF2B5EF4-FFF2-40B4-BE49-F238E27FC236}">
                    <a16:creationId xmlns:a16="http://schemas.microsoft.com/office/drawing/2014/main" id="{E1DDB9D2-14DE-E33A-9A66-F50A3D97C05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6" name="Cube 235">
                <a:extLst>
                  <a:ext uri="{FF2B5EF4-FFF2-40B4-BE49-F238E27FC236}">
                    <a16:creationId xmlns:a16="http://schemas.microsoft.com/office/drawing/2014/main" id="{58878239-0B29-95A9-8BF7-8D8845729D3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7" name="Cube 236">
                <a:extLst>
                  <a:ext uri="{FF2B5EF4-FFF2-40B4-BE49-F238E27FC236}">
                    <a16:creationId xmlns:a16="http://schemas.microsoft.com/office/drawing/2014/main" id="{D4157E83-EBAE-5596-6E19-D0D8A4B9385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8" name="Cube 237">
                <a:extLst>
                  <a:ext uri="{FF2B5EF4-FFF2-40B4-BE49-F238E27FC236}">
                    <a16:creationId xmlns:a16="http://schemas.microsoft.com/office/drawing/2014/main" id="{598B6F57-F08F-AA02-03D9-822F92DC418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9" name="Cube 238">
                <a:extLst>
                  <a:ext uri="{FF2B5EF4-FFF2-40B4-BE49-F238E27FC236}">
                    <a16:creationId xmlns:a16="http://schemas.microsoft.com/office/drawing/2014/main" id="{D19F64BA-4F8B-59CE-5219-8C65EB82D55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9F29C9C9-1B63-6376-82E5-0E46C6BD4833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20" name="Cube 219">
                <a:extLst>
                  <a:ext uri="{FF2B5EF4-FFF2-40B4-BE49-F238E27FC236}">
                    <a16:creationId xmlns:a16="http://schemas.microsoft.com/office/drawing/2014/main" id="{1DF48B1D-E9EF-BCF4-05F2-0ECE8FFCFF3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1" name="Cube 220">
                <a:extLst>
                  <a:ext uri="{FF2B5EF4-FFF2-40B4-BE49-F238E27FC236}">
                    <a16:creationId xmlns:a16="http://schemas.microsoft.com/office/drawing/2014/main" id="{ECD38505-A90C-B101-6F6A-E40D423257C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2" name="Cube 221">
                <a:extLst>
                  <a:ext uri="{FF2B5EF4-FFF2-40B4-BE49-F238E27FC236}">
                    <a16:creationId xmlns:a16="http://schemas.microsoft.com/office/drawing/2014/main" id="{5C48FD3E-E36A-A89F-8EBC-E3D9F1482859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3" name="Cube 222">
                <a:extLst>
                  <a:ext uri="{FF2B5EF4-FFF2-40B4-BE49-F238E27FC236}">
                    <a16:creationId xmlns:a16="http://schemas.microsoft.com/office/drawing/2014/main" id="{74DC9C10-79EA-F727-57F1-2C8702E1B28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4" name="Cube 223">
                <a:extLst>
                  <a:ext uri="{FF2B5EF4-FFF2-40B4-BE49-F238E27FC236}">
                    <a16:creationId xmlns:a16="http://schemas.microsoft.com/office/drawing/2014/main" id="{FB5CE671-EB95-156A-BF7A-E48297D0C32E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5" name="Cube 224">
                <a:extLst>
                  <a:ext uri="{FF2B5EF4-FFF2-40B4-BE49-F238E27FC236}">
                    <a16:creationId xmlns:a16="http://schemas.microsoft.com/office/drawing/2014/main" id="{8049661B-DC54-7E50-DC6E-826FD696A6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6" name="Cube 225">
                <a:extLst>
                  <a:ext uri="{FF2B5EF4-FFF2-40B4-BE49-F238E27FC236}">
                    <a16:creationId xmlns:a16="http://schemas.microsoft.com/office/drawing/2014/main" id="{E88E78FC-ACEB-5DD5-EFC4-9B9370BD9CF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7" name="Cube 226">
                <a:extLst>
                  <a:ext uri="{FF2B5EF4-FFF2-40B4-BE49-F238E27FC236}">
                    <a16:creationId xmlns:a16="http://schemas.microsoft.com/office/drawing/2014/main" id="{728BF311-92BB-0D57-2769-AA5F2EBC2A4D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8" name="Cube 227">
                <a:extLst>
                  <a:ext uri="{FF2B5EF4-FFF2-40B4-BE49-F238E27FC236}">
                    <a16:creationId xmlns:a16="http://schemas.microsoft.com/office/drawing/2014/main" id="{FB510CB1-6D8D-7492-37F3-96487FC75E3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9" name="Cube 228">
                <a:extLst>
                  <a:ext uri="{FF2B5EF4-FFF2-40B4-BE49-F238E27FC236}">
                    <a16:creationId xmlns:a16="http://schemas.microsoft.com/office/drawing/2014/main" id="{1785D2B0-8CAF-17FB-F2F1-A572DCB538F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87C432AE-1CF8-56AC-5B8D-456D79546AC4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10" name="Cube 209">
                <a:extLst>
                  <a:ext uri="{FF2B5EF4-FFF2-40B4-BE49-F238E27FC236}">
                    <a16:creationId xmlns:a16="http://schemas.microsoft.com/office/drawing/2014/main" id="{6EF51AEA-E12D-72CA-4FA8-438E8FBE8BE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1" name="Cube 210">
                <a:extLst>
                  <a:ext uri="{FF2B5EF4-FFF2-40B4-BE49-F238E27FC236}">
                    <a16:creationId xmlns:a16="http://schemas.microsoft.com/office/drawing/2014/main" id="{EFA10488-06A3-ED98-CFDD-EE415392FF9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2" name="Cube 211">
                <a:extLst>
                  <a:ext uri="{FF2B5EF4-FFF2-40B4-BE49-F238E27FC236}">
                    <a16:creationId xmlns:a16="http://schemas.microsoft.com/office/drawing/2014/main" id="{6C217860-32C1-7795-43E1-01418D049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3" name="Cube 212">
                <a:extLst>
                  <a:ext uri="{FF2B5EF4-FFF2-40B4-BE49-F238E27FC236}">
                    <a16:creationId xmlns:a16="http://schemas.microsoft.com/office/drawing/2014/main" id="{B86ACBFA-A67F-F839-E366-B5F29FFF600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4" name="Cube 213">
                <a:extLst>
                  <a:ext uri="{FF2B5EF4-FFF2-40B4-BE49-F238E27FC236}">
                    <a16:creationId xmlns:a16="http://schemas.microsoft.com/office/drawing/2014/main" id="{6F3055EC-5B93-87CC-75ED-5E211B671C5C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5" name="Cube 214">
                <a:extLst>
                  <a:ext uri="{FF2B5EF4-FFF2-40B4-BE49-F238E27FC236}">
                    <a16:creationId xmlns:a16="http://schemas.microsoft.com/office/drawing/2014/main" id="{C2608FA0-8AFD-B0EB-4312-E1B7DC803CE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6" name="Cube 215">
                <a:extLst>
                  <a:ext uri="{FF2B5EF4-FFF2-40B4-BE49-F238E27FC236}">
                    <a16:creationId xmlns:a16="http://schemas.microsoft.com/office/drawing/2014/main" id="{7FA9CFA3-1FA7-A990-910F-D940D4A48B9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7" name="Cube 216">
                <a:extLst>
                  <a:ext uri="{FF2B5EF4-FFF2-40B4-BE49-F238E27FC236}">
                    <a16:creationId xmlns:a16="http://schemas.microsoft.com/office/drawing/2014/main" id="{5F41AB63-CDB7-27AC-7AAC-132180A13BE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8" name="Cube 217">
                <a:extLst>
                  <a:ext uri="{FF2B5EF4-FFF2-40B4-BE49-F238E27FC236}">
                    <a16:creationId xmlns:a16="http://schemas.microsoft.com/office/drawing/2014/main" id="{2C5D4AD5-F3E4-DBFF-4149-19CBA5AD7AD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9" name="Cube 218">
                <a:extLst>
                  <a:ext uri="{FF2B5EF4-FFF2-40B4-BE49-F238E27FC236}">
                    <a16:creationId xmlns:a16="http://schemas.microsoft.com/office/drawing/2014/main" id="{2DBB037D-594D-121B-9208-DEB40BACAB7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839169F8-DBBC-71B1-31DC-55A8200B775C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00" name="Cube 199">
                <a:extLst>
                  <a:ext uri="{FF2B5EF4-FFF2-40B4-BE49-F238E27FC236}">
                    <a16:creationId xmlns:a16="http://schemas.microsoft.com/office/drawing/2014/main" id="{AAEB923C-6179-8982-D026-85F13309F78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1" name="Cube 200">
                <a:extLst>
                  <a:ext uri="{FF2B5EF4-FFF2-40B4-BE49-F238E27FC236}">
                    <a16:creationId xmlns:a16="http://schemas.microsoft.com/office/drawing/2014/main" id="{6DCAF43C-7256-7029-ABDB-7BCBCEF74C9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2" name="Cube 201">
                <a:extLst>
                  <a:ext uri="{FF2B5EF4-FFF2-40B4-BE49-F238E27FC236}">
                    <a16:creationId xmlns:a16="http://schemas.microsoft.com/office/drawing/2014/main" id="{A0BAE267-15C0-3D05-13A8-0964AABE754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3" name="Cube 202">
                <a:extLst>
                  <a:ext uri="{FF2B5EF4-FFF2-40B4-BE49-F238E27FC236}">
                    <a16:creationId xmlns:a16="http://schemas.microsoft.com/office/drawing/2014/main" id="{3BE8D5F6-FFA3-3128-6E9F-05F386D53A43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4" name="Cube 203">
                <a:extLst>
                  <a:ext uri="{FF2B5EF4-FFF2-40B4-BE49-F238E27FC236}">
                    <a16:creationId xmlns:a16="http://schemas.microsoft.com/office/drawing/2014/main" id="{D9DCCB0B-7951-DFD3-1CE4-14E25A9FCFBF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5" name="Cube 204">
                <a:extLst>
                  <a:ext uri="{FF2B5EF4-FFF2-40B4-BE49-F238E27FC236}">
                    <a16:creationId xmlns:a16="http://schemas.microsoft.com/office/drawing/2014/main" id="{B63B544D-369E-416A-E31E-E9821C64FD0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6" name="Cube 205">
                <a:extLst>
                  <a:ext uri="{FF2B5EF4-FFF2-40B4-BE49-F238E27FC236}">
                    <a16:creationId xmlns:a16="http://schemas.microsoft.com/office/drawing/2014/main" id="{DE06D157-E9F6-D1E1-F63B-4716371707A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7" name="Cube 206">
                <a:extLst>
                  <a:ext uri="{FF2B5EF4-FFF2-40B4-BE49-F238E27FC236}">
                    <a16:creationId xmlns:a16="http://schemas.microsoft.com/office/drawing/2014/main" id="{19E8D885-D5D5-5569-E378-F08F9433106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8" name="Cube 207">
                <a:extLst>
                  <a:ext uri="{FF2B5EF4-FFF2-40B4-BE49-F238E27FC236}">
                    <a16:creationId xmlns:a16="http://schemas.microsoft.com/office/drawing/2014/main" id="{C62FED4B-D09D-BC54-F763-F5BE8514CB2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9" name="Cube 208">
                <a:extLst>
                  <a:ext uri="{FF2B5EF4-FFF2-40B4-BE49-F238E27FC236}">
                    <a16:creationId xmlns:a16="http://schemas.microsoft.com/office/drawing/2014/main" id="{591F91B8-4A9C-E2CE-6AA1-0C03A10C4137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679BE49-AA5D-2078-1F15-75AA7E7F8EF7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90" name="Cube 189">
                <a:extLst>
                  <a:ext uri="{FF2B5EF4-FFF2-40B4-BE49-F238E27FC236}">
                    <a16:creationId xmlns:a16="http://schemas.microsoft.com/office/drawing/2014/main" id="{7BA05DEE-6B73-3C66-DDE9-F936A92F1E5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1" name="Cube 190">
                <a:extLst>
                  <a:ext uri="{FF2B5EF4-FFF2-40B4-BE49-F238E27FC236}">
                    <a16:creationId xmlns:a16="http://schemas.microsoft.com/office/drawing/2014/main" id="{7DB4FB09-3E25-99FB-51D4-141CEA395AF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2" name="Cube 191">
                <a:extLst>
                  <a:ext uri="{FF2B5EF4-FFF2-40B4-BE49-F238E27FC236}">
                    <a16:creationId xmlns:a16="http://schemas.microsoft.com/office/drawing/2014/main" id="{88B49A27-B863-F4D5-1E4C-34E08C3D199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3" name="Cube 192">
                <a:extLst>
                  <a:ext uri="{FF2B5EF4-FFF2-40B4-BE49-F238E27FC236}">
                    <a16:creationId xmlns:a16="http://schemas.microsoft.com/office/drawing/2014/main" id="{85932E5A-1643-5502-EDAE-E17BA09805F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4" name="Cube 193">
                <a:extLst>
                  <a:ext uri="{FF2B5EF4-FFF2-40B4-BE49-F238E27FC236}">
                    <a16:creationId xmlns:a16="http://schemas.microsoft.com/office/drawing/2014/main" id="{BC9F5D1E-C106-01D9-E108-E2813DF7735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5" name="Cube 194">
                <a:extLst>
                  <a:ext uri="{FF2B5EF4-FFF2-40B4-BE49-F238E27FC236}">
                    <a16:creationId xmlns:a16="http://schemas.microsoft.com/office/drawing/2014/main" id="{5748C81E-DA94-F3AE-D345-E99A2B21DB4F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6" name="Cube 195">
                <a:extLst>
                  <a:ext uri="{FF2B5EF4-FFF2-40B4-BE49-F238E27FC236}">
                    <a16:creationId xmlns:a16="http://schemas.microsoft.com/office/drawing/2014/main" id="{13A1B084-A83B-5F57-0A99-7C797028B1B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7" name="Cube 196">
                <a:extLst>
                  <a:ext uri="{FF2B5EF4-FFF2-40B4-BE49-F238E27FC236}">
                    <a16:creationId xmlns:a16="http://schemas.microsoft.com/office/drawing/2014/main" id="{3C2B6BEA-4EC7-9D2E-9D46-3E704560F74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8" name="Cube 197">
                <a:extLst>
                  <a:ext uri="{FF2B5EF4-FFF2-40B4-BE49-F238E27FC236}">
                    <a16:creationId xmlns:a16="http://schemas.microsoft.com/office/drawing/2014/main" id="{402BD82F-5BEF-CB77-278A-AF2A5EA5387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9" name="Cube 198">
                <a:extLst>
                  <a:ext uri="{FF2B5EF4-FFF2-40B4-BE49-F238E27FC236}">
                    <a16:creationId xmlns:a16="http://schemas.microsoft.com/office/drawing/2014/main" id="{61D13302-E9C6-418A-CF55-3AB18C083C3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A26BA876-BE3E-38A9-F139-F085B1C4DED7}"/>
              </a:ext>
            </a:extLst>
          </p:cNvPr>
          <p:cNvGrpSpPr/>
          <p:nvPr/>
        </p:nvGrpSpPr>
        <p:grpSpPr>
          <a:xfrm>
            <a:off x="5567281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22" name="Cube 321">
              <a:extLst>
                <a:ext uri="{FF2B5EF4-FFF2-40B4-BE49-F238E27FC236}">
                  <a16:creationId xmlns:a16="http://schemas.microsoft.com/office/drawing/2014/main" id="{1EC30DF9-A250-FD2E-F5BD-EAE8EF311C0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3" name="Cube 322">
              <a:extLst>
                <a:ext uri="{FF2B5EF4-FFF2-40B4-BE49-F238E27FC236}">
                  <a16:creationId xmlns:a16="http://schemas.microsoft.com/office/drawing/2014/main" id="{5F01BC2C-844B-9CE5-D2D5-FBCC26639D4A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4" name="Cube 323">
              <a:extLst>
                <a:ext uri="{FF2B5EF4-FFF2-40B4-BE49-F238E27FC236}">
                  <a16:creationId xmlns:a16="http://schemas.microsoft.com/office/drawing/2014/main" id="{A1306511-EFCA-7519-A7AB-FA3FE0C1A92E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5" name="Cube 324">
              <a:extLst>
                <a:ext uri="{FF2B5EF4-FFF2-40B4-BE49-F238E27FC236}">
                  <a16:creationId xmlns:a16="http://schemas.microsoft.com/office/drawing/2014/main" id="{BE625066-6474-9B84-5909-EBA96DE1C7B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6" name="Cube 325">
              <a:extLst>
                <a:ext uri="{FF2B5EF4-FFF2-40B4-BE49-F238E27FC236}">
                  <a16:creationId xmlns:a16="http://schemas.microsoft.com/office/drawing/2014/main" id="{B30FD06C-EE22-DD66-E238-DAF8CDB360B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7" name="Cube 326">
              <a:extLst>
                <a:ext uri="{FF2B5EF4-FFF2-40B4-BE49-F238E27FC236}">
                  <a16:creationId xmlns:a16="http://schemas.microsoft.com/office/drawing/2014/main" id="{B2B6187F-616B-3F64-C282-77086E1398E5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8" name="Cube 327">
              <a:extLst>
                <a:ext uri="{FF2B5EF4-FFF2-40B4-BE49-F238E27FC236}">
                  <a16:creationId xmlns:a16="http://schemas.microsoft.com/office/drawing/2014/main" id="{B2E68D82-5F41-3FF2-95EF-50FD9E7E576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9" name="Cube 328">
              <a:extLst>
                <a:ext uri="{FF2B5EF4-FFF2-40B4-BE49-F238E27FC236}">
                  <a16:creationId xmlns:a16="http://schemas.microsoft.com/office/drawing/2014/main" id="{2D54ADAD-61C0-A899-1B6F-1F1F58C90515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0" name="Cube 329">
              <a:extLst>
                <a:ext uri="{FF2B5EF4-FFF2-40B4-BE49-F238E27FC236}">
                  <a16:creationId xmlns:a16="http://schemas.microsoft.com/office/drawing/2014/main" id="{4EC9EBC4-2131-8974-FDBE-03E99658C2CD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1" name="Cube 330">
              <a:extLst>
                <a:ext uri="{FF2B5EF4-FFF2-40B4-BE49-F238E27FC236}">
                  <a16:creationId xmlns:a16="http://schemas.microsoft.com/office/drawing/2014/main" id="{3DBD35B0-7B99-0E2B-4C2C-6044BD6ED4B0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6D01AB69-2094-A07A-E309-F3F155486BD5}"/>
              </a:ext>
            </a:extLst>
          </p:cNvPr>
          <p:cNvGrpSpPr/>
          <p:nvPr/>
        </p:nvGrpSpPr>
        <p:grpSpPr>
          <a:xfrm>
            <a:off x="5064361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33" name="Cube 332">
              <a:extLst>
                <a:ext uri="{FF2B5EF4-FFF2-40B4-BE49-F238E27FC236}">
                  <a16:creationId xmlns:a16="http://schemas.microsoft.com/office/drawing/2014/main" id="{32883E64-D1C4-D9B0-1005-A0057E40876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4" name="Cube 333">
              <a:extLst>
                <a:ext uri="{FF2B5EF4-FFF2-40B4-BE49-F238E27FC236}">
                  <a16:creationId xmlns:a16="http://schemas.microsoft.com/office/drawing/2014/main" id="{67710109-DA6C-EC57-49EB-D2960B55C7FA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5" name="Cube 334">
              <a:extLst>
                <a:ext uri="{FF2B5EF4-FFF2-40B4-BE49-F238E27FC236}">
                  <a16:creationId xmlns:a16="http://schemas.microsoft.com/office/drawing/2014/main" id="{C5E67772-7E3B-E573-5911-A6E7F65A889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6" name="Cube 335">
              <a:extLst>
                <a:ext uri="{FF2B5EF4-FFF2-40B4-BE49-F238E27FC236}">
                  <a16:creationId xmlns:a16="http://schemas.microsoft.com/office/drawing/2014/main" id="{D38C8821-1F9D-FAF0-8A1A-2AFB513249A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7" name="Cube 336">
              <a:extLst>
                <a:ext uri="{FF2B5EF4-FFF2-40B4-BE49-F238E27FC236}">
                  <a16:creationId xmlns:a16="http://schemas.microsoft.com/office/drawing/2014/main" id="{EB9A07A6-B784-96F9-CB83-B37977DBC254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8" name="Cube 337">
              <a:extLst>
                <a:ext uri="{FF2B5EF4-FFF2-40B4-BE49-F238E27FC236}">
                  <a16:creationId xmlns:a16="http://schemas.microsoft.com/office/drawing/2014/main" id="{4F097718-D168-FAA6-EFF5-1D13A3B9E0C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9" name="Cube 338">
              <a:extLst>
                <a:ext uri="{FF2B5EF4-FFF2-40B4-BE49-F238E27FC236}">
                  <a16:creationId xmlns:a16="http://schemas.microsoft.com/office/drawing/2014/main" id="{834EEC6B-CD02-C32B-D42C-D3E9425CA00C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0" name="Cube 339">
              <a:extLst>
                <a:ext uri="{FF2B5EF4-FFF2-40B4-BE49-F238E27FC236}">
                  <a16:creationId xmlns:a16="http://schemas.microsoft.com/office/drawing/2014/main" id="{8DDCC527-F2F9-23D4-7792-4215AC832A4F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1" name="Cube 340">
              <a:extLst>
                <a:ext uri="{FF2B5EF4-FFF2-40B4-BE49-F238E27FC236}">
                  <a16:creationId xmlns:a16="http://schemas.microsoft.com/office/drawing/2014/main" id="{EE891A35-5EE2-3002-4EE3-1C91EF018B4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2" name="Cube 341">
              <a:extLst>
                <a:ext uri="{FF2B5EF4-FFF2-40B4-BE49-F238E27FC236}">
                  <a16:creationId xmlns:a16="http://schemas.microsoft.com/office/drawing/2014/main" id="{781880B9-EB84-9B1B-5261-63A1723020F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4A20B68-EE29-8604-E923-4567A23FD1C6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90221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0" grpId="0" animBg="1"/>
      <p:bldP spid="301" grpId="0" animBg="1"/>
      <p:bldP spid="302" grpId="0" animBg="1"/>
      <p:bldP spid="303" grpId="0" animBg="1"/>
      <p:bldP spid="304" grpId="0" animBg="1"/>
      <p:bldP spid="30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0,16   +   0,25   =   _________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F3DB28C-B6B0-D3CB-4110-48D449E0B0F4}"/>
              </a:ext>
            </a:extLst>
          </p:cNvPr>
          <p:cNvGrpSpPr/>
          <p:nvPr/>
        </p:nvGrpSpPr>
        <p:grpSpPr>
          <a:xfrm>
            <a:off x="251788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0" name="Cube 39">
              <a:extLst>
                <a:ext uri="{FF2B5EF4-FFF2-40B4-BE49-F238E27FC236}">
                  <a16:creationId xmlns:a16="http://schemas.microsoft.com/office/drawing/2014/main" id="{815A7520-40D3-1579-9AA9-FA1EC019870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BB7609CC-6FD8-7843-9F44-07D64BA7903C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A09B27E1-D28C-82FB-9C25-7C809072B015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661B003E-F495-FA52-95EB-AF3CC18C688C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71E80E1F-1145-7A47-3C18-32E91106544D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15C3E9E4-52C5-DBAC-5516-4004B98F856B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CDAEFDDA-FDCB-9EB4-7663-D43BC281477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BC6B3AAF-9171-0948-5496-EBA1D4860335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EA6347F1-5FA3-1C98-971F-AF22B9D0135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438276F4-946E-51F5-CD18-D1397322752F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3173847D-BB64-3FE3-48C5-F669A263C222}"/>
              </a:ext>
            </a:extLst>
          </p:cNvPr>
          <p:cNvGrpSpPr/>
          <p:nvPr/>
        </p:nvGrpSpPr>
        <p:grpSpPr>
          <a:xfrm>
            <a:off x="201306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F8DC163A-759B-8769-C305-9D977B11E094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7EF263C7-2B98-F6D6-A265-BC0338C8FFC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746ED492-40A3-8A86-3D49-7C829E8A6CA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E56D1991-964F-6233-CDD0-76213E40104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Cube 64">
              <a:extLst>
                <a:ext uri="{FF2B5EF4-FFF2-40B4-BE49-F238E27FC236}">
                  <a16:creationId xmlns:a16="http://schemas.microsoft.com/office/drawing/2014/main" id="{0D634154-FAE1-58A5-9337-C2B65A67F537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6" name="Cube 65">
              <a:extLst>
                <a:ext uri="{FF2B5EF4-FFF2-40B4-BE49-F238E27FC236}">
                  <a16:creationId xmlns:a16="http://schemas.microsoft.com/office/drawing/2014/main" id="{14CB40B2-C20D-7F2F-AFF6-1BC82DB5ABE5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7" name="Cube 66">
              <a:extLst>
                <a:ext uri="{FF2B5EF4-FFF2-40B4-BE49-F238E27FC236}">
                  <a16:creationId xmlns:a16="http://schemas.microsoft.com/office/drawing/2014/main" id="{386BA894-1648-E039-EEFB-9FAE9E3AFFD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8" name="Cube 67">
              <a:extLst>
                <a:ext uri="{FF2B5EF4-FFF2-40B4-BE49-F238E27FC236}">
                  <a16:creationId xmlns:a16="http://schemas.microsoft.com/office/drawing/2014/main" id="{CD65D384-4FF5-3329-1935-4B6D6785B764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9" name="Cube 68">
              <a:extLst>
                <a:ext uri="{FF2B5EF4-FFF2-40B4-BE49-F238E27FC236}">
                  <a16:creationId xmlns:a16="http://schemas.microsoft.com/office/drawing/2014/main" id="{00B8DFD7-3A32-EE9D-6DFB-8BF077C2F7F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Cube 69">
              <a:extLst>
                <a:ext uri="{FF2B5EF4-FFF2-40B4-BE49-F238E27FC236}">
                  <a16:creationId xmlns:a16="http://schemas.microsoft.com/office/drawing/2014/main" id="{833ECC61-422D-AD80-7A8E-FDE02CE35D7A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1" name="Cube 70">
            <a:extLst>
              <a:ext uri="{FF2B5EF4-FFF2-40B4-BE49-F238E27FC236}">
                <a16:creationId xmlns:a16="http://schemas.microsoft.com/office/drawing/2014/main" id="{D9D556D0-B6B4-D0DC-D2DD-A1212FB117CC}"/>
              </a:ext>
            </a:extLst>
          </p:cNvPr>
          <p:cNvSpPr/>
          <p:nvPr/>
        </p:nvSpPr>
        <p:spPr>
          <a:xfrm>
            <a:off x="3108525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F348EE2-2F2D-9A8E-800D-204D812DDE39}"/>
              </a:ext>
            </a:extLst>
          </p:cNvPr>
          <p:cNvGrpSpPr/>
          <p:nvPr/>
        </p:nvGrpSpPr>
        <p:grpSpPr>
          <a:xfrm>
            <a:off x="1530925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74" name="Cube 73">
              <a:extLst>
                <a:ext uri="{FF2B5EF4-FFF2-40B4-BE49-F238E27FC236}">
                  <a16:creationId xmlns:a16="http://schemas.microsoft.com/office/drawing/2014/main" id="{06EF5B7C-01B8-F322-66D4-AB5AEFBE295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5" name="Cube 74">
              <a:extLst>
                <a:ext uri="{FF2B5EF4-FFF2-40B4-BE49-F238E27FC236}">
                  <a16:creationId xmlns:a16="http://schemas.microsoft.com/office/drawing/2014/main" id="{FFAD77D1-EC2E-6E51-E3C0-1BF82014179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6" name="Cube 75">
              <a:extLst>
                <a:ext uri="{FF2B5EF4-FFF2-40B4-BE49-F238E27FC236}">
                  <a16:creationId xmlns:a16="http://schemas.microsoft.com/office/drawing/2014/main" id="{CF3100AA-2706-9AEC-34EF-C57073B324FC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7" name="Cube 76">
              <a:extLst>
                <a:ext uri="{FF2B5EF4-FFF2-40B4-BE49-F238E27FC236}">
                  <a16:creationId xmlns:a16="http://schemas.microsoft.com/office/drawing/2014/main" id="{D94091C9-0BC9-CC95-E772-B077A4261AA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724E8D9C-CCB4-E564-AC8D-052E9404F4D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9" name="Cube 78">
              <a:extLst>
                <a:ext uri="{FF2B5EF4-FFF2-40B4-BE49-F238E27FC236}">
                  <a16:creationId xmlns:a16="http://schemas.microsoft.com/office/drawing/2014/main" id="{5FC6B26B-AED1-063A-8C21-17DE122D0DE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8F5EB744-85C0-8FEC-2E0F-DD0B48542E4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0F4B4F9D-F788-A72C-16CF-E86C4F121E5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9B74E79F-9346-E386-2354-5B95FC967DEB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44B85BDA-36BB-500A-60FA-93EFA9F7400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19" name="Arrow: Left-Right 118">
            <a:extLst>
              <a:ext uri="{FF2B5EF4-FFF2-40B4-BE49-F238E27FC236}">
                <a16:creationId xmlns:a16="http://schemas.microsoft.com/office/drawing/2014/main" id="{6F77A6D9-1A30-9C40-8282-882C0BFC03D7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68BFDE9-EC1B-3926-9E6B-7B90FD3BEE1A}"/>
              </a:ext>
            </a:extLst>
          </p:cNvPr>
          <p:cNvGrpSpPr/>
          <p:nvPr/>
        </p:nvGrpSpPr>
        <p:grpSpPr>
          <a:xfrm>
            <a:off x="1048787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32" name="Cube 131">
              <a:extLst>
                <a:ext uri="{FF2B5EF4-FFF2-40B4-BE49-F238E27FC236}">
                  <a16:creationId xmlns:a16="http://schemas.microsoft.com/office/drawing/2014/main" id="{92F123CC-FA2D-ACE4-DA5B-D2226780DD2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ECB02282-EBA7-D7D7-1818-DCB30E4C2012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4" name="Cube 133">
              <a:extLst>
                <a:ext uri="{FF2B5EF4-FFF2-40B4-BE49-F238E27FC236}">
                  <a16:creationId xmlns:a16="http://schemas.microsoft.com/office/drawing/2014/main" id="{9F2B039B-9E8B-4228-7DA1-64BD7CA51351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5" name="Cube 134">
              <a:extLst>
                <a:ext uri="{FF2B5EF4-FFF2-40B4-BE49-F238E27FC236}">
                  <a16:creationId xmlns:a16="http://schemas.microsoft.com/office/drawing/2014/main" id="{1A0F607E-A74E-2E48-CCCA-9847B5997D9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6" name="Cube 135">
              <a:extLst>
                <a:ext uri="{FF2B5EF4-FFF2-40B4-BE49-F238E27FC236}">
                  <a16:creationId xmlns:a16="http://schemas.microsoft.com/office/drawing/2014/main" id="{B3BD7D7D-F4BD-FA4B-3D21-05ED05E6FD7B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7" name="Cube 136">
              <a:extLst>
                <a:ext uri="{FF2B5EF4-FFF2-40B4-BE49-F238E27FC236}">
                  <a16:creationId xmlns:a16="http://schemas.microsoft.com/office/drawing/2014/main" id="{E0A0DAC0-01BA-EF00-487C-0CE421E97435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8" name="Cube 137">
              <a:extLst>
                <a:ext uri="{FF2B5EF4-FFF2-40B4-BE49-F238E27FC236}">
                  <a16:creationId xmlns:a16="http://schemas.microsoft.com/office/drawing/2014/main" id="{8DBAD439-E93F-43E7-F970-4AAFC889520C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9" name="Cube 138">
              <a:extLst>
                <a:ext uri="{FF2B5EF4-FFF2-40B4-BE49-F238E27FC236}">
                  <a16:creationId xmlns:a16="http://schemas.microsoft.com/office/drawing/2014/main" id="{A4A37B43-1BD4-4351-A675-C5C117CFE78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0" name="Cube 139">
              <a:extLst>
                <a:ext uri="{FF2B5EF4-FFF2-40B4-BE49-F238E27FC236}">
                  <a16:creationId xmlns:a16="http://schemas.microsoft.com/office/drawing/2014/main" id="{1CAB8C9E-2854-9137-1682-5B34FAA83C0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1" name="Cube 140">
              <a:extLst>
                <a:ext uri="{FF2B5EF4-FFF2-40B4-BE49-F238E27FC236}">
                  <a16:creationId xmlns:a16="http://schemas.microsoft.com/office/drawing/2014/main" id="{7A57A38F-7F4F-FC19-7C14-3EE044D58DF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7A4591F1-29E8-D216-42BB-C79BD367DA00}"/>
              </a:ext>
            </a:extLst>
          </p:cNvPr>
          <p:cNvGrpSpPr/>
          <p:nvPr/>
        </p:nvGrpSpPr>
        <p:grpSpPr>
          <a:xfrm>
            <a:off x="7829720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C8367B28-8F30-46F6-DC56-F8EAF0F79AA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F0EF4D0E-E881-6E66-E8DE-FAD99D4A3EEB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465D2CF8-E7F3-2F12-5EFD-9CAC10823A5A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EE8478FB-7E7B-B2A3-C125-7FCD5F74266A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C379D1EA-0511-5947-228B-62CD551C3827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CA8FE8BB-6804-628C-1B5A-F63D22C5DB8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AB9633F6-EBED-4EE2-9DAE-A4B269EB0B02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20FD81F6-A3E4-24A6-4598-8D6F1D80A77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39CD67AC-F6B4-1A50-A1F9-119EF0079F08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2" name="Cube 151">
              <a:extLst>
                <a:ext uri="{FF2B5EF4-FFF2-40B4-BE49-F238E27FC236}">
                  <a16:creationId xmlns:a16="http://schemas.microsoft.com/office/drawing/2014/main" id="{6972FD21-9B67-524E-0917-2C662577E3A9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7879F71D-FEE4-4EBB-9EA1-C543EE178AF0}"/>
              </a:ext>
            </a:extLst>
          </p:cNvPr>
          <p:cNvGrpSpPr/>
          <p:nvPr/>
        </p:nvGrpSpPr>
        <p:grpSpPr>
          <a:xfrm>
            <a:off x="7324895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54" name="Cube 153">
              <a:extLst>
                <a:ext uri="{FF2B5EF4-FFF2-40B4-BE49-F238E27FC236}">
                  <a16:creationId xmlns:a16="http://schemas.microsoft.com/office/drawing/2014/main" id="{C2A05C7D-1885-74F3-FAC9-995049E20862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5" name="Cube 154">
              <a:extLst>
                <a:ext uri="{FF2B5EF4-FFF2-40B4-BE49-F238E27FC236}">
                  <a16:creationId xmlns:a16="http://schemas.microsoft.com/office/drawing/2014/main" id="{DFCC266B-57D0-7DD1-9132-E0BFE330F24C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6" name="Cube 155">
              <a:extLst>
                <a:ext uri="{FF2B5EF4-FFF2-40B4-BE49-F238E27FC236}">
                  <a16:creationId xmlns:a16="http://schemas.microsoft.com/office/drawing/2014/main" id="{5E599B1E-E9CB-E689-AA80-077A9F654E4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7" name="Cube 156">
              <a:extLst>
                <a:ext uri="{FF2B5EF4-FFF2-40B4-BE49-F238E27FC236}">
                  <a16:creationId xmlns:a16="http://schemas.microsoft.com/office/drawing/2014/main" id="{38235A50-74D8-DA5E-46B1-BA245B1CFB8B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8" name="Cube 157">
              <a:extLst>
                <a:ext uri="{FF2B5EF4-FFF2-40B4-BE49-F238E27FC236}">
                  <a16:creationId xmlns:a16="http://schemas.microsoft.com/office/drawing/2014/main" id="{89173037-C45F-55F2-206A-B03B73F2350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9" name="Cube 158">
              <a:extLst>
                <a:ext uri="{FF2B5EF4-FFF2-40B4-BE49-F238E27FC236}">
                  <a16:creationId xmlns:a16="http://schemas.microsoft.com/office/drawing/2014/main" id="{40AFA9D1-66DE-A41D-08B5-F7F484F29A7A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0" name="Cube 159">
              <a:extLst>
                <a:ext uri="{FF2B5EF4-FFF2-40B4-BE49-F238E27FC236}">
                  <a16:creationId xmlns:a16="http://schemas.microsoft.com/office/drawing/2014/main" id="{97AC4DDD-E563-7B8C-EB34-8FC8B2ACEE4F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1" name="Cube 160">
              <a:extLst>
                <a:ext uri="{FF2B5EF4-FFF2-40B4-BE49-F238E27FC236}">
                  <a16:creationId xmlns:a16="http://schemas.microsoft.com/office/drawing/2014/main" id="{3AEF479C-A12B-8A84-9505-842C06011F4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2" name="Cube 161">
              <a:extLst>
                <a:ext uri="{FF2B5EF4-FFF2-40B4-BE49-F238E27FC236}">
                  <a16:creationId xmlns:a16="http://schemas.microsoft.com/office/drawing/2014/main" id="{E11BCAAC-3FC7-ED71-0EEC-2483B5B68CBE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3" name="Cube 162">
              <a:extLst>
                <a:ext uri="{FF2B5EF4-FFF2-40B4-BE49-F238E27FC236}">
                  <a16:creationId xmlns:a16="http://schemas.microsoft.com/office/drawing/2014/main" id="{7B0C5E71-F054-01CE-6570-7F973C88364C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64" name="Cube 163">
            <a:extLst>
              <a:ext uri="{FF2B5EF4-FFF2-40B4-BE49-F238E27FC236}">
                <a16:creationId xmlns:a16="http://schemas.microsoft.com/office/drawing/2014/main" id="{FD0DA560-C76B-CF8F-50F6-5CA39C2311B7}"/>
              </a:ext>
            </a:extLst>
          </p:cNvPr>
          <p:cNvSpPr/>
          <p:nvPr/>
        </p:nvSpPr>
        <p:spPr>
          <a:xfrm>
            <a:off x="8420357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D03382A6-EFB6-8827-CD6B-CFAE72285A97}"/>
              </a:ext>
            </a:extLst>
          </p:cNvPr>
          <p:cNvGrpSpPr/>
          <p:nvPr/>
        </p:nvGrpSpPr>
        <p:grpSpPr>
          <a:xfrm>
            <a:off x="6842757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66" name="Cube 165">
              <a:extLst>
                <a:ext uri="{FF2B5EF4-FFF2-40B4-BE49-F238E27FC236}">
                  <a16:creationId xmlns:a16="http://schemas.microsoft.com/office/drawing/2014/main" id="{CA4E56AA-A6C5-5E65-7A7A-C1E679DC23F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7" name="Cube 166">
              <a:extLst>
                <a:ext uri="{FF2B5EF4-FFF2-40B4-BE49-F238E27FC236}">
                  <a16:creationId xmlns:a16="http://schemas.microsoft.com/office/drawing/2014/main" id="{0AB41F00-5753-9275-7D86-D13EDF4719A0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Cube 167">
              <a:extLst>
                <a:ext uri="{FF2B5EF4-FFF2-40B4-BE49-F238E27FC236}">
                  <a16:creationId xmlns:a16="http://schemas.microsoft.com/office/drawing/2014/main" id="{AD2DB0CE-7ABB-6EFC-4AA9-F49A04275E4D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9" name="Cube 168">
              <a:extLst>
                <a:ext uri="{FF2B5EF4-FFF2-40B4-BE49-F238E27FC236}">
                  <a16:creationId xmlns:a16="http://schemas.microsoft.com/office/drawing/2014/main" id="{B0DD4249-694F-AD53-1651-1B381806691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0" name="Cube 169">
              <a:extLst>
                <a:ext uri="{FF2B5EF4-FFF2-40B4-BE49-F238E27FC236}">
                  <a16:creationId xmlns:a16="http://schemas.microsoft.com/office/drawing/2014/main" id="{7DC4B597-2296-609C-0B91-434F128293F8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1" name="Cube 170">
              <a:extLst>
                <a:ext uri="{FF2B5EF4-FFF2-40B4-BE49-F238E27FC236}">
                  <a16:creationId xmlns:a16="http://schemas.microsoft.com/office/drawing/2014/main" id="{68D60C44-EFC4-518C-7A07-0D53CC46462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2" name="Cube 171">
              <a:extLst>
                <a:ext uri="{FF2B5EF4-FFF2-40B4-BE49-F238E27FC236}">
                  <a16:creationId xmlns:a16="http://schemas.microsoft.com/office/drawing/2014/main" id="{9E0E0A83-F8EC-0266-496E-7ECFE78763A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3" name="Cube 172">
              <a:extLst>
                <a:ext uri="{FF2B5EF4-FFF2-40B4-BE49-F238E27FC236}">
                  <a16:creationId xmlns:a16="http://schemas.microsoft.com/office/drawing/2014/main" id="{69D64B84-5DB4-4165-A3CA-8D454064F0F0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4" name="Cube 173">
              <a:extLst>
                <a:ext uri="{FF2B5EF4-FFF2-40B4-BE49-F238E27FC236}">
                  <a16:creationId xmlns:a16="http://schemas.microsoft.com/office/drawing/2014/main" id="{35CF4C20-2252-6DEC-AF05-AFDE53B3D92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5" name="Cube 174">
              <a:extLst>
                <a:ext uri="{FF2B5EF4-FFF2-40B4-BE49-F238E27FC236}">
                  <a16:creationId xmlns:a16="http://schemas.microsoft.com/office/drawing/2014/main" id="{CC86DAD8-AA78-FC09-86C2-6CCDFFC8DB4E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40E7699B-8A52-2013-F4AA-CCC8F35B455F}"/>
              </a:ext>
            </a:extLst>
          </p:cNvPr>
          <p:cNvGrpSpPr/>
          <p:nvPr/>
        </p:nvGrpSpPr>
        <p:grpSpPr>
          <a:xfrm>
            <a:off x="6360619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7" name="Cube 176">
              <a:extLst>
                <a:ext uri="{FF2B5EF4-FFF2-40B4-BE49-F238E27FC236}">
                  <a16:creationId xmlns:a16="http://schemas.microsoft.com/office/drawing/2014/main" id="{C0EAA6E2-63BA-8559-4063-A6A13A87E40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8" name="Cube 177">
              <a:extLst>
                <a:ext uri="{FF2B5EF4-FFF2-40B4-BE49-F238E27FC236}">
                  <a16:creationId xmlns:a16="http://schemas.microsoft.com/office/drawing/2014/main" id="{4C4E9D9F-1845-AC3C-DFF0-51DDB2D0CBE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9" name="Cube 178">
              <a:extLst>
                <a:ext uri="{FF2B5EF4-FFF2-40B4-BE49-F238E27FC236}">
                  <a16:creationId xmlns:a16="http://schemas.microsoft.com/office/drawing/2014/main" id="{74190A9B-C327-2A1F-3D5D-24AD338B7B49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0" name="Cube 179">
              <a:extLst>
                <a:ext uri="{FF2B5EF4-FFF2-40B4-BE49-F238E27FC236}">
                  <a16:creationId xmlns:a16="http://schemas.microsoft.com/office/drawing/2014/main" id="{F13184D4-356B-D0F1-8ABC-96D086F797D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1" name="Cube 180">
              <a:extLst>
                <a:ext uri="{FF2B5EF4-FFF2-40B4-BE49-F238E27FC236}">
                  <a16:creationId xmlns:a16="http://schemas.microsoft.com/office/drawing/2014/main" id="{D974961E-7C8E-96CD-3F6E-0F7D1C05E3F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2" name="Cube 181">
              <a:extLst>
                <a:ext uri="{FF2B5EF4-FFF2-40B4-BE49-F238E27FC236}">
                  <a16:creationId xmlns:a16="http://schemas.microsoft.com/office/drawing/2014/main" id="{53F681E7-755F-1FBF-7556-5085A49C8357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3" name="Cube 182">
              <a:extLst>
                <a:ext uri="{FF2B5EF4-FFF2-40B4-BE49-F238E27FC236}">
                  <a16:creationId xmlns:a16="http://schemas.microsoft.com/office/drawing/2014/main" id="{9D98611E-5684-1BC8-D845-4E49F182E20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4" name="Cube 183">
              <a:extLst>
                <a:ext uri="{FF2B5EF4-FFF2-40B4-BE49-F238E27FC236}">
                  <a16:creationId xmlns:a16="http://schemas.microsoft.com/office/drawing/2014/main" id="{A4DE58CC-1C10-DFD7-BC58-431123048E8B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5" name="Cube 184">
              <a:extLst>
                <a:ext uri="{FF2B5EF4-FFF2-40B4-BE49-F238E27FC236}">
                  <a16:creationId xmlns:a16="http://schemas.microsoft.com/office/drawing/2014/main" id="{168088D2-04CE-A784-505C-8F5D5A931C7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6" name="Cube 185">
              <a:extLst>
                <a:ext uri="{FF2B5EF4-FFF2-40B4-BE49-F238E27FC236}">
                  <a16:creationId xmlns:a16="http://schemas.microsoft.com/office/drawing/2014/main" id="{931D0377-3D45-9DD8-7C4C-5B93EA65B07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C48A444-3DB7-2BCF-1539-7A25A3F53162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93707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" grpId="0" animBg="1"/>
      <p:bldP spid="119" grpId="0" animBg="1"/>
      <p:bldP spid="16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1,03   +   0,07   =   _________</a:t>
            </a:r>
          </a:p>
        </p:txBody>
      </p:sp>
      <p:sp>
        <p:nvSpPr>
          <p:cNvPr id="300" name="Cube 299">
            <a:extLst>
              <a:ext uri="{FF2B5EF4-FFF2-40B4-BE49-F238E27FC236}">
                <a16:creationId xmlns:a16="http://schemas.microsoft.com/office/drawing/2014/main" id="{0B657D2A-EB00-B15F-D514-E95B91252030}"/>
              </a:ext>
            </a:extLst>
          </p:cNvPr>
          <p:cNvSpPr/>
          <p:nvPr/>
        </p:nvSpPr>
        <p:spPr>
          <a:xfrm>
            <a:off x="6246768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1" name="Cube 300">
            <a:extLst>
              <a:ext uri="{FF2B5EF4-FFF2-40B4-BE49-F238E27FC236}">
                <a16:creationId xmlns:a16="http://schemas.microsoft.com/office/drawing/2014/main" id="{21655F1C-E924-073D-B28D-C41100F89804}"/>
              </a:ext>
            </a:extLst>
          </p:cNvPr>
          <p:cNvSpPr/>
          <p:nvPr/>
        </p:nvSpPr>
        <p:spPr>
          <a:xfrm>
            <a:off x="6246768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2" name="Cube 301">
            <a:extLst>
              <a:ext uri="{FF2B5EF4-FFF2-40B4-BE49-F238E27FC236}">
                <a16:creationId xmlns:a16="http://schemas.microsoft.com/office/drawing/2014/main" id="{0D6F59F2-937B-197C-DE8F-A8E605F2A478}"/>
              </a:ext>
            </a:extLst>
          </p:cNvPr>
          <p:cNvSpPr/>
          <p:nvPr/>
        </p:nvSpPr>
        <p:spPr>
          <a:xfrm>
            <a:off x="6246768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3" name="Cube 302">
            <a:extLst>
              <a:ext uri="{FF2B5EF4-FFF2-40B4-BE49-F238E27FC236}">
                <a16:creationId xmlns:a16="http://schemas.microsoft.com/office/drawing/2014/main" id="{59E0633F-5707-3E84-C1F3-7CE1534D936A}"/>
              </a:ext>
            </a:extLst>
          </p:cNvPr>
          <p:cNvSpPr/>
          <p:nvPr/>
        </p:nvSpPr>
        <p:spPr>
          <a:xfrm>
            <a:off x="6246768" y="5178023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4" name="Cube 303">
            <a:extLst>
              <a:ext uri="{FF2B5EF4-FFF2-40B4-BE49-F238E27FC236}">
                <a16:creationId xmlns:a16="http://schemas.microsoft.com/office/drawing/2014/main" id="{C026CCBD-2760-F122-B795-BD03C5EB4268}"/>
              </a:ext>
            </a:extLst>
          </p:cNvPr>
          <p:cNvSpPr/>
          <p:nvPr/>
        </p:nvSpPr>
        <p:spPr>
          <a:xfrm>
            <a:off x="6246768" y="4925052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5" name="Cube 304">
            <a:extLst>
              <a:ext uri="{FF2B5EF4-FFF2-40B4-BE49-F238E27FC236}">
                <a16:creationId xmlns:a16="http://schemas.microsoft.com/office/drawing/2014/main" id="{86965626-4902-9895-54C5-099B0B36321C}"/>
              </a:ext>
            </a:extLst>
          </p:cNvPr>
          <p:cNvSpPr/>
          <p:nvPr/>
        </p:nvSpPr>
        <p:spPr>
          <a:xfrm>
            <a:off x="6246768" y="4672081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6" name="Cube 305">
            <a:extLst>
              <a:ext uri="{FF2B5EF4-FFF2-40B4-BE49-F238E27FC236}">
                <a16:creationId xmlns:a16="http://schemas.microsoft.com/office/drawing/2014/main" id="{5E88FFD4-38E0-BD4F-47D3-63AF2BA9D39E}"/>
              </a:ext>
            </a:extLst>
          </p:cNvPr>
          <p:cNvSpPr/>
          <p:nvPr/>
        </p:nvSpPr>
        <p:spPr>
          <a:xfrm>
            <a:off x="6246768" y="4419109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7" name="Cube 306">
            <a:extLst>
              <a:ext uri="{FF2B5EF4-FFF2-40B4-BE49-F238E27FC236}">
                <a16:creationId xmlns:a16="http://schemas.microsoft.com/office/drawing/2014/main" id="{C434F9D7-66B2-834E-6F23-618902E8D9EC}"/>
              </a:ext>
            </a:extLst>
          </p:cNvPr>
          <p:cNvSpPr/>
          <p:nvPr/>
        </p:nvSpPr>
        <p:spPr>
          <a:xfrm>
            <a:off x="6246768" y="4166138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8" name="Cube 307">
            <a:extLst>
              <a:ext uri="{FF2B5EF4-FFF2-40B4-BE49-F238E27FC236}">
                <a16:creationId xmlns:a16="http://schemas.microsoft.com/office/drawing/2014/main" id="{F2C5239C-B7C7-5C8B-543F-3CB7F73D7DAA}"/>
              </a:ext>
            </a:extLst>
          </p:cNvPr>
          <p:cNvSpPr/>
          <p:nvPr/>
        </p:nvSpPr>
        <p:spPr>
          <a:xfrm>
            <a:off x="6246768" y="3913167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09" name="Cube 308">
            <a:extLst>
              <a:ext uri="{FF2B5EF4-FFF2-40B4-BE49-F238E27FC236}">
                <a16:creationId xmlns:a16="http://schemas.microsoft.com/office/drawing/2014/main" id="{DC9B10CE-E8E3-4CF6-2D1A-E50795CFAA4C}"/>
              </a:ext>
            </a:extLst>
          </p:cNvPr>
          <p:cNvSpPr/>
          <p:nvPr/>
        </p:nvSpPr>
        <p:spPr>
          <a:xfrm>
            <a:off x="6246768" y="366019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2099FA02-A506-AA12-3FF2-99C44954D4BE}"/>
              </a:ext>
            </a:extLst>
          </p:cNvPr>
          <p:cNvGrpSpPr/>
          <p:nvPr/>
        </p:nvGrpSpPr>
        <p:grpSpPr>
          <a:xfrm>
            <a:off x="2949773" y="3660198"/>
            <a:ext cx="2615911" cy="2615911"/>
            <a:chOff x="414598" y="546495"/>
            <a:chExt cx="5852156" cy="5898407"/>
          </a:xfrm>
        </p:grpSpPr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09B0956-59AD-D0F2-DFDB-9A5D22690BA9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80" name="Cube 279">
                <a:extLst>
                  <a:ext uri="{FF2B5EF4-FFF2-40B4-BE49-F238E27FC236}">
                    <a16:creationId xmlns:a16="http://schemas.microsoft.com/office/drawing/2014/main" id="{3122C4C1-139A-B307-FA97-0D465A535FC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1" name="Cube 280">
                <a:extLst>
                  <a:ext uri="{FF2B5EF4-FFF2-40B4-BE49-F238E27FC236}">
                    <a16:creationId xmlns:a16="http://schemas.microsoft.com/office/drawing/2014/main" id="{23EC454F-6974-B338-8F9F-D757AB4EF95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2" name="Cube 281">
                <a:extLst>
                  <a:ext uri="{FF2B5EF4-FFF2-40B4-BE49-F238E27FC236}">
                    <a16:creationId xmlns:a16="http://schemas.microsoft.com/office/drawing/2014/main" id="{0171BC6F-33CF-8E4A-450A-7C3EDDC2DAA3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3" name="Cube 282">
                <a:extLst>
                  <a:ext uri="{FF2B5EF4-FFF2-40B4-BE49-F238E27FC236}">
                    <a16:creationId xmlns:a16="http://schemas.microsoft.com/office/drawing/2014/main" id="{F2806878-7D42-DB7E-A22C-740FDD90801D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4" name="Cube 283">
                <a:extLst>
                  <a:ext uri="{FF2B5EF4-FFF2-40B4-BE49-F238E27FC236}">
                    <a16:creationId xmlns:a16="http://schemas.microsoft.com/office/drawing/2014/main" id="{348B774E-90A8-5776-7FAB-9F91B09B67A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5" name="Cube 284">
                <a:extLst>
                  <a:ext uri="{FF2B5EF4-FFF2-40B4-BE49-F238E27FC236}">
                    <a16:creationId xmlns:a16="http://schemas.microsoft.com/office/drawing/2014/main" id="{763D0685-9BF2-DD75-0459-EB1C4A727D2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6" name="Cube 285">
                <a:extLst>
                  <a:ext uri="{FF2B5EF4-FFF2-40B4-BE49-F238E27FC236}">
                    <a16:creationId xmlns:a16="http://schemas.microsoft.com/office/drawing/2014/main" id="{029D614B-47C8-5394-645D-DFE5B961407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7" name="Cube 286">
                <a:extLst>
                  <a:ext uri="{FF2B5EF4-FFF2-40B4-BE49-F238E27FC236}">
                    <a16:creationId xmlns:a16="http://schemas.microsoft.com/office/drawing/2014/main" id="{A40EB81A-B656-7973-4DBF-F549390FBC51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8" name="Cube 287">
                <a:extLst>
                  <a:ext uri="{FF2B5EF4-FFF2-40B4-BE49-F238E27FC236}">
                    <a16:creationId xmlns:a16="http://schemas.microsoft.com/office/drawing/2014/main" id="{6A7E5EDF-0BB4-6D50-21C5-F37018753A99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89" name="Cube 288">
                <a:extLst>
                  <a:ext uri="{FF2B5EF4-FFF2-40B4-BE49-F238E27FC236}">
                    <a16:creationId xmlns:a16="http://schemas.microsoft.com/office/drawing/2014/main" id="{2F464E08-4F19-3B1E-9B3F-D42EC9467F9F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0C99F6A4-0E41-1ECA-D23F-11F48346223B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70" name="Cube 269">
                <a:extLst>
                  <a:ext uri="{FF2B5EF4-FFF2-40B4-BE49-F238E27FC236}">
                    <a16:creationId xmlns:a16="http://schemas.microsoft.com/office/drawing/2014/main" id="{2EA950CD-02B6-9577-E339-B79A9848388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1" name="Cube 270">
                <a:extLst>
                  <a:ext uri="{FF2B5EF4-FFF2-40B4-BE49-F238E27FC236}">
                    <a16:creationId xmlns:a16="http://schemas.microsoft.com/office/drawing/2014/main" id="{0AB49724-6775-313E-45C9-C0D1A068C87D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2" name="Cube 271">
                <a:extLst>
                  <a:ext uri="{FF2B5EF4-FFF2-40B4-BE49-F238E27FC236}">
                    <a16:creationId xmlns:a16="http://schemas.microsoft.com/office/drawing/2014/main" id="{AE494A55-1C79-EA64-2375-EE4C2EE0ACFD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3" name="Cube 272">
                <a:extLst>
                  <a:ext uri="{FF2B5EF4-FFF2-40B4-BE49-F238E27FC236}">
                    <a16:creationId xmlns:a16="http://schemas.microsoft.com/office/drawing/2014/main" id="{3434A179-F571-6D47-AFB9-9B172090FBA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4" name="Cube 273">
                <a:extLst>
                  <a:ext uri="{FF2B5EF4-FFF2-40B4-BE49-F238E27FC236}">
                    <a16:creationId xmlns:a16="http://schemas.microsoft.com/office/drawing/2014/main" id="{83CCAA9D-AA12-F2A3-09D6-FD178146E7F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5" name="Cube 274">
                <a:extLst>
                  <a:ext uri="{FF2B5EF4-FFF2-40B4-BE49-F238E27FC236}">
                    <a16:creationId xmlns:a16="http://schemas.microsoft.com/office/drawing/2014/main" id="{2D162957-32D9-FA17-FAAC-B8BC3143D725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6" name="Cube 275">
                <a:extLst>
                  <a:ext uri="{FF2B5EF4-FFF2-40B4-BE49-F238E27FC236}">
                    <a16:creationId xmlns:a16="http://schemas.microsoft.com/office/drawing/2014/main" id="{6D018CFC-7BC7-43A8-DC62-84A00C6F31B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7" name="Cube 276">
                <a:extLst>
                  <a:ext uri="{FF2B5EF4-FFF2-40B4-BE49-F238E27FC236}">
                    <a16:creationId xmlns:a16="http://schemas.microsoft.com/office/drawing/2014/main" id="{3072C41D-F1E2-CBB5-C8AA-284E83084F4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8" name="Cube 277">
                <a:extLst>
                  <a:ext uri="{FF2B5EF4-FFF2-40B4-BE49-F238E27FC236}">
                    <a16:creationId xmlns:a16="http://schemas.microsoft.com/office/drawing/2014/main" id="{25B03F6E-62DF-FB5B-9ABF-731B9A1B6810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79" name="Cube 278">
                <a:extLst>
                  <a:ext uri="{FF2B5EF4-FFF2-40B4-BE49-F238E27FC236}">
                    <a16:creationId xmlns:a16="http://schemas.microsoft.com/office/drawing/2014/main" id="{283EC554-AB99-DD69-012B-13CD266EB99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2" name="Group 181">
              <a:extLst>
                <a:ext uri="{FF2B5EF4-FFF2-40B4-BE49-F238E27FC236}">
                  <a16:creationId xmlns:a16="http://schemas.microsoft.com/office/drawing/2014/main" id="{C80044EC-373A-C513-CD77-4B95201BB1F4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60" name="Cube 259">
                <a:extLst>
                  <a:ext uri="{FF2B5EF4-FFF2-40B4-BE49-F238E27FC236}">
                    <a16:creationId xmlns:a16="http://schemas.microsoft.com/office/drawing/2014/main" id="{29A1BFC2-4242-D5DA-3890-F19757CED2A5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1" name="Cube 260">
                <a:extLst>
                  <a:ext uri="{FF2B5EF4-FFF2-40B4-BE49-F238E27FC236}">
                    <a16:creationId xmlns:a16="http://schemas.microsoft.com/office/drawing/2014/main" id="{0602B72B-9565-49EF-5811-449654DB9B4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2" name="Cube 261">
                <a:extLst>
                  <a:ext uri="{FF2B5EF4-FFF2-40B4-BE49-F238E27FC236}">
                    <a16:creationId xmlns:a16="http://schemas.microsoft.com/office/drawing/2014/main" id="{5BF7F1D0-C27D-201F-2E45-D1DF7F16016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3" name="Cube 262">
                <a:extLst>
                  <a:ext uri="{FF2B5EF4-FFF2-40B4-BE49-F238E27FC236}">
                    <a16:creationId xmlns:a16="http://schemas.microsoft.com/office/drawing/2014/main" id="{58A1ACF6-C4F3-FC9A-768C-DD39E18B6A0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4" name="Cube 263">
                <a:extLst>
                  <a:ext uri="{FF2B5EF4-FFF2-40B4-BE49-F238E27FC236}">
                    <a16:creationId xmlns:a16="http://schemas.microsoft.com/office/drawing/2014/main" id="{D751BEF1-C93A-A412-3BBB-7609BDB9FF4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5" name="Cube 264">
                <a:extLst>
                  <a:ext uri="{FF2B5EF4-FFF2-40B4-BE49-F238E27FC236}">
                    <a16:creationId xmlns:a16="http://schemas.microsoft.com/office/drawing/2014/main" id="{826FF43A-1249-8F54-0B58-655BFA5018F4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6" name="Cube 265">
                <a:extLst>
                  <a:ext uri="{FF2B5EF4-FFF2-40B4-BE49-F238E27FC236}">
                    <a16:creationId xmlns:a16="http://schemas.microsoft.com/office/drawing/2014/main" id="{46D6AB4F-4EFD-44E3-0D55-24296E0D7AC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7" name="Cube 266">
                <a:extLst>
                  <a:ext uri="{FF2B5EF4-FFF2-40B4-BE49-F238E27FC236}">
                    <a16:creationId xmlns:a16="http://schemas.microsoft.com/office/drawing/2014/main" id="{7CB2FE97-3820-CC84-B611-3C10EBC0F55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8" name="Cube 267">
                <a:extLst>
                  <a:ext uri="{FF2B5EF4-FFF2-40B4-BE49-F238E27FC236}">
                    <a16:creationId xmlns:a16="http://schemas.microsoft.com/office/drawing/2014/main" id="{D3761DB0-214A-B104-8587-D76553F031C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69" name="Cube 268">
                <a:extLst>
                  <a:ext uri="{FF2B5EF4-FFF2-40B4-BE49-F238E27FC236}">
                    <a16:creationId xmlns:a16="http://schemas.microsoft.com/office/drawing/2014/main" id="{75330C93-80DF-F87E-432F-07E530F3A246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E0B0FC74-07AC-1938-D018-B14B1476B47D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50" name="Cube 249">
                <a:extLst>
                  <a:ext uri="{FF2B5EF4-FFF2-40B4-BE49-F238E27FC236}">
                    <a16:creationId xmlns:a16="http://schemas.microsoft.com/office/drawing/2014/main" id="{4138B811-0D9C-5076-D3CD-ED7051688B16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1" name="Cube 250">
                <a:extLst>
                  <a:ext uri="{FF2B5EF4-FFF2-40B4-BE49-F238E27FC236}">
                    <a16:creationId xmlns:a16="http://schemas.microsoft.com/office/drawing/2014/main" id="{37906E27-BE51-4314-EC49-689B8F66C759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2" name="Cube 251">
                <a:extLst>
                  <a:ext uri="{FF2B5EF4-FFF2-40B4-BE49-F238E27FC236}">
                    <a16:creationId xmlns:a16="http://schemas.microsoft.com/office/drawing/2014/main" id="{6E3AFECF-AA83-21E7-F249-1AA859F6CAE4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3" name="Cube 252">
                <a:extLst>
                  <a:ext uri="{FF2B5EF4-FFF2-40B4-BE49-F238E27FC236}">
                    <a16:creationId xmlns:a16="http://schemas.microsoft.com/office/drawing/2014/main" id="{153E80B9-2B8C-E300-77F8-E539052A870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4" name="Cube 253">
                <a:extLst>
                  <a:ext uri="{FF2B5EF4-FFF2-40B4-BE49-F238E27FC236}">
                    <a16:creationId xmlns:a16="http://schemas.microsoft.com/office/drawing/2014/main" id="{419C07E3-F52A-A179-CA88-230AE864C473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5" name="Cube 254">
                <a:extLst>
                  <a:ext uri="{FF2B5EF4-FFF2-40B4-BE49-F238E27FC236}">
                    <a16:creationId xmlns:a16="http://schemas.microsoft.com/office/drawing/2014/main" id="{48ED5B5C-F258-08E8-8966-47511D02AA2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6" name="Cube 255">
                <a:extLst>
                  <a:ext uri="{FF2B5EF4-FFF2-40B4-BE49-F238E27FC236}">
                    <a16:creationId xmlns:a16="http://schemas.microsoft.com/office/drawing/2014/main" id="{C3EC1241-A13C-E600-363E-E7FB7CBAF9B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7" name="Cube 256">
                <a:extLst>
                  <a:ext uri="{FF2B5EF4-FFF2-40B4-BE49-F238E27FC236}">
                    <a16:creationId xmlns:a16="http://schemas.microsoft.com/office/drawing/2014/main" id="{139E2AA0-D161-08CD-191A-ECF5C46001D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8" name="Cube 257">
                <a:extLst>
                  <a:ext uri="{FF2B5EF4-FFF2-40B4-BE49-F238E27FC236}">
                    <a16:creationId xmlns:a16="http://schemas.microsoft.com/office/drawing/2014/main" id="{D11D279A-E81C-688F-BBF2-B9F5FBAD536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59" name="Cube 258">
                <a:extLst>
                  <a:ext uri="{FF2B5EF4-FFF2-40B4-BE49-F238E27FC236}">
                    <a16:creationId xmlns:a16="http://schemas.microsoft.com/office/drawing/2014/main" id="{EF752936-82DA-A600-144D-6C5FD4E2765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7A7A413F-58D1-E11F-B73D-DE4AD7D21892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40" name="Cube 239">
                <a:extLst>
                  <a:ext uri="{FF2B5EF4-FFF2-40B4-BE49-F238E27FC236}">
                    <a16:creationId xmlns:a16="http://schemas.microsoft.com/office/drawing/2014/main" id="{B3545705-ECCD-3DC0-7F19-E6D77810D218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1" name="Cube 240">
                <a:extLst>
                  <a:ext uri="{FF2B5EF4-FFF2-40B4-BE49-F238E27FC236}">
                    <a16:creationId xmlns:a16="http://schemas.microsoft.com/office/drawing/2014/main" id="{EB3C5A62-CB4D-88F8-67F0-8EA39EC2554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2" name="Cube 241">
                <a:extLst>
                  <a:ext uri="{FF2B5EF4-FFF2-40B4-BE49-F238E27FC236}">
                    <a16:creationId xmlns:a16="http://schemas.microsoft.com/office/drawing/2014/main" id="{38899542-3DF2-67D2-E7E8-8AF7111784F5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3" name="Cube 242">
                <a:extLst>
                  <a:ext uri="{FF2B5EF4-FFF2-40B4-BE49-F238E27FC236}">
                    <a16:creationId xmlns:a16="http://schemas.microsoft.com/office/drawing/2014/main" id="{73214C95-F7D5-B1A3-1249-F7B12977409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4" name="Cube 243">
                <a:extLst>
                  <a:ext uri="{FF2B5EF4-FFF2-40B4-BE49-F238E27FC236}">
                    <a16:creationId xmlns:a16="http://schemas.microsoft.com/office/drawing/2014/main" id="{2787CEA5-4C33-E248-F89C-043F33EC328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5" name="Cube 244">
                <a:extLst>
                  <a:ext uri="{FF2B5EF4-FFF2-40B4-BE49-F238E27FC236}">
                    <a16:creationId xmlns:a16="http://schemas.microsoft.com/office/drawing/2014/main" id="{71FFE74F-5106-8B31-1A22-986E40601CCF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6" name="Cube 245">
                <a:extLst>
                  <a:ext uri="{FF2B5EF4-FFF2-40B4-BE49-F238E27FC236}">
                    <a16:creationId xmlns:a16="http://schemas.microsoft.com/office/drawing/2014/main" id="{9F78AF4F-5AF6-1B04-AC5F-C9491A2ED7F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7" name="Cube 246">
                <a:extLst>
                  <a:ext uri="{FF2B5EF4-FFF2-40B4-BE49-F238E27FC236}">
                    <a16:creationId xmlns:a16="http://schemas.microsoft.com/office/drawing/2014/main" id="{6FF0CD80-062A-BA66-7B03-1C519C5EE473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8" name="Cube 247">
                <a:extLst>
                  <a:ext uri="{FF2B5EF4-FFF2-40B4-BE49-F238E27FC236}">
                    <a16:creationId xmlns:a16="http://schemas.microsoft.com/office/drawing/2014/main" id="{2382738E-87D3-30C2-5F8A-99A599941EF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49" name="Cube 248">
                <a:extLst>
                  <a:ext uri="{FF2B5EF4-FFF2-40B4-BE49-F238E27FC236}">
                    <a16:creationId xmlns:a16="http://schemas.microsoft.com/office/drawing/2014/main" id="{628DC014-2486-50E5-DDAA-2C17D352382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5" name="Group 184">
              <a:extLst>
                <a:ext uri="{FF2B5EF4-FFF2-40B4-BE49-F238E27FC236}">
                  <a16:creationId xmlns:a16="http://schemas.microsoft.com/office/drawing/2014/main" id="{04776E31-71A0-92F6-D702-7A3649F1AE06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30" name="Cube 229">
                <a:extLst>
                  <a:ext uri="{FF2B5EF4-FFF2-40B4-BE49-F238E27FC236}">
                    <a16:creationId xmlns:a16="http://schemas.microsoft.com/office/drawing/2014/main" id="{903BCC9A-A614-58C4-B11D-F5C27FE5380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1" name="Cube 230">
                <a:extLst>
                  <a:ext uri="{FF2B5EF4-FFF2-40B4-BE49-F238E27FC236}">
                    <a16:creationId xmlns:a16="http://schemas.microsoft.com/office/drawing/2014/main" id="{5208BAD8-6A93-1049-00CA-D03FC8F8182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2" name="Cube 231">
                <a:extLst>
                  <a:ext uri="{FF2B5EF4-FFF2-40B4-BE49-F238E27FC236}">
                    <a16:creationId xmlns:a16="http://schemas.microsoft.com/office/drawing/2014/main" id="{9D2F69F4-62B5-7209-35DF-67E1E426837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3" name="Cube 232">
                <a:extLst>
                  <a:ext uri="{FF2B5EF4-FFF2-40B4-BE49-F238E27FC236}">
                    <a16:creationId xmlns:a16="http://schemas.microsoft.com/office/drawing/2014/main" id="{A8C3714F-3C9A-1ACA-E471-A3AD3E127C46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4" name="Cube 233">
                <a:extLst>
                  <a:ext uri="{FF2B5EF4-FFF2-40B4-BE49-F238E27FC236}">
                    <a16:creationId xmlns:a16="http://schemas.microsoft.com/office/drawing/2014/main" id="{44E70556-67BD-C889-B903-9996E006606C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5" name="Cube 234">
                <a:extLst>
                  <a:ext uri="{FF2B5EF4-FFF2-40B4-BE49-F238E27FC236}">
                    <a16:creationId xmlns:a16="http://schemas.microsoft.com/office/drawing/2014/main" id="{E1DDB9D2-14DE-E33A-9A66-F50A3D97C05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6" name="Cube 235">
                <a:extLst>
                  <a:ext uri="{FF2B5EF4-FFF2-40B4-BE49-F238E27FC236}">
                    <a16:creationId xmlns:a16="http://schemas.microsoft.com/office/drawing/2014/main" id="{58878239-0B29-95A9-8BF7-8D8845729D3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7" name="Cube 236">
                <a:extLst>
                  <a:ext uri="{FF2B5EF4-FFF2-40B4-BE49-F238E27FC236}">
                    <a16:creationId xmlns:a16="http://schemas.microsoft.com/office/drawing/2014/main" id="{D4157E83-EBAE-5596-6E19-D0D8A4B93858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8" name="Cube 237">
                <a:extLst>
                  <a:ext uri="{FF2B5EF4-FFF2-40B4-BE49-F238E27FC236}">
                    <a16:creationId xmlns:a16="http://schemas.microsoft.com/office/drawing/2014/main" id="{598B6F57-F08F-AA02-03D9-822F92DC418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39" name="Cube 238">
                <a:extLst>
                  <a:ext uri="{FF2B5EF4-FFF2-40B4-BE49-F238E27FC236}">
                    <a16:creationId xmlns:a16="http://schemas.microsoft.com/office/drawing/2014/main" id="{D19F64BA-4F8B-59CE-5219-8C65EB82D55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9F29C9C9-1B63-6376-82E5-0E46C6BD4833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20" name="Cube 219">
                <a:extLst>
                  <a:ext uri="{FF2B5EF4-FFF2-40B4-BE49-F238E27FC236}">
                    <a16:creationId xmlns:a16="http://schemas.microsoft.com/office/drawing/2014/main" id="{1DF48B1D-E9EF-BCF4-05F2-0ECE8FFCFF3B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1" name="Cube 220">
                <a:extLst>
                  <a:ext uri="{FF2B5EF4-FFF2-40B4-BE49-F238E27FC236}">
                    <a16:creationId xmlns:a16="http://schemas.microsoft.com/office/drawing/2014/main" id="{ECD38505-A90C-B101-6F6A-E40D423257CE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2" name="Cube 221">
                <a:extLst>
                  <a:ext uri="{FF2B5EF4-FFF2-40B4-BE49-F238E27FC236}">
                    <a16:creationId xmlns:a16="http://schemas.microsoft.com/office/drawing/2014/main" id="{5C48FD3E-E36A-A89F-8EBC-E3D9F1482859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3" name="Cube 222">
                <a:extLst>
                  <a:ext uri="{FF2B5EF4-FFF2-40B4-BE49-F238E27FC236}">
                    <a16:creationId xmlns:a16="http://schemas.microsoft.com/office/drawing/2014/main" id="{74DC9C10-79EA-F727-57F1-2C8702E1B28F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4" name="Cube 223">
                <a:extLst>
                  <a:ext uri="{FF2B5EF4-FFF2-40B4-BE49-F238E27FC236}">
                    <a16:creationId xmlns:a16="http://schemas.microsoft.com/office/drawing/2014/main" id="{FB5CE671-EB95-156A-BF7A-E48297D0C32E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5" name="Cube 224">
                <a:extLst>
                  <a:ext uri="{FF2B5EF4-FFF2-40B4-BE49-F238E27FC236}">
                    <a16:creationId xmlns:a16="http://schemas.microsoft.com/office/drawing/2014/main" id="{8049661B-DC54-7E50-DC6E-826FD696A69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6" name="Cube 225">
                <a:extLst>
                  <a:ext uri="{FF2B5EF4-FFF2-40B4-BE49-F238E27FC236}">
                    <a16:creationId xmlns:a16="http://schemas.microsoft.com/office/drawing/2014/main" id="{E88E78FC-ACEB-5DD5-EFC4-9B9370BD9CF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7" name="Cube 226">
                <a:extLst>
                  <a:ext uri="{FF2B5EF4-FFF2-40B4-BE49-F238E27FC236}">
                    <a16:creationId xmlns:a16="http://schemas.microsoft.com/office/drawing/2014/main" id="{728BF311-92BB-0D57-2769-AA5F2EBC2A4D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8" name="Cube 227">
                <a:extLst>
                  <a:ext uri="{FF2B5EF4-FFF2-40B4-BE49-F238E27FC236}">
                    <a16:creationId xmlns:a16="http://schemas.microsoft.com/office/drawing/2014/main" id="{FB510CB1-6D8D-7492-37F3-96487FC75E3D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29" name="Cube 228">
                <a:extLst>
                  <a:ext uri="{FF2B5EF4-FFF2-40B4-BE49-F238E27FC236}">
                    <a16:creationId xmlns:a16="http://schemas.microsoft.com/office/drawing/2014/main" id="{1785D2B0-8CAF-17FB-F2F1-A572DCB538F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87C432AE-1CF8-56AC-5B8D-456D79546AC4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10" name="Cube 209">
                <a:extLst>
                  <a:ext uri="{FF2B5EF4-FFF2-40B4-BE49-F238E27FC236}">
                    <a16:creationId xmlns:a16="http://schemas.microsoft.com/office/drawing/2014/main" id="{6EF51AEA-E12D-72CA-4FA8-438E8FBE8BE4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1" name="Cube 210">
                <a:extLst>
                  <a:ext uri="{FF2B5EF4-FFF2-40B4-BE49-F238E27FC236}">
                    <a16:creationId xmlns:a16="http://schemas.microsoft.com/office/drawing/2014/main" id="{EFA10488-06A3-ED98-CFDD-EE415392FF95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2" name="Cube 211">
                <a:extLst>
                  <a:ext uri="{FF2B5EF4-FFF2-40B4-BE49-F238E27FC236}">
                    <a16:creationId xmlns:a16="http://schemas.microsoft.com/office/drawing/2014/main" id="{6C217860-32C1-7795-43E1-01418D049A5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3" name="Cube 212">
                <a:extLst>
                  <a:ext uri="{FF2B5EF4-FFF2-40B4-BE49-F238E27FC236}">
                    <a16:creationId xmlns:a16="http://schemas.microsoft.com/office/drawing/2014/main" id="{B86ACBFA-A67F-F839-E366-B5F29FFF600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4" name="Cube 213">
                <a:extLst>
                  <a:ext uri="{FF2B5EF4-FFF2-40B4-BE49-F238E27FC236}">
                    <a16:creationId xmlns:a16="http://schemas.microsoft.com/office/drawing/2014/main" id="{6F3055EC-5B93-87CC-75ED-5E211B671C5C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5" name="Cube 214">
                <a:extLst>
                  <a:ext uri="{FF2B5EF4-FFF2-40B4-BE49-F238E27FC236}">
                    <a16:creationId xmlns:a16="http://schemas.microsoft.com/office/drawing/2014/main" id="{C2608FA0-8AFD-B0EB-4312-E1B7DC803CE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6" name="Cube 215">
                <a:extLst>
                  <a:ext uri="{FF2B5EF4-FFF2-40B4-BE49-F238E27FC236}">
                    <a16:creationId xmlns:a16="http://schemas.microsoft.com/office/drawing/2014/main" id="{7FA9CFA3-1FA7-A990-910F-D940D4A48B9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7" name="Cube 216">
                <a:extLst>
                  <a:ext uri="{FF2B5EF4-FFF2-40B4-BE49-F238E27FC236}">
                    <a16:creationId xmlns:a16="http://schemas.microsoft.com/office/drawing/2014/main" id="{5F41AB63-CDB7-27AC-7AAC-132180A13BE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8" name="Cube 217">
                <a:extLst>
                  <a:ext uri="{FF2B5EF4-FFF2-40B4-BE49-F238E27FC236}">
                    <a16:creationId xmlns:a16="http://schemas.microsoft.com/office/drawing/2014/main" id="{2C5D4AD5-F3E4-DBFF-4149-19CBA5AD7AD5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19" name="Cube 218">
                <a:extLst>
                  <a:ext uri="{FF2B5EF4-FFF2-40B4-BE49-F238E27FC236}">
                    <a16:creationId xmlns:a16="http://schemas.microsoft.com/office/drawing/2014/main" id="{2DBB037D-594D-121B-9208-DEB40BACAB7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839169F8-DBBC-71B1-31DC-55A8200B775C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00" name="Cube 199">
                <a:extLst>
                  <a:ext uri="{FF2B5EF4-FFF2-40B4-BE49-F238E27FC236}">
                    <a16:creationId xmlns:a16="http://schemas.microsoft.com/office/drawing/2014/main" id="{AAEB923C-6179-8982-D026-85F13309F78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1" name="Cube 200">
                <a:extLst>
                  <a:ext uri="{FF2B5EF4-FFF2-40B4-BE49-F238E27FC236}">
                    <a16:creationId xmlns:a16="http://schemas.microsoft.com/office/drawing/2014/main" id="{6DCAF43C-7256-7029-ABDB-7BCBCEF74C91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2" name="Cube 201">
                <a:extLst>
                  <a:ext uri="{FF2B5EF4-FFF2-40B4-BE49-F238E27FC236}">
                    <a16:creationId xmlns:a16="http://schemas.microsoft.com/office/drawing/2014/main" id="{A0BAE267-15C0-3D05-13A8-0964AABE7540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3" name="Cube 202">
                <a:extLst>
                  <a:ext uri="{FF2B5EF4-FFF2-40B4-BE49-F238E27FC236}">
                    <a16:creationId xmlns:a16="http://schemas.microsoft.com/office/drawing/2014/main" id="{3BE8D5F6-FFA3-3128-6E9F-05F386D53A43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4" name="Cube 203">
                <a:extLst>
                  <a:ext uri="{FF2B5EF4-FFF2-40B4-BE49-F238E27FC236}">
                    <a16:creationId xmlns:a16="http://schemas.microsoft.com/office/drawing/2014/main" id="{D9DCCB0B-7951-DFD3-1CE4-14E25A9FCFBF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5" name="Cube 204">
                <a:extLst>
                  <a:ext uri="{FF2B5EF4-FFF2-40B4-BE49-F238E27FC236}">
                    <a16:creationId xmlns:a16="http://schemas.microsoft.com/office/drawing/2014/main" id="{B63B544D-369E-416A-E31E-E9821C64FD00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6" name="Cube 205">
                <a:extLst>
                  <a:ext uri="{FF2B5EF4-FFF2-40B4-BE49-F238E27FC236}">
                    <a16:creationId xmlns:a16="http://schemas.microsoft.com/office/drawing/2014/main" id="{DE06D157-E9F6-D1E1-F63B-4716371707AA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7" name="Cube 206">
                <a:extLst>
                  <a:ext uri="{FF2B5EF4-FFF2-40B4-BE49-F238E27FC236}">
                    <a16:creationId xmlns:a16="http://schemas.microsoft.com/office/drawing/2014/main" id="{19E8D885-D5D5-5569-E378-F08F9433106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8" name="Cube 207">
                <a:extLst>
                  <a:ext uri="{FF2B5EF4-FFF2-40B4-BE49-F238E27FC236}">
                    <a16:creationId xmlns:a16="http://schemas.microsoft.com/office/drawing/2014/main" id="{C62FED4B-D09D-BC54-F763-F5BE8514CB26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09" name="Cube 208">
                <a:extLst>
                  <a:ext uri="{FF2B5EF4-FFF2-40B4-BE49-F238E27FC236}">
                    <a16:creationId xmlns:a16="http://schemas.microsoft.com/office/drawing/2014/main" id="{591F91B8-4A9C-E2CE-6AA1-0C03A10C4137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679BE49-AA5D-2078-1F15-75AA7E7F8EF7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90" name="Cube 189">
                <a:extLst>
                  <a:ext uri="{FF2B5EF4-FFF2-40B4-BE49-F238E27FC236}">
                    <a16:creationId xmlns:a16="http://schemas.microsoft.com/office/drawing/2014/main" id="{7BA05DEE-6B73-3C66-DDE9-F936A92F1E5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1" name="Cube 190">
                <a:extLst>
                  <a:ext uri="{FF2B5EF4-FFF2-40B4-BE49-F238E27FC236}">
                    <a16:creationId xmlns:a16="http://schemas.microsoft.com/office/drawing/2014/main" id="{7DB4FB09-3E25-99FB-51D4-141CEA395AF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2" name="Cube 191">
                <a:extLst>
                  <a:ext uri="{FF2B5EF4-FFF2-40B4-BE49-F238E27FC236}">
                    <a16:creationId xmlns:a16="http://schemas.microsoft.com/office/drawing/2014/main" id="{88B49A27-B863-F4D5-1E4C-34E08C3D199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3" name="Cube 192">
                <a:extLst>
                  <a:ext uri="{FF2B5EF4-FFF2-40B4-BE49-F238E27FC236}">
                    <a16:creationId xmlns:a16="http://schemas.microsoft.com/office/drawing/2014/main" id="{85932E5A-1643-5502-EDAE-E17BA09805F0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4" name="Cube 193">
                <a:extLst>
                  <a:ext uri="{FF2B5EF4-FFF2-40B4-BE49-F238E27FC236}">
                    <a16:creationId xmlns:a16="http://schemas.microsoft.com/office/drawing/2014/main" id="{BC9F5D1E-C106-01D9-E108-E2813DF7735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5" name="Cube 194">
                <a:extLst>
                  <a:ext uri="{FF2B5EF4-FFF2-40B4-BE49-F238E27FC236}">
                    <a16:creationId xmlns:a16="http://schemas.microsoft.com/office/drawing/2014/main" id="{5748C81E-DA94-F3AE-D345-E99A2B21DB4F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6" name="Cube 195">
                <a:extLst>
                  <a:ext uri="{FF2B5EF4-FFF2-40B4-BE49-F238E27FC236}">
                    <a16:creationId xmlns:a16="http://schemas.microsoft.com/office/drawing/2014/main" id="{13A1B084-A83B-5F57-0A99-7C797028B1B0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7" name="Cube 196">
                <a:extLst>
                  <a:ext uri="{FF2B5EF4-FFF2-40B4-BE49-F238E27FC236}">
                    <a16:creationId xmlns:a16="http://schemas.microsoft.com/office/drawing/2014/main" id="{3C2B6BEA-4EC7-9D2E-9D46-3E704560F74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8" name="Cube 197">
                <a:extLst>
                  <a:ext uri="{FF2B5EF4-FFF2-40B4-BE49-F238E27FC236}">
                    <a16:creationId xmlns:a16="http://schemas.microsoft.com/office/drawing/2014/main" id="{402BD82F-5BEF-CB77-278A-AF2A5EA53874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99" name="Cube 198">
                <a:extLst>
                  <a:ext uri="{FF2B5EF4-FFF2-40B4-BE49-F238E27FC236}">
                    <a16:creationId xmlns:a16="http://schemas.microsoft.com/office/drawing/2014/main" id="{61D13302-E9C6-418A-CF55-3AB18C083C3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8BE7CB6-E568-3412-82CD-C8AF4BF81EF0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084249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0" grpId="0" animBg="1"/>
      <p:bldP spid="301" grpId="0" animBg="1"/>
      <p:bldP spid="302" grpId="0" animBg="1"/>
      <p:bldP spid="303" grpId="0" animBg="1"/>
      <p:bldP spid="304" grpId="0" animBg="1"/>
      <p:bldP spid="305" grpId="0" animBg="1"/>
      <p:bldP spid="306" grpId="0" animBg="1"/>
      <p:bldP spid="307" grpId="0" animBg="1"/>
      <p:bldP spid="308" grpId="0" animBg="1"/>
      <p:bldP spid="30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0,05   +   0,27   =   _________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1E5A58E-301E-8221-C570-34CAFFDBEA88}"/>
              </a:ext>
            </a:extLst>
          </p:cNvPr>
          <p:cNvGrpSpPr/>
          <p:nvPr/>
        </p:nvGrpSpPr>
        <p:grpSpPr>
          <a:xfrm>
            <a:off x="251788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D3FDC48A-EAF4-55BD-18CD-38893507CBD3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18E2573E-6366-7B87-BAD5-FDD7601EC6C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" name="Cube 20">
              <a:extLst>
                <a:ext uri="{FF2B5EF4-FFF2-40B4-BE49-F238E27FC236}">
                  <a16:creationId xmlns:a16="http://schemas.microsoft.com/office/drawing/2014/main" id="{529DC6FC-F2C2-B596-0696-AC817C8A94BB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736D057B-EC24-DD75-0800-3D398878199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B7DDCC94-8B6C-E350-C815-AFCE271A0CB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4" name="Cube 23">
              <a:extLst>
                <a:ext uri="{FF2B5EF4-FFF2-40B4-BE49-F238E27FC236}">
                  <a16:creationId xmlns:a16="http://schemas.microsoft.com/office/drawing/2014/main" id="{26C7F184-B333-5F33-3DD7-0B7214B8D511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Cube 24">
              <a:extLst>
                <a:ext uri="{FF2B5EF4-FFF2-40B4-BE49-F238E27FC236}">
                  <a16:creationId xmlns:a16="http://schemas.microsoft.com/office/drawing/2014/main" id="{747EA717-D2F2-8691-131D-62D0FB1A3B8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Cube 25">
              <a:extLst>
                <a:ext uri="{FF2B5EF4-FFF2-40B4-BE49-F238E27FC236}">
                  <a16:creationId xmlns:a16="http://schemas.microsoft.com/office/drawing/2014/main" id="{56F0632D-D34A-A9F2-DD5D-7AB01EE45B8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D85613D4-649A-C0E4-C6AE-78561397232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" name="Cube 32">
              <a:extLst>
                <a:ext uri="{FF2B5EF4-FFF2-40B4-BE49-F238E27FC236}">
                  <a16:creationId xmlns:a16="http://schemas.microsoft.com/office/drawing/2014/main" id="{B2C38A03-98C2-A548-49B5-EB3DA99DEE6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D6F6E21D-063F-A0F8-8458-C1BD79755C5D}"/>
              </a:ext>
            </a:extLst>
          </p:cNvPr>
          <p:cNvGrpSpPr/>
          <p:nvPr/>
        </p:nvGrpSpPr>
        <p:grpSpPr>
          <a:xfrm>
            <a:off x="201306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05" name="Cube 104">
              <a:extLst>
                <a:ext uri="{FF2B5EF4-FFF2-40B4-BE49-F238E27FC236}">
                  <a16:creationId xmlns:a16="http://schemas.microsoft.com/office/drawing/2014/main" id="{B416DAE1-ACEC-9D76-358B-2432957FB5C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6" name="Cube 105">
              <a:extLst>
                <a:ext uri="{FF2B5EF4-FFF2-40B4-BE49-F238E27FC236}">
                  <a16:creationId xmlns:a16="http://schemas.microsoft.com/office/drawing/2014/main" id="{F1A3F9CC-8923-FA5D-2A9D-0E3218953EB2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7" name="Cube 106">
              <a:extLst>
                <a:ext uri="{FF2B5EF4-FFF2-40B4-BE49-F238E27FC236}">
                  <a16:creationId xmlns:a16="http://schemas.microsoft.com/office/drawing/2014/main" id="{38649828-C4B3-DF3E-696E-177396A2BA92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8" name="Cube 107">
              <a:extLst>
                <a:ext uri="{FF2B5EF4-FFF2-40B4-BE49-F238E27FC236}">
                  <a16:creationId xmlns:a16="http://schemas.microsoft.com/office/drawing/2014/main" id="{AD855A22-F668-A457-7C56-908AB636950A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9" name="Cube 108">
              <a:extLst>
                <a:ext uri="{FF2B5EF4-FFF2-40B4-BE49-F238E27FC236}">
                  <a16:creationId xmlns:a16="http://schemas.microsoft.com/office/drawing/2014/main" id="{A519E2EE-7082-9DD5-C010-B586833956A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0" name="Cube 109">
              <a:extLst>
                <a:ext uri="{FF2B5EF4-FFF2-40B4-BE49-F238E27FC236}">
                  <a16:creationId xmlns:a16="http://schemas.microsoft.com/office/drawing/2014/main" id="{4CE414BC-1368-5923-3630-7015E4D2AE16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1" name="Cube 110">
              <a:extLst>
                <a:ext uri="{FF2B5EF4-FFF2-40B4-BE49-F238E27FC236}">
                  <a16:creationId xmlns:a16="http://schemas.microsoft.com/office/drawing/2014/main" id="{FB37F608-4936-1FA4-EC8A-A65BCA67923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2" name="Cube 111">
              <a:extLst>
                <a:ext uri="{FF2B5EF4-FFF2-40B4-BE49-F238E27FC236}">
                  <a16:creationId xmlns:a16="http://schemas.microsoft.com/office/drawing/2014/main" id="{4E018E81-F65B-6379-30FC-16AC8E4E64E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3" name="Cube 112">
              <a:extLst>
                <a:ext uri="{FF2B5EF4-FFF2-40B4-BE49-F238E27FC236}">
                  <a16:creationId xmlns:a16="http://schemas.microsoft.com/office/drawing/2014/main" id="{4556290D-B477-7272-BE28-E4BF1AD90D9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4" name="Cube 113">
              <a:extLst>
                <a:ext uri="{FF2B5EF4-FFF2-40B4-BE49-F238E27FC236}">
                  <a16:creationId xmlns:a16="http://schemas.microsoft.com/office/drawing/2014/main" id="{C04E8598-A6A0-6F56-1D47-18D0AC867CE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36" name="Cube 35">
            <a:extLst>
              <a:ext uri="{FF2B5EF4-FFF2-40B4-BE49-F238E27FC236}">
                <a16:creationId xmlns:a16="http://schemas.microsoft.com/office/drawing/2014/main" id="{4F84D6F2-3D88-30B6-8EB0-7D9B89BC22B1}"/>
              </a:ext>
            </a:extLst>
          </p:cNvPr>
          <p:cNvSpPr/>
          <p:nvPr/>
        </p:nvSpPr>
        <p:spPr>
          <a:xfrm>
            <a:off x="3108525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7" name="Cube 36">
            <a:extLst>
              <a:ext uri="{FF2B5EF4-FFF2-40B4-BE49-F238E27FC236}">
                <a16:creationId xmlns:a16="http://schemas.microsoft.com/office/drawing/2014/main" id="{DB0255EB-46BE-598C-7854-70FF50A34E29}"/>
              </a:ext>
            </a:extLst>
          </p:cNvPr>
          <p:cNvSpPr/>
          <p:nvPr/>
        </p:nvSpPr>
        <p:spPr>
          <a:xfrm>
            <a:off x="3108525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20354B0-1A8C-B397-D584-CCE01C14CAFB}"/>
              </a:ext>
            </a:extLst>
          </p:cNvPr>
          <p:cNvGrpSpPr/>
          <p:nvPr/>
        </p:nvGrpSpPr>
        <p:grpSpPr>
          <a:xfrm>
            <a:off x="1530925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799525DA-6EA1-EFFB-58D9-9AB4588D6D4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3A5EB6C8-25B2-25C8-2A05-F45D78D79A5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9" name="Cube 58">
              <a:extLst>
                <a:ext uri="{FF2B5EF4-FFF2-40B4-BE49-F238E27FC236}">
                  <a16:creationId xmlns:a16="http://schemas.microsoft.com/office/drawing/2014/main" id="{BA3C9FC9-4A8F-CD83-BE65-54F203ED583D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65A09C27-F9BB-8151-75C2-C2B651C72D6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91ADCDD0-5C67-4EFC-6D5F-6F25E2ACB319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D81BB272-61E5-ECAE-232D-5E1B263EEE6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59053AA4-D22F-BD25-15AB-FACC7B7DDA6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7EA9062A-16C1-8FC5-D6DD-D4A4026BE196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Cube 64">
              <a:extLst>
                <a:ext uri="{FF2B5EF4-FFF2-40B4-BE49-F238E27FC236}">
                  <a16:creationId xmlns:a16="http://schemas.microsoft.com/office/drawing/2014/main" id="{DC139FAC-FDF1-73EB-84EB-B010B8D375B2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6" name="Cube 65">
              <a:extLst>
                <a:ext uri="{FF2B5EF4-FFF2-40B4-BE49-F238E27FC236}">
                  <a16:creationId xmlns:a16="http://schemas.microsoft.com/office/drawing/2014/main" id="{CEEEED1E-0DFB-595D-E519-8681472F14E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B18E38F-A8A6-2AF6-7E63-7547967015FF}"/>
              </a:ext>
            </a:extLst>
          </p:cNvPr>
          <p:cNvGrpSpPr/>
          <p:nvPr/>
        </p:nvGrpSpPr>
        <p:grpSpPr>
          <a:xfrm>
            <a:off x="7422397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68" name="Cube 67">
              <a:extLst>
                <a:ext uri="{FF2B5EF4-FFF2-40B4-BE49-F238E27FC236}">
                  <a16:creationId xmlns:a16="http://schemas.microsoft.com/office/drawing/2014/main" id="{1C5FB37F-FDA0-CCCE-0149-2C9DBF81070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9" name="Cube 68">
              <a:extLst>
                <a:ext uri="{FF2B5EF4-FFF2-40B4-BE49-F238E27FC236}">
                  <a16:creationId xmlns:a16="http://schemas.microsoft.com/office/drawing/2014/main" id="{570361D8-DD24-7AB8-8D7C-DD2D2F6A4FF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Cube 69">
              <a:extLst>
                <a:ext uri="{FF2B5EF4-FFF2-40B4-BE49-F238E27FC236}">
                  <a16:creationId xmlns:a16="http://schemas.microsoft.com/office/drawing/2014/main" id="{292764E3-515C-CA6C-7A37-F453F9F16E8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DCE1C407-240B-EFCA-1EB5-6E70687DAE1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F63C52A6-1B19-E735-BC90-7B686C121DE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6C5EE6B1-D667-61B9-CE16-AB802DE2104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5" name="Cube 84">
              <a:extLst>
                <a:ext uri="{FF2B5EF4-FFF2-40B4-BE49-F238E27FC236}">
                  <a16:creationId xmlns:a16="http://schemas.microsoft.com/office/drawing/2014/main" id="{1EAC8A5F-82EF-E3A4-3995-091BD090BEB3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4AD80ACE-7882-EED4-A188-FED081953D8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B3F27898-3B68-F390-671F-EC28F73E10F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8" name="Cube 87">
              <a:extLst>
                <a:ext uri="{FF2B5EF4-FFF2-40B4-BE49-F238E27FC236}">
                  <a16:creationId xmlns:a16="http://schemas.microsoft.com/office/drawing/2014/main" id="{47F24F24-D883-5904-0DE3-5E82587B42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7029659-6E81-F40E-963D-8A931FD91ED3}"/>
              </a:ext>
            </a:extLst>
          </p:cNvPr>
          <p:cNvGrpSpPr/>
          <p:nvPr/>
        </p:nvGrpSpPr>
        <p:grpSpPr>
          <a:xfrm>
            <a:off x="691757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90" name="Cube 89">
              <a:extLst>
                <a:ext uri="{FF2B5EF4-FFF2-40B4-BE49-F238E27FC236}">
                  <a16:creationId xmlns:a16="http://schemas.microsoft.com/office/drawing/2014/main" id="{F9DF525F-9034-5B14-D165-0D7F3C457A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1" name="Cube 90">
              <a:extLst>
                <a:ext uri="{FF2B5EF4-FFF2-40B4-BE49-F238E27FC236}">
                  <a16:creationId xmlns:a16="http://schemas.microsoft.com/office/drawing/2014/main" id="{934F41B3-7D41-C9BF-2D90-F14D3B8EE02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2" name="Cube 91">
              <a:extLst>
                <a:ext uri="{FF2B5EF4-FFF2-40B4-BE49-F238E27FC236}">
                  <a16:creationId xmlns:a16="http://schemas.microsoft.com/office/drawing/2014/main" id="{D85B3CBE-8E14-D97F-D843-1161D692EA3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3" name="Cube 92">
              <a:extLst>
                <a:ext uri="{FF2B5EF4-FFF2-40B4-BE49-F238E27FC236}">
                  <a16:creationId xmlns:a16="http://schemas.microsoft.com/office/drawing/2014/main" id="{74006146-A86B-7C3C-530A-5C7EE2E128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4" name="Cube 93">
              <a:extLst>
                <a:ext uri="{FF2B5EF4-FFF2-40B4-BE49-F238E27FC236}">
                  <a16:creationId xmlns:a16="http://schemas.microsoft.com/office/drawing/2014/main" id="{A67E2280-80D4-953A-D689-CB1357FC55F2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5" name="Cube 94">
              <a:extLst>
                <a:ext uri="{FF2B5EF4-FFF2-40B4-BE49-F238E27FC236}">
                  <a16:creationId xmlns:a16="http://schemas.microsoft.com/office/drawing/2014/main" id="{495896DA-5F49-568F-AC8E-FA4992A59EC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B938ED21-82C4-9C42-B36D-5ED781890F4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7" name="Cube 96">
              <a:extLst>
                <a:ext uri="{FF2B5EF4-FFF2-40B4-BE49-F238E27FC236}">
                  <a16:creationId xmlns:a16="http://schemas.microsoft.com/office/drawing/2014/main" id="{CFEC3A47-2765-BE9D-B4AF-DBBCF2E9F0E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2782405C-7FEC-B6AC-79BE-88AE6BBEC8C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9" name="Cube 98">
              <a:extLst>
                <a:ext uri="{FF2B5EF4-FFF2-40B4-BE49-F238E27FC236}">
                  <a16:creationId xmlns:a16="http://schemas.microsoft.com/office/drawing/2014/main" id="{E7582C02-B64E-F8F0-8FB5-DD75AC153E9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00" name="Cube 99">
            <a:extLst>
              <a:ext uri="{FF2B5EF4-FFF2-40B4-BE49-F238E27FC236}">
                <a16:creationId xmlns:a16="http://schemas.microsoft.com/office/drawing/2014/main" id="{649E51B8-47D0-E0F2-0CD4-EF951A4B9BFB}"/>
              </a:ext>
            </a:extLst>
          </p:cNvPr>
          <p:cNvSpPr/>
          <p:nvPr/>
        </p:nvSpPr>
        <p:spPr>
          <a:xfrm>
            <a:off x="8013034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Cube 100">
            <a:extLst>
              <a:ext uri="{FF2B5EF4-FFF2-40B4-BE49-F238E27FC236}">
                <a16:creationId xmlns:a16="http://schemas.microsoft.com/office/drawing/2014/main" id="{B93AF567-998D-6FF2-E3C9-B46B3F532990}"/>
              </a:ext>
            </a:extLst>
          </p:cNvPr>
          <p:cNvSpPr/>
          <p:nvPr/>
        </p:nvSpPr>
        <p:spPr>
          <a:xfrm>
            <a:off x="8013034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847D3A-2FCA-4115-9459-1414332D7C0B}"/>
              </a:ext>
            </a:extLst>
          </p:cNvPr>
          <p:cNvGrpSpPr/>
          <p:nvPr/>
        </p:nvGrpSpPr>
        <p:grpSpPr>
          <a:xfrm>
            <a:off x="6435434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22" name="Cube 121">
              <a:extLst>
                <a:ext uri="{FF2B5EF4-FFF2-40B4-BE49-F238E27FC236}">
                  <a16:creationId xmlns:a16="http://schemas.microsoft.com/office/drawing/2014/main" id="{1CCDFC7E-6EDE-B377-45D9-20D9C5D448E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3" name="Cube 122">
              <a:extLst>
                <a:ext uri="{FF2B5EF4-FFF2-40B4-BE49-F238E27FC236}">
                  <a16:creationId xmlns:a16="http://schemas.microsoft.com/office/drawing/2014/main" id="{61F28D47-56B2-D97E-69E6-0E4EF97C28B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4" name="Cube 123">
              <a:extLst>
                <a:ext uri="{FF2B5EF4-FFF2-40B4-BE49-F238E27FC236}">
                  <a16:creationId xmlns:a16="http://schemas.microsoft.com/office/drawing/2014/main" id="{9C8A719C-3359-7113-1743-7DF8171C5DA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5" name="Cube 124">
              <a:extLst>
                <a:ext uri="{FF2B5EF4-FFF2-40B4-BE49-F238E27FC236}">
                  <a16:creationId xmlns:a16="http://schemas.microsoft.com/office/drawing/2014/main" id="{A22E70C6-CA13-4933-65F5-218861C228E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6" name="Cube 125">
              <a:extLst>
                <a:ext uri="{FF2B5EF4-FFF2-40B4-BE49-F238E27FC236}">
                  <a16:creationId xmlns:a16="http://schemas.microsoft.com/office/drawing/2014/main" id="{2F4430B9-E0ED-B1A2-2A24-73E7999153C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7" name="Cube 126">
              <a:extLst>
                <a:ext uri="{FF2B5EF4-FFF2-40B4-BE49-F238E27FC236}">
                  <a16:creationId xmlns:a16="http://schemas.microsoft.com/office/drawing/2014/main" id="{0C2D8836-19AF-C979-3A4A-082C2800C5C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8" name="Cube 127">
              <a:extLst>
                <a:ext uri="{FF2B5EF4-FFF2-40B4-BE49-F238E27FC236}">
                  <a16:creationId xmlns:a16="http://schemas.microsoft.com/office/drawing/2014/main" id="{85E32D95-B362-AA07-5BF1-0E386A43EAA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9" name="Cube 128">
              <a:extLst>
                <a:ext uri="{FF2B5EF4-FFF2-40B4-BE49-F238E27FC236}">
                  <a16:creationId xmlns:a16="http://schemas.microsoft.com/office/drawing/2014/main" id="{2564EB0B-036E-826C-3B81-02A9922079E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0" name="Cube 129">
              <a:extLst>
                <a:ext uri="{FF2B5EF4-FFF2-40B4-BE49-F238E27FC236}">
                  <a16:creationId xmlns:a16="http://schemas.microsoft.com/office/drawing/2014/main" id="{7E542074-E56F-FB24-F0DB-A8B6AFBF2CD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1" name="Cube 130">
              <a:extLst>
                <a:ext uri="{FF2B5EF4-FFF2-40B4-BE49-F238E27FC236}">
                  <a16:creationId xmlns:a16="http://schemas.microsoft.com/office/drawing/2014/main" id="{DE8631C3-6BD2-8D38-C8C0-7306B5B2B8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32" name="Arrow: Left-Right 131">
            <a:extLst>
              <a:ext uri="{FF2B5EF4-FFF2-40B4-BE49-F238E27FC236}">
                <a16:creationId xmlns:a16="http://schemas.microsoft.com/office/drawing/2014/main" id="{7051E94A-2E7A-6813-1F7C-45EC18DAF507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0298B8-B5D0-FBF7-9C45-E5106DB37A41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496660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7" grpId="0" animBg="1"/>
      <p:bldP spid="100" grpId="0" animBg="1"/>
      <p:bldP spid="101" grpId="0" animBg="1"/>
      <p:bldP spid="1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0,18   +   0,37   =   _________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B18E38F-A8A6-2AF6-7E63-7547967015FF}"/>
              </a:ext>
            </a:extLst>
          </p:cNvPr>
          <p:cNvGrpSpPr/>
          <p:nvPr/>
        </p:nvGrpSpPr>
        <p:grpSpPr>
          <a:xfrm>
            <a:off x="8087415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68" name="Cube 67">
              <a:extLst>
                <a:ext uri="{FF2B5EF4-FFF2-40B4-BE49-F238E27FC236}">
                  <a16:creationId xmlns:a16="http://schemas.microsoft.com/office/drawing/2014/main" id="{1C5FB37F-FDA0-CCCE-0149-2C9DBF81070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9" name="Cube 68">
              <a:extLst>
                <a:ext uri="{FF2B5EF4-FFF2-40B4-BE49-F238E27FC236}">
                  <a16:creationId xmlns:a16="http://schemas.microsoft.com/office/drawing/2014/main" id="{570361D8-DD24-7AB8-8D7C-DD2D2F6A4FF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Cube 69">
              <a:extLst>
                <a:ext uri="{FF2B5EF4-FFF2-40B4-BE49-F238E27FC236}">
                  <a16:creationId xmlns:a16="http://schemas.microsoft.com/office/drawing/2014/main" id="{292764E3-515C-CA6C-7A37-F453F9F16E8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2" name="Cube 81">
              <a:extLst>
                <a:ext uri="{FF2B5EF4-FFF2-40B4-BE49-F238E27FC236}">
                  <a16:creationId xmlns:a16="http://schemas.microsoft.com/office/drawing/2014/main" id="{DCE1C407-240B-EFCA-1EB5-6E70687DAE1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3" name="Cube 82">
              <a:extLst>
                <a:ext uri="{FF2B5EF4-FFF2-40B4-BE49-F238E27FC236}">
                  <a16:creationId xmlns:a16="http://schemas.microsoft.com/office/drawing/2014/main" id="{F63C52A6-1B19-E735-BC90-7B686C121DE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4" name="Cube 83">
              <a:extLst>
                <a:ext uri="{FF2B5EF4-FFF2-40B4-BE49-F238E27FC236}">
                  <a16:creationId xmlns:a16="http://schemas.microsoft.com/office/drawing/2014/main" id="{6C5EE6B1-D667-61B9-CE16-AB802DE2104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5" name="Cube 84">
              <a:extLst>
                <a:ext uri="{FF2B5EF4-FFF2-40B4-BE49-F238E27FC236}">
                  <a16:creationId xmlns:a16="http://schemas.microsoft.com/office/drawing/2014/main" id="{1EAC8A5F-82EF-E3A4-3995-091BD090BEB3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6" name="Cube 85">
              <a:extLst>
                <a:ext uri="{FF2B5EF4-FFF2-40B4-BE49-F238E27FC236}">
                  <a16:creationId xmlns:a16="http://schemas.microsoft.com/office/drawing/2014/main" id="{4AD80ACE-7882-EED4-A188-FED081953D8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7" name="Cube 86">
              <a:extLst>
                <a:ext uri="{FF2B5EF4-FFF2-40B4-BE49-F238E27FC236}">
                  <a16:creationId xmlns:a16="http://schemas.microsoft.com/office/drawing/2014/main" id="{B3F27898-3B68-F390-671F-EC28F73E10F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8" name="Cube 87">
              <a:extLst>
                <a:ext uri="{FF2B5EF4-FFF2-40B4-BE49-F238E27FC236}">
                  <a16:creationId xmlns:a16="http://schemas.microsoft.com/office/drawing/2014/main" id="{47F24F24-D883-5904-0DE3-5E82587B42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7029659-6E81-F40E-963D-8A931FD91ED3}"/>
              </a:ext>
            </a:extLst>
          </p:cNvPr>
          <p:cNvGrpSpPr/>
          <p:nvPr/>
        </p:nvGrpSpPr>
        <p:grpSpPr>
          <a:xfrm>
            <a:off x="7582590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90" name="Cube 89">
              <a:extLst>
                <a:ext uri="{FF2B5EF4-FFF2-40B4-BE49-F238E27FC236}">
                  <a16:creationId xmlns:a16="http://schemas.microsoft.com/office/drawing/2014/main" id="{F9DF525F-9034-5B14-D165-0D7F3C457A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1" name="Cube 90">
              <a:extLst>
                <a:ext uri="{FF2B5EF4-FFF2-40B4-BE49-F238E27FC236}">
                  <a16:creationId xmlns:a16="http://schemas.microsoft.com/office/drawing/2014/main" id="{934F41B3-7D41-C9BF-2D90-F14D3B8EE02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2" name="Cube 91">
              <a:extLst>
                <a:ext uri="{FF2B5EF4-FFF2-40B4-BE49-F238E27FC236}">
                  <a16:creationId xmlns:a16="http://schemas.microsoft.com/office/drawing/2014/main" id="{D85B3CBE-8E14-D97F-D843-1161D692EA3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3" name="Cube 92">
              <a:extLst>
                <a:ext uri="{FF2B5EF4-FFF2-40B4-BE49-F238E27FC236}">
                  <a16:creationId xmlns:a16="http://schemas.microsoft.com/office/drawing/2014/main" id="{74006146-A86B-7C3C-530A-5C7EE2E128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4" name="Cube 93">
              <a:extLst>
                <a:ext uri="{FF2B5EF4-FFF2-40B4-BE49-F238E27FC236}">
                  <a16:creationId xmlns:a16="http://schemas.microsoft.com/office/drawing/2014/main" id="{A67E2280-80D4-953A-D689-CB1357FC55F2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5" name="Cube 94">
              <a:extLst>
                <a:ext uri="{FF2B5EF4-FFF2-40B4-BE49-F238E27FC236}">
                  <a16:creationId xmlns:a16="http://schemas.microsoft.com/office/drawing/2014/main" id="{495896DA-5F49-568F-AC8E-FA4992A59EC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B938ED21-82C4-9C42-B36D-5ED781890F4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7" name="Cube 96">
              <a:extLst>
                <a:ext uri="{FF2B5EF4-FFF2-40B4-BE49-F238E27FC236}">
                  <a16:creationId xmlns:a16="http://schemas.microsoft.com/office/drawing/2014/main" id="{CFEC3A47-2765-BE9D-B4AF-DBBCF2E9F0E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2782405C-7FEC-B6AC-79BE-88AE6BBEC8C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9" name="Cube 98">
              <a:extLst>
                <a:ext uri="{FF2B5EF4-FFF2-40B4-BE49-F238E27FC236}">
                  <a16:creationId xmlns:a16="http://schemas.microsoft.com/office/drawing/2014/main" id="{E7582C02-B64E-F8F0-8FB5-DD75AC153E9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847D3A-2FCA-4115-9459-1414332D7C0B}"/>
              </a:ext>
            </a:extLst>
          </p:cNvPr>
          <p:cNvGrpSpPr/>
          <p:nvPr/>
        </p:nvGrpSpPr>
        <p:grpSpPr>
          <a:xfrm>
            <a:off x="710045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22" name="Cube 121">
              <a:extLst>
                <a:ext uri="{FF2B5EF4-FFF2-40B4-BE49-F238E27FC236}">
                  <a16:creationId xmlns:a16="http://schemas.microsoft.com/office/drawing/2014/main" id="{1CCDFC7E-6EDE-B377-45D9-20D9C5D448E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3" name="Cube 122">
              <a:extLst>
                <a:ext uri="{FF2B5EF4-FFF2-40B4-BE49-F238E27FC236}">
                  <a16:creationId xmlns:a16="http://schemas.microsoft.com/office/drawing/2014/main" id="{61F28D47-56B2-D97E-69E6-0E4EF97C28B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4" name="Cube 123">
              <a:extLst>
                <a:ext uri="{FF2B5EF4-FFF2-40B4-BE49-F238E27FC236}">
                  <a16:creationId xmlns:a16="http://schemas.microsoft.com/office/drawing/2014/main" id="{9C8A719C-3359-7113-1743-7DF8171C5DA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5" name="Cube 124">
              <a:extLst>
                <a:ext uri="{FF2B5EF4-FFF2-40B4-BE49-F238E27FC236}">
                  <a16:creationId xmlns:a16="http://schemas.microsoft.com/office/drawing/2014/main" id="{A22E70C6-CA13-4933-65F5-218861C228E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6" name="Cube 125">
              <a:extLst>
                <a:ext uri="{FF2B5EF4-FFF2-40B4-BE49-F238E27FC236}">
                  <a16:creationId xmlns:a16="http://schemas.microsoft.com/office/drawing/2014/main" id="{2F4430B9-E0ED-B1A2-2A24-73E7999153C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7" name="Cube 126">
              <a:extLst>
                <a:ext uri="{FF2B5EF4-FFF2-40B4-BE49-F238E27FC236}">
                  <a16:creationId xmlns:a16="http://schemas.microsoft.com/office/drawing/2014/main" id="{0C2D8836-19AF-C979-3A4A-082C2800C5C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8" name="Cube 127">
              <a:extLst>
                <a:ext uri="{FF2B5EF4-FFF2-40B4-BE49-F238E27FC236}">
                  <a16:creationId xmlns:a16="http://schemas.microsoft.com/office/drawing/2014/main" id="{85E32D95-B362-AA07-5BF1-0E386A43EAA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9" name="Cube 128">
              <a:extLst>
                <a:ext uri="{FF2B5EF4-FFF2-40B4-BE49-F238E27FC236}">
                  <a16:creationId xmlns:a16="http://schemas.microsoft.com/office/drawing/2014/main" id="{2564EB0B-036E-826C-3B81-02A9922079E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0" name="Cube 129">
              <a:extLst>
                <a:ext uri="{FF2B5EF4-FFF2-40B4-BE49-F238E27FC236}">
                  <a16:creationId xmlns:a16="http://schemas.microsoft.com/office/drawing/2014/main" id="{7E542074-E56F-FB24-F0DB-A8B6AFBF2CD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1" name="Cube 130">
              <a:extLst>
                <a:ext uri="{FF2B5EF4-FFF2-40B4-BE49-F238E27FC236}">
                  <a16:creationId xmlns:a16="http://schemas.microsoft.com/office/drawing/2014/main" id="{DE8631C3-6BD2-8D38-C8C0-7306B5B2B8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32" name="Arrow: Left-Right 131">
            <a:extLst>
              <a:ext uri="{FF2B5EF4-FFF2-40B4-BE49-F238E27FC236}">
                <a16:creationId xmlns:a16="http://schemas.microsoft.com/office/drawing/2014/main" id="{7051E94A-2E7A-6813-1F7C-45EC18DAF507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1DA165-9BFA-2C37-C529-F3D4E40E84AA}"/>
              </a:ext>
            </a:extLst>
          </p:cNvPr>
          <p:cNvGrpSpPr/>
          <p:nvPr/>
        </p:nvGrpSpPr>
        <p:grpSpPr>
          <a:xfrm>
            <a:off x="6593376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64EFA8B6-B280-BBD6-FBF4-57259E53775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88A57178-948D-2C42-EEF3-94ADDF773F5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7" name="Cube 26">
              <a:extLst>
                <a:ext uri="{FF2B5EF4-FFF2-40B4-BE49-F238E27FC236}">
                  <a16:creationId xmlns:a16="http://schemas.microsoft.com/office/drawing/2014/main" id="{C17D9BF5-7E97-35F1-F9B2-E5320A4ADDE8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FEB6B8D1-4F7C-5ED8-9C59-19DCB446D65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1F67D2AB-60F8-7C1F-6A6C-4D69A0E2A3C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756FE3D2-F641-94E1-3AB7-D4EDC66C7E5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B2C742B6-1457-A50B-50BE-737D7F05142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Cube 33">
              <a:extLst>
                <a:ext uri="{FF2B5EF4-FFF2-40B4-BE49-F238E27FC236}">
                  <a16:creationId xmlns:a16="http://schemas.microsoft.com/office/drawing/2014/main" id="{061B3C17-1397-DF32-7FE0-206F57CC749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" name="Cube 34">
              <a:extLst>
                <a:ext uri="{FF2B5EF4-FFF2-40B4-BE49-F238E27FC236}">
                  <a16:creationId xmlns:a16="http://schemas.microsoft.com/office/drawing/2014/main" id="{DCF83D7A-087B-2077-143F-A3964E4294F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" name="Cube 37">
              <a:extLst>
                <a:ext uri="{FF2B5EF4-FFF2-40B4-BE49-F238E27FC236}">
                  <a16:creationId xmlns:a16="http://schemas.microsoft.com/office/drawing/2014/main" id="{B42B5EA8-F247-CC8E-809B-64EF31BDD97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A8AACEA-15CC-A84B-02B0-C24ABEA1B5CD}"/>
              </a:ext>
            </a:extLst>
          </p:cNvPr>
          <p:cNvGrpSpPr/>
          <p:nvPr/>
        </p:nvGrpSpPr>
        <p:grpSpPr>
          <a:xfrm>
            <a:off x="611123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0" name="Cube 39">
              <a:extLst>
                <a:ext uri="{FF2B5EF4-FFF2-40B4-BE49-F238E27FC236}">
                  <a16:creationId xmlns:a16="http://schemas.microsoft.com/office/drawing/2014/main" id="{F9CC3F79-F92E-07F4-F2A6-CD62817DC1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E1543B89-9182-89DA-D63E-2860255453C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4293D4D-EA1B-02BB-C972-81B72ADBE88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3F14BA3A-C50B-0636-BE75-8798951AD8EF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3FAFE640-5FE1-407B-E827-C46F77C5356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AE7EDE14-AEEF-E5B3-85CE-8799CF66719E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4DA3C57B-285E-6288-C0D0-E5136584FD9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24100209-1718-DC1F-89B1-94E182A7765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55DBFF00-B251-C6C1-74EF-7A890050B4E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798CF24C-4D94-7B9B-8D97-1F2CF60BCFF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7" name="Cube 76">
            <a:extLst>
              <a:ext uri="{FF2B5EF4-FFF2-40B4-BE49-F238E27FC236}">
                <a16:creationId xmlns:a16="http://schemas.microsoft.com/office/drawing/2014/main" id="{4791F148-9A28-60B6-9D7F-C298835693F6}"/>
              </a:ext>
            </a:extLst>
          </p:cNvPr>
          <p:cNvSpPr/>
          <p:nvPr/>
        </p:nvSpPr>
        <p:spPr>
          <a:xfrm>
            <a:off x="8685931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Cube 77">
            <a:extLst>
              <a:ext uri="{FF2B5EF4-FFF2-40B4-BE49-F238E27FC236}">
                <a16:creationId xmlns:a16="http://schemas.microsoft.com/office/drawing/2014/main" id="{4F8CD45F-DCA8-1DF3-8E82-46A66990C653}"/>
              </a:ext>
            </a:extLst>
          </p:cNvPr>
          <p:cNvSpPr/>
          <p:nvPr/>
        </p:nvSpPr>
        <p:spPr>
          <a:xfrm>
            <a:off x="8685931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9" name="Cube 78">
            <a:extLst>
              <a:ext uri="{FF2B5EF4-FFF2-40B4-BE49-F238E27FC236}">
                <a16:creationId xmlns:a16="http://schemas.microsoft.com/office/drawing/2014/main" id="{C8EC538F-3E52-B44C-DB62-DAA298ED7AB0}"/>
              </a:ext>
            </a:extLst>
          </p:cNvPr>
          <p:cNvSpPr/>
          <p:nvPr/>
        </p:nvSpPr>
        <p:spPr>
          <a:xfrm>
            <a:off x="8685931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0" name="Cube 79">
            <a:extLst>
              <a:ext uri="{FF2B5EF4-FFF2-40B4-BE49-F238E27FC236}">
                <a16:creationId xmlns:a16="http://schemas.microsoft.com/office/drawing/2014/main" id="{7D05A904-C631-3749-5A01-71108B357666}"/>
              </a:ext>
            </a:extLst>
          </p:cNvPr>
          <p:cNvSpPr/>
          <p:nvPr/>
        </p:nvSpPr>
        <p:spPr>
          <a:xfrm>
            <a:off x="8685931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1" name="Cube 80">
            <a:extLst>
              <a:ext uri="{FF2B5EF4-FFF2-40B4-BE49-F238E27FC236}">
                <a16:creationId xmlns:a16="http://schemas.microsoft.com/office/drawing/2014/main" id="{1909B9DD-8FC7-4799-E9F8-CE2DCD77399E}"/>
              </a:ext>
            </a:extLst>
          </p:cNvPr>
          <p:cNvSpPr/>
          <p:nvPr/>
        </p:nvSpPr>
        <p:spPr>
          <a:xfrm>
            <a:off x="8685931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BAAE2B8-A29C-0B26-8A6F-BD42020F1CAF}"/>
              </a:ext>
            </a:extLst>
          </p:cNvPr>
          <p:cNvGrpSpPr/>
          <p:nvPr/>
        </p:nvGrpSpPr>
        <p:grpSpPr>
          <a:xfrm>
            <a:off x="279220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19" name="Cube 118">
              <a:extLst>
                <a:ext uri="{FF2B5EF4-FFF2-40B4-BE49-F238E27FC236}">
                  <a16:creationId xmlns:a16="http://schemas.microsoft.com/office/drawing/2014/main" id="{621E5EFB-2284-E5E3-D681-D957AE8A79B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0" name="Cube 119">
              <a:extLst>
                <a:ext uri="{FF2B5EF4-FFF2-40B4-BE49-F238E27FC236}">
                  <a16:creationId xmlns:a16="http://schemas.microsoft.com/office/drawing/2014/main" id="{3406AB72-EF67-2099-FA46-7256A426991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3" name="Cube 132">
              <a:extLst>
                <a:ext uri="{FF2B5EF4-FFF2-40B4-BE49-F238E27FC236}">
                  <a16:creationId xmlns:a16="http://schemas.microsoft.com/office/drawing/2014/main" id="{12871AD6-4E4D-A463-A80F-1A926199F723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4" name="Cube 133">
              <a:extLst>
                <a:ext uri="{FF2B5EF4-FFF2-40B4-BE49-F238E27FC236}">
                  <a16:creationId xmlns:a16="http://schemas.microsoft.com/office/drawing/2014/main" id="{3952DFA7-CED6-CEDA-058D-C2E2332ACD3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5" name="Cube 134">
              <a:extLst>
                <a:ext uri="{FF2B5EF4-FFF2-40B4-BE49-F238E27FC236}">
                  <a16:creationId xmlns:a16="http://schemas.microsoft.com/office/drawing/2014/main" id="{9FFFA32A-D6C6-622D-9207-093A633A7EC6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6" name="Cube 135">
              <a:extLst>
                <a:ext uri="{FF2B5EF4-FFF2-40B4-BE49-F238E27FC236}">
                  <a16:creationId xmlns:a16="http://schemas.microsoft.com/office/drawing/2014/main" id="{70B5B671-7194-C3CA-3591-1CB52FCB7575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7" name="Cube 136">
              <a:extLst>
                <a:ext uri="{FF2B5EF4-FFF2-40B4-BE49-F238E27FC236}">
                  <a16:creationId xmlns:a16="http://schemas.microsoft.com/office/drawing/2014/main" id="{C1ED375A-AB30-014B-AD9C-75B0915BB4A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8" name="Cube 137">
              <a:extLst>
                <a:ext uri="{FF2B5EF4-FFF2-40B4-BE49-F238E27FC236}">
                  <a16:creationId xmlns:a16="http://schemas.microsoft.com/office/drawing/2014/main" id="{719F71A6-198A-5D4B-BB4D-8E6239AEADC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9" name="Cube 138">
              <a:extLst>
                <a:ext uri="{FF2B5EF4-FFF2-40B4-BE49-F238E27FC236}">
                  <a16:creationId xmlns:a16="http://schemas.microsoft.com/office/drawing/2014/main" id="{D720F88E-959C-90B7-15B2-D433BC09205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0" name="Cube 139">
              <a:extLst>
                <a:ext uri="{FF2B5EF4-FFF2-40B4-BE49-F238E27FC236}">
                  <a16:creationId xmlns:a16="http://schemas.microsoft.com/office/drawing/2014/main" id="{E17C6283-9521-BAC2-EEF4-CE1A1DF1A6F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D3EF310-BF73-95A8-05EB-CB50491870CA}"/>
              </a:ext>
            </a:extLst>
          </p:cNvPr>
          <p:cNvGrpSpPr/>
          <p:nvPr/>
        </p:nvGrpSpPr>
        <p:grpSpPr>
          <a:xfrm>
            <a:off x="228738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42" name="Cube 141">
              <a:extLst>
                <a:ext uri="{FF2B5EF4-FFF2-40B4-BE49-F238E27FC236}">
                  <a16:creationId xmlns:a16="http://schemas.microsoft.com/office/drawing/2014/main" id="{8583056C-15A0-4BC8-ECFF-861FF0B215D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Cube 142">
              <a:extLst>
                <a:ext uri="{FF2B5EF4-FFF2-40B4-BE49-F238E27FC236}">
                  <a16:creationId xmlns:a16="http://schemas.microsoft.com/office/drawing/2014/main" id="{144D6320-67EC-8C97-77AB-29FA8C832A1F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Cube 143">
              <a:extLst>
                <a:ext uri="{FF2B5EF4-FFF2-40B4-BE49-F238E27FC236}">
                  <a16:creationId xmlns:a16="http://schemas.microsoft.com/office/drawing/2014/main" id="{F1D54C13-1CBD-DC90-17EC-D9CDEB2AE847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Cube 144">
              <a:extLst>
                <a:ext uri="{FF2B5EF4-FFF2-40B4-BE49-F238E27FC236}">
                  <a16:creationId xmlns:a16="http://schemas.microsoft.com/office/drawing/2014/main" id="{9FEABF0F-2D64-414D-A6F1-C26AA528D519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E43E3E3A-FDE6-9AFD-A224-5EAB3137F1C4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Cube 146">
              <a:extLst>
                <a:ext uri="{FF2B5EF4-FFF2-40B4-BE49-F238E27FC236}">
                  <a16:creationId xmlns:a16="http://schemas.microsoft.com/office/drawing/2014/main" id="{5B108EF7-F559-9224-4993-B6D5AA35D00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Cube 147">
              <a:extLst>
                <a:ext uri="{FF2B5EF4-FFF2-40B4-BE49-F238E27FC236}">
                  <a16:creationId xmlns:a16="http://schemas.microsoft.com/office/drawing/2014/main" id="{60E387B2-0633-A63C-180D-E7DA1039AC1A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9" name="Cube 148">
              <a:extLst>
                <a:ext uri="{FF2B5EF4-FFF2-40B4-BE49-F238E27FC236}">
                  <a16:creationId xmlns:a16="http://schemas.microsoft.com/office/drawing/2014/main" id="{ABF8DAA6-8B7D-4103-EFFC-51E23EC2AC9E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0" name="Cube 149">
              <a:extLst>
                <a:ext uri="{FF2B5EF4-FFF2-40B4-BE49-F238E27FC236}">
                  <a16:creationId xmlns:a16="http://schemas.microsoft.com/office/drawing/2014/main" id="{4BC63B4A-977E-C074-08CB-CB8A0FE5D41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1" name="Cube 150">
              <a:extLst>
                <a:ext uri="{FF2B5EF4-FFF2-40B4-BE49-F238E27FC236}">
                  <a16:creationId xmlns:a16="http://schemas.microsoft.com/office/drawing/2014/main" id="{9FB7FB6A-46CF-8F17-664A-2F70811FF3A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FDF978B6-D3AB-0C8F-EA15-173E06CE7C2C}"/>
              </a:ext>
            </a:extLst>
          </p:cNvPr>
          <p:cNvGrpSpPr/>
          <p:nvPr/>
        </p:nvGrpSpPr>
        <p:grpSpPr>
          <a:xfrm>
            <a:off x="1805245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53" name="Cube 152">
              <a:extLst>
                <a:ext uri="{FF2B5EF4-FFF2-40B4-BE49-F238E27FC236}">
                  <a16:creationId xmlns:a16="http://schemas.microsoft.com/office/drawing/2014/main" id="{CCD5F0A6-43AD-7734-8BD0-210C49E9FC7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4" name="Cube 153">
              <a:extLst>
                <a:ext uri="{FF2B5EF4-FFF2-40B4-BE49-F238E27FC236}">
                  <a16:creationId xmlns:a16="http://schemas.microsoft.com/office/drawing/2014/main" id="{C6F482E2-BC7B-5268-55A9-5B86428ED71C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5" name="Cube 154">
              <a:extLst>
                <a:ext uri="{FF2B5EF4-FFF2-40B4-BE49-F238E27FC236}">
                  <a16:creationId xmlns:a16="http://schemas.microsoft.com/office/drawing/2014/main" id="{3ADC3927-9A6A-13E6-67FF-4B942DBC2E4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6" name="Cube 155">
              <a:extLst>
                <a:ext uri="{FF2B5EF4-FFF2-40B4-BE49-F238E27FC236}">
                  <a16:creationId xmlns:a16="http://schemas.microsoft.com/office/drawing/2014/main" id="{0AB72C04-3818-ACE1-A0B5-9FD325184835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7" name="Cube 156">
              <a:extLst>
                <a:ext uri="{FF2B5EF4-FFF2-40B4-BE49-F238E27FC236}">
                  <a16:creationId xmlns:a16="http://schemas.microsoft.com/office/drawing/2014/main" id="{E14A4AD2-29EE-0849-1BBE-DE9A312865EB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8" name="Cube 157">
              <a:extLst>
                <a:ext uri="{FF2B5EF4-FFF2-40B4-BE49-F238E27FC236}">
                  <a16:creationId xmlns:a16="http://schemas.microsoft.com/office/drawing/2014/main" id="{39B40D58-45BE-1037-F8A5-2FA838F757B3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9" name="Cube 158">
              <a:extLst>
                <a:ext uri="{FF2B5EF4-FFF2-40B4-BE49-F238E27FC236}">
                  <a16:creationId xmlns:a16="http://schemas.microsoft.com/office/drawing/2014/main" id="{6B039074-2B1E-B584-0D2D-7F8B1DFE48A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0" name="Cube 159">
              <a:extLst>
                <a:ext uri="{FF2B5EF4-FFF2-40B4-BE49-F238E27FC236}">
                  <a16:creationId xmlns:a16="http://schemas.microsoft.com/office/drawing/2014/main" id="{A327026F-CD8A-1576-1EF2-B275B709564C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1" name="Cube 160">
              <a:extLst>
                <a:ext uri="{FF2B5EF4-FFF2-40B4-BE49-F238E27FC236}">
                  <a16:creationId xmlns:a16="http://schemas.microsoft.com/office/drawing/2014/main" id="{842DE760-58E0-1189-2E73-5EA8B1143FE7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2" name="Cube 161">
              <a:extLst>
                <a:ext uri="{FF2B5EF4-FFF2-40B4-BE49-F238E27FC236}">
                  <a16:creationId xmlns:a16="http://schemas.microsoft.com/office/drawing/2014/main" id="{A8ABB0A4-7056-317B-8D9C-E1FB8FD8B83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A8EB195C-26F4-4F2A-1EC2-309BF6A51238}"/>
              </a:ext>
            </a:extLst>
          </p:cNvPr>
          <p:cNvGrpSpPr/>
          <p:nvPr/>
        </p:nvGrpSpPr>
        <p:grpSpPr>
          <a:xfrm>
            <a:off x="1298169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64" name="Cube 163">
              <a:extLst>
                <a:ext uri="{FF2B5EF4-FFF2-40B4-BE49-F238E27FC236}">
                  <a16:creationId xmlns:a16="http://schemas.microsoft.com/office/drawing/2014/main" id="{FFE0A40F-8228-EDE4-220F-826EBE37DDA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5" name="Cube 164">
              <a:extLst>
                <a:ext uri="{FF2B5EF4-FFF2-40B4-BE49-F238E27FC236}">
                  <a16:creationId xmlns:a16="http://schemas.microsoft.com/office/drawing/2014/main" id="{6A5B8D94-96EB-DA1F-13FA-0DD8561C7324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6" name="Cube 165">
              <a:extLst>
                <a:ext uri="{FF2B5EF4-FFF2-40B4-BE49-F238E27FC236}">
                  <a16:creationId xmlns:a16="http://schemas.microsoft.com/office/drawing/2014/main" id="{24C33000-0371-03C7-FF5A-A650DFF05FB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7" name="Cube 166">
              <a:extLst>
                <a:ext uri="{FF2B5EF4-FFF2-40B4-BE49-F238E27FC236}">
                  <a16:creationId xmlns:a16="http://schemas.microsoft.com/office/drawing/2014/main" id="{57B12BA1-4D15-96C6-3835-06792900F766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Cube 167">
              <a:extLst>
                <a:ext uri="{FF2B5EF4-FFF2-40B4-BE49-F238E27FC236}">
                  <a16:creationId xmlns:a16="http://schemas.microsoft.com/office/drawing/2014/main" id="{CB1CC19C-167E-B899-93AA-D7BEF25B3B2C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9" name="Cube 168">
              <a:extLst>
                <a:ext uri="{FF2B5EF4-FFF2-40B4-BE49-F238E27FC236}">
                  <a16:creationId xmlns:a16="http://schemas.microsoft.com/office/drawing/2014/main" id="{95DD3F32-F1BB-A102-1664-ED0896F1B8B0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0" name="Cube 169">
              <a:extLst>
                <a:ext uri="{FF2B5EF4-FFF2-40B4-BE49-F238E27FC236}">
                  <a16:creationId xmlns:a16="http://schemas.microsoft.com/office/drawing/2014/main" id="{8F345D92-FF3E-84DA-E554-A9799A945D9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1" name="Cube 170">
              <a:extLst>
                <a:ext uri="{FF2B5EF4-FFF2-40B4-BE49-F238E27FC236}">
                  <a16:creationId xmlns:a16="http://schemas.microsoft.com/office/drawing/2014/main" id="{E53C49BD-6D19-5F38-A039-1CCF885B863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2" name="Cube 171">
              <a:extLst>
                <a:ext uri="{FF2B5EF4-FFF2-40B4-BE49-F238E27FC236}">
                  <a16:creationId xmlns:a16="http://schemas.microsoft.com/office/drawing/2014/main" id="{260F78A8-0D1F-BB0A-BC9E-7A6828633004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3" name="Cube 172">
              <a:extLst>
                <a:ext uri="{FF2B5EF4-FFF2-40B4-BE49-F238E27FC236}">
                  <a16:creationId xmlns:a16="http://schemas.microsoft.com/office/drawing/2014/main" id="{FFC3E725-9849-AAD3-374E-EECA5C2A331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6188109F-E5C3-1A8B-4873-97DDDB78B6D0}"/>
              </a:ext>
            </a:extLst>
          </p:cNvPr>
          <p:cNvGrpSpPr/>
          <p:nvPr/>
        </p:nvGrpSpPr>
        <p:grpSpPr>
          <a:xfrm>
            <a:off x="816031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5" name="Cube 174">
              <a:extLst>
                <a:ext uri="{FF2B5EF4-FFF2-40B4-BE49-F238E27FC236}">
                  <a16:creationId xmlns:a16="http://schemas.microsoft.com/office/drawing/2014/main" id="{77D54C39-8FCE-DD4B-E1D5-53CB364547F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6" name="Cube 175">
              <a:extLst>
                <a:ext uri="{FF2B5EF4-FFF2-40B4-BE49-F238E27FC236}">
                  <a16:creationId xmlns:a16="http://schemas.microsoft.com/office/drawing/2014/main" id="{CCF81569-DEE1-7D33-1CA8-7A121BB5916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7" name="Cube 176">
              <a:extLst>
                <a:ext uri="{FF2B5EF4-FFF2-40B4-BE49-F238E27FC236}">
                  <a16:creationId xmlns:a16="http://schemas.microsoft.com/office/drawing/2014/main" id="{D4DDA1E2-8350-4C52-086A-B5D6D32006E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8" name="Cube 177">
              <a:extLst>
                <a:ext uri="{FF2B5EF4-FFF2-40B4-BE49-F238E27FC236}">
                  <a16:creationId xmlns:a16="http://schemas.microsoft.com/office/drawing/2014/main" id="{DBFE6E4A-8144-30A6-D153-3CF6845ACC61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9" name="Cube 178">
              <a:extLst>
                <a:ext uri="{FF2B5EF4-FFF2-40B4-BE49-F238E27FC236}">
                  <a16:creationId xmlns:a16="http://schemas.microsoft.com/office/drawing/2014/main" id="{9537DAA0-0E6A-549F-4196-84CB2AF189E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0" name="Cube 179">
              <a:extLst>
                <a:ext uri="{FF2B5EF4-FFF2-40B4-BE49-F238E27FC236}">
                  <a16:creationId xmlns:a16="http://schemas.microsoft.com/office/drawing/2014/main" id="{5ED45FE6-1E27-39AA-0B52-384B678A42A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1" name="Cube 180">
              <a:extLst>
                <a:ext uri="{FF2B5EF4-FFF2-40B4-BE49-F238E27FC236}">
                  <a16:creationId xmlns:a16="http://schemas.microsoft.com/office/drawing/2014/main" id="{E36CB434-756D-B534-5061-5DE9811A897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2" name="Cube 181">
              <a:extLst>
                <a:ext uri="{FF2B5EF4-FFF2-40B4-BE49-F238E27FC236}">
                  <a16:creationId xmlns:a16="http://schemas.microsoft.com/office/drawing/2014/main" id="{AF7A286A-1EBF-9A65-B469-86C81ABDBFA3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3" name="Cube 182">
              <a:extLst>
                <a:ext uri="{FF2B5EF4-FFF2-40B4-BE49-F238E27FC236}">
                  <a16:creationId xmlns:a16="http://schemas.microsoft.com/office/drawing/2014/main" id="{0F005426-044B-8BE5-2E20-F325B5737693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4" name="Cube 183">
              <a:extLst>
                <a:ext uri="{FF2B5EF4-FFF2-40B4-BE49-F238E27FC236}">
                  <a16:creationId xmlns:a16="http://schemas.microsoft.com/office/drawing/2014/main" id="{46D1C76C-6AC2-2648-8F29-074019ABD4FA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85" name="Cube 184">
            <a:extLst>
              <a:ext uri="{FF2B5EF4-FFF2-40B4-BE49-F238E27FC236}">
                <a16:creationId xmlns:a16="http://schemas.microsoft.com/office/drawing/2014/main" id="{5A5A5725-1B4B-6329-CF78-FF4EF52C79BF}"/>
              </a:ext>
            </a:extLst>
          </p:cNvPr>
          <p:cNvSpPr/>
          <p:nvPr/>
        </p:nvSpPr>
        <p:spPr>
          <a:xfrm>
            <a:off x="3390724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6" name="Cube 185">
            <a:extLst>
              <a:ext uri="{FF2B5EF4-FFF2-40B4-BE49-F238E27FC236}">
                <a16:creationId xmlns:a16="http://schemas.microsoft.com/office/drawing/2014/main" id="{CF327F2F-66D3-CBD2-1E2D-1C80FBB1138F}"/>
              </a:ext>
            </a:extLst>
          </p:cNvPr>
          <p:cNvSpPr/>
          <p:nvPr/>
        </p:nvSpPr>
        <p:spPr>
          <a:xfrm>
            <a:off x="3390724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Cube 186">
            <a:extLst>
              <a:ext uri="{FF2B5EF4-FFF2-40B4-BE49-F238E27FC236}">
                <a16:creationId xmlns:a16="http://schemas.microsoft.com/office/drawing/2014/main" id="{79479AA9-FB06-7C95-4B34-CD527BE5F8E2}"/>
              </a:ext>
            </a:extLst>
          </p:cNvPr>
          <p:cNvSpPr/>
          <p:nvPr/>
        </p:nvSpPr>
        <p:spPr>
          <a:xfrm>
            <a:off x="3390724" y="544451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Cube 187">
            <a:extLst>
              <a:ext uri="{FF2B5EF4-FFF2-40B4-BE49-F238E27FC236}">
                <a16:creationId xmlns:a16="http://schemas.microsoft.com/office/drawing/2014/main" id="{3113D145-9E53-ACCA-3A26-171740729446}"/>
              </a:ext>
            </a:extLst>
          </p:cNvPr>
          <p:cNvSpPr/>
          <p:nvPr/>
        </p:nvSpPr>
        <p:spPr>
          <a:xfrm>
            <a:off x="3390724" y="519289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Cube 188">
            <a:extLst>
              <a:ext uri="{FF2B5EF4-FFF2-40B4-BE49-F238E27FC236}">
                <a16:creationId xmlns:a16="http://schemas.microsoft.com/office/drawing/2014/main" id="{CABB53F7-BAFA-73B2-7507-D6820AA2963A}"/>
              </a:ext>
            </a:extLst>
          </p:cNvPr>
          <p:cNvSpPr/>
          <p:nvPr/>
        </p:nvSpPr>
        <p:spPr>
          <a:xfrm>
            <a:off x="3390724" y="4941271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FABB21-A4DE-85A4-466D-BDB368624F3F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20124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2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185" grpId="0" animBg="1"/>
      <p:bldP spid="186" grpId="0" animBg="1"/>
      <p:bldP spid="187" grpId="0" animBg="1"/>
      <p:bldP spid="188" grpId="0" animBg="1"/>
      <p:bldP spid="18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7" y="1834868"/>
            <a:ext cx="83166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0,23   +   0,19   =   _________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47029659-6E81-F40E-963D-8A931FD91ED3}"/>
              </a:ext>
            </a:extLst>
          </p:cNvPr>
          <p:cNvGrpSpPr/>
          <p:nvPr/>
        </p:nvGrpSpPr>
        <p:grpSpPr>
          <a:xfrm>
            <a:off x="7582590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90" name="Cube 89">
              <a:extLst>
                <a:ext uri="{FF2B5EF4-FFF2-40B4-BE49-F238E27FC236}">
                  <a16:creationId xmlns:a16="http://schemas.microsoft.com/office/drawing/2014/main" id="{F9DF525F-9034-5B14-D165-0D7F3C457A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1" name="Cube 90">
              <a:extLst>
                <a:ext uri="{FF2B5EF4-FFF2-40B4-BE49-F238E27FC236}">
                  <a16:creationId xmlns:a16="http://schemas.microsoft.com/office/drawing/2014/main" id="{934F41B3-7D41-C9BF-2D90-F14D3B8EE02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2" name="Cube 91">
              <a:extLst>
                <a:ext uri="{FF2B5EF4-FFF2-40B4-BE49-F238E27FC236}">
                  <a16:creationId xmlns:a16="http://schemas.microsoft.com/office/drawing/2014/main" id="{D85B3CBE-8E14-D97F-D843-1161D692EA3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3" name="Cube 92">
              <a:extLst>
                <a:ext uri="{FF2B5EF4-FFF2-40B4-BE49-F238E27FC236}">
                  <a16:creationId xmlns:a16="http://schemas.microsoft.com/office/drawing/2014/main" id="{74006146-A86B-7C3C-530A-5C7EE2E1286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4" name="Cube 93">
              <a:extLst>
                <a:ext uri="{FF2B5EF4-FFF2-40B4-BE49-F238E27FC236}">
                  <a16:creationId xmlns:a16="http://schemas.microsoft.com/office/drawing/2014/main" id="{A67E2280-80D4-953A-D689-CB1357FC55F2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5" name="Cube 94">
              <a:extLst>
                <a:ext uri="{FF2B5EF4-FFF2-40B4-BE49-F238E27FC236}">
                  <a16:creationId xmlns:a16="http://schemas.microsoft.com/office/drawing/2014/main" id="{495896DA-5F49-568F-AC8E-FA4992A59EC8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6" name="Cube 95">
              <a:extLst>
                <a:ext uri="{FF2B5EF4-FFF2-40B4-BE49-F238E27FC236}">
                  <a16:creationId xmlns:a16="http://schemas.microsoft.com/office/drawing/2014/main" id="{B938ED21-82C4-9C42-B36D-5ED781890F4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7" name="Cube 96">
              <a:extLst>
                <a:ext uri="{FF2B5EF4-FFF2-40B4-BE49-F238E27FC236}">
                  <a16:creationId xmlns:a16="http://schemas.microsoft.com/office/drawing/2014/main" id="{CFEC3A47-2765-BE9D-B4AF-DBBCF2E9F0EA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8" name="Cube 97">
              <a:extLst>
                <a:ext uri="{FF2B5EF4-FFF2-40B4-BE49-F238E27FC236}">
                  <a16:creationId xmlns:a16="http://schemas.microsoft.com/office/drawing/2014/main" id="{2782405C-7FEC-B6AC-79BE-88AE6BBEC8CF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9" name="Cube 98">
              <a:extLst>
                <a:ext uri="{FF2B5EF4-FFF2-40B4-BE49-F238E27FC236}">
                  <a16:creationId xmlns:a16="http://schemas.microsoft.com/office/drawing/2014/main" id="{E7582C02-B64E-F8F0-8FB5-DD75AC153E9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9E847D3A-2FCA-4115-9459-1414332D7C0B}"/>
              </a:ext>
            </a:extLst>
          </p:cNvPr>
          <p:cNvGrpSpPr/>
          <p:nvPr/>
        </p:nvGrpSpPr>
        <p:grpSpPr>
          <a:xfrm>
            <a:off x="7100452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22" name="Cube 121">
              <a:extLst>
                <a:ext uri="{FF2B5EF4-FFF2-40B4-BE49-F238E27FC236}">
                  <a16:creationId xmlns:a16="http://schemas.microsoft.com/office/drawing/2014/main" id="{1CCDFC7E-6EDE-B377-45D9-20D9C5D448E9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3" name="Cube 122">
              <a:extLst>
                <a:ext uri="{FF2B5EF4-FFF2-40B4-BE49-F238E27FC236}">
                  <a16:creationId xmlns:a16="http://schemas.microsoft.com/office/drawing/2014/main" id="{61F28D47-56B2-D97E-69E6-0E4EF97C28B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4" name="Cube 123">
              <a:extLst>
                <a:ext uri="{FF2B5EF4-FFF2-40B4-BE49-F238E27FC236}">
                  <a16:creationId xmlns:a16="http://schemas.microsoft.com/office/drawing/2014/main" id="{9C8A719C-3359-7113-1743-7DF8171C5DA4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5" name="Cube 124">
              <a:extLst>
                <a:ext uri="{FF2B5EF4-FFF2-40B4-BE49-F238E27FC236}">
                  <a16:creationId xmlns:a16="http://schemas.microsoft.com/office/drawing/2014/main" id="{A22E70C6-CA13-4933-65F5-218861C228E4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6" name="Cube 125">
              <a:extLst>
                <a:ext uri="{FF2B5EF4-FFF2-40B4-BE49-F238E27FC236}">
                  <a16:creationId xmlns:a16="http://schemas.microsoft.com/office/drawing/2014/main" id="{2F4430B9-E0ED-B1A2-2A24-73E7999153C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7" name="Cube 126">
              <a:extLst>
                <a:ext uri="{FF2B5EF4-FFF2-40B4-BE49-F238E27FC236}">
                  <a16:creationId xmlns:a16="http://schemas.microsoft.com/office/drawing/2014/main" id="{0C2D8836-19AF-C979-3A4A-082C2800C5C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8" name="Cube 127">
              <a:extLst>
                <a:ext uri="{FF2B5EF4-FFF2-40B4-BE49-F238E27FC236}">
                  <a16:creationId xmlns:a16="http://schemas.microsoft.com/office/drawing/2014/main" id="{85E32D95-B362-AA07-5BF1-0E386A43EAAD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9" name="Cube 128">
              <a:extLst>
                <a:ext uri="{FF2B5EF4-FFF2-40B4-BE49-F238E27FC236}">
                  <a16:creationId xmlns:a16="http://schemas.microsoft.com/office/drawing/2014/main" id="{2564EB0B-036E-826C-3B81-02A9922079E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0" name="Cube 129">
              <a:extLst>
                <a:ext uri="{FF2B5EF4-FFF2-40B4-BE49-F238E27FC236}">
                  <a16:creationId xmlns:a16="http://schemas.microsoft.com/office/drawing/2014/main" id="{7E542074-E56F-FB24-F0DB-A8B6AFBF2CD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1" name="Cube 130">
              <a:extLst>
                <a:ext uri="{FF2B5EF4-FFF2-40B4-BE49-F238E27FC236}">
                  <a16:creationId xmlns:a16="http://schemas.microsoft.com/office/drawing/2014/main" id="{DE8631C3-6BD2-8D38-C8C0-7306B5B2B818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32" name="Arrow: Left-Right 131">
            <a:extLst>
              <a:ext uri="{FF2B5EF4-FFF2-40B4-BE49-F238E27FC236}">
                <a16:creationId xmlns:a16="http://schemas.microsoft.com/office/drawing/2014/main" id="{7051E94A-2E7A-6813-1F7C-45EC18DAF507}"/>
              </a:ext>
            </a:extLst>
          </p:cNvPr>
          <p:cNvSpPr/>
          <p:nvPr/>
        </p:nvSpPr>
        <p:spPr>
          <a:xfrm>
            <a:off x="4405747" y="4829693"/>
            <a:ext cx="1105592" cy="301751"/>
          </a:xfrm>
          <a:prstGeom prst="leftRightArrow">
            <a:avLst>
              <a:gd name="adj1" fmla="val 50000"/>
              <a:gd name="adj2" fmla="val 58576"/>
            </a:avLst>
          </a:prstGeom>
          <a:solidFill>
            <a:schemeClr val="accent5">
              <a:lumMod val="40000"/>
              <a:lumOff val="6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1DA165-9BFA-2C37-C529-F3D4E40E84AA}"/>
              </a:ext>
            </a:extLst>
          </p:cNvPr>
          <p:cNvGrpSpPr/>
          <p:nvPr/>
        </p:nvGrpSpPr>
        <p:grpSpPr>
          <a:xfrm>
            <a:off x="6593376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64EFA8B6-B280-BBD6-FBF4-57259E537750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88A57178-948D-2C42-EEF3-94ADDF773F53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7" name="Cube 26">
              <a:extLst>
                <a:ext uri="{FF2B5EF4-FFF2-40B4-BE49-F238E27FC236}">
                  <a16:creationId xmlns:a16="http://schemas.microsoft.com/office/drawing/2014/main" id="{C17D9BF5-7E97-35F1-F9B2-E5320A4ADDE8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8" name="Cube 27">
              <a:extLst>
                <a:ext uri="{FF2B5EF4-FFF2-40B4-BE49-F238E27FC236}">
                  <a16:creationId xmlns:a16="http://schemas.microsoft.com/office/drawing/2014/main" id="{FEB6B8D1-4F7C-5ED8-9C59-19DCB446D65D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9" name="Cube 28">
              <a:extLst>
                <a:ext uri="{FF2B5EF4-FFF2-40B4-BE49-F238E27FC236}">
                  <a16:creationId xmlns:a16="http://schemas.microsoft.com/office/drawing/2014/main" id="{1F67D2AB-60F8-7C1F-6A6C-4D69A0E2A3C3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0" name="Cube 29">
              <a:extLst>
                <a:ext uri="{FF2B5EF4-FFF2-40B4-BE49-F238E27FC236}">
                  <a16:creationId xmlns:a16="http://schemas.microsoft.com/office/drawing/2014/main" id="{756FE3D2-F641-94E1-3AB7-D4EDC66C7E5F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Cube 30">
              <a:extLst>
                <a:ext uri="{FF2B5EF4-FFF2-40B4-BE49-F238E27FC236}">
                  <a16:creationId xmlns:a16="http://schemas.microsoft.com/office/drawing/2014/main" id="{B2C742B6-1457-A50B-50BE-737D7F051427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Cube 33">
              <a:extLst>
                <a:ext uri="{FF2B5EF4-FFF2-40B4-BE49-F238E27FC236}">
                  <a16:creationId xmlns:a16="http://schemas.microsoft.com/office/drawing/2014/main" id="{061B3C17-1397-DF32-7FE0-206F57CC749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5" name="Cube 34">
              <a:extLst>
                <a:ext uri="{FF2B5EF4-FFF2-40B4-BE49-F238E27FC236}">
                  <a16:creationId xmlns:a16="http://schemas.microsoft.com/office/drawing/2014/main" id="{DCF83D7A-087B-2077-143F-A3964E4294F6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8" name="Cube 37">
              <a:extLst>
                <a:ext uri="{FF2B5EF4-FFF2-40B4-BE49-F238E27FC236}">
                  <a16:creationId xmlns:a16="http://schemas.microsoft.com/office/drawing/2014/main" id="{B42B5EA8-F247-CC8E-809B-64EF31BDD97D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A8AACEA-15CC-A84B-02B0-C24ABEA1B5CD}"/>
              </a:ext>
            </a:extLst>
          </p:cNvPr>
          <p:cNvGrpSpPr/>
          <p:nvPr/>
        </p:nvGrpSpPr>
        <p:grpSpPr>
          <a:xfrm>
            <a:off x="6111238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40" name="Cube 39">
              <a:extLst>
                <a:ext uri="{FF2B5EF4-FFF2-40B4-BE49-F238E27FC236}">
                  <a16:creationId xmlns:a16="http://schemas.microsoft.com/office/drawing/2014/main" id="{F9CC3F79-F92E-07F4-F2A6-CD62817DC1A7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1" name="Cube 40">
              <a:extLst>
                <a:ext uri="{FF2B5EF4-FFF2-40B4-BE49-F238E27FC236}">
                  <a16:creationId xmlns:a16="http://schemas.microsoft.com/office/drawing/2014/main" id="{E1543B89-9182-89DA-D63E-2860255453C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2" name="Cube 41">
              <a:extLst>
                <a:ext uri="{FF2B5EF4-FFF2-40B4-BE49-F238E27FC236}">
                  <a16:creationId xmlns:a16="http://schemas.microsoft.com/office/drawing/2014/main" id="{24293D4D-EA1B-02BB-C972-81B72ADBE880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3" name="Cube 42">
              <a:extLst>
                <a:ext uri="{FF2B5EF4-FFF2-40B4-BE49-F238E27FC236}">
                  <a16:creationId xmlns:a16="http://schemas.microsoft.com/office/drawing/2014/main" id="{3F14BA3A-C50B-0636-BE75-8798951AD8EF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3FAFE640-5FE1-407B-E827-C46F77C53561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5" name="Cube 44">
              <a:extLst>
                <a:ext uri="{FF2B5EF4-FFF2-40B4-BE49-F238E27FC236}">
                  <a16:creationId xmlns:a16="http://schemas.microsoft.com/office/drawing/2014/main" id="{AE7EDE14-AEEF-E5B3-85CE-8799CF66719E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6" name="Cube 45">
              <a:extLst>
                <a:ext uri="{FF2B5EF4-FFF2-40B4-BE49-F238E27FC236}">
                  <a16:creationId xmlns:a16="http://schemas.microsoft.com/office/drawing/2014/main" id="{4DA3C57B-285E-6288-C0D0-E5136584FD9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7" name="Cube 46">
              <a:extLst>
                <a:ext uri="{FF2B5EF4-FFF2-40B4-BE49-F238E27FC236}">
                  <a16:creationId xmlns:a16="http://schemas.microsoft.com/office/drawing/2014/main" id="{24100209-1718-DC1F-89B1-94E182A7765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Cube 47">
              <a:extLst>
                <a:ext uri="{FF2B5EF4-FFF2-40B4-BE49-F238E27FC236}">
                  <a16:creationId xmlns:a16="http://schemas.microsoft.com/office/drawing/2014/main" id="{55DBFF00-B251-C6C1-74EF-7A890050B4E0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9" name="Cube 48">
              <a:extLst>
                <a:ext uri="{FF2B5EF4-FFF2-40B4-BE49-F238E27FC236}">
                  <a16:creationId xmlns:a16="http://schemas.microsoft.com/office/drawing/2014/main" id="{798CF24C-4D94-7B9B-8D97-1F2CF60BCFF1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7" name="Cube 76">
            <a:extLst>
              <a:ext uri="{FF2B5EF4-FFF2-40B4-BE49-F238E27FC236}">
                <a16:creationId xmlns:a16="http://schemas.microsoft.com/office/drawing/2014/main" id="{4791F148-9A28-60B6-9D7F-C298835693F6}"/>
              </a:ext>
            </a:extLst>
          </p:cNvPr>
          <p:cNvSpPr/>
          <p:nvPr/>
        </p:nvSpPr>
        <p:spPr>
          <a:xfrm>
            <a:off x="8128978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8" name="Cube 77">
            <a:extLst>
              <a:ext uri="{FF2B5EF4-FFF2-40B4-BE49-F238E27FC236}">
                <a16:creationId xmlns:a16="http://schemas.microsoft.com/office/drawing/2014/main" id="{4F8CD45F-DCA8-1DF3-8E82-46A66990C653}"/>
              </a:ext>
            </a:extLst>
          </p:cNvPr>
          <p:cNvSpPr/>
          <p:nvPr/>
        </p:nvSpPr>
        <p:spPr>
          <a:xfrm>
            <a:off x="8128978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D3AF17-B9B1-160B-4BB7-7F9AEF1BD73C}"/>
              </a:ext>
            </a:extLst>
          </p:cNvPr>
          <p:cNvGrpSpPr/>
          <p:nvPr/>
        </p:nvGrpSpPr>
        <p:grpSpPr>
          <a:xfrm>
            <a:off x="2844335" y="3683174"/>
            <a:ext cx="342140" cy="2601935"/>
            <a:chOff x="3698125" y="596372"/>
            <a:chExt cx="764771" cy="5898407"/>
          </a:xfrm>
          <a:solidFill>
            <a:srgbClr val="FFFF00"/>
          </a:solidFill>
        </p:grpSpPr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DA1EB314-DE8E-8D43-F5EE-1FF1682EA9FC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DD28E9CC-81F6-B0BD-205B-022F8A823549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F6A01BDA-11D6-5332-3CD1-50C47A03A591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8" name="Cube 7">
              <a:extLst>
                <a:ext uri="{FF2B5EF4-FFF2-40B4-BE49-F238E27FC236}">
                  <a16:creationId xmlns:a16="http://schemas.microsoft.com/office/drawing/2014/main" id="{E96094DB-BEF5-C846-8ECC-8111880628F0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9" name="Cube 8">
              <a:extLst>
                <a:ext uri="{FF2B5EF4-FFF2-40B4-BE49-F238E27FC236}">
                  <a16:creationId xmlns:a16="http://schemas.microsoft.com/office/drawing/2014/main" id="{45231B2F-BFF8-D900-D9E7-0FFFE1634EB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" name="Cube 9">
              <a:extLst>
                <a:ext uri="{FF2B5EF4-FFF2-40B4-BE49-F238E27FC236}">
                  <a16:creationId xmlns:a16="http://schemas.microsoft.com/office/drawing/2014/main" id="{A943DB79-7D44-108F-166B-A69DC5A3A22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F453700B-54A5-CB4A-F89C-B9DFAD0F78A9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0CB1310D-600B-48A8-30B5-FCD30B302A2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D2FF882F-DA76-008D-F731-8B6CE251EC5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C5B15AE8-088A-E42A-A7EF-8602C45BE1C5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16237DD-0197-29C2-1EC0-442193726704}"/>
              </a:ext>
            </a:extLst>
          </p:cNvPr>
          <p:cNvGrpSpPr/>
          <p:nvPr/>
        </p:nvGrpSpPr>
        <p:grpSpPr>
          <a:xfrm>
            <a:off x="2362197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F83BF33E-7B81-726C-E7DC-B69AC24236C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71F8F801-5D62-ABF5-15DA-3A68017BFF9E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1" name="Cube 20">
              <a:extLst>
                <a:ext uri="{FF2B5EF4-FFF2-40B4-BE49-F238E27FC236}">
                  <a16:creationId xmlns:a16="http://schemas.microsoft.com/office/drawing/2014/main" id="{CABFC136-3625-341C-F124-275B3639239F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2" name="Cube 21">
              <a:extLst>
                <a:ext uri="{FF2B5EF4-FFF2-40B4-BE49-F238E27FC236}">
                  <a16:creationId xmlns:a16="http://schemas.microsoft.com/office/drawing/2014/main" id="{7FA4F3C2-60E8-99EC-9ED7-FB7D9E5908B7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3" name="Cube 22">
              <a:extLst>
                <a:ext uri="{FF2B5EF4-FFF2-40B4-BE49-F238E27FC236}">
                  <a16:creationId xmlns:a16="http://schemas.microsoft.com/office/drawing/2014/main" id="{82AF5D05-4A66-377E-D9DC-17CAF80AD860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4" name="Cube 23">
              <a:extLst>
                <a:ext uri="{FF2B5EF4-FFF2-40B4-BE49-F238E27FC236}">
                  <a16:creationId xmlns:a16="http://schemas.microsoft.com/office/drawing/2014/main" id="{22256765-C591-4FF2-492B-82EC249BCFF0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5" name="Cube 24">
              <a:extLst>
                <a:ext uri="{FF2B5EF4-FFF2-40B4-BE49-F238E27FC236}">
                  <a16:creationId xmlns:a16="http://schemas.microsoft.com/office/drawing/2014/main" id="{362A8EC6-2690-67E8-DD6D-EF2D868877A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6" name="Cube 25">
              <a:extLst>
                <a:ext uri="{FF2B5EF4-FFF2-40B4-BE49-F238E27FC236}">
                  <a16:creationId xmlns:a16="http://schemas.microsoft.com/office/drawing/2014/main" id="{602D0148-9FE6-6EE6-055E-6A9216F55AF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909DFC7C-7871-279F-D8D1-8934EE4FFC61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" name="Cube 32">
              <a:extLst>
                <a:ext uri="{FF2B5EF4-FFF2-40B4-BE49-F238E27FC236}">
                  <a16:creationId xmlns:a16="http://schemas.microsoft.com/office/drawing/2014/main" id="{68E0F7C0-0A1F-85C2-AE91-F5CE86813FF7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211C1E83-E63A-8A07-AAD8-3F50C0C3CE71}"/>
              </a:ext>
            </a:extLst>
          </p:cNvPr>
          <p:cNvGrpSpPr/>
          <p:nvPr/>
        </p:nvGrpSpPr>
        <p:grpSpPr>
          <a:xfrm>
            <a:off x="1855121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7" name="Cube 36">
              <a:extLst>
                <a:ext uri="{FF2B5EF4-FFF2-40B4-BE49-F238E27FC236}">
                  <a16:creationId xmlns:a16="http://schemas.microsoft.com/office/drawing/2014/main" id="{B750A359-C68E-0428-5107-6292B330208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0" name="Cube 49">
              <a:extLst>
                <a:ext uri="{FF2B5EF4-FFF2-40B4-BE49-F238E27FC236}">
                  <a16:creationId xmlns:a16="http://schemas.microsoft.com/office/drawing/2014/main" id="{D25308C9-06D8-CA70-85C5-B77EAE86A6C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1" name="Cube 50">
              <a:extLst>
                <a:ext uri="{FF2B5EF4-FFF2-40B4-BE49-F238E27FC236}">
                  <a16:creationId xmlns:a16="http://schemas.microsoft.com/office/drawing/2014/main" id="{F92927D6-9E07-CD44-7FFD-82FAA0A7CF68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" name="Cube 51">
              <a:extLst>
                <a:ext uri="{FF2B5EF4-FFF2-40B4-BE49-F238E27FC236}">
                  <a16:creationId xmlns:a16="http://schemas.microsoft.com/office/drawing/2014/main" id="{35B8F4AF-B725-A98B-3A22-24096F2B37F8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3" name="Cube 52">
              <a:extLst>
                <a:ext uri="{FF2B5EF4-FFF2-40B4-BE49-F238E27FC236}">
                  <a16:creationId xmlns:a16="http://schemas.microsoft.com/office/drawing/2014/main" id="{98C4A5CE-FA0B-1E01-3495-E15E8268E73A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" name="Cube 53">
              <a:extLst>
                <a:ext uri="{FF2B5EF4-FFF2-40B4-BE49-F238E27FC236}">
                  <a16:creationId xmlns:a16="http://schemas.microsoft.com/office/drawing/2014/main" id="{F67361EC-613D-BE1F-AC99-FDAD5406E480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" name="Cube 54">
              <a:extLst>
                <a:ext uri="{FF2B5EF4-FFF2-40B4-BE49-F238E27FC236}">
                  <a16:creationId xmlns:a16="http://schemas.microsoft.com/office/drawing/2014/main" id="{9D1E94A3-64F6-BC2A-D4D6-4BAF6DC05BBB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DF8615E8-FEE4-69D5-4FDA-6F96FAFB0329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7" name="Cube 56">
              <a:extLst>
                <a:ext uri="{FF2B5EF4-FFF2-40B4-BE49-F238E27FC236}">
                  <a16:creationId xmlns:a16="http://schemas.microsoft.com/office/drawing/2014/main" id="{07194E21-4ADE-00D7-96B7-352ED8803EBC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8" name="Cube 57">
              <a:extLst>
                <a:ext uri="{FF2B5EF4-FFF2-40B4-BE49-F238E27FC236}">
                  <a16:creationId xmlns:a16="http://schemas.microsoft.com/office/drawing/2014/main" id="{5B4663E9-8D1C-E23A-F31C-112C57038E66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A3DCCC1-E222-FC38-63F4-68C2EA21CFA5}"/>
              </a:ext>
            </a:extLst>
          </p:cNvPr>
          <p:cNvGrpSpPr/>
          <p:nvPr/>
        </p:nvGrpSpPr>
        <p:grpSpPr>
          <a:xfrm>
            <a:off x="1372983" y="3683174"/>
            <a:ext cx="342140" cy="2601935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60" name="Cube 59">
              <a:extLst>
                <a:ext uri="{FF2B5EF4-FFF2-40B4-BE49-F238E27FC236}">
                  <a16:creationId xmlns:a16="http://schemas.microsoft.com/office/drawing/2014/main" id="{CB6A4288-7270-EDB4-2E21-6E58CE0B9F96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1" name="Cube 60">
              <a:extLst>
                <a:ext uri="{FF2B5EF4-FFF2-40B4-BE49-F238E27FC236}">
                  <a16:creationId xmlns:a16="http://schemas.microsoft.com/office/drawing/2014/main" id="{D7F599BF-A3C2-4B70-D9C6-F92338A555B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2" name="Cube 61">
              <a:extLst>
                <a:ext uri="{FF2B5EF4-FFF2-40B4-BE49-F238E27FC236}">
                  <a16:creationId xmlns:a16="http://schemas.microsoft.com/office/drawing/2014/main" id="{4EC3B87C-3F1B-0298-9FA8-8E5B2C85EA2A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Cube 62">
              <a:extLst>
                <a:ext uri="{FF2B5EF4-FFF2-40B4-BE49-F238E27FC236}">
                  <a16:creationId xmlns:a16="http://schemas.microsoft.com/office/drawing/2014/main" id="{278F31DD-3317-989D-94D6-E94A069524E9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4" name="Cube 63">
              <a:extLst>
                <a:ext uri="{FF2B5EF4-FFF2-40B4-BE49-F238E27FC236}">
                  <a16:creationId xmlns:a16="http://schemas.microsoft.com/office/drawing/2014/main" id="{0968063E-B992-36D9-9B7C-1B6150FDB4D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Cube 64">
              <a:extLst>
                <a:ext uri="{FF2B5EF4-FFF2-40B4-BE49-F238E27FC236}">
                  <a16:creationId xmlns:a16="http://schemas.microsoft.com/office/drawing/2014/main" id="{AB9F997F-76A5-729A-2AB3-A095032C2E83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6" name="Cube 65">
              <a:extLst>
                <a:ext uri="{FF2B5EF4-FFF2-40B4-BE49-F238E27FC236}">
                  <a16:creationId xmlns:a16="http://schemas.microsoft.com/office/drawing/2014/main" id="{3FE0A8CF-AC28-D9CB-08DA-CDD2D0442704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1" name="Cube 70">
              <a:extLst>
                <a:ext uri="{FF2B5EF4-FFF2-40B4-BE49-F238E27FC236}">
                  <a16:creationId xmlns:a16="http://schemas.microsoft.com/office/drawing/2014/main" id="{A3A1A91B-F61E-8157-3096-4296353876BD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2" name="Cube 71">
              <a:extLst>
                <a:ext uri="{FF2B5EF4-FFF2-40B4-BE49-F238E27FC236}">
                  <a16:creationId xmlns:a16="http://schemas.microsoft.com/office/drawing/2014/main" id="{CCD5C4A2-DF09-F691-73AE-ECE3AA0275F8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3" name="Cube 72">
              <a:extLst>
                <a:ext uri="{FF2B5EF4-FFF2-40B4-BE49-F238E27FC236}">
                  <a16:creationId xmlns:a16="http://schemas.microsoft.com/office/drawing/2014/main" id="{E4038315-BE32-24BB-CFE9-5050C4146F3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4" name="Cube 73">
            <a:extLst>
              <a:ext uri="{FF2B5EF4-FFF2-40B4-BE49-F238E27FC236}">
                <a16:creationId xmlns:a16="http://schemas.microsoft.com/office/drawing/2014/main" id="{642CE0EC-A924-1B4F-AE4E-A72E434C3D79}"/>
              </a:ext>
            </a:extLst>
          </p:cNvPr>
          <p:cNvSpPr/>
          <p:nvPr/>
        </p:nvSpPr>
        <p:spPr>
          <a:xfrm>
            <a:off x="3390723" y="5947749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Cube 74">
            <a:extLst>
              <a:ext uri="{FF2B5EF4-FFF2-40B4-BE49-F238E27FC236}">
                <a16:creationId xmlns:a16="http://schemas.microsoft.com/office/drawing/2014/main" id="{798D6A46-ED76-FDF3-8F17-F1EF1450548C}"/>
              </a:ext>
            </a:extLst>
          </p:cNvPr>
          <p:cNvSpPr/>
          <p:nvPr/>
        </p:nvSpPr>
        <p:spPr>
          <a:xfrm>
            <a:off x="3390723" y="5696130"/>
            <a:ext cx="342140" cy="337360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03A39B-7104-A020-576C-160004FB2ACF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95675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2" grpId="0" animBg="1"/>
      <p:bldP spid="77" grpId="0" animBg="1"/>
      <p:bldP spid="78" grpId="0" animBg="1"/>
      <p:bldP spid="74" grpId="0" animBg="1"/>
      <p:bldP spid="7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65488" y="1834868"/>
            <a:ext cx="95750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0,7 + 0,46 + 0,17   =   _________</a:t>
            </a:r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8D01C251-19AC-53E8-CC27-77090A172018}"/>
              </a:ext>
            </a:extLst>
          </p:cNvPr>
          <p:cNvSpPr/>
          <p:nvPr/>
        </p:nvSpPr>
        <p:spPr>
          <a:xfrm>
            <a:off x="7036477" y="5936936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Cube 4">
            <a:extLst>
              <a:ext uri="{FF2B5EF4-FFF2-40B4-BE49-F238E27FC236}">
                <a16:creationId xmlns:a16="http://schemas.microsoft.com/office/drawing/2014/main" id="{D4059112-E83A-D4F0-8A4D-A2EC8CC127EB}"/>
              </a:ext>
            </a:extLst>
          </p:cNvPr>
          <p:cNvSpPr/>
          <p:nvPr/>
        </p:nvSpPr>
        <p:spPr>
          <a:xfrm>
            <a:off x="7036477" y="5683965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Cube 5">
            <a:extLst>
              <a:ext uri="{FF2B5EF4-FFF2-40B4-BE49-F238E27FC236}">
                <a16:creationId xmlns:a16="http://schemas.microsoft.com/office/drawing/2014/main" id="{D06E8750-C6EE-55BD-D991-BFC3DD5DACF6}"/>
              </a:ext>
            </a:extLst>
          </p:cNvPr>
          <p:cNvSpPr/>
          <p:nvPr/>
        </p:nvSpPr>
        <p:spPr>
          <a:xfrm>
            <a:off x="7036477" y="5430994"/>
            <a:ext cx="343978" cy="339172"/>
          </a:xfrm>
          <a:prstGeom prst="cube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3F6763E-F4DF-CB6A-177F-BC4FD7D60D3A}"/>
              </a:ext>
            </a:extLst>
          </p:cNvPr>
          <p:cNvGrpSpPr/>
          <p:nvPr/>
        </p:nvGrpSpPr>
        <p:grpSpPr>
          <a:xfrm>
            <a:off x="631958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11" name="Cube 10">
              <a:extLst>
                <a:ext uri="{FF2B5EF4-FFF2-40B4-BE49-F238E27FC236}">
                  <a16:creationId xmlns:a16="http://schemas.microsoft.com/office/drawing/2014/main" id="{2EA1BA12-318C-D15E-EF7F-28C4CEE803A4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Cube 11">
              <a:extLst>
                <a:ext uri="{FF2B5EF4-FFF2-40B4-BE49-F238E27FC236}">
                  <a16:creationId xmlns:a16="http://schemas.microsoft.com/office/drawing/2014/main" id="{D08A1F18-BD93-435C-BE4E-2157A672D782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Cube 12">
              <a:extLst>
                <a:ext uri="{FF2B5EF4-FFF2-40B4-BE49-F238E27FC236}">
                  <a16:creationId xmlns:a16="http://schemas.microsoft.com/office/drawing/2014/main" id="{D86AE458-A59F-0636-7677-EF91E0F01D3E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" name="Cube 13">
              <a:extLst>
                <a:ext uri="{FF2B5EF4-FFF2-40B4-BE49-F238E27FC236}">
                  <a16:creationId xmlns:a16="http://schemas.microsoft.com/office/drawing/2014/main" id="{FB8DFF4B-3F0B-6796-0E00-C801C881E539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Cube 14">
              <a:extLst>
                <a:ext uri="{FF2B5EF4-FFF2-40B4-BE49-F238E27FC236}">
                  <a16:creationId xmlns:a16="http://schemas.microsoft.com/office/drawing/2014/main" id="{570234BD-EF1D-71D1-077F-DA9F543AF915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Cube 15">
              <a:extLst>
                <a:ext uri="{FF2B5EF4-FFF2-40B4-BE49-F238E27FC236}">
                  <a16:creationId xmlns:a16="http://schemas.microsoft.com/office/drawing/2014/main" id="{288429D5-C8DA-C4FB-B68C-FE9AD78EFA1B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" name="Cube 16">
              <a:extLst>
                <a:ext uri="{FF2B5EF4-FFF2-40B4-BE49-F238E27FC236}">
                  <a16:creationId xmlns:a16="http://schemas.microsoft.com/office/drawing/2014/main" id="{C658C189-67DA-63A0-F3F0-83AE15FAD7F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" name="Cube 17">
              <a:extLst>
                <a:ext uri="{FF2B5EF4-FFF2-40B4-BE49-F238E27FC236}">
                  <a16:creationId xmlns:a16="http://schemas.microsoft.com/office/drawing/2014/main" id="{9AB8F4B2-ECEC-DE9D-C258-2EECE81BE912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" name="Cube 18">
              <a:extLst>
                <a:ext uri="{FF2B5EF4-FFF2-40B4-BE49-F238E27FC236}">
                  <a16:creationId xmlns:a16="http://schemas.microsoft.com/office/drawing/2014/main" id="{5BA6075C-0871-1379-D0E3-04CF804E87D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20" name="Cube 19">
              <a:extLst>
                <a:ext uri="{FF2B5EF4-FFF2-40B4-BE49-F238E27FC236}">
                  <a16:creationId xmlns:a16="http://schemas.microsoft.com/office/drawing/2014/main" id="{E723BB44-8E25-8667-DA12-68ABB8C9478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EFF623F-7603-96D0-79E2-90E608837FE7}"/>
              </a:ext>
            </a:extLst>
          </p:cNvPr>
          <p:cNvGrpSpPr/>
          <p:nvPr/>
        </p:nvGrpSpPr>
        <p:grpSpPr>
          <a:xfrm>
            <a:off x="2168377" y="3660198"/>
            <a:ext cx="2615911" cy="2615911"/>
            <a:chOff x="414598" y="546495"/>
            <a:chExt cx="5852156" cy="589840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CF33DA3-F1DB-987B-0500-F03E4C1B8172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97" name="Cube 296">
                <a:extLst>
                  <a:ext uri="{FF2B5EF4-FFF2-40B4-BE49-F238E27FC236}">
                    <a16:creationId xmlns:a16="http://schemas.microsoft.com/office/drawing/2014/main" id="{D32017BB-EC27-4E20-C3FF-4BC294DB1E2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8" name="Cube 297">
                <a:extLst>
                  <a:ext uri="{FF2B5EF4-FFF2-40B4-BE49-F238E27FC236}">
                    <a16:creationId xmlns:a16="http://schemas.microsoft.com/office/drawing/2014/main" id="{BF61A42B-8B8D-CBB6-C2EC-B4B96AA76E0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9" name="Cube 298">
                <a:extLst>
                  <a:ext uri="{FF2B5EF4-FFF2-40B4-BE49-F238E27FC236}">
                    <a16:creationId xmlns:a16="http://schemas.microsoft.com/office/drawing/2014/main" id="{C77D05DD-56BF-EE2D-44C9-808B5F92B81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0" name="Cube 309">
                <a:extLst>
                  <a:ext uri="{FF2B5EF4-FFF2-40B4-BE49-F238E27FC236}">
                    <a16:creationId xmlns:a16="http://schemas.microsoft.com/office/drawing/2014/main" id="{7C7955AF-2C31-DBF9-BDA6-6211CFDF2E94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1" name="Cube 310">
                <a:extLst>
                  <a:ext uri="{FF2B5EF4-FFF2-40B4-BE49-F238E27FC236}">
                    <a16:creationId xmlns:a16="http://schemas.microsoft.com/office/drawing/2014/main" id="{C8C8C7BB-21B3-6E55-4BD3-44FEB0A4DB2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2" name="Cube 311">
                <a:extLst>
                  <a:ext uri="{FF2B5EF4-FFF2-40B4-BE49-F238E27FC236}">
                    <a16:creationId xmlns:a16="http://schemas.microsoft.com/office/drawing/2014/main" id="{7981B574-A90C-B67B-D430-229D65F38F9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3" name="Cube 312">
                <a:extLst>
                  <a:ext uri="{FF2B5EF4-FFF2-40B4-BE49-F238E27FC236}">
                    <a16:creationId xmlns:a16="http://schemas.microsoft.com/office/drawing/2014/main" id="{4D8E871D-F2DD-EF88-BADB-C27D8A54F83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4" name="Cube 313">
                <a:extLst>
                  <a:ext uri="{FF2B5EF4-FFF2-40B4-BE49-F238E27FC236}">
                    <a16:creationId xmlns:a16="http://schemas.microsoft.com/office/drawing/2014/main" id="{21DEEF48-D73F-1348-C094-11B91607D5D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5" name="Cube 314">
                <a:extLst>
                  <a:ext uri="{FF2B5EF4-FFF2-40B4-BE49-F238E27FC236}">
                    <a16:creationId xmlns:a16="http://schemas.microsoft.com/office/drawing/2014/main" id="{B20DEE47-83E5-9BF0-592C-BB342E44D96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6" name="Cube 315">
                <a:extLst>
                  <a:ext uri="{FF2B5EF4-FFF2-40B4-BE49-F238E27FC236}">
                    <a16:creationId xmlns:a16="http://schemas.microsoft.com/office/drawing/2014/main" id="{A21B483E-73F9-9F95-02AE-0B31050F5C52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B3F3C10-C36F-3C27-40B2-1220C85F97EA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77" name="Cube 176">
                <a:extLst>
                  <a:ext uri="{FF2B5EF4-FFF2-40B4-BE49-F238E27FC236}">
                    <a16:creationId xmlns:a16="http://schemas.microsoft.com/office/drawing/2014/main" id="{A4A516BA-E9A5-EC04-3846-9CA956451EB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8" name="Cube 177">
                <a:extLst>
                  <a:ext uri="{FF2B5EF4-FFF2-40B4-BE49-F238E27FC236}">
                    <a16:creationId xmlns:a16="http://schemas.microsoft.com/office/drawing/2014/main" id="{B4A003F9-95EC-BC1A-41A1-E618ED9C86E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9" name="Cube 178">
                <a:extLst>
                  <a:ext uri="{FF2B5EF4-FFF2-40B4-BE49-F238E27FC236}">
                    <a16:creationId xmlns:a16="http://schemas.microsoft.com/office/drawing/2014/main" id="{89697E40-5663-7538-661E-436C46EAB0DF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0" name="Cube 289">
                <a:extLst>
                  <a:ext uri="{FF2B5EF4-FFF2-40B4-BE49-F238E27FC236}">
                    <a16:creationId xmlns:a16="http://schemas.microsoft.com/office/drawing/2014/main" id="{CA50D7CF-EFC6-C10C-10A4-175FB2415C2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1" name="Cube 290">
                <a:extLst>
                  <a:ext uri="{FF2B5EF4-FFF2-40B4-BE49-F238E27FC236}">
                    <a16:creationId xmlns:a16="http://schemas.microsoft.com/office/drawing/2014/main" id="{0FA4D9BE-4CB6-EBB2-5211-B43EABE68C32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2" name="Cube 291">
                <a:extLst>
                  <a:ext uri="{FF2B5EF4-FFF2-40B4-BE49-F238E27FC236}">
                    <a16:creationId xmlns:a16="http://schemas.microsoft.com/office/drawing/2014/main" id="{E769482D-7E9F-07BF-F047-D497AF4E0B3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3" name="Cube 292">
                <a:extLst>
                  <a:ext uri="{FF2B5EF4-FFF2-40B4-BE49-F238E27FC236}">
                    <a16:creationId xmlns:a16="http://schemas.microsoft.com/office/drawing/2014/main" id="{1087E25C-4C62-2BFE-3E8D-1FECDA010A7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4" name="Cube 293">
                <a:extLst>
                  <a:ext uri="{FF2B5EF4-FFF2-40B4-BE49-F238E27FC236}">
                    <a16:creationId xmlns:a16="http://schemas.microsoft.com/office/drawing/2014/main" id="{33CB14CC-0A0B-D4EF-0029-A7616DC59A8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5" name="Cube 294">
                <a:extLst>
                  <a:ext uri="{FF2B5EF4-FFF2-40B4-BE49-F238E27FC236}">
                    <a16:creationId xmlns:a16="http://schemas.microsoft.com/office/drawing/2014/main" id="{661E9004-1D5A-8FBA-FF6E-35CBE4383E0C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6" name="Cube 295">
                <a:extLst>
                  <a:ext uri="{FF2B5EF4-FFF2-40B4-BE49-F238E27FC236}">
                    <a16:creationId xmlns:a16="http://schemas.microsoft.com/office/drawing/2014/main" id="{12236633-99A3-2DFC-62C5-6A4A7CC5846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A9197AB-E2F5-3515-0664-1889348867ED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66" name="Cube 165">
                <a:extLst>
                  <a:ext uri="{FF2B5EF4-FFF2-40B4-BE49-F238E27FC236}">
                    <a16:creationId xmlns:a16="http://schemas.microsoft.com/office/drawing/2014/main" id="{2596E2A1-C7FA-3F49-107C-500DE0120FE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7" name="Cube 166">
                <a:extLst>
                  <a:ext uri="{FF2B5EF4-FFF2-40B4-BE49-F238E27FC236}">
                    <a16:creationId xmlns:a16="http://schemas.microsoft.com/office/drawing/2014/main" id="{9188A6CA-450A-052B-E068-53804C30DA83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8" name="Cube 167">
                <a:extLst>
                  <a:ext uri="{FF2B5EF4-FFF2-40B4-BE49-F238E27FC236}">
                    <a16:creationId xmlns:a16="http://schemas.microsoft.com/office/drawing/2014/main" id="{73FC26C2-CFF1-5705-83E2-2C11D91170E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9" name="Cube 168">
                <a:extLst>
                  <a:ext uri="{FF2B5EF4-FFF2-40B4-BE49-F238E27FC236}">
                    <a16:creationId xmlns:a16="http://schemas.microsoft.com/office/drawing/2014/main" id="{F5B1CC51-CB8C-372D-42B6-7773164B55A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0" name="Cube 169">
                <a:extLst>
                  <a:ext uri="{FF2B5EF4-FFF2-40B4-BE49-F238E27FC236}">
                    <a16:creationId xmlns:a16="http://schemas.microsoft.com/office/drawing/2014/main" id="{CEEF1B17-3882-BB14-35D9-C25A38B67B5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1" name="Cube 170">
                <a:extLst>
                  <a:ext uri="{FF2B5EF4-FFF2-40B4-BE49-F238E27FC236}">
                    <a16:creationId xmlns:a16="http://schemas.microsoft.com/office/drawing/2014/main" id="{AC2F2577-EAF6-18F8-4DE0-8184A2A3E0A1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2" name="Cube 171">
                <a:extLst>
                  <a:ext uri="{FF2B5EF4-FFF2-40B4-BE49-F238E27FC236}">
                    <a16:creationId xmlns:a16="http://schemas.microsoft.com/office/drawing/2014/main" id="{084A13A4-2585-B5F4-8AB9-5CB4752CA42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3" name="Cube 172">
                <a:extLst>
                  <a:ext uri="{FF2B5EF4-FFF2-40B4-BE49-F238E27FC236}">
                    <a16:creationId xmlns:a16="http://schemas.microsoft.com/office/drawing/2014/main" id="{A883C5C7-C524-CBBA-F4B8-C2215AB42E6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5" name="Cube 174">
                <a:extLst>
                  <a:ext uri="{FF2B5EF4-FFF2-40B4-BE49-F238E27FC236}">
                    <a16:creationId xmlns:a16="http://schemas.microsoft.com/office/drawing/2014/main" id="{035FD843-5B50-73B7-19B0-15D7C7F3D1E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6" name="Cube 175">
                <a:extLst>
                  <a:ext uri="{FF2B5EF4-FFF2-40B4-BE49-F238E27FC236}">
                    <a16:creationId xmlns:a16="http://schemas.microsoft.com/office/drawing/2014/main" id="{33D75B50-E403-ACE7-BB0D-0F34577B8B9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B14E83A-78E3-F7B9-5E3F-83D5676B4138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56" name="Cube 155">
                <a:extLst>
                  <a:ext uri="{FF2B5EF4-FFF2-40B4-BE49-F238E27FC236}">
                    <a16:creationId xmlns:a16="http://schemas.microsoft.com/office/drawing/2014/main" id="{DACD895A-8243-58B6-5BB0-D610C438FA45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7" name="Cube 156">
                <a:extLst>
                  <a:ext uri="{FF2B5EF4-FFF2-40B4-BE49-F238E27FC236}">
                    <a16:creationId xmlns:a16="http://schemas.microsoft.com/office/drawing/2014/main" id="{B5675983-3F16-0726-E8C0-EC980B20231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8" name="Cube 157">
                <a:extLst>
                  <a:ext uri="{FF2B5EF4-FFF2-40B4-BE49-F238E27FC236}">
                    <a16:creationId xmlns:a16="http://schemas.microsoft.com/office/drawing/2014/main" id="{D913ECCE-86D0-C47D-E123-54AC5B5E3DB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9" name="Cube 158">
                <a:extLst>
                  <a:ext uri="{FF2B5EF4-FFF2-40B4-BE49-F238E27FC236}">
                    <a16:creationId xmlns:a16="http://schemas.microsoft.com/office/drawing/2014/main" id="{099EFC18-BE1D-8478-4D31-C7C98FA3C14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0" name="Cube 159">
                <a:extLst>
                  <a:ext uri="{FF2B5EF4-FFF2-40B4-BE49-F238E27FC236}">
                    <a16:creationId xmlns:a16="http://schemas.microsoft.com/office/drawing/2014/main" id="{A4567A6B-322B-83A6-A4BE-C5359DC0670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1" name="Cube 160">
                <a:extLst>
                  <a:ext uri="{FF2B5EF4-FFF2-40B4-BE49-F238E27FC236}">
                    <a16:creationId xmlns:a16="http://schemas.microsoft.com/office/drawing/2014/main" id="{DEEF08D2-41C1-9671-8720-BBA4572FB1E7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2" name="Cube 161">
                <a:extLst>
                  <a:ext uri="{FF2B5EF4-FFF2-40B4-BE49-F238E27FC236}">
                    <a16:creationId xmlns:a16="http://schemas.microsoft.com/office/drawing/2014/main" id="{578513E7-589F-7B06-BA24-2E26675CED5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3" name="Cube 162">
                <a:extLst>
                  <a:ext uri="{FF2B5EF4-FFF2-40B4-BE49-F238E27FC236}">
                    <a16:creationId xmlns:a16="http://schemas.microsoft.com/office/drawing/2014/main" id="{4B4C9741-75D7-15A4-D200-9C1ADB92544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4" name="Cube 163">
                <a:extLst>
                  <a:ext uri="{FF2B5EF4-FFF2-40B4-BE49-F238E27FC236}">
                    <a16:creationId xmlns:a16="http://schemas.microsoft.com/office/drawing/2014/main" id="{1F222669-2F7F-1B18-D936-9E50F5094B4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5" name="Cube 164">
                <a:extLst>
                  <a:ext uri="{FF2B5EF4-FFF2-40B4-BE49-F238E27FC236}">
                    <a16:creationId xmlns:a16="http://schemas.microsoft.com/office/drawing/2014/main" id="{3554B105-9944-3495-19AD-0193F13E205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CCC22B3-9DEF-F64F-319E-8E4721A0C792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46" name="Cube 145">
                <a:extLst>
                  <a:ext uri="{FF2B5EF4-FFF2-40B4-BE49-F238E27FC236}">
                    <a16:creationId xmlns:a16="http://schemas.microsoft.com/office/drawing/2014/main" id="{72FB2CBE-5A57-84FB-8D6A-883469CABAA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7" name="Cube 146">
                <a:extLst>
                  <a:ext uri="{FF2B5EF4-FFF2-40B4-BE49-F238E27FC236}">
                    <a16:creationId xmlns:a16="http://schemas.microsoft.com/office/drawing/2014/main" id="{3067B41A-3654-9978-0B59-E9C6A79DD8C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8" name="Cube 147">
                <a:extLst>
                  <a:ext uri="{FF2B5EF4-FFF2-40B4-BE49-F238E27FC236}">
                    <a16:creationId xmlns:a16="http://schemas.microsoft.com/office/drawing/2014/main" id="{AB2599D3-C6CA-A0C1-663A-F2423BE272AB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9" name="Cube 148">
                <a:extLst>
                  <a:ext uri="{FF2B5EF4-FFF2-40B4-BE49-F238E27FC236}">
                    <a16:creationId xmlns:a16="http://schemas.microsoft.com/office/drawing/2014/main" id="{B887BABC-8B6C-DCC5-995F-8D9698F3866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0" name="Cube 149">
                <a:extLst>
                  <a:ext uri="{FF2B5EF4-FFF2-40B4-BE49-F238E27FC236}">
                    <a16:creationId xmlns:a16="http://schemas.microsoft.com/office/drawing/2014/main" id="{3AAF6328-8137-68C5-BC66-049906C629D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1" name="Cube 150">
                <a:extLst>
                  <a:ext uri="{FF2B5EF4-FFF2-40B4-BE49-F238E27FC236}">
                    <a16:creationId xmlns:a16="http://schemas.microsoft.com/office/drawing/2014/main" id="{F3AD67B3-0376-1B17-301E-DC10139D2E7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2" name="Cube 151">
                <a:extLst>
                  <a:ext uri="{FF2B5EF4-FFF2-40B4-BE49-F238E27FC236}">
                    <a16:creationId xmlns:a16="http://schemas.microsoft.com/office/drawing/2014/main" id="{7FF01F5D-7841-9D7C-747B-26B7B513065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3" name="Cube 152">
                <a:extLst>
                  <a:ext uri="{FF2B5EF4-FFF2-40B4-BE49-F238E27FC236}">
                    <a16:creationId xmlns:a16="http://schemas.microsoft.com/office/drawing/2014/main" id="{B72A6E07-E17C-DEF0-9AFA-0175FB5689B6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4" name="Cube 153">
                <a:extLst>
                  <a:ext uri="{FF2B5EF4-FFF2-40B4-BE49-F238E27FC236}">
                    <a16:creationId xmlns:a16="http://schemas.microsoft.com/office/drawing/2014/main" id="{DD2BDAFD-24EF-7D66-DD39-4B59A6F75387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5" name="Cube 154">
                <a:extLst>
                  <a:ext uri="{FF2B5EF4-FFF2-40B4-BE49-F238E27FC236}">
                    <a16:creationId xmlns:a16="http://schemas.microsoft.com/office/drawing/2014/main" id="{C548FD76-881A-685E-9E89-4B3F9CA49A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5322040-CE6A-80A9-3C89-F3DCF42F40F6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36" name="Cube 135">
                <a:extLst>
                  <a:ext uri="{FF2B5EF4-FFF2-40B4-BE49-F238E27FC236}">
                    <a16:creationId xmlns:a16="http://schemas.microsoft.com/office/drawing/2014/main" id="{25D39535-E706-4FFE-77D2-750C6654E8A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7" name="Cube 136">
                <a:extLst>
                  <a:ext uri="{FF2B5EF4-FFF2-40B4-BE49-F238E27FC236}">
                    <a16:creationId xmlns:a16="http://schemas.microsoft.com/office/drawing/2014/main" id="{17D3829A-0557-AEB5-E82B-0FC1F5D9F98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8" name="Cube 137">
                <a:extLst>
                  <a:ext uri="{FF2B5EF4-FFF2-40B4-BE49-F238E27FC236}">
                    <a16:creationId xmlns:a16="http://schemas.microsoft.com/office/drawing/2014/main" id="{00F93DAF-7511-FBC1-8AD6-39B7185CF35D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9" name="Cube 138">
                <a:extLst>
                  <a:ext uri="{FF2B5EF4-FFF2-40B4-BE49-F238E27FC236}">
                    <a16:creationId xmlns:a16="http://schemas.microsoft.com/office/drawing/2014/main" id="{3B47F9B8-7D6F-0774-218F-076F6DBA8CD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0" name="Cube 139">
                <a:extLst>
                  <a:ext uri="{FF2B5EF4-FFF2-40B4-BE49-F238E27FC236}">
                    <a16:creationId xmlns:a16="http://schemas.microsoft.com/office/drawing/2014/main" id="{4D6569C7-7DC1-8050-19B9-76C3403D111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1" name="Cube 140">
                <a:extLst>
                  <a:ext uri="{FF2B5EF4-FFF2-40B4-BE49-F238E27FC236}">
                    <a16:creationId xmlns:a16="http://schemas.microsoft.com/office/drawing/2014/main" id="{125B1688-8B97-0494-1136-22700D5A688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2" name="Cube 141">
                <a:extLst>
                  <a:ext uri="{FF2B5EF4-FFF2-40B4-BE49-F238E27FC236}">
                    <a16:creationId xmlns:a16="http://schemas.microsoft.com/office/drawing/2014/main" id="{C0016471-3187-2D1E-9970-56419EC365C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3" name="Cube 142">
                <a:extLst>
                  <a:ext uri="{FF2B5EF4-FFF2-40B4-BE49-F238E27FC236}">
                    <a16:creationId xmlns:a16="http://schemas.microsoft.com/office/drawing/2014/main" id="{BA66ECB7-D6B5-74AA-4314-5284D598A72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4" name="Cube 143">
                <a:extLst>
                  <a:ext uri="{FF2B5EF4-FFF2-40B4-BE49-F238E27FC236}">
                    <a16:creationId xmlns:a16="http://schemas.microsoft.com/office/drawing/2014/main" id="{8F313A39-AD4D-9170-DC3F-F163E029075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5" name="Cube 144">
                <a:extLst>
                  <a:ext uri="{FF2B5EF4-FFF2-40B4-BE49-F238E27FC236}">
                    <a16:creationId xmlns:a16="http://schemas.microsoft.com/office/drawing/2014/main" id="{25C7EFF6-DFF7-AB63-000B-AEFA03E8E0F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23D4305-51A9-495D-1FBC-C40D055ADDC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F5DE902C-5289-0CD5-6537-9DA2FD193FF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DE4A7839-B416-F87C-2CB7-92529C2925F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839733B6-1A7D-BC1C-3448-5138ADB61EB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1D2B1BA5-D231-DE64-E899-966E3ED7BE41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0" name="Cube 129">
                <a:extLst>
                  <a:ext uri="{FF2B5EF4-FFF2-40B4-BE49-F238E27FC236}">
                    <a16:creationId xmlns:a16="http://schemas.microsoft.com/office/drawing/2014/main" id="{58131940-D8F1-05E9-868E-08E41049FAE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1" name="Cube 130">
                <a:extLst>
                  <a:ext uri="{FF2B5EF4-FFF2-40B4-BE49-F238E27FC236}">
                    <a16:creationId xmlns:a16="http://schemas.microsoft.com/office/drawing/2014/main" id="{FA9E04BE-2B9A-0160-D641-76A391B5098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2" name="Cube 131">
                <a:extLst>
                  <a:ext uri="{FF2B5EF4-FFF2-40B4-BE49-F238E27FC236}">
                    <a16:creationId xmlns:a16="http://schemas.microsoft.com/office/drawing/2014/main" id="{8B04E3B2-0CBC-C1C0-70E0-655588EE20B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3" name="Cube 132">
                <a:extLst>
                  <a:ext uri="{FF2B5EF4-FFF2-40B4-BE49-F238E27FC236}">
                    <a16:creationId xmlns:a16="http://schemas.microsoft.com/office/drawing/2014/main" id="{D0D142EE-21C9-2EF2-79CF-B7A3F107CA4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4" name="Cube 133">
                <a:extLst>
                  <a:ext uri="{FF2B5EF4-FFF2-40B4-BE49-F238E27FC236}">
                    <a16:creationId xmlns:a16="http://schemas.microsoft.com/office/drawing/2014/main" id="{6DC30A47-5F93-9C85-9D92-1766A7BF4D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5" name="Cube 134">
                <a:extLst>
                  <a:ext uri="{FF2B5EF4-FFF2-40B4-BE49-F238E27FC236}">
                    <a16:creationId xmlns:a16="http://schemas.microsoft.com/office/drawing/2014/main" id="{52CBDDD0-F386-4987-0DB5-7487A0FEAF0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C4F9524-5105-2D0A-1D2C-76069CCA3AE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60EF35-873F-C17D-F670-882C76389CE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8A8FD1DC-2956-ED4E-C84E-3F4E30935BA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8C82B41C-3F27-FA2C-A919-1A28CC81F08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88563DF-D0BD-6D7F-FBCA-92ED08B278E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303BB6C0-39B1-6F0A-8567-CE6FC2ACADA7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145899C4-4DD8-616A-1685-B2792196BB3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08AF2F79-C9AC-C8A9-34B8-92E163ADF085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216273B4-CEBA-60AA-6557-64D29D21A3B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DF22ADA0-0A1F-F6E2-22B4-2C7CDC2469C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6484E71C-E8A2-B94F-31B4-4D16CAFD539A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FCB8B2F-3000-97D0-88AD-6EAEB797D638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BDF9613E-7358-1BD8-4CFB-9BD6CCEDB1B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C300FD50-44D9-0B30-0E3E-853053875F7A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CA694BE7-7C45-046F-EE82-42624FCB532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DD1A9238-75C6-F879-7BAD-DC29F710ED6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E8047B33-5281-33B4-36AA-E1C7A61BCA7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4A031580-EE8B-9767-BB8D-2BBD008C47B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71C91B14-156E-CFE4-0118-72EB4A0EE22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58905AC1-54F2-3028-C769-12005E67CA5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9E409512-8035-A8BC-1211-CBF47D8C716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C819471C-3D1E-6949-BBB6-F09F1DE2FCA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E4EE6FD-D4B7-A459-FE03-F9E4DBB3A528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AA34E267-24C1-2941-E032-20A2356C4D3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4E2C371C-3FA0-A0B2-09A5-D45F215AC477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AF58FC63-11A1-EB11-FCF1-F5A6909F572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5EFB74F0-E89F-472C-E760-5E5CDF0A590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ECD501EB-5A96-4C67-A059-1B2019578E2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BE31A473-47D2-1901-43DB-D3B3FB51595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43DE0B7E-B184-32B8-BD81-0E6001EBB8C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5C0393E2-A76A-06C3-1ED8-7F7EA590B76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DBA4C2BC-F01E-FF26-16D5-6B27832CE953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0A2871A-6ECD-099B-F468-04D2315536E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86957487-E003-95E6-4073-EE80F23AD9D3}"/>
              </a:ext>
            </a:extLst>
          </p:cNvPr>
          <p:cNvGrpSpPr/>
          <p:nvPr/>
        </p:nvGrpSpPr>
        <p:grpSpPr>
          <a:xfrm>
            <a:off x="581666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18" name="Cube 317">
              <a:extLst>
                <a:ext uri="{FF2B5EF4-FFF2-40B4-BE49-F238E27FC236}">
                  <a16:creationId xmlns:a16="http://schemas.microsoft.com/office/drawing/2014/main" id="{53454AF1-23BC-7649-30C2-06A0D7D215E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9" name="Cube 318">
              <a:extLst>
                <a:ext uri="{FF2B5EF4-FFF2-40B4-BE49-F238E27FC236}">
                  <a16:creationId xmlns:a16="http://schemas.microsoft.com/office/drawing/2014/main" id="{7698E3F7-33B6-01F8-A38F-9C1B2D868F9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0" name="Cube 319">
              <a:extLst>
                <a:ext uri="{FF2B5EF4-FFF2-40B4-BE49-F238E27FC236}">
                  <a16:creationId xmlns:a16="http://schemas.microsoft.com/office/drawing/2014/main" id="{D118A58C-0BC8-E61C-A843-366A915D013A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1" name="Cube 320">
              <a:extLst>
                <a:ext uri="{FF2B5EF4-FFF2-40B4-BE49-F238E27FC236}">
                  <a16:creationId xmlns:a16="http://schemas.microsoft.com/office/drawing/2014/main" id="{E9DB9E11-214F-7FBE-9710-85CDD4A228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2" name="Cube 321">
              <a:extLst>
                <a:ext uri="{FF2B5EF4-FFF2-40B4-BE49-F238E27FC236}">
                  <a16:creationId xmlns:a16="http://schemas.microsoft.com/office/drawing/2014/main" id="{5D0A500D-499A-8F7B-CDE0-C2248D1B2F7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3" name="Cube 322">
              <a:extLst>
                <a:ext uri="{FF2B5EF4-FFF2-40B4-BE49-F238E27FC236}">
                  <a16:creationId xmlns:a16="http://schemas.microsoft.com/office/drawing/2014/main" id="{87703A57-73C7-C158-B013-623FCF1F60D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4" name="Cube 323">
              <a:extLst>
                <a:ext uri="{FF2B5EF4-FFF2-40B4-BE49-F238E27FC236}">
                  <a16:creationId xmlns:a16="http://schemas.microsoft.com/office/drawing/2014/main" id="{319B2677-5B77-D68E-0A56-29AF6BC31BE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5" name="Cube 324">
              <a:extLst>
                <a:ext uri="{FF2B5EF4-FFF2-40B4-BE49-F238E27FC236}">
                  <a16:creationId xmlns:a16="http://schemas.microsoft.com/office/drawing/2014/main" id="{CED25320-5230-1871-CBCF-F61E85A141B8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6" name="Cube 325">
              <a:extLst>
                <a:ext uri="{FF2B5EF4-FFF2-40B4-BE49-F238E27FC236}">
                  <a16:creationId xmlns:a16="http://schemas.microsoft.com/office/drawing/2014/main" id="{F9CBD37A-B5B0-6E8C-173C-9232298B584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7" name="Cube 326">
              <a:extLst>
                <a:ext uri="{FF2B5EF4-FFF2-40B4-BE49-F238E27FC236}">
                  <a16:creationId xmlns:a16="http://schemas.microsoft.com/office/drawing/2014/main" id="{F8075C06-D4FC-18CE-1475-B96666FC849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0ADB2E26-B054-DCD1-908B-E0D66C332933}"/>
              </a:ext>
            </a:extLst>
          </p:cNvPr>
          <p:cNvGrpSpPr/>
          <p:nvPr/>
        </p:nvGrpSpPr>
        <p:grpSpPr>
          <a:xfrm>
            <a:off x="531374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29" name="Cube 328">
              <a:extLst>
                <a:ext uri="{FF2B5EF4-FFF2-40B4-BE49-F238E27FC236}">
                  <a16:creationId xmlns:a16="http://schemas.microsoft.com/office/drawing/2014/main" id="{FDA53380-B1A4-4F76-8745-4DD11E47D215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0" name="Cube 329">
              <a:extLst>
                <a:ext uri="{FF2B5EF4-FFF2-40B4-BE49-F238E27FC236}">
                  <a16:creationId xmlns:a16="http://schemas.microsoft.com/office/drawing/2014/main" id="{1077BA4B-3CD8-601D-8F46-2C4587F6DC4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1" name="Cube 330">
              <a:extLst>
                <a:ext uri="{FF2B5EF4-FFF2-40B4-BE49-F238E27FC236}">
                  <a16:creationId xmlns:a16="http://schemas.microsoft.com/office/drawing/2014/main" id="{E8EBA01A-CB14-7672-5C17-DBF70A483C7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2" name="Cube 331">
              <a:extLst>
                <a:ext uri="{FF2B5EF4-FFF2-40B4-BE49-F238E27FC236}">
                  <a16:creationId xmlns:a16="http://schemas.microsoft.com/office/drawing/2014/main" id="{A200CA85-0603-5BCD-2CAE-F59FDF21350F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3" name="Cube 332">
              <a:extLst>
                <a:ext uri="{FF2B5EF4-FFF2-40B4-BE49-F238E27FC236}">
                  <a16:creationId xmlns:a16="http://schemas.microsoft.com/office/drawing/2014/main" id="{18F07AC4-40F4-F5B1-3866-BF19B3C6339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4" name="Cube 333">
              <a:extLst>
                <a:ext uri="{FF2B5EF4-FFF2-40B4-BE49-F238E27FC236}">
                  <a16:creationId xmlns:a16="http://schemas.microsoft.com/office/drawing/2014/main" id="{3E3C2B57-D612-EB75-D4FC-D4EC0463CAD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5" name="Cube 334">
              <a:extLst>
                <a:ext uri="{FF2B5EF4-FFF2-40B4-BE49-F238E27FC236}">
                  <a16:creationId xmlns:a16="http://schemas.microsoft.com/office/drawing/2014/main" id="{2A4D32BB-6872-716F-1F26-5ED9AA114B5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6" name="Cube 335">
              <a:extLst>
                <a:ext uri="{FF2B5EF4-FFF2-40B4-BE49-F238E27FC236}">
                  <a16:creationId xmlns:a16="http://schemas.microsoft.com/office/drawing/2014/main" id="{F2FA4BC8-E341-7800-31A1-2A3B01F39B2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7" name="Cube 336">
              <a:extLst>
                <a:ext uri="{FF2B5EF4-FFF2-40B4-BE49-F238E27FC236}">
                  <a16:creationId xmlns:a16="http://schemas.microsoft.com/office/drawing/2014/main" id="{17D69F30-631B-F74D-1B14-92616573E52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8" name="Cube 337">
              <a:extLst>
                <a:ext uri="{FF2B5EF4-FFF2-40B4-BE49-F238E27FC236}">
                  <a16:creationId xmlns:a16="http://schemas.microsoft.com/office/drawing/2014/main" id="{224102C4-F0AA-9522-9B58-4A6714CFBD7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E3431E4-81B7-96C4-DEFB-547E18C3126D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102691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94666" y="1834868"/>
            <a:ext cx="83167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5400" dirty="0"/>
              <a:t>0,78   +   0,46   =   _________</a:t>
            </a:r>
          </a:p>
        </p:txBody>
      </p: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E3E0520D-F85C-DB59-DAAC-000BA977CC4F}"/>
              </a:ext>
            </a:extLst>
          </p:cNvPr>
          <p:cNvGrpSpPr/>
          <p:nvPr/>
        </p:nvGrpSpPr>
        <p:grpSpPr>
          <a:xfrm>
            <a:off x="6529402" y="5178023"/>
            <a:ext cx="343978" cy="1098085"/>
            <a:chOff x="6986601" y="5178023"/>
            <a:chExt cx="343978" cy="1098085"/>
          </a:xfrm>
        </p:grpSpPr>
        <p:sp>
          <p:nvSpPr>
            <p:cNvPr id="4" name="Cube 3">
              <a:extLst>
                <a:ext uri="{FF2B5EF4-FFF2-40B4-BE49-F238E27FC236}">
                  <a16:creationId xmlns:a16="http://schemas.microsoft.com/office/drawing/2014/main" id="{8D01C251-19AC-53E8-CC27-77090A172018}"/>
                </a:ext>
              </a:extLst>
            </p:cNvPr>
            <p:cNvSpPr/>
            <p:nvPr/>
          </p:nvSpPr>
          <p:spPr>
            <a:xfrm>
              <a:off x="6986601" y="5936936"/>
              <a:ext cx="343978" cy="339172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Cube 4">
              <a:extLst>
                <a:ext uri="{FF2B5EF4-FFF2-40B4-BE49-F238E27FC236}">
                  <a16:creationId xmlns:a16="http://schemas.microsoft.com/office/drawing/2014/main" id="{D4059112-E83A-D4F0-8A4D-A2EC8CC127EB}"/>
                </a:ext>
              </a:extLst>
            </p:cNvPr>
            <p:cNvSpPr/>
            <p:nvPr/>
          </p:nvSpPr>
          <p:spPr>
            <a:xfrm>
              <a:off x="6986601" y="5683965"/>
              <a:ext cx="343978" cy="339172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D06E8750-C6EE-55BD-D991-BFC3DD5DACF6}"/>
                </a:ext>
              </a:extLst>
            </p:cNvPr>
            <p:cNvSpPr/>
            <p:nvPr/>
          </p:nvSpPr>
          <p:spPr>
            <a:xfrm>
              <a:off x="6986601" y="5430994"/>
              <a:ext cx="343978" cy="339172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" name="Cube 6">
              <a:extLst>
                <a:ext uri="{FF2B5EF4-FFF2-40B4-BE49-F238E27FC236}">
                  <a16:creationId xmlns:a16="http://schemas.microsoft.com/office/drawing/2014/main" id="{E039F4A3-D6DB-B30A-4E4E-FD7B29023528}"/>
                </a:ext>
              </a:extLst>
            </p:cNvPr>
            <p:cNvSpPr/>
            <p:nvPr/>
          </p:nvSpPr>
          <p:spPr>
            <a:xfrm>
              <a:off x="6986601" y="5178023"/>
              <a:ext cx="343978" cy="339172"/>
            </a:xfrm>
            <a:prstGeom prst="cube">
              <a:avLst/>
            </a:prstGeom>
            <a:solidFill>
              <a:srgbClr val="FFFF00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EFF623F-7603-96D0-79E2-90E608837FE7}"/>
              </a:ext>
            </a:extLst>
          </p:cNvPr>
          <p:cNvGrpSpPr/>
          <p:nvPr/>
        </p:nvGrpSpPr>
        <p:grpSpPr>
          <a:xfrm>
            <a:off x="2276443" y="3660198"/>
            <a:ext cx="2615911" cy="2615911"/>
            <a:chOff x="414598" y="546495"/>
            <a:chExt cx="5852156" cy="589840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CF33DA3-F1DB-987B-0500-F03E4C1B8172}"/>
                </a:ext>
              </a:extLst>
            </p:cNvPr>
            <p:cNvGrpSpPr/>
            <p:nvPr/>
          </p:nvGrpSpPr>
          <p:grpSpPr>
            <a:xfrm>
              <a:off x="41459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297" name="Cube 296">
                <a:extLst>
                  <a:ext uri="{FF2B5EF4-FFF2-40B4-BE49-F238E27FC236}">
                    <a16:creationId xmlns:a16="http://schemas.microsoft.com/office/drawing/2014/main" id="{D32017BB-EC27-4E20-C3FF-4BC294DB1E2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8" name="Cube 297">
                <a:extLst>
                  <a:ext uri="{FF2B5EF4-FFF2-40B4-BE49-F238E27FC236}">
                    <a16:creationId xmlns:a16="http://schemas.microsoft.com/office/drawing/2014/main" id="{BF61A42B-8B8D-CBB6-C2EC-B4B96AA76E0C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9" name="Cube 298">
                <a:extLst>
                  <a:ext uri="{FF2B5EF4-FFF2-40B4-BE49-F238E27FC236}">
                    <a16:creationId xmlns:a16="http://schemas.microsoft.com/office/drawing/2014/main" id="{C77D05DD-56BF-EE2D-44C9-808B5F92B81A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0" name="Cube 309">
                <a:extLst>
                  <a:ext uri="{FF2B5EF4-FFF2-40B4-BE49-F238E27FC236}">
                    <a16:creationId xmlns:a16="http://schemas.microsoft.com/office/drawing/2014/main" id="{7C7955AF-2C31-DBF9-BDA6-6211CFDF2E94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1" name="Cube 310">
                <a:extLst>
                  <a:ext uri="{FF2B5EF4-FFF2-40B4-BE49-F238E27FC236}">
                    <a16:creationId xmlns:a16="http://schemas.microsoft.com/office/drawing/2014/main" id="{C8C8C7BB-21B3-6E55-4BD3-44FEB0A4DB2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2" name="Cube 311">
                <a:extLst>
                  <a:ext uri="{FF2B5EF4-FFF2-40B4-BE49-F238E27FC236}">
                    <a16:creationId xmlns:a16="http://schemas.microsoft.com/office/drawing/2014/main" id="{7981B574-A90C-B67B-D430-229D65F38F9D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3" name="Cube 312">
                <a:extLst>
                  <a:ext uri="{FF2B5EF4-FFF2-40B4-BE49-F238E27FC236}">
                    <a16:creationId xmlns:a16="http://schemas.microsoft.com/office/drawing/2014/main" id="{4D8E871D-F2DD-EF88-BADB-C27D8A54F83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4" name="Cube 313">
                <a:extLst>
                  <a:ext uri="{FF2B5EF4-FFF2-40B4-BE49-F238E27FC236}">
                    <a16:creationId xmlns:a16="http://schemas.microsoft.com/office/drawing/2014/main" id="{21DEEF48-D73F-1348-C094-11B91607D5D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5" name="Cube 314">
                <a:extLst>
                  <a:ext uri="{FF2B5EF4-FFF2-40B4-BE49-F238E27FC236}">
                    <a16:creationId xmlns:a16="http://schemas.microsoft.com/office/drawing/2014/main" id="{B20DEE47-83E5-9BF0-592C-BB342E44D96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16" name="Cube 315">
                <a:extLst>
                  <a:ext uri="{FF2B5EF4-FFF2-40B4-BE49-F238E27FC236}">
                    <a16:creationId xmlns:a16="http://schemas.microsoft.com/office/drawing/2014/main" id="{A21B483E-73F9-9F95-02AE-0B31050F5C52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B3F3C10-C36F-3C27-40B2-1220C85F97EA}"/>
                </a:ext>
              </a:extLst>
            </p:cNvPr>
            <p:cNvGrpSpPr/>
            <p:nvPr/>
          </p:nvGrpSpPr>
          <p:grpSpPr>
            <a:xfrm>
              <a:off x="97986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77" name="Cube 176">
                <a:extLst>
                  <a:ext uri="{FF2B5EF4-FFF2-40B4-BE49-F238E27FC236}">
                    <a16:creationId xmlns:a16="http://schemas.microsoft.com/office/drawing/2014/main" id="{A4A516BA-E9A5-EC04-3846-9CA956451EBD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8" name="Cube 177">
                <a:extLst>
                  <a:ext uri="{FF2B5EF4-FFF2-40B4-BE49-F238E27FC236}">
                    <a16:creationId xmlns:a16="http://schemas.microsoft.com/office/drawing/2014/main" id="{B4A003F9-95EC-BC1A-41A1-E618ED9C86E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9" name="Cube 178">
                <a:extLst>
                  <a:ext uri="{FF2B5EF4-FFF2-40B4-BE49-F238E27FC236}">
                    <a16:creationId xmlns:a16="http://schemas.microsoft.com/office/drawing/2014/main" id="{89697E40-5663-7538-661E-436C46EAB0DF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0" name="Cube 289">
                <a:extLst>
                  <a:ext uri="{FF2B5EF4-FFF2-40B4-BE49-F238E27FC236}">
                    <a16:creationId xmlns:a16="http://schemas.microsoft.com/office/drawing/2014/main" id="{CA50D7CF-EFC6-C10C-10A4-175FB2415C25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1" name="Cube 290">
                <a:extLst>
                  <a:ext uri="{FF2B5EF4-FFF2-40B4-BE49-F238E27FC236}">
                    <a16:creationId xmlns:a16="http://schemas.microsoft.com/office/drawing/2014/main" id="{0FA4D9BE-4CB6-EBB2-5211-B43EABE68C32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2" name="Cube 291">
                <a:extLst>
                  <a:ext uri="{FF2B5EF4-FFF2-40B4-BE49-F238E27FC236}">
                    <a16:creationId xmlns:a16="http://schemas.microsoft.com/office/drawing/2014/main" id="{E769482D-7E9F-07BF-F047-D497AF4E0B3E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3" name="Cube 292">
                <a:extLst>
                  <a:ext uri="{FF2B5EF4-FFF2-40B4-BE49-F238E27FC236}">
                    <a16:creationId xmlns:a16="http://schemas.microsoft.com/office/drawing/2014/main" id="{1087E25C-4C62-2BFE-3E8D-1FECDA010A7B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4" name="Cube 293">
                <a:extLst>
                  <a:ext uri="{FF2B5EF4-FFF2-40B4-BE49-F238E27FC236}">
                    <a16:creationId xmlns:a16="http://schemas.microsoft.com/office/drawing/2014/main" id="{33CB14CC-0A0B-D4EF-0029-A7616DC59A85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5" name="Cube 294">
                <a:extLst>
                  <a:ext uri="{FF2B5EF4-FFF2-40B4-BE49-F238E27FC236}">
                    <a16:creationId xmlns:a16="http://schemas.microsoft.com/office/drawing/2014/main" id="{661E9004-1D5A-8FBA-FF6E-35CBE4383E0C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296" name="Cube 295">
                <a:extLst>
                  <a:ext uri="{FF2B5EF4-FFF2-40B4-BE49-F238E27FC236}">
                    <a16:creationId xmlns:a16="http://schemas.microsoft.com/office/drawing/2014/main" id="{12236633-99A3-2DFC-62C5-6A4A7CC5846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1A9197AB-E2F5-3515-0664-1889348867ED}"/>
                </a:ext>
              </a:extLst>
            </p:cNvPr>
            <p:cNvGrpSpPr/>
            <p:nvPr/>
          </p:nvGrpSpPr>
          <p:grpSpPr>
            <a:xfrm>
              <a:off x="154512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66" name="Cube 165">
                <a:extLst>
                  <a:ext uri="{FF2B5EF4-FFF2-40B4-BE49-F238E27FC236}">
                    <a16:creationId xmlns:a16="http://schemas.microsoft.com/office/drawing/2014/main" id="{2596E2A1-C7FA-3F49-107C-500DE0120FE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7" name="Cube 166">
                <a:extLst>
                  <a:ext uri="{FF2B5EF4-FFF2-40B4-BE49-F238E27FC236}">
                    <a16:creationId xmlns:a16="http://schemas.microsoft.com/office/drawing/2014/main" id="{9188A6CA-450A-052B-E068-53804C30DA83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8" name="Cube 167">
                <a:extLst>
                  <a:ext uri="{FF2B5EF4-FFF2-40B4-BE49-F238E27FC236}">
                    <a16:creationId xmlns:a16="http://schemas.microsoft.com/office/drawing/2014/main" id="{73FC26C2-CFF1-5705-83E2-2C11D91170E6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9" name="Cube 168">
                <a:extLst>
                  <a:ext uri="{FF2B5EF4-FFF2-40B4-BE49-F238E27FC236}">
                    <a16:creationId xmlns:a16="http://schemas.microsoft.com/office/drawing/2014/main" id="{F5B1CC51-CB8C-372D-42B6-7773164B55A8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0" name="Cube 169">
                <a:extLst>
                  <a:ext uri="{FF2B5EF4-FFF2-40B4-BE49-F238E27FC236}">
                    <a16:creationId xmlns:a16="http://schemas.microsoft.com/office/drawing/2014/main" id="{CEEF1B17-3882-BB14-35D9-C25A38B67B54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1" name="Cube 170">
                <a:extLst>
                  <a:ext uri="{FF2B5EF4-FFF2-40B4-BE49-F238E27FC236}">
                    <a16:creationId xmlns:a16="http://schemas.microsoft.com/office/drawing/2014/main" id="{AC2F2577-EAF6-18F8-4DE0-8184A2A3E0A1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2" name="Cube 171">
                <a:extLst>
                  <a:ext uri="{FF2B5EF4-FFF2-40B4-BE49-F238E27FC236}">
                    <a16:creationId xmlns:a16="http://schemas.microsoft.com/office/drawing/2014/main" id="{084A13A4-2585-B5F4-8AB9-5CB4752CA428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3" name="Cube 172">
                <a:extLst>
                  <a:ext uri="{FF2B5EF4-FFF2-40B4-BE49-F238E27FC236}">
                    <a16:creationId xmlns:a16="http://schemas.microsoft.com/office/drawing/2014/main" id="{A883C5C7-C524-CBBA-F4B8-C2215AB42E6F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5" name="Cube 174">
                <a:extLst>
                  <a:ext uri="{FF2B5EF4-FFF2-40B4-BE49-F238E27FC236}">
                    <a16:creationId xmlns:a16="http://schemas.microsoft.com/office/drawing/2014/main" id="{035FD843-5B50-73B7-19B0-15D7C7F3D1E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76" name="Cube 175">
                <a:extLst>
                  <a:ext uri="{FF2B5EF4-FFF2-40B4-BE49-F238E27FC236}">
                    <a16:creationId xmlns:a16="http://schemas.microsoft.com/office/drawing/2014/main" id="{33D75B50-E403-ACE7-BB0D-0F34577B8B98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B14E83A-78E3-F7B9-5E3F-83D5676B4138}"/>
                </a:ext>
              </a:extLst>
            </p:cNvPr>
            <p:cNvGrpSpPr/>
            <p:nvPr/>
          </p:nvGrpSpPr>
          <p:grpSpPr>
            <a:xfrm>
              <a:off x="211039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56" name="Cube 155">
                <a:extLst>
                  <a:ext uri="{FF2B5EF4-FFF2-40B4-BE49-F238E27FC236}">
                    <a16:creationId xmlns:a16="http://schemas.microsoft.com/office/drawing/2014/main" id="{DACD895A-8243-58B6-5BB0-D610C438FA45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7" name="Cube 156">
                <a:extLst>
                  <a:ext uri="{FF2B5EF4-FFF2-40B4-BE49-F238E27FC236}">
                    <a16:creationId xmlns:a16="http://schemas.microsoft.com/office/drawing/2014/main" id="{B5675983-3F16-0726-E8C0-EC980B20231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8" name="Cube 157">
                <a:extLst>
                  <a:ext uri="{FF2B5EF4-FFF2-40B4-BE49-F238E27FC236}">
                    <a16:creationId xmlns:a16="http://schemas.microsoft.com/office/drawing/2014/main" id="{D913ECCE-86D0-C47D-E123-54AC5B5E3DBE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9" name="Cube 158">
                <a:extLst>
                  <a:ext uri="{FF2B5EF4-FFF2-40B4-BE49-F238E27FC236}">
                    <a16:creationId xmlns:a16="http://schemas.microsoft.com/office/drawing/2014/main" id="{099EFC18-BE1D-8478-4D31-C7C98FA3C14A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0" name="Cube 159">
                <a:extLst>
                  <a:ext uri="{FF2B5EF4-FFF2-40B4-BE49-F238E27FC236}">
                    <a16:creationId xmlns:a16="http://schemas.microsoft.com/office/drawing/2014/main" id="{A4567A6B-322B-83A6-A4BE-C5359DC06705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1" name="Cube 160">
                <a:extLst>
                  <a:ext uri="{FF2B5EF4-FFF2-40B4-BE49-F238E27FC236}">
                    <a16:creationId xmlns:a16="http://schemas.microsoft.com/office/drawing/2014/main" id="{DEEF08D2-41C1-9671-8720-BBA4572FB1E7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2" name="Cube 161">
                <a:extLst>
                  <a:ext uri="{FF2B5EF4-FFF2-40B4-BE49-F238E27FC236}">
                    <a16:creationId xmlns:a16="http://schemas.microsoft.com/office/drawing/2014/main" id="{578513E7-589F-7B06-BA24-2E26675CED57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3" name="Cube 162">
                <a:extLst>
                  <a:ext uri="{FF2B5EF4-FFF2-40B4-BE49-F238E27FC236}">
                    <a16:creationId xmlns:a16="http://schemas.microsoft.com/office/drawing/2014/main" id="{4B4C9741-75D7-15A4-D200-9C1ADB92544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4" name="Cube 163">
                <a:extLst>
                  <a:ext uri="{FF2B5EF4-FFF2-40B4-BE49-F238E27FC236}">
                    <a16:creationId xmlns:a16="http://schemas.microsoft.com/office/drawing/2014/main" id="{1F222669-2F7F-1B18-D936-9E50F5094B41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65" name="Cube 164">
                <a:extLst>
                  <a:ext uri="{FF2B5EF4-FFF2-40B4-BE49-F238E27FC236}">
                    <a16:creationId xmlns:a16="http://schemas.microsoft.com/office/drawing/2014/main" id="{3554B105-9944-3495-19AD-0193F13E205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CCC22B3-9DEF-F64F-319E-8E4721A0C792}"/>
                </a:ext>
              </a:extLst>
            </p:cNvPr>
            <p:cNvGrpSpPr/>
            <p:nvPr/>
          </p:nvGrpSpPr>
          <p:grpSpPr>
            <a:xfrm>
              <a:off x="267565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46" name="Cube 145">
                <a:extLst>
                  <a:ext uri="{FF2B5EF4-FFF2-40B4-BE49-F238E27FC236}">
                    <a16:creationId xmlns:a16="http://schemas.microsoft.com/office/drawing/2014/main" id="{72FB2CBE-5A57-84FB-8D6A-883469CABAA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7" name="Cube 146">
                <a:extLst>
                  <a:ext uri="{FF2B5EF4-FFF2-40B4-BE49-F238E27FC236}">
                    <a16:creationId xmlns:a16="http://schemas.microsoft.com/office/drawing/2014/main" id="{3067B41A-3654-9978-0B59-E9C6A79DD8C6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8" name="Cube 147">
                <a:extLst>
                  <a:ext uri="{FF2B5EF4-FFF2-40B4-BE49-F238E27FC236}">
                    <a16:creationId xmlns:a16="http://schemas.microsoft.com/office/drawing/2014/main" id="{AB2599D3-C6CA-A0C1-663A-F2423BE272AB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9" name="Cube 148">
                <a:extLst>
                  <a:ext uri="{FF2B5EF4-FFF2-40B4-BE49-F238E27FC236}">
                    <a16:creationId xmlns:a16="http://schemas.microsoft.com/office/drawing/2014/main" id="{B887BABC-8B6C-DCC5-995F-8D9698F3866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0" name="Cube 149">
                <a:extLst>
                  <a:ext uri="{FF2B5EF4-FFF2-40B4-BE49-F238E27FC236}">
                    <a16:creationId xmlns:a16="http://schemas.microsoft.com/office/drawing/2014/main" id="{3AAF6328-8137-68C5-BC66-049906C629D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1" name="Cube 150">
                <a:extLst>
                  <a:ext uri="{FF2B5EF4-FFF2-40B4-BE49-F238E27FC236}">
                    <a16:creationId xmlns:a16="http://schemas.microsoft.com/office/drawing/2014/main" id="{F3AD67B3-0376-1B17-301E-DC10139D2E7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2" name="Cube 151">
                <a:extLst>
                  <a:ext uri="{FF2B5EF4-FFF2-40B4-BE49-F238E27FC236}">
                    <a16:creationId xmlns:a16="http://schemas.microsoft.com/office/drawing/2014/main" id="{7FF01F5D-7841-9D7C-747B-26B7B5130652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3" name="Cube 152">
                <a:extLst>
                  <a:ext uri="{FF2B5EF4-FFF2-40B4-BE49-F238E27FC236}">
                    <a16:creationId xmlns:a16="http://schemas.microsoft.com/office/drawing/2014/main" id="{B72A6E07-E17C-DEF0-9AFA-0175FB5689B6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4" name="Cube 153">
                <a:extLst>
                  <a:ext uri="{FF2B5EF4-FFF2-40B4-BE49-F238E27FC236}">
                    <a16:creationId xmlns:a16="http://schemas.microsoft.com/office/drawing/2014/main" id="{DD2BDAFD-24EF-7D66-DD39-4B59A6F75387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55" name="Cube 154">
                <a:extLst>
                  <a:ext uri="{FF2B5EF4-FFF2-40B4-BE49-F238E27FC236}">
                    <a16:creationId xmlns:a16="http://schemas.microsoft.com/office/drawing/2014/main" id="{C548FD76-881A-685E-9E89-4B3F9CA49A80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5322040-CE6A-80A9-3C89-F3DCF42F40F6}"/>
                </a:ext>
              </a:extLst>
            </p:cNvPr>
            <p:cNvGrpSpPr/>
            <p:nvPr/>
          </p:nvGrpSpPr>
          <p:grpSpPr>
            <a:xfrm>
              <a:off x="324092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136" name="Cube 135">
                <a:extLst>
                  <a:ext uri="{FF2B5EF4-FFF2-40B4-BE49-F238E27FC236}">
                    <a16:creationId xmlns:a16="http://schemas.microsoft.com/office/drawing/2014/main" id="{25D39535-E706-4FFE-77D2-750C6654E8A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7" name="Cube 136">
                <a:extLst>
                  <a:ext uri="{FF2B5EF4-FFF2-40B4-BE49-F238E27FC236}">
                    <a16:creationId xmlns:a16="http://schemas.microsoft.com/office/drawing/2014/main" id="{17D3829A-0557-AEB5-E82B-0FC1F5D9F982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8" name="Cube 137">
                <a:extLst>
                  <a:ext uri="{FF2B5EF4-FFF2-40B4-BE49-F238E27FC236}">
                    <a16:creationId xmlns:a16="http://schemas.microsoft.com/office/drawing/2014/main" id="{00F93DAF-7511-FBC1-8AD6-39B7185CF35D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9" name="Cube 138">
                <a:extLst>
                  <a:ext uri="{FF2B5EF4-FFF2-40B4-BE49-F238E27FC236}">
                    <a16:creationId xmlns:a16="http://schemas.microsoft.com/office/drawing/2014/main" id="{3B47F9B8-7D6F-0774-218F-076F6DBA8CD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0" name="Cube 139">
                <a:extLst>
                  <a:ext uri="{FF2B5EF4-FFF2-40B4-BE49-F238E27FC236}">
                    <a16:creationId xmlns:a16="http://schemas.microsoft.com/office/drawing/2014/main" id="{4D6569C7-7DC1-8050-19B9-76C3403D1110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1" name="Cube 140">
                <a:extLst>
                  <a:ext uri="{FF2B5EF4-FFF2-40B4-BE49-F238E27FC236}">
                    <a16:creationId xmlns:a16="http://schemas.microsoft.com/office/drawing/2014/main" id="{125B1688-8B97-0494-1136-22700D5A688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2" name="Cube 141">
                <a:extLst>
                  <a:ext uri="{FF2B5EF4-FFF2-40B4-BE49-F238E27FC236}">
                    <a16:creationId xmlns:a16="http://schemas.microsoft.com/office/drawing/2014/main" id="{C0016471-3187-2D1E-9970-56419EC365C9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3" name="Cube 142">
                <a:extLst>
                  <a:ext uri="{FF2B5EF4-FFF2-40B4-BE49-F238E27FC236}">
                    <a16:creationId xmlns:a16="http://schemas.microsoft.com/office/drawing/2014/main" id="{BA66ECB7-D6B5-74AA-4314-5284D598A72C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4" name="Cube 143">
                <a:extLst>
                  <a:ext uri="{FF2B5EF4-FFF2-40B4-BE49-F238E27FC236}">
                    <a16:creationId xmlns:a16="http://schemas.microsoft.com/office/drawing/2014/main" id="{8F313A39-AD4D-9170-DC3F-F163E029075B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45" name="Cube 144">
                <a:extLst>
                  <a:ext uri="{FF2B5EF4-FFF2-40B4-BE49-F238E27FC236}">
                    <a16:creationId xmlns:a16="http://schemas.microsoft.com/office/drawing/2014/main" id="{25C7EFF6-DFF7-AB63-000B-AEFA03E8E0FC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23D4305-51A9-495D-1FBC-C40D055ADDC6}"/>
                </a:ext>
              </a:extLst>
            </p:cNvPr>
            <p:cNvGrpSpPr/>
            <p:nvPr/>
          </p:nvGrpSpPr>
          <p:grpSpPr>
            <a:xfrm>
              <a:off x="380618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62" name="Cube 61">
                <a:extLst>
                  <a:ext uri="{FF2B5EF4-FFF2-40B4-BE49-F238E27FC236}">
                    <a16:creationId xmlns:a16="http://schemas.microsoft.com/office/drawing/2014/main" id="{F5DE902C-5289-0CD5-6537-9DA2FD193FF9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3" name="Cube 62">
                <a:extLst>
                  <a:ext uri="{FF2B5EF4-FFF2-40B4-BE49-F238E27FC236}">
                    <a16:creationId xmlns:a16="http://schemas.microsoft.com/office/drawing/2014/main" id="{DE4A7839-B416-F87C-2CB7-92529C2925FF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8" name="Cube 127">
                <a:extLst>
                  <a:ext uri="{FF2B5EF4-FFF2-40B4-BE49-F238E27FC236}">
                    <a16:creationId xmlns:a16="http://schemas.microsoft.com/office/drawing/2014/main" id="{839733B6-1A7D-BC1C-3448-5138ADB61EB2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29" name="Cube 128">
                <a:extLst>
                  <a:ext uri="{FF2B5EF4-FFF2-40B4-BE49-F238E27FC236}">
                    <a16:creationId xmlns:a16="http://schemas.microsoft.com/office/drawing/2014/main" id="{1D2B1BA5-D231-DE64-E899-966E3ED7BE41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0" name="Cube 129">
                <a:extLst>
                  <a:ext uri="{FF2B5EF4-FFF2-40B4-BE49-F238E27FC236}">
                    <a16:creationId xmlns:a16="http://schemas.microsoft.com/office/drawing/2014/main" id="{58131940-D8F1-05E9-868E-08E41049FAE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1" name="Cube 130">
                <a:extLst>
                  <a:ext uri="{FF2B5EF4-FFF2-40B4-BE49-F238E27FC236}">
                    <a16:creationId xmlns:a16="http://schemas.microsoft.com/office/drawing/2014/main" id="{FA9E04BE-2B9A-0160-D641-76A391B5098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2" name="Cube 131">
                <a:extLst>
                  <a:ext uri="{FF2B5EF4-FFF2-40B4-BE49-F238E27FC236}">
                    <a16:creationId xmlns:a16="http://schemas.microsoft.com/office/drawing/2014/main" id="{8B04E3B2-0CBC-C1C0-70E0-655588EE20BE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3" name="Cube 132">
                <a:extLst>
                  <a:ext uri="{FF2B5EF4-FFF2-40B4-BE49-F238E27FC236}">
                    <a16:creationId xmlns:a16="http://schemas.microsoft.com/office/drawing/2014/main" id="{D0D142EE-21C9-2EF2-79CF-B7A3F107CA44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4" name="Cube 133">
                <a:extLst>
                  <a:ext uri="{FF2B5EF4-FFF2-40B4-BE49-F238E27FC236}">
                    <a16:creationId xmlns:a16="http://schemas.microsoft.com/office/drawing/2014/main" id="{6DC30A47-5F93-9C85-9D92-1766A7BF4DE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135" name="Cube 134">
                <a:extLst>
                  <a:ext uri="{FF2B5EF4-FFF2-40B4-BE49-F238E27FC236}">
                    <a16:creationId xmlns:a16="http://schemas.microsoft.com/office/drawing/2014/main" id="{52CBDDD0-F386-4987-0DB5-7487A0FEAF0E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FC4F9524-5105-2D0A-1D2C-76069CCA3AEE}"/>
                </a:ext>
              </a:extLst>
            </p:cNvPr>
            <p:cNvGrpSpPr/>
            <p:nvPr/>
          </p:nvGrpSpPr>
          <p:grpSpPr>
            <a:xfrm>
              <a:off x="437145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52" name="Cube 51">
                <a:extLst>
                  <a:ext uri="{FF2B5EF4-FFF2-40B4-BE49-F238E27FC236}">
                    <a16:creationId xmlns:a16="http://schemas.microsoft.com/office/drawing/2014/main" id="{A160EF35-873F-C17D-F670-882C76389CE3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3" name="Cube 52">
                <a:extLst>
                  <a:ext uri="{FF2B5EF4-FFF2-40B4-BE49-F238E27FC236}">
                    <a16:creationId xmlns:a16="http://schemas.microsoft.com/office/drawing/2014/main" id="{8A8FD1DC-2956-ED4E-C84E-3F4E30935BA8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4" name="Cube 53">
                <a:extLst>
                  <a:ext uri="{FF2B5EF4-FFF2-40B4-BE49-F238E27FC236}">
                    <a16:creationId xmlns:a16="http://schemas.microsoft.com/office/drawing/2014/main" id="{8C82B41C-3F27-FA2C-A919-1A28CC81F081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5" name="Cube 54">
                <a:extLst>
                  <a:ext uri="{FF2B5EF4-FFF2-40B4-BE49-F238E27FC236}">
                    <a16:creationId xmlns:a16="http://schemas.microsoft.com/office/drawing/2014/main" id="{E88563DF-D0BD-6D7F-FBCA-92ED08B278E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6" name="Cube 55">
                <a:extLst>
                  <a:ext uri="{FF2B5EF4-FFF2-40B4-BE49-F238E27FC236}">
                    <a16:creationId xmlns:a16="http://schemas.microsoft.com/office/drawing/2014/main" id="{303BB6C0-39B1-6F0A-8567-CE6FC2ACADA7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7" name="Cube 56">
                <a:extLst>
                  <a:ext uri="{FF2B5EF4-FFF2-40B4-BE49-F238E27FC236}">
                    <a16:creationId xmlns:a16="http://schemas.microsoft.com/office/drawing/2014/main" id="{145899C4-4DD8-616A-1685-B2792196BB32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8" name="Cube 57">
                <a:extLst>
                  <a:ext uri="{FF2B5EF4-FFF2-40B4-BE49-F238E27FC236}">
                    <a16:creationId xmlns:a16="http://schemas.microsoft.com/office/drawing/2014/main" id="{08AF2F79-C9AC-C8A9-34B8-92E163ADF085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9" name="Cube 58">
                <a:extLst>
                  <a:ext uri="{FF2B5EF4-FFF2-40B4-BE49-F238E27FC236}">
                    <a16:creationId xmlns:a16="http://schemas.microsoft.com/office/drawing/2014/main" id="{216273B4-CEBA-60AA-6557-64D29D21A3B0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0" name="Cube 59">
                <a:extLst>
                  <a:ext uri="{FF2B5EF4-FFF2-40B4-BE49-F238E27FC236}">
                    <a16:creationId xmlns:a16="http://schemas.microsoft.com/office/drawing/2014/main" id="{DF22ADA0-0A1F-F6E2-22B4-2C7CDC2469C8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61" name="Cube 60">
                <a:extLst>
                  <a:ext uri="{FF2B5EF4-FFF2-40B4-BE49-F238E27FC236}">
                    <a16:creationId xmlns:a16="http://schemas.microsoft.com/office/drawing/2014/main" id="{6484E71C-E8A2-B94F-31B4-4D16CAFD539A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FCB8B2F-3000-97D0-88AD-6EAEB797D638}"/>
                </a:ext>
              </a:extLst>
            </p:cNvPr>
            <p:cNvGrpSpPr/>
            <p:nvPr/>
          </p:nvGrpSpPr>
          <p:grpSpPr>
            <a:xfrm>
              <a:off x="4936718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42" name="Cube 41">
                <a:extLst>
                  <a:ext uri="{FF2B5EF4-FFF2-40B4-BE49-F238E27FC236}">
                    <a16:creationId xmlns:a16="http://schemas.microsoft.com/office/drawing/2014/main" id="{BDF9613E-7358-1BD8-4CFB-9BD6CCEDB1BC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3" name="Cube 42">
                <a:extLst>
                  <a:ext uri="{FF2B5EF4-FFF2-40B4-BE49-F238E27FC236}">
                    <a16:creationId xmlns:a16="http://schemas.microsoft.com/office/drawing/2014/main" id="{C300FD50-44D9-0B30-0E3E-853053875F7A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4" name="Cube 43">
                <a:extLst>
                  <a:ext uri="{FF2B5EF4-FFF2-40B4-BE49-F238E27FC236}">
                    <a16:creationId xmlns:a16="http://schemas.microsoft.com/office/drawing/2014/main" id="{CA694BE7-7C45-046F-EE82-42624FCB5328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5" name="Cube 44">
                <a:extLst>
                  <a:ext uri="{FF2B5EF4-FFF2-40B4-BE49-F238E27FC236}">
                    <a16:creationId xmlns:a16="http://schemas.microsoft.com/office/drawing/2014/main" id="{DD1A9238-75C6-F879-7BAD-DC29F710ED69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6" name="Cube 45">
                <a:extLst>
                  <a:ext uri="{FF2B5EF4-FFF2-40B4-BE49-F238E27FC236}">
                    <a16:creationId xmlns:a16="http://schemas.microsoft.com/office/drawing/2014/main" id="{E8047B33-5281-33B4-36AA-E1C7A61BCA76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7" name="Cube 46">
                <a:extLst>
                  <a:ext uri="{FF2B5EF4-FFF2-40B4-BE49-F238E27FC236}">
                    <a16:creationId xmlns:a16="http://schemas.microsoft.com/office/drawing/2014/main" id="{4A031580-EE8B-9767-BB8D-2BBD008C47B9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8" name="Cube 47">
                <a:extLst>
                  <a:ext uri="{FF2B5EF4-FFF2-40B4-BE49-F238E27FC236}">
                    <a16:creationId xmlns:a16="http://schemas.microsoft.com/office/drawing/2014/main" id="{71C91B14-156E-CFE4-0118-72EB4A0EE221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9" name="Cube 48">
                <a:extLst>
                  <a:ext uri="{FF2B5EF4-FFF2-40B4-BE49-F238E27FC236}">
                    <a16:creationId xmlns:a16="http://schemas.microsoft.com/office/drawing/2014/main" id="{58905AC1-54F2-3028-C769-12005E67CA5E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0" name="Cube 49">
                <a:extLst>
                  <a:ext uri="{FF2B5EF4-FFF2-40B4-BE49-F238E27FC236}">
                    <a16:creationId xmlns:a16="http://schemas.microsoft.com/office/drawing/2014/main" id="{9E409512-8035-A8BC-1211-CBF47D8C7162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51" name="Cube 50">
                <a:extLst>
                  <a:ext uri="{FF2B5EF4-FFF2-40B4-BE49-F238E27FC236}">
                    <a16:creationId xmlns:a16="http://schemas.microsoft.com/office/drawing/2014/main" id="{C819471C-3D1E-6949-BBB6-F09F1DE2FCA1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E4EE6FD-D4B7-A459-FE03-F9E4DBB3A528}"/>
                </a:ext>
              </a:extLst>
            </p:cNvPr>
            <p:cNvGrpSpPr/>
            <p:nvPr/>
          </p:nvGrpSpPr>
          <p:grpSpPr>
            <a:xfrm>
              <a:off x="5501983" y="546495"/>
              <a:ext cx="764771" cy="5898407"/>
              <a:chOff x="3698125" y="596372"/>
              <a:chExt cx="764771" cy="5898407"/>
            </a:xfrm>
            <a:solidFill>
              <a:srgbClr val="3786CD"/>
            </a:solidFill>
          </p:grpSpPr>
          <p:sp>
            <p:nvSpPr>
              <p:cNvPr id="32" name="Cube 31">
                <a:extLst>
                  <a:ext uri="{FF2B5EF4-FFF2-40B4-BE49-F238E27FC236}">
                    <a16:creationId xmlns:a16="http://schemas.microsoft.com/office/drawing/2014/main" id="{AA34E267-24C1-2941-E032-20A2356C4D30}"/>
                  </a:ext>
                </a:extLst>
              </p:cNvPr>
              <p:cNvSpPr/>
              <p:nvPr/>
            </p:nvSpPr>
            <p:spPr>
              <a:xfrm>
                <a:off x="3698125" y="573000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3" name="Cube 32">
                <a:extLst>
                  <a:ext uri="{FF2B5EF4-FFF2-40B4-BE49-F238E27FC236}">
                    <a16:creationId xmlns:a16="http://schemas.microsoft.com/office/drawing/2014/main" id="{4E2C371C-3FA0-A0B2-09A5-D45F215AC477}"/>
                  </a:ext>
                </a:extLst>
              </p:cNvPr>
              <p:cNvSpPr/>
              <p:nvPr/>
            </p:nvSpPr>
            <p:spPr>
              <a:xfrm>
                <a:off x="3698125" y="515960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4" name="Cube 33">
                <a:extLst>
                  <a:ext uri="{FF2B5EF4-FFF2-40B4-BE49-F238E27FC236}">
                    <a16:creationId xmlns:a16="http://schemas.microsoft.com/office/drawing/2014/main" id="{AF58FC63-11A1-EB11-FCF1-F5A6909F572C}"/>
                  </a:ext>
                </a:extLst>
              </p:cNvPr>
              <p:cNvSpPr/>
              <p:nvPr/>
            </p:nvSpPr>
            <p:spPr>
              <a:xfrm>
                <a:off x="3698125" y="458920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5" name="Cube 34">
                <a:extLst>
                  <a:ext uri="{FF2B5EF4-FFF2-40B4-BE49-F238E27FC236}">
                    <a16:creationId xmlns:a16="http://schemas.microsoft.com/office/drawing/2014/main" id="{5EFB74F0-E89F-472C-E760-5E5CDF0A590B}"/>
                  </a:ext>
                </a:extLst>
              </p:cNvPr>
              <p:cNvSpPr/>
              <p:nvPr/>
            </p:nvSpPr>
            <p:spPr>
              <a:xfrm>
                <a:off x="3698125" y="401879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6" name="Cube 35">
                <a:extLst>
                  <a:ext uri="{FF2B5EF4-FFF2-40B4-BE49-F238E27FC236}">
                    <a16:creationId xmlns:a16="http://schemas.microsoft.com/office/drawing/2014/main" id="{ECD501EB-5A96-4C67-A059-1B2019578E2D}"/>
                  </a:ext>
                </a:extLst>
              </p:cNvPr>
              <p:cNvSpPr/>
              <p:nvPr/>
            </p:nvSpPr>
            <p:spPr>
              <a:xfrm>
                <a:off x="3698125" y="344839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7" name="Cube 36">
                <a:extLst>
                  <a:ext uri="{FF2B5EF4-FFF2-40B4-BE49-F238E27FC236}">
                    <a16:creationId xmlns:a16="http://schemas.microsoft.com/office/drawing/2014/main" id="{BE31A473-47D2-1901-43DB-D3B3FB515956}"/>
                  </a:ext>
                </a:extLst>
              </p:cNvPr>
              <p:cNvSpPr/>
              <p:nvPr/>
            </p:nvSpPr>
            <p:spPr>
              <a:xfrm>
                <a:off x="3698125" y="2877988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8" name="Cube 37">
                <a:extLst>
                  <a:ext uri="{FF2B5EF4-FFF2-40B4-BE49-F238E27FC236}">
                    <a16:creationId xmlns:a16="http://schemas.microsoft.com/office/drawing/2014/main" id="{43DE0B7E-B184-32B8-BD81-0E6001EBB8CF}"/>
                  </a:ext>
                </a:extLst>
              </p:cNvPr>
              <p:cNvSpPr/>
              <p:nvPr/>
            </p:nvSpPr>
            <p:spPr>
              <a:xfrm>
                <a:off x="3698125" y="2307584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39" name="Cube 38">
                <a:extLst>
                  <a:ext uri="{FF2B5EF4-FFF2-40B4-BE49-F238E27FC236}">
                    <a16:creationId xmlns:a16="http://schemas.microsoft.com/office/drawing/2014/main" id="{5C0393E2-A76A-06C3-1ED8-7F7EA590B762}"/>
                  </a:ext>
                </a:extLst>
              </p:cNvPr>
              <p:cNvSpPr/>
              <p:nvPr/>
            </p:nvSpPr>
            <p:spPr>
              <a:xfrm>
                <a:off x="3698125" y="1737180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0" name="Cube 39">
                <a:extLst>
                  <a:ext uri="{FF2B5EF4-FFF2-40B4-BE49-F238E27FC236}">
                    <a16:creationId xmlns:a16="http://schemas.microsoft.com/office/drawing/2014/main" id="{DBA4C2BC-F01E-FF26-16D5-6B27832CE953}"/>
                  </a:ext>
                </a:extLst>
              </p:cNvPr>
              <p:cNvSpPr/>
              <p:nvPr/>
            </p:nvSpPr>
            <p:spPr>
              <a:xfrm>
                <a:off x="3698125" y="1166776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  <p:sp>
            <p:nvSpPr>
              <p:cNvPr id="41" name="Cube 40">
                <a:extLst>
                  <a:ext uri="{FF2B5EF4-FFF2-40B4-BE49-F238E27FC236}">
                    <a16:creationId xmlns:a16="http://schemas.microsoft.com/office/drawing/2014/main" id="{50A2871A-6ECD-099B-F468-04D2315536E3}"/>
                  </a:ext>
                </a:extLst>
              </p:cNvPr>
              <p:cNvSpPr/>
              <p:nvPr/>
            </p:nvSpPr>
            <p:spPr>
              <a:xfrm>
                <a:off x="3698125" y="596372"/>
                <a:ext cx="764771" cy="764771"/>
              </a:xfrm>
              <a:prstGeom prst="cube">
                <a:avLst/>
              </a:prstGeom>
              <a:grp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950"/>
              </a:p>
            </p:txBody>
          </p:sp>
        </p:grpSp>
      </p:grpSp>
      <p:grpSp>
        <p:nvGrpSpPr>
          <p:cNvPr id="317" name="Group 316">
            <a:extLst>
              <a:ext uri="{FF2B5EF4-FFF2-40B4-BE49-F238E27FC236}">
                <a16:creationId xmlns:a16="http://schemas.microsoft.com/office/drawing/2014/main" id="{86957487-E003-95E6-4073-EE80F23AD9D3}"/>
              </a:ext>
            </a:extLst>
          </p:cNvPr>
          <p:cNvGrpSpPr/>
          <p:nvPr/>
        </p:nvGrpSpPr>
        <p:grpSpPr>
          <a:xfrm>
            <a:off x="5798653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18" name="Cube 317">
              <a:extLst>
                <a:ext uri="{FF2B5EF4-FFF2-40B4-BE49-F238E27FC236}">
                  <a16:creationId xmlns:a16="http://schemas.microsoft.com/office/drawing/2014/main" id="{53454AF1-23BC-7649-30C2-06A0D7D215EF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9" name="Cube 318">
              <a:extLst>
                <a:ext uri="{FF2B5EF4-FFF2-40B4-BE49-F238E27FC236}">
                  <a16:creationId xmlns:a16="http://schemas.microsoft.com/office/drawing/2014/main" id="{7698E3F7-33B6-01F8-A38F-9C1B2D868F9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0" name="Cube 319">
              <a:extLst>
                <a:ext uri="{FF2B5EF4-FFF2-40B4-BE49-F238E27FC236}">
                  <a16:creationId xmlns:a16="http://schemas.microsoft.com/office/drawing/2014/main" id="{D118A58C-0BC8-E61C-A843-366A915D013A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1" name="Cube 320">
              <a:extLst>
                <a:ext uri="{FF2B5EF4-FFF2-40B4-BE49-F238E27FC236}">
                  <a16:creationId xmlns:a16="http://schemas.microsoft.com/office/drawing/2014/main" id="{E9DB9E11-214F-7FBE-9710-85CDD4A228CE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2" name="Cube 321">
              <a:extLst>
                <a:ext uri="{FF2B5EF4-FFF2-40B4-BE49-F238E27FC236}">
                  <a16:creationId xmlns:a16="http://schemas.microsoft.com/office/drawing/2014/main" id="{5D0A500D-499A-8F7B-CDE0-C2248D1B2F7E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3" name="Cube 322">
              <a:extLst>
                <a:ext uri="{FF2B5EF4-FFF2-40B4-BE49-F238E27FC236}">
                  <a16:creationId xmlns:a16="http://schemas.microsoft.com/office/drawing/2014/main" id="{87703A57-73C7-C158-B013-623FCF1F60D9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4" name="Cube 323">
              <a:extLst>
                <a:ext uri="{FF2B5EF4-FFF2-40B4-BE49-F238E27FC236}">
                  <a16:creationId xmlns:a16="http://schemas.microsoft.com/office/drawing/2014/main" id="{319B2677-5B77-D68E-0A56-29AF6BC31BE0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5" name="Cube 324">
              <a:extLst>
                <a:ext uri="{FF2B5EF4-FFF2-40B4-BE49-F238E27FC236}">
                  <a16:creationId xmlns:a16="http://schemas.microsoft.com/office/drawing/2014/main" id="{CED25320-5230-1871-CBCF-F61E85A141B8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6" name="Cube 325">
              <a:extLst>
                <a:ext uri="{FF2B5EF4-FFF2-40B4-BE49-F238E27FC236}">
                  <a16:creationId xmlns:a16="http://schemas.microsoft.com/office/drawing/2014/main" id="{F9CBD37A-B5B0-6E8C-173C-9232298B584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27" name="Cube 326">
              <a:extLst>
                <a:ext uri="{FF2B5EF4-FFF2-40B4-BE49-F238E27FC236}">
                  <a16:creationId xmlns:a16="http://schemas.microsoft.com/office/drawing/2014/main" id="{F8075C06-D4FC-18CE-1475-B96666FC8493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328" name="Group 327">
            <a:extLst>
              <a:ext uri="{FF2B5EF4-FFF2-40B4-BE49-F238E27FC236}">
                <a16:creationId xmlns:a16="http://schemas.microsoft.com/office/drawing/2014/main" id="{0ADB2E26-B054-DCD1-908B-E0D66C332933}"/>
              </a:ext>
            </a:extLst>
          </p:cNvPr>
          <p:cNvGrpSpPr/>
          <p:nvPr/>
        </p:nvGrpSpPr>
        <p:grpSpPr>
          <a:xfrm>
            <a:off x="5297118" y="3660196"/>
            <a:ext cx="343978" cy="2615912"/>
            <a:chOff x="3698125" y="596372"/>
            <a:chExt cx="764771" cy="5898407"/>
          </a:xfrm>
          <a:solidFill>
            <a:srgbClr val="00C85A"/>
          </a:solidFill>
        </p:grpSpPr>
        <p:sp>
          <p:nvSpPr>
            <p:cNvPr id="329" name="Cube 328">
              <a:extLst>
                <a:ext uri="{FF2B5EF4-FFF2-40B4-BE49-F238E27FC236}">
                  <a16:creationId xmlns:a16="http://schemas.microsoft.com/office/drawing/2014/main" id="{FDA53380-B1A4-4F76-8745-4DD11E47D215}"/>
                </a:ext>
              </a:extLst>
            </p:cNvPr>
            <p:cNvSpPr/>
            <p:nvPr/>
          </p:nvSpPr>
          <p:spPr>
            <a:xfrm>
              <a:off x="3698125" y="573000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0" name="Cube 329">
              <a:extLst>
                <a:ext uri="{FF2B5EF4-FFF2-40B4-BE49-F238E27FC236}">
                  <a16:creationId xmlns:a16="http://schemas.microsoft.com/office/drawing/2014/main" id="{1077BA4B-3CD8-601D-8F46-2C4587F6DC48}"/>
                </a:ext>
              </a:extLst>
            </p:cNvPr>
            <p:cNvSpPr/>
            <p:nvPr/>
          </p:nvSpPr>
          <p:spPr>
            <a:xfrm>
              <a:off x="3698125" y="515960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1" name="Cube 330">
              <a:extLst>
                <a:ext uri="{FF2B5EF4-FFF2-40B4-BE49-F238E27FC236}">
                  <a16:creationId xmlns:a16="http://schemas.microsoft.com/office/drawing/2014/main" id="{E8EBA01A-CB14-7672-5C17-DBF70A483C76}"/>
                </a:ext>
              </a:extLst>
            </p:cNvPr>
            <p:cNvSpPr/>
            <p:nvPr/>
          </p:nvSpPr>
          <p:spPr>
            <a:xfrm>
              <a:off x="3698125" y="458920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2" name="Cube 331">
              <a:extLst>
                <a:ext uri="{FF2B5EF4-FFF2-40B4-BE49-F238E27FC236}">
                  <a16:creationId xmlns:a16="http://schemas.microsoft.com/office/drawing/2014/main" id="{A200CA85-0603-5BCD-2CAE-F59FDF21350F}"/>
                </a:ext>
              </a:extLst>
            </p:cNvPr>
            <p:cNvSpPr/>
            <p:nvPr/>
          </p:nvSpPr>
          <p:spPr>
            <a:xfrm>
              <a:off x="3698125" y="401879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3" name="Cube 332">
              <a:extLst>
                <a:ext uri="{FF2B5EF4-FFF2-40B4-BE49-F238E27FC236}">
                  <a16:creationId xmlns:a16="http://schemas.microsoft.com/office/drawing/2014/main" id="{18F07AC4-40F4-F5B1-3866-BF19B3C6339F}"/>
                </a:ext>
              </a:extLst>
            </p:cNvPr>
            <p:cNvSpPr/>
            <p:nvPr/>
          </p:nvSpPr>
          <p:spPr>
            <a:xfrm>
              <a:off x="3698125" y="344839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4" name="Cube 333">
              <a:extLst>
                <a:ext uri="{FF2B5EF4-FFF2-40B4-BE49-F238E27FC236}">
                  <a16:creationId xmlns:a16="http://schemas.microsoft.com/office/drawing/2014/main" id="{3E3C2B57-D612-EB75-D4FC-D4EC0463CAD4}"/>
                </a:ext>
              </a:extLst>
            </p:cNvPr>
            <p:cNvSpPr/>
            <p:nvPr/>
          </p:nvSpPr>
          <p:spPr>
            <a:xfrm>
              <a:off x="3698125" y="2877988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5" name="Cube 334">
              <a:extLst>
                <a:ext uri="{FF2B5EF4-FFF2-40B4-BE49-F238E27FC236}">
                  <a16:creationId xmlns:a16="http://schemas.microsoft.com/office/drawing/2014/main" id="{2A4D32BB-6872-716F-1F26-5ED9AA114B58}"/>
                </a:ext>
              </a:extLst>
            </p:cNvPr>
            <p:cNvSpPr/>
            <p:nvPr/>
          </p:nvSpPr>
          <p:spPr>
            <a:xfrm>
              <a:off x="3698125" y="2307584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6" name="Cube 335">
              <a:extLst>
                <a:ext uri="{FF2B5EF4-FFF2-40B4-BE49-F238E27FC236}">
                  <a16:creationId xmlns:a16="http://schemas.microsoft.com/office/drawing/2014/main" id="{F2FA4BC8-E341-7800-31A1-2A3B01F39B27}"/>
                </a:ext>
              </a:extLst>
            </p:cNvPr>
            <p:cNvSpPr/>
            <p:nvPr/>
          </p:nvSpPr>
          <p:spPr>
            <a:xfrm>
              <a:off x="3698125" y="1737180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7" name="Cube 336">
              <a:extLst>
                <a:ext uri="{FF2B5EF4-FFF2-40B4-BE49-F238E27FC236}">
                  <a16:creationId xmlns:a16="http://schemas.microsoft.com/office/drawing/2014/main" id="{17D69F30-631B-F74D-1B14-92616573E525}"/>
                </a:ext>
              </a:extLst>
            </p:cNvPr>
            <p:cNvSpPr/>
            <p:nvPr/>
          </p:nvSpPr>
          <p:spPr>
            <a:xfrm>
              <a:off x="3698125" y="1166776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38" name="Cube 337">
              <a:extLst>
                <a:ext uri="{FF2B5EF4-FFF2-40B4-BE49-F238E27FC236}">
                  <a16:creationId xmlns:a16="http://schemas.microsoft.com/office/drawing/2014/main" id="{224102C4-F0AA-9522-9B58-4A6714CFBD72}"/>
                </a:ext>
              </a:extLst>
            </p:cNvPr>
            <p:cNvSpPr/>
            <p:nvPr/>
          </p:nvSpPr>
          <p:spPr>
            <a:xfrm>
              <a:off x="3698125" y="596372"/>
              <a:ext cx="764771" cy="764771"/>
            </a:xfrm>
            <a:prstGeom prst="cube">
              <a:avLst/>
            </a:prstGeom>
            <a:grp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EDEC354-B167-4F04-C0B6-4CB0FB74C626}"/>
              </a:ext>
            </a:extLst>
          </p:cNvPr>
          <p:cNvSpPr txBox="1"/>
          <p:nvPr/>
        </p:nvSpPr>
        <p:spPr>
          <a:xfrm>
            <a:off x="217648" y="234308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215398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2309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565160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10557</TotalTime>
  <Words>254</Words>
  <Application>Microsoft Office PowerPoint</Application>
  <PresentationFormat>A4 Paper (210x297 mm)</PresentationFormat>
  <Paragraphs>59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Calibri</vt:lpstr>
      <vt:lpstr>Calibri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502</cp:revision>
  <cp:lastPrinted>2017-12-31T22:38:51Z</cp:lastPrinted>
  <dcterms:created xsi:type="dcterms:W3CDTF">2017-01-17T16:57:04Z</dcterms:created>
  <dcterms:modified xsi:type="dcterms:W3CDTF">2024-09-28T18:16:07Z</dcterms:modified>
</cp:coreProperties>
</file>