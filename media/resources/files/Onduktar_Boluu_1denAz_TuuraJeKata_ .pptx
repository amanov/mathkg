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4"/>
  </p:notesMasterIdLst>
  <p:sldIdLst>
    <p:sldId id="257" r:id="rId3"/>
    <p:sldId id="278" r:id="rId4"/>
    <p:sldId id="951" r:id="rId5"/>
    <p:sldId id="952" r:id="rId6"/>
    <p:sldId id="948" r:id="rId7"/>
    <p:sldId id="950" r:id="rId8"/>
    <p:sldId id="953" r:id="rId9"/>
    <p:sldId id="954" r:id="rId10"/>
    <p:sldId id="955" r:id="rId11"/>
    <p:sldId id="949" r:id="rId12"/>
    <p:sldId id="274" r:id="rId13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021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92037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79582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88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68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76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00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195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88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835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315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85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3094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0749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840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Бөлүү – Бөлүүчү 1ден аз – </a:t>
            </a:r>
            <a:r>
              <a:rPr lang="ky-KG" dirty="0"/>
              <a:t>Чечим чыгаруу -  Туура же Ката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4148" y="4806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C2E0AE-7EBE-F981-D20A-0535B0324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y-KG" sz="4875" dirty="0"/>
              <a:t>Көнүгүүлөр топтомун текшерип, аларды </a:t>
            </a:r>
            <a:r>
              <a:rPr lang="ky-KG" sz="4875" dirty="0">
                <a:solidFill>
                  <a:srgbClr val="00B050"/>
                </a:solidFill>
              </a:rPr>
              <a:t>Туура</a:t>
            </a:r>
            <a:r>
              <a:rPr lang="ky-KG" sz="4875" dirty="0"/>
              <a:t> же </a:t>
            </a:r>
            <a:r>
              <a:rPr lang="ky-KG" sz="4875" dirty="0">
                <a:solidFill>
                  <a:srgbClr val="FF0000"/>
                </a:solidFill>
              </a:rPr>
              <a:t>Ката</a:t>
            </a:r>
            <a:r>
              <a:rPr lang="ky-KG" sz="4875" dirty="0"/>
              <a:t> деп эки топко бөлүңүз</a:t>
            </a:r>
            <a:endParaRPr lang="en-US" sz="4875" dirty="0"/>
          </a:p>
          <a:p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EEC873A1-32F3-9DD6-047E-F5A5F854AEA1}"/>
              </a:ext>
            </a:extLst>
          </p:cNvPr>
          <p:cNvSpPr txBox="1">
            <a:spLocks/>
          </p:cNvSpPr>
          <p:nvPr/>
        </p:nvSpPr>
        <p:spPr>
          <a:xfrm>
            <a:off x="283028" y="988616"/>
            <a:ext cx="7641034" cy="1137642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742950"/>
            <a:r>
              <a:rPr lang="en-US" sz="5363">
                <a:solidFill>
                  <a:srgbClr val="00B0F0"/>
                </a:solidFill>
                <a:latin typeface="Calibri Light" panose="020F0302020204030204"/>
              </a:rPr>
              <a:t>MathKGZ</a:t>
            </a:r>
            <a:r>
              <a:rPr lang="en-US" sz="4225">
                <a:solidFill>
                  <a:srgbClr val="00B0F0"/>
                </a:solidFill>
                <a:latin typeface="Calibri Light" panose="020F0302020204030204"/>
              </a:rPr>
              <a:t>  -- </a:t>
            </a:r>
            <a:endParaRPr lang="en-US" sz="4225" dirty="0">
              <a:solidFill>
                <a:srgbClr val="00B0F0"/>
              </a:solidFill>
              <a:latin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0823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EA4B8C-5FE3-29D2-E4F3-4ACC1A3DF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52" y="91440"/>
            <a:ext cx="9622388" cy="668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169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742309" y="551333"/>
            <a:ext cx="12731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  <a:p>
            <a:pPr algn="ctr"/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460679" y="-92692"/>
            <a:ext cx="7801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Көнүгүүлөр топтомун текшерип, аларды </a:t>
            </a:r>
            <a:r>
              <a:rPr lang="ky-KG" dirty="0">
                <a:solidFill>
                  <a:srgbClr val="FF0000"/>
                </a:solidFill>
              </a:rPr>
              <a:t>Туура же Ката</a:t>
            </a:r>
            <a:r>
              <a:rPr lang="ky-KG" dirty="0"/>
              <a:t> деп эки топко бөлүңүз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0.2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837192" y="551333"/>
            <a:ext cx="12731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25404" y="3733735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÷ 0.2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92375" y="3842044"/>
            <a:ext cx="1165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барабар…</a:t>
            </a:r>
            <a:endParaRPr lang="en-GB" sz="1800" dirty="0"/>
          </a:p>
          <a:p>
            <a:pPr algn="ctr"/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44988" y="3733735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0.6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0.5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2027536" y="1682206"/>
            <a:ext cx="12731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  <a:p>
            <a:pPr algn="ctr"/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0.5 = 400 ÷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429828" y="3738144"/>
            <a:ext cx="190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0.8 =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5991939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 ÷ 0.9 = 400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58609" y="4896384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 ÷ 0.25 = 200 ÷ 25 = 8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104620" y="5991939"/>
            <a:ext cx="2738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 ÷ 0.01 = 150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4827756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0.02 = 200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0.2 = 25</a:t>
            </a:r>
          </a:p>
        </p:txBody>
      </p:sp>
    </p:spTree>
    <p:extLst>
      <p:ext uri="{BB962C8B-B14F-4D97-AF65-F5344CB8AC3E}">
        <p14:creationId xmlns:p14="http://schemas.microsoft.com/office/powerpoint/2010/main" val="287337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231515"/>
              </p:ext>
            </p:extLst>
          </p:nvPr>
        </p:nvGraphicFramePr>
        <p:xfrm>
          <a:off x="35168" y="198120"/>
          <a:ext cx="9803424" cy="3307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722613" y="541287"/>
            <a:ext cx="12731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  <a:p>
            <a:pPr algn="ctr"/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44062" y="-93171"/>
            <a:ext cx="69499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600" dirty="0"/>
              <a:t>Көнүгүүлөр топтомун текшерип, аларды </a:t>
            </a:r>
            <a:r>
              <a:rPr lang="ky-KG" sz="1600" dirty="0">
                <a:solidFill>
                  <a:srgbClr val="FF0000"/>
                </a:solidFill>
              </a:rPr>
              <a:t>Туура же Ката</a:t>
            </a:r>
            <a:r>
              <a:rPr lang="ky-KG" sz="1600" dirty="0"/>
              <a:t> деп эки топко бөлүңүз</a:t>
            </a:r>
            <a:endParaRPr lang="en-US" sz="16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855886"/>
            <a:ext cx="408033" cy="4080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1973819"/>
            <a:ext cx="408033" cy="40803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0.2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866632" y="561501"/>
            <a:ext cx="12731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  <a:p>
            <a:pPr algn="ctr"/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0.6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0.5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897911" y="1635518"/>
            <a:ext cx="12731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  <a:p>
            <a:pPr algn="ctr"/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0.5 = 400 ÷ 5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855886"/>
            <a:ext cx="408033" cy="408033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1973486"/>
            <a:ext cx="408033" cy="40803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3050779"/>
            <a:ext cx="408033" cy="408033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0.2 = 25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3060606"/>
            <a:ext cx="408033" cy="40803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827546" y="5480890"/>
            <a:ext cx="50679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Жарым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17314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754910" y="532720"/>
            <a:ext cx="12731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  <a:p>
            <a:pPr algn="ctr"/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15741" y="-88657"/>
            <a:ext cx="69499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600" dirty="0"/>
              <a:t>Көнүгүүлөр топтомун текшерип, аларды </a:t>
            </a:r>
            <a:r>
              <a:rPr lang="ky-KG" sz="1600" dirty="0">
                <a:solidFill>
                  <a:srgbClr val="FF0000"/>
                </a:solidFill>
              </a:rPr>
              <a:t>Туура же Ката</a:t>
            </a:r>
            <a:r>
              <a:rPr lang="ky-KG" sz="1600" dirty="0"/>
              <a:t> деп эки топко бөлүңүз</a:t>
            </a:r>
            <a:endParaRPr lang="en-US" sz="16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855886"/>
            <a:ext cx="408033" cy="4080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1973819"/>
            <a:ext cx="408033" cy="40803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0.2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789456" y="508340"/>
            <a:ext cx="12731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25404" y="3733735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÷ 0.2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71380" y="3775433"/>
            <a:ext cx="12731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  <a:p>
            <a:pPr algn="ctr"/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44988" y="3733735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0.6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0.5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835343" y="1623778"/>
            <a:ext cx="12731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  <a:p>
            <a:pPr algn="ctr"/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0.5 = 400 ÷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429828" y="3738144"/>
            <a:ext cx="190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0.8 =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5991939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 ÷ 0.9 = 400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58609" y="4896384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 ÷ 0.25 = 200 ÷ 25 = 8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104620" y="5991939"/>
            <a:ext cx="2738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 ÷ 0.01 = 150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855886"/>
            <a:ext cx="408033" cy="408033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1973486"/>
            <a:ext cx="408033" cy="40803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3050779"/>
            <a:ext cx="408033" cy="408033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69822" y="4168046"/>
            <a:ext cx="408033" cy="408033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5234846"/>
            <a:ext cx="408033" cy="408033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6342619"/>
            <a:ext cx="408033" cy="40803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31497" y="6332459"/>
            <a:ext cx="408033" cy="408033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4827756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0.02 = 200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0.2 = 25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3060606"/>
            <a:ext cx="408033" cy="408033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31497" y="5245339"/>
            <a:ext cx="408033" cy="408033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4178539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234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745620" y="533226"/>
            <a:ext cx="12731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51205" y="-82879"/>
            <a:ext cx="69499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600" dirty="0"/>
              <a:t>Көнүгүүлөр топтомун текшерип, аларды </a:t>
            </a:r>
            <a:r>
              <a:rPr lang="ky-KG" sz="1600" dirty="0">
                <a:solidFill>
                  <a:srgbClr val="FF0000"/>
                </a:solidFill>
              </a:rPr>
              <a:t>Туура же Ката</a:t>
            </a:r>
            <a:r>
              <a:rPr lang="ky-KG" sz="1600" dirty="0"/>
              <a:t> деп эки топко бөлүңүз</a:t>
            </a:r>
            <a:endParaRPr lang="en-US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0.2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890287" y="539487"/>
            <a:ext cx="1255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</a:t>
            </a:r>
            <a:r>
              <a:rPr lang="ru-RU" sz="1800" dirty="0"/>
              <a:t>…</a:t>
            </a:r>
            <a:endParaRPr lang="en-GB" sz="18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25404" y="3733735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÷ 0.2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88508" y="3839235"/>
            <a:ext cx="1255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</a:t>
            </a:r>
            <a:r>
              <a:rPr lang="ru-RU" sz="1800" dirty="0"/>
              <a:t>…</a:t>
            </a:r>
            <a:endParaRPr lang="en-GB" sz="18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44988" y="3733735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0.6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0.5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08378" y="1609388"/>
            <a:ext cx="12731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  <a:p>
            <a:pPr algn="ctr"/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0.5 = 400 ÷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429828" y="3738144"/>
            <a:ext cx="190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0.8 =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5991939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 ÷ 0.9 = 400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58609" y="4896384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 ÷ 0.25 = 200 ÷ 25 = 8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104620" y="5991939"/>
            <a:ext cx="2738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 ÷ 0.01 = 150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4827756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0.02 = 200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0.2 = 25</a:t>
            </a:r>
          </a:p>
        </p:txBody>
      </p:sp>
    </p:spTree>
    <p:extLst>
      <p:ext uri="{BB962C8B-B14F-4D97-AF65-F5344CB8AC3E}">
        <p14:creationId xmlns:p14="http://schemas.microsoft.com/office/powerpoint/2010/main" val="1032450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F365A9-9BCD-2FC9-7434-10B5651AF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99275" y="899274"/>
            <a:ext cx="6751547" cy="49530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4A78C0-DB29-D84C-5D9D-1C19FD5DA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53729" y="899273"/>
            <a:ext cx="6751547" cy="495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948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8DFE9FA-26B7-6C8D-A736-08B9AF535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2" y="0"/>
            <a:ext cx="4843837" cy="3398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3D7462-4353-6BA2-45EF-E1B36553F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5078"/>
            <a:ext cx="4920038" cy="33985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BAE1E5-9DE9-3A64-B88A-5F7F768A0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2" y="3429000"/>
            <a:ext cx="4843837" cy="33985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E460D3-E6CD-5EBD-8043-3427C1B2B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459479"/>
            <a:ext cx="4920038" cy="339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676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789739" y="558543"/>
            <a:ext cx="12731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20641" y="-81097"/>
            <a:ext cx="69499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600" dirty="0"/>
              <a:t>Көнүгүүлөр топтомун текшерип, аларды </a:t>
            </a:r>
            <a:r>
              <a:rPr lang="ky-KG" sz="1600" dirty="0">
                <a:solidFill>
                  <a:srgbClr val="FF0000"/>
                </a:solidFill>
              </a:rPr>
              <a:t>Туура же Ката</a:t>
            </a:r>
            <a:r>
              <a:rPr lang="ky-KG" sz="1600" dirty="0"/>
              <a:t> деп эки топко бөлүңүз</a:t>
            </a:r>
            <a:endParaRPr lang="en-US" sz="16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855886"/>
            <a:ext cx="408033" cy="4080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1973819"/>
            <a:ext cx="408033" cy="40803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0.2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843156" y="552669"/>
            <a:ext cx="12731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  <a:p>
            <a:pPr algn="ctr"/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25404" y="3733735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÷ 0.2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874753" y="3863997"/>
            <a:ext cx="12731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44988" y="3733735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0.6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0.5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66735" y="1617434"/>
            <a:ext cx="12731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0.5 = 400 ÷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429828" y="3738144"/>
            <a:ext cx="190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0.8 =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5991939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 ÷ 0.9 = 400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58609" y="4896384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 ÷ 0.25 = 200 ÷ 25 = 8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104620" y="5991939"/>
            <a:ext cx="2738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 ÷ 0.01 = 150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855886"/>
            <a:ext cx="408033" cy="408033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1973486"/>
            <a:ext cx="408033" cy="40803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3050779"/>
            <a:ext cx="408033" cy="408033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69822" y="4168046"/>
            <a:ext cx="408033" cy="408033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5234846"/>
            <a:ext cx="408033" cy="408033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6342619"/>
            <a:ext cx="408033" cy="40803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31497" y="6332459"/>
            <a:ext cx="408033" cy="408033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4827756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0.02 = 200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442444" y="1382749"/>
            <a:ext cx="393056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0.2 = 25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611049" y="3130269"/>
            <a:ext cx="601447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3060606"/>
            <a:ext cx="408033" cy="408033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31497" y="5245339"/>
            <a:ext cx="408033" cy="408033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613014" y="4644109"/>
            <a:ext cx="809838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300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875860" y="5761709"/>
            <a:ext cx="1018228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1500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656250" y="5782029"/>
            <a:ext cx="601447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4178539"/>
            <a:ext cx="408033" cy="408033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25687" y="4186909"/>
            <a:ext cx="1200970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 ÷ 2</a:t>
            </a:r>
          </a:p>
        </p:txBody>
      </p:sp>
    </p:spTree>
    <p:extLst>
      <p:ext uri="{BB962C8B-B14F-4D97-AF65-F5344CB8AC3E}">
        <p14:creationId xmlns:p14="http://schemas.microsoft.com/office/powerpoint/2010/main" val="2143142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b="0" i="0" dirty="0" err="1">
                <a:solidFill>
                  <a:srgbClr val="FF0000"/>
                </a:solidFill>
                <a:effectLst/>
                <a:latin typeface="Google Sans"/>
              </a:rPr>
              <a:t>mathematicskgz@gmail.com</a:t>
            </a:r>
            <a:r>
              <a:rPr lang="en-US" dirty="0" err="1">
                <a:solidFill>
                  <a:srgbClr val="FF0000"/>
                </a:solidFill>
              </a:rPr>
              <a:t>@gmail.com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10443</TotalTime>
  <Words>581</Words>
  <Application>Microsoft Office PowerPoint</Application>
  <PresentationFormat>A4 Paper (210x297 mm)</PresentationFormat>
  <Paragraphs>178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Calibri Light</vt:lpstr>
      <vt:lpstr>Arial</vt:lpstr>
      <vt:lpstr>Google Sans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504</cp:revision>
  <cp:lastPrinted>2024-05-13T16:24:06Z</cp:lastPrinted>
  <dcterms:created xsi:type="dcterms:W3CDTF">2017-01-17T16:57:04Z</dcterms:created>
  <dcterms:modified xsi:type="dcterms:W3CDTF">2024-05-13T16:29:37Z</dcterms:modified>
</cp:coreProperties>
</file>