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8" r:id="rId3"/>
    <p:sldId id="943" r:id="rId4"/>
    <p:sldId id="941" r:id="rId5"/>
    <p:sldId id="946" r:id="rId6"/>
    <p:sldId id="949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23FC69DB-E2C3-459F-AF24-54A41796DE8D}">
          <p14:sldIdLst>
            <p14:sldId id="947"/>
          </p14:sldIdLst>
        </p14:section>
        <p14:section name="Титулдук слайд" id="{4526232E-BE25-4629-85A8-49CC3B4A2D28}">
          <p14:sldIdLst>
            <p14:sldId id="948"/>
          </p14:sldIdLst>
        </p14:section>
        <p14:section name="Оюн" id="{197FF5E7-57A8-40D7-8FA0-8A089C366947}">
          <p14:sldIdLst>
            <p14:sldId id="943"/>
          </p14:sldIdLst>
        </p14:section>
        <p14:section name="Жооп баракчасы" id="{411D3605-D9E8-4479-810F-9FCE82E3AFDB}">
          <p14:sldIdLst>
            <p14:sldId id="941"/>
          </p14:sldIdLst>
        </p14:section>
        <p14:section name="Чыгарып таратуу үчүн" id="{627A7875-ACBC-4333-B580-4A1285613FDF}">
          <p14:sldIdLst>
            <p14:sldId id="946"/>
          </p14:sldIdLst>
        </p14:section>
        <p14:section name="Кайтарым байланыш" id="{AB07A4C2-769B-44EC-86CC-DF7BF6CEE6B9}">
          <p14:sldIdLst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28/08/2024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Ондуктар – бүтүн сандар менен – </a:t>
            </a:r>
            <a:r>
              <a:rPr lang="ru-RU" sz="2000" b="1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Бөлүү</a:t>
            </a:r>
            <a:r>
              <a:rPr lang="en-US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барагы жана таратма материалдар бар.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Туура жооп берген командага жараша «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X»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«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O»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58778" y="2377664"/>
            <a:ext cx="6751875" cy="4480335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DE2B6BB-3168-A74F-3E7D-F71288AA683F}"/>
              </a:ext>
            </a:extLst>
          </p:cNvPr>
          <p:cNvSpPr txBox="1"/>
          <p:nvPr/>
        </p:nvSpPr>
        <p:spPr>
          <a:xfrm>
            <a:off x="1934698" y="76590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Х жана О </a:t>
            </a:r>
            <a:endParaRPr kumimoji="0" lang="en-GB" sz="6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1389676" y="1057850"/>
            <a:ext cx="650851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Бүтүн жана 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Ондуктар менен бөлүү</a:t>
            </a: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4325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>
            <a:extLst>
              <a:ext uri="{FF2B5EF4-FFF2-40B4-BE49-F238E27FC236}">
                <a16:creationId xmlns:a16="http://schemas.microsoft.com/office/drawing/2014/main" id="{9D2B7269-36AB-4AF8-A0C9-88BD0F437017}"/>
              </a:ext>
            </a:extLst>
          </p:cNvPr>
          <p:cNvSpPr txBox="1"/>
          <p:nvPr/>
        </p:nvSpPr>
        <p:spPr>
          <a:xfrm>
            <a:off x="658655" y="671146"/>
            <a:ext cx="20714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4,2 ÷ 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5B726A7-A33F-402B-8E4B-802189FDDBDF}"/>
              </a:ext>
            </a:extLst>
          </p:cNvPr>
          <p:cNvSpPr txBox="1"/>
          <p:nvPr/>
        </p:nvSpPr>
        <p:spPr>
          <a:xfrm>
            <a:off x="7308836" y="671146"/>
            <a:ext cx="20714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6 ÷ 1,2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76D530-A90D-40D6-B5A2-46318997C432}"/>
              </a:ext>
            </a:extLst>
          </p:cNvPr>
          <p:cNvSpPr txBox="1"/>
          <p:nvPr/>
        </p:nvSpPr>
        <p:spPr>
          <a:xfrm>
            <a:off x="3917299" y="2952523"/>
            <a:ext cx="20714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5,4 ÷ 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D5A5201-B521-40CB-A871-FD24EE5A284D}"/>
              </a:ext>
            </a:extLst>
          </p:cNvPr>
          <p:cNvSpPr txBox="1"/>
          <p:nvPr/>
        </p:nvSpPr>
        <p:spPr>
          <a:xfrm>
            <a:off x="658655" y="5243146"/>
            <a:ext cx="20714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6,5 ÷ 5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0FEFD90-3736-4395-93B3-EBD34218AB93}"/>
              </a:ext>
            </a:extLst>
          </p:cNvPr>
          <p:cNvSpPr txBox="1"/>
          <p:nvPr/>
        </p:nvSpPr>
        <p:spPr>
          <a:xfrm>
            <a:off x="7308836" y="5243146"/>
            <a:ext cx="20714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6,8 ÷ 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FD4CB89-7F90-4B59-91A1-E14CA8104E9A}"/>
              </a:ext>
            </a:extLst>
          </p:cNvPr>
          <p:cNvSpPr txBox="1"/>
          <p:nvPr/>
        </p:nvSpPr>
        <p:spPr>
          <a:xfrm>
            <a:off x="3919094" y="671146"/>
            <a:ext cx="20714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8 ÷ 0,5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F357960-89AE-4598-89BE-2DE9C936EE67}"/>
              </a:ext>
            </a:extLst>
          </p:cNvPr>
          <p:cNvSpPr txBox="1"/>
          <p:nvPr/>
        </p:nvSpPr>
        <p:spPr>
          <a:xfrm>
            <a:off x="3743566" y="5261619"/>
            <a:ext cx="24224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16 ÷ 3,2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D65F840-9ACC-41FF-9EEB-8C3D1ABFB882}"/>
              </a:ext>
            </a:extLst>
          </p:cNvPr>
          <p:cNvSpPr txBox="1"/>
          <p:nvPr/>
        </p:nvSpPr>
        <p:spPr>
          <a:xfrm>
            <a:off x="400003" y="2998710"/>
            <a:ext cx="24224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10 ÷ 0,4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41C9B75-FC55-41CF-8951-AFC442FD9083}"/>
              </a:ext>
            </a:extLst>
          </p:cNvPr>
          <p:cNvSpPr txBox="1"/>
          <p:nvPr/>
        </p:nvSpPr>
        <p:spPr>
          <a:xfrm>
            <a:off x="7308841" y="2998710"/>
            <a:ext cx="207140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9 ÷ 0,3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19643" y="-29860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22496" y="-33156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2877" y="-43757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22692" y="2321441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3790" y="2312844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7307" y="4601523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47691" y="4578155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56077" y="4582111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21772" y="-23428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4370" y="2292931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08360" y="1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11726" y="2285877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7801" y="4585686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19508" y="4589392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23917" y="4562173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45353" y="-5581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55499" y="2279116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2413" y="2293384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95D71A-24A5-49A6-9C98-9450B6DA1604}"/>
              </a:ext>
            </a:extLst>
          </p:cNvPr>
          <p:cNvSpPr txBox="1"/>
          <p:nvPr/>
        </p:nvSpPr>
        <p:spPr>
          <a:xfrm>
            <a:off x="3626258" y="6484249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E0C2ACF-5FE8-4B21-98C6-13BD05157A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990" y="0"/>
            <a:ext cx="9250018" cy="6528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427F69C-32B8-4F3F-A1FA-38C51F77D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" y="0"/>
            <a:ext cx="4854901" cy="33682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E595839-063F-41E2-87C3-E93686F3D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7072" y="0"/>
            <a:ext cx="4854901" cy="33682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6B282FA-5AF2-4285-950C-580DA7307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" y="3489767"/>
            <a:ext cx="4854901" cy="33682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49628C-8F65-4F88-9E7E-FBE6748F3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7072" y="3489767"/>
            <a:ext cx="4854901" cy="3368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8369</TotalTime>
  <Words>151</Words>
  <Application>Microsoft Office PowerPoint</Application>
  <PresentationFormat>A4 Paper (210x297 mm)</PresentationFormat>
  <Paragraphs>37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Comic Sans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381</cp:revision>
  <cp:lastPrinted>2017-12-31T22:38:51Z</cp:lastPrinted>
  <dcterms:created xsi:type="dcterms:W3CDTF">2017-01-17T16:57:04Z</dcterms:created>
  <dcterms:modified xsi:type="dcterms:W3CDTF">2024-08-28T10:05:36Z</dcterms:modified>
</cp:coreProperties>
</file>