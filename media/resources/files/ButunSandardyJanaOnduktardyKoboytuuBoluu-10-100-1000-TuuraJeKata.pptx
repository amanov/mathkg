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73" r:id="rId2"/>
    <p:sldId id="948" r:id="rId3"/>
    <p:sldId id="949" r:id="rId4"/>
    <p:sldId id="945" r:id="rId5"/>
    <p:sldId id="947" r:id="rId6"/>
    <p:sldId id="946" r:id="rId7"/>
    <p:sldId id="976" r:id="rId8"/>
    <p:sldId id="951" r:id="rId9"/>
    <p:sldId id="952" r:id="rId10"/>
    <p:sldId id="975" r:id="rId11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5FD405A-4552-4651-B655-499861A2D33D}">
          <p14:sldIdLst>
            <p14:sldId id="973"/>
          </p14:sldIdLst>
        </p14:section>
        <p14:section name="Көрсөтүү үчүн" id="{059544AC-2C27-45B1-9F95-F87DF8854DD6}">
          <p14:sldIdLst>
            <p14:sldId id="948"/>
            <p14:sldId id="949"/>
          </p14:sldIdLst>
        </p14:section>
        <p14:section name="Жооптор" id="{1FEDB314-42DC-4694-9B04-D4A4AAE625F7}">
          <p14:sldIdLst>
            <p14:sldId id="945"/>
            <p14:sldId id="947"/>
            <p14:sldId id="946"/>
          </p14:sldIdLst>
        </p14:section>
        <p14:section name="таркатма материалдар" id="{A78D9305-6AAE-4715-A210-52F6908F30F7}">
          <p14:sldIdLst>
            <p14:sldId id="976"/>
            <p14:sldId id="951"/>
            <p14:sldId id="952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78226"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Бүтүн жана ондук сандар – 10, 100, 1000гө көбөйтүү жана бөлүү –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ky-KG" dirty="0">
                <a:latin typeface="Arial" panose="020B0604020202020204" pitchFamily="34" charset="0"/>
                <a:cs typeface="Arial" panose="020B0604020202020204" pitchFamily="34" charset="0"/>
              </a:rPr>
              <a:t> Чечим чыгаруу -  Туура же Ката</a:t>
            </a: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y-KG" sz="2800" dirty="0">
                <a:latin typeface="Arial" panose="020B0604020202020204" pitchFamily="34" charset="0"/>
                <a:cs typeface="Arial" panose="020B0604020202020204" pitchFamily="34" charset="0"/>
              </a:rPr>
              <a:t>Көнүгүүлөр топтомун текшерип, аларды </a:t>
            </a:r>
            <a:r>
              <a:rPr lang="ky-KG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Туура</a:t>
            </a:r>
            <a:r>
              <a:rPr lang="ky-KG" sz="2800" dirty="0">
                <a:latin typeface="Arial" panose="020B0604020202020204" pitchFamily="34" charset="0"/>
                <a:cs typeface="Arial" panose="020B0604020202020204" pitchFamily="34" charset="0"/>
              </a:rPr>
              <a:t> же </a:t>
            </a:r>
            <a:r>
              <a:rPr lang="ky-KG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Ката</a:t>
            </a:r>
            <a:r>
              <a:rPr lang="ky-KG" sz="2800" dirty="0">
                <a:latin typeface="Arial" panose="020B0604020202020204" pitchFamily="34" charset="0"/>
                <a:cs typeface="Arial" panose="020B0604020202020204" pitchFamily="34" charset="0"/>
              </a:rPr>
              <a:t> деп эки топко бөлүңүз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y-KG" sz="2800" dirty="0">
                <a:latin typeface="Arial" panose="020B0604020202020204" pitchFamily="34" charset="0"/>
                <a:cs typeface="Arial" panose="020B0604020202020204" pitchFamily="34" charset="0"/>
              </a:rPr>
              <a:t>Көнүгүүлөр топтомун 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кесип </a:t>
            </a:r>
            <a:r>
              <a:rPr lang="ky-KG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кажети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жок.</a:t>
            </a: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Карталар 3 өлчөмдө болот.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08B35E01-A81B-E77A-6292-F7C9C83185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1" r="2557"/>
          <a:stretch/>
        </p:blipFill>
        <p:spPr>
          <a:xfrm>
            <a:off x="568980" y="229198"/>
            <a:ext cx="9245580" cy="639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9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3" name="Table 5">
            <a:extLst>
              <a:ext uri="{FF2B5EF4-FFF2-40B4-BE49-F238E27FC236}">
                <a16:creationId xmlns:a16="http://schemas.microsoft.com/office/drawing/2014/main" id="{637F0572-EB57-B983-8D32-C4502FD2D7F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2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4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5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7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8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10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11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1" y="4613617"/>
            <a:ext cx="48282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13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461361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14</a:t>
            </a:r>
            <a:endParaRPr lang="en-GB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3273243" y="571597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17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3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6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9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3506177"/>
            <a:ext cx="41956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12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0" y="4613617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15</a:t>
            </a:r>
            <a:endParaRPr lang="en-GB" sz="16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71F3BF-0625-450B-9FF2-79108E62C6A6}"/>
              </a:ext>
            </a:extLst>
          </p:cNvPr>
          <p:cNvSpPr txBox="1"/>
          <p:nvPr/>
        </p:nvSpPr>
        <p:spPr>
          <a:xfrm>
            <a:off x="6476811" y="5746225"/>
            <a:ext cx="48673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18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A7320D-0BDC-405E-8F70-95595FD42B00}"/>
              </a:ext>
            </a:extLst>
          </p:cNvPr>
          <p:cNvSpPr txBox="1"/>
          <p:nvPr/>
        </p:nvSpPr>
        <p:spPr>
          <a:xfrm>
            <a:off x="2803708" y="-61540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DEF9B-CCAC-55F7-2D20-BD1928C77104}"/>
              </a:ext>
            </a:extLst>
          </p:cNvPr>
          <p:cNvSpPr/>
          <p:nvPr/>
        </p:nvSpPr>
        <p:spPr>
          <a:xfrm>
            <a:off x="101905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A056-7B97-8DB7-BCF0-E9E1DBA138C1}"/>
              </a:ext>
            </a:extLst>
          </p:cNvPr>
          <p:cNvSpPr/>
          <p:nvPr/>
        </p:nvSpPr>
        <p:spPr>
          <a:xfrm>
            <a:off x="132758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3511-1E40-6C45-DE63-E7D2C0F4EC9F}"/>
              </a:ext>
            </a:extLst>
          </p:cNvPr>
          <p:cNvSpPr/>
          <p:nvPr/>
        </p:nvSpPr>
        <p:spPr>
          <a:xfrm>
            <a:off x="163508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20C3-547B-85FE-D678-321658B7F8AC}"/>
              </a:ext>
            </a:extLst>
          </p:cNvPr>
          <p:cNvSpPr/>
          <p:nvPr/>
        </p:nvSpPr>
        <p:spPr>
          <a:xfrm>
            <a:off x="194361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92F71-1175-D8CF-A1C2-99E2D81ADD04}"/>
              </a:ext>
            </a:extLst>
          </p:cNvPr>
          <p:cNvSpPr/>
          <p:nvPr/>
        </p:nvSpPr>
        <p:spPr>
          <a:xfrm>
            <a:off x="101905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4ED0A-4323-44F6-E0DD-EC97A61E0C8D}"/>
              </a:ext>
            </a:extLst>
          </p:cNvPr>
          <p:cNvSpPr/>
          <p:nvPr/>
        </p:nvSpPr>
        <p:spPr>
          <a:xfrm>
            <a:off x="132758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3E68F-EF37-58BB-8240-5CEF7F042DD6}"/>
              </a:ext>
            </a:extLst>
          </p:cNvPr>
          <p:cNvSpPr/>
          <p:nvPr/>
        </p:nvSpPr>
        <p:spPr>
          <a:xfrm>
            <a:off x="163508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1A8A6-BB38-1EEF-9E46-2C86902BD10C}"/>
              </a:ext>
            </a:extLst>
          </p:cNvPr>
          <p:cNvSpPr/>
          <p:nvPr/>
        </p:nvSpPr>
        <p:spPr>
          <a:xfrm>
            <a:off x="194361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C0703-5EED-AB2B-D726-B04AC563D74C}"/>
              </a:ext>
            </a:extLst>
          </p:cNvPr>
          <p:cNvSpPr txBox="1"/>
          <p:nvPr/>
        </p:nvSpPr>
        <p:spPr>
          <a:xfrm>
            <a:off x="224936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047B4-71BD-26C5-5463-587D55ED7831}"/>
              </a:ext>
            </a:extLst>
          </p:cNvPr>
          <p:cNvSpPr txBox="1"/>
          <p:nvPr/>
        </p:nvSpPr>
        <p:spPr>
          <a:xfrm>
            <a:off x="642897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D0E4E2-35BA-70DE-C959-1E25583EF5F4}"/>
              </a:ext>
            </a:extLst>
          </p:cNvPr>
          <p:cNvSpPr/>
          <p:nvPr/>
        </p:nvSpPr>
        <p:spPr>
          <a:xfrm>
            <a:off x="7532956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E4EFE51-D063-8FE2-87B9-EE639316A598}"/>
              </a:ext>
            </a:extLst>
          </p:cNvPr>
          <p:cNvSpPr/>
          <p:nvPr/>
        </p:nvSpPr>
        <p:spPr>
          <a:xfrm>
            <a:off x="784045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9DF0BBF-978C-6FA6-7E3E-F57E69B73765}"/>
              </a:ext>
            </a:extLst>
          </p:cNvPr>
          <p:cNvSpPr/>
          <p:nvPr/>
        </p:nvSpPr>
        <p:spPr>
          <a:xfrm>
            <a:off x="814898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2DE6DC-7D72-DFB3-B434-674C755BBB06}"/>
              </a:ext>
            </a:extLst>
          </p:cNvPr>
          <p:cNvSpPr/>
          <p:nvPr/>
        </p:nvSpPr>
        <p:spPr>
          <a:xfrm>
            <a:off x="845607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E14247E-A263-8941-BCCE-8129F04111DC}"/>
              </a:ext>
            </a:extLst>
          </p:cNvPr>
          <p:cNvSpPr/>
          <p:nvPr/>
        </p:nvSpPr>
        <p:spPr>
          <a:xfrm>
            <a:off x="7532956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109F95-15F7-3AE5-F661-7FBBFDC6C73F}"/>
              </a:ext>
            </a:extLst>
          </p:cNvPr>
          <p:cNvSpPr/>
          <p:nvPr/>
        </p:nvSpPr>
        <p:spPr>
          <a:xfrm>
            <a:off x="784045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C0E708-5773-EFFD-5910-92F67AB8AB33}"/>
              </a:ext>
            </a:extLst>
          </p:cNvPr>
          <p:cNvSpPr/>
          <p:nvPr/>
        </p:nvSpPr>
        <p:spPr>
          <a:xfrm>
            <a:off x="814898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94F7732-E07F-A7F5-A5B3-7C3328BB6A82}"/>
              </a:ext>
            </a:extLst>
          </p:cNvPr>
          <p:cNvSpPr/>
          <p:nvPr/>
        </p:nvSpPr>
        <p:spPr>
          <a:xfrm>
            <a:off x="845607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DA07F61-085C-E16B-BFA8-614868BA2196}"/>
              </a:ext>
            </a:extLst>
          </p:cNvPr>
          <p:cNvSpPr txBox="1"/>
          <p:nvPr/>
        </p:nvSpPr>
        <p:spPr>
          <a:xfrm>
            <a:off x="876429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79C367-4060-2526-2570-9D76123FE4BA}"/>
              </a:ext>
            </a:extLst>
          </p:cNvPr>
          <p:cNvSpPr txBox="1"/>
          <p:nvPr/>
        </p:nvSpPr>
        <p:spPr>
          <a:xfrm>
            <a:off x="6848265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C92D3F4-64A7-541D-CBF1-7B1B21261F46}"/>
              </a:ext>
            </a:extLst>
          </p:cNvPr>
          <p:cNvSpPr/>
          <p:nvPr/>
        </p:nvSpPr>
        <p:spPr>
          <a:xfrm>
            <a:off x="8422860" y="51259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6FD7552F-FB0D-84DB-5924-E6F46D6C5CE5}"/>
              </a:ext>
            </a:extLst>
          </p:cNvPr>
          <p:cNvSpPr/>
          <p:nvPr/>
        </p:nvSpPr>
        <p:spPr>
          <a:xfrm>
            <a:off x="8422860" y="911293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DBADDB38-548F-E1B4-8BA4-443ACE4217CB}"/>
              </a:ext>
            </a:extLst>
          </p:cNvPr>
          <p:cNvSpPr/>
          <p:nvPr/>
        </p:nvSpPr>
        <p:spPr>
          <a:xfrm>
            <a:off x="65737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85EF78C-AF68-4D86-5E73-E61C35F6626F}"/>
              </a:ext>
            </a:extLst>
          </p:cNvPr>
          <p:cNvSpPr/>
          <p:nvPr/>
        </p:nvSpPr>
        <p:spPr>
          <a:xfrm>
            <a:off x="96590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927B296-E239-F083-CB41-31BA3CC5204A}"/>
              </a:ext>
            </a:extLst>
          </p:cNvPr>
          <p:cNvSpPr/>
          <p:nvPr/>
        </p:nvSpPr>
        <p:spPr>
          <a:xfrm>
            <a:off x="127340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5DF5A83-D549-E5E2-414B-273B489286CC}"/>
              </a:ext>
            </a:extLst>
          </p:cNvPr>
          <p:cNvSpPr/>
          <p:nvPr/>
        </p:nvSpPr>
        <p:spPr>
          <a:xfrm>
            <a:off x="158193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EBD583-640D-1C78-EA7F-C5577E5744B1}"/>
              </a:ext>
            </a:extLst>
          </p:cNvPr>
          <p:cNvSpPr/>
          <p:nvPr/>
        </p:nvSpPr>
        <p:spPr>
          <a:xfrm>
            <a:off x="1889025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B507329-C057-9747-ED2F-E7C6732003A8}"/>
              </a:ext>
            </a:extLst>
          </p:cNvPr>
          <p:cNvSpPr/>
          <p:nvPr/>
        </p:nvSpPr>
        <p:spPr>
          <a:xfrm>
            <a:off x="65737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74606A-01E7-3002-B0F3-54EA2A148AC6}"/>
              </a:ext>
            </a:extLst>
          </p:cNvPr>
          <p:cNvSpPr/>
          <p:nvPr/>
        </p:nvSpPr>
        <p:spPr>
          <a:xfrm>
            <a:off x="96590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B095A7D-391D-8CF9-01A5-1239BC18E5B8}"/>
              </a:ext>
            </a:extLst>
          </p:cNvPr>
          <p:cNvSpPr/>
          <p:nvPr/>
        </p:nvSpPr>
        <p:spPr>
          <a:xfrm>
            <a:off x="127340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414F000-7D40-5487-5427-929CDDBC4DDF}"/>
              </a:ext>
            </a:extLst>
          </p:cNvPr>
          <p:cNvSpPr/>
          <p:nvPr/>
        </p:nvSpPr>
        <p:spPr>
          <a:xfrm>
            <a:off x="158193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16C8BBC-F160-9534-B4B0-C3386B75286A}"/>
              </a:ext>
            </a:extLst>
          </p:cNvPr>
          <p:cNvSpPr/>
          <p:nvPr/>
        </p:nvSpPr>
        <p:spPr>
          <a:xfrm>
            <a:off x="1889025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D23AF42-89BC-EE31-4095-472422EA20B9}"/>
              </a:ext>
            </a:extLst>
          </p:cNvPr>
          <p:cNvSpPr txBox="1"/>
          <p:nvPr/>
        </p:nvSpPr>
        <p:spPr>
          <a:xfrm>
            <a:off x="2194858" y="148107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42C59C2-DD08-FCBC-80FE-E79A96E4CB71}"/>
              </a:ext>
            </a:extLst>
          </p:cNvPr>
          <p:cNvSpPr txBox="1"/>
          <p:nvPr/>
        </p:nvSpPr>
        <p:spPr>
          <a:xfrm>
            <a:off x="281211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12AED69-A61C-A5CF-A7D7-DF9D691F2CD0}"/>
              </a:ext>
            </a:extLst>
          </p:cNvPr>
          <p:cNvSpPr/>
          <p:nvPr/>
        </p:nvSpPr>
        <p:spPr>
          <a:xfrm>
            <a:off x="1855806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9F3610B-0B79-C6D1-2DC9-A194BEC390CD}"/>
              </a:ext>
            </a:extLst>
          </p:cNvPr>
          <p:cNvSpPr/>
          <p:nvPr/>
        </p:nvSpPr>
        <p:spPr>
          <a:xfrm>
            <a:off x="1855806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445CEA4-6AB7-609E-54DC-7B0E7A4DA1AF}"/>
              </a:ext>
            </a:extLst>
          </p:cNvPr>
          <p:cNvSpPr/>
          <p:nvPr/>
        </p:nvSpPr>
        <p:spPr>
          <a:xfrm>
            <a:off x="394089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C978CA2-658F-48F7-0084-D2DA25287E75}"/>
              </a:ext>
            </a:extLst>
          </p:cNvPr>
          <p:cNvSpPr/>
          <p:nvPr/>
        </p:nvSpPr>
        <p:spPr>
          <a:xfrm>
            <a:off x="424942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4397914-2FC4-67F7-B598-A27606E8804D}"/>
              </a:ext>
            </a:extLst>
          </p:cNvPr>
          <p:cNvSpPr/>
          <p:nvPr/>
        </p:nvSpPr>
        <p:spPr>
          <a:xfrm>
            <a:off x="455692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54D0D9-99D2-41DB-D722-4BDC4D192AA9}"/>
              </a:ext>
            </a:extLst>
          </p:cNvPr>
          <p:cNvSpPr/>
          <p:nvPr/>
        </p:nvSpPr>
        <p:spPr>
          <a:xfrm>
            <a:off x="486545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08866EEA-B432-C320-DFFE-A1CD6F2AAE9F}"/>
              </a:ext>
            </a:extLst>
          </p:cNvPr>
          <p:cNvSpPr/>
          <p:nvPr/>
        </p:nvSpPr>
        <p:spPr>
          <a:xfrm>
            <a:off x="517255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F0D0852-775C-EB3F-7AF9-205688936B97}"/>
              </a:ext>
            </a:extLst>
          </p:cNvPr>
          <p:cNvSpPr/>
          <p:nvPr/>
        </p:nvSpPr>
        <p:spPr>
          <a:xfrm>
            <a:off x="548108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BA9D3D1-16EC-25B3-2C10-8F70F64C9C27}"/>
              </a:ext>
            </a:extLst>
          </p:cNvPr>
          <p:cNvSpPr/>
          <p:nvPr/>
        </p:nvSpPr>
        <p:spPr>
          <a:xfrm>
            <a:off x="394089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0D16CD1-9F83-CA19-37C1-B9E6F6B49515}"/>
              </a:ext>
            </a:extLst>
          </p:cNvPr>
          <p:cNvSpPr/>
          <p:nvPr/>
        </p:nvSpPr>
        <p:spPr>
          <a:xfrm>
            <a:off x="424942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C0977A5-6F9D-323D-F0BF-E614B183B553}"/>
              </a:ext>
            </a:extLst>
          </p:cNvPr>
          <p:cNvSpPr/>
          <p:nvPr/>
        </p:nvSpPr>
        <p:spPr>
          <a:xfrm>
            <a:off x="455692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E458DA8-2264-75F4-6C85-F0FF7874C14D}"/>
              </a:ext>
            </a:extLst>
          </p:cNvPr>
          <p:cNvSpPr/>
          <p:nvPr/>
        </p:nvSpPr>
        <p:spPr>
          <a:xfrm>
            <a:off x="486545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875822B-896D-D0F3-3AC0-674E629DB5B9}"/>
              </a:ext>
            </a:extLst>
          </p:cNvPr>
          <p:cNvSpPr/>
          <p:nvPr/>
        </p:nvSpPr>
        <p:spPr>
          <a:xfrm>
            <a:off x="517255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CB3F106-A3C8-E261-D2D7-2AD783A11D57}"/>
              </a:ext>
            </a:extLst>
          </p:cNvPr>
          <p:cNvSpPr/>
          <p:nvPr/>
        </p:nvSpPr>
        <p:spPr>
          <a:xfrm>
            <a:off x="548108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F47315C-AEEE-4F22-36F4-5377D11D45AB}"/>
              </a:ext>
            </a:extLst>
          </p:cNvPr>
          <p:cNvSpPr txBox="1"/>
          <p:nvPr/>
        </p:nvSpPr>
        <p:spPr>
          <a:xfrm>
            <a:off x="5799061" y="148107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BED9501-6B57-08D0-01E2-6BEBB5C2BA49}"/>
              </a:ext>
            </a:extLst>
          </p:cNvPr>
          <p:cNvSpPr txBox="1"/>
          <p:nvPr/>
        </p:nvSpPr>
        <p:spPr>
          <a:xfrm>
            <a:off x="3564737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AC06664-E227-9608-1C6B-80FCBB532D72}"/>
              </a:ext>
            </a:extLst>
          </p:cNvPr>
          <p:cNvSpPr/>
          <p:nvPr/>
        </p:nvSpPr>
        <p:spPr>
          <a:xfrm>
            <a:off x="5139332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335BB21A-72A0-D39F-486F-ADE5C5553317}"/>
              </a:ext>
            </a:extLst>
          </p:cNvPr>
          <p:cNvSpPr/>
          <p:nvPr/>
        </p:nvSpPr>
        <p:spPr>
          <a:xfrm>
            <a:off x="5139332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2E3C56-8226-32BA-5834-6AD388A8D370}"/>
              </a:ext>
            </a:extLst>
          </p:cNvPr>
          <p:cNvSpPr/>
          <p:nvPr/>
        </p:nvSpPr>
        <p:spPr>
          <a:xfrm>
            <a:off x="722442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0380E02-5473-BD32-5CAE-9F9D9DBD97D1}"/>
              </a:ext>
            </a:extLst>
          </p:cNvPr>
          <p:cNvSpPr/>
          <p:nvPr/>
        </p:nvSpPr>
        <p:spPr>
          <a:xfrm>
            <a:off x="753295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279BE15-486A-E984-98A7-5198DC793FB1}"/>
              </a:ext>
            </a:extLst>
          </p:cNvPr>
          <p:cNvSpPr/>
          <p:nvPr/>
        </p:nvSpPr>
        <p:spPr>
          <a:xfrm>
            <a:off x="784045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DBBF3AB5-80D5-2C01-5656-FF21B0AD9281}"/>
              </a:ext>
            </a:extLst>
          </p:cNvPr>
          <p:cNvSpPr/>
          <p:nvPr/>
        </p:nvSpPr>
        <p:spPr>
          <a:xfrm>
            <a:off x="814898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E6428D40-421A-0B75-23CE-13D549A579E1}"/>
              </a:ext>
            </a:extLst>
          </p:cNvPr>
          <p:cNvSpPr/>
          <p:nvPr/>
        </p:nvSpPr>
        <p:spPr>
          <a:xfrm>
            <a:off x="845607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D95C2F0-71A6-1DD2-851B-2423E9E1E835}"/>
              </a:ext>
            </a:extLst>
          </p:cNvPr>
          <p:cNvSpPr/>
          <p:nvPr/>
        </p:nvSpPr>
        <p:spPr>
          <a:xfrm>
            <a:off x="876460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ADFAEAB-FB11-2CA6-AAA5-7E627FC71FED}"/>
              </a:ext>
            </a:extLst>
          </p:cNvPr>
          <p:cNvSpPr/>
          <p:nvPr/>
        </p:nvSpPr>
        <p:spPr>
          <a:xfrm>
            <a:off x="722442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847896C-0BB5-0A9E-3F0D-0AE2B983B980}"/>
              </a:ext>
            </a:extLst>
          </p:cNvPr>
          <p:cNvSpPr/>
          <p:nvPr/>
        </p:nvSpPr>
        <p:spPr>
          <a:xfrm>
            <a:off x="753295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6F18749-3863-641B-641C-2866D68499CC}"/>
              </a:ext>
            </a:extLst>
          </p:cNvPr>
          <p:cNvSpPr/>
          <p:nvPr/>
        </p:nvSpPr>
        <p:spPr>
          <a:xfrm>
            <a:off x="784045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618C49C-6086-DF34-3788-03AC083341B6}"/>
              </a:ext>
            </a:extLst>
          </p:cNvPr>
          <p:cNvSpPr/>
          <p:nvPr/>
        </p:nvSpPr>
        <p:spPr>
          <a:xfrm>
            <a:off x="814898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F5F684D-B4D0-5D46-0DEF-C442F02D05DC}"/>
              </a:ext>
            </a:extLst>
          </p:cNvPr>
          <p:cNvSpPr/>
          <p:nvPr/>
        </p:nvSpPr>
        <p:spPr>
          <a:xfrm>
            <a:off x="845607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5D9A33C-5B14-308D-18DD-D4B52BC3212D}"/>
              </a:ext>
            </a:extLst>
          </p:cNvPr>
          <p:cNvSpPr/>
          <p:nvPr/>
        </p:nvSpPr>
        <p:spPr>
          <a:xfrm>
            <a:off x="876460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A500E63-831A-BEA4-18C2-8945A940A389}"/>
              </a:ext>
            </a:extLst>
          </p:cNvPr>
          <p:cNvSpPr txBox="1"/>
          <p:nvPr/>
        </p:nvSpPr>
        <p:spPr>
          <a:xfrm>
            <a:off x="9082589" y="257835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CC90524-7C4F-D7E5-9561-35572B823FD6}"/>
              </a:ext>
            </a:extLst>
          </p:cNvPr>
          <p:cNvSpPr txBox="1"/>
          <p:nvPr/>
        </p:nvSpPr>
        <p:spPr>
          <a:xfrm>
            <a:off x="6848265" y="29616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E4A20421-B09A-5658-9411-83E9D7B57D85}"/>
              </a:ext>
            </a:extLst>
          </p:cNvPr>
          <p:cNvSpPr/>
          <p:nvPr/>
        </p:nvSpPr>
        <p:spPr>
          <a:xfrm>
            <a:off x="8422860" y="2715469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74CADDCE-03EA-0CCB-2793-3E5728D82F6A}"/>
              </a:ext>
            </a:extLst>
          </p:cNvPr>
          <p:cNvSpPr/>
          <p:nvPr/>
        </p:nvSpPr>
        <p:spPr>
          <a:xfrm>
            <a:off x="8422860" y="311416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EC654A95-E7D4-3CA1-1485-DF28BD686EC3}"/>
              </a:ext>
            </a:extLst>
          </p:cNvPr>
          <p:cNvSpPr/>
          <p:nvPr/>
        </p:nvSpPr>
        <p:spPr>
          <a:xfrm>
            <a:off x="71348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01D1A237-94C9-DAC0-746F-36695EB42818}"/>
              </a:ext>
            </a:extLst>
          </p:cNvPr>
          <p:cNvSpPr/>
          <p:nvPr/>
        </p:nvSpPr>
        <p:spPr>
          <a:xfrm>
            <a:off x="102099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AC2BB126-1601-EADE-3927-6199525610E2}"/>
              </a:ext>
            </a:extLst>
          </p:cNvPr>
          <p:cNvSpPr/>
          <p:nvPr/>
        </p:nvSpPr>
        <p:spPr>
          <a:xfrm>
            <a:off x="132952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E9D9718-35D2-A6B9-E08D-F1ECEED76CA8}"/>
              </a:ext>
            </a:extLst>
          </p:cNvPr>
          <p:cNvSpPr/>
          <p:nvPr/>
        </p:nvSpPr>
        <p:spPr>
          <a:xfrm>
            <a:off x="163661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76861F53-E81B-07C5-9FE0-E42B2B19D9B5}"/>
              </a:ext>
            </a:extLst>
          </p:cNvPr>
          <p:cNvSpPr/>
          <p:nvPr/>
        </p:nvSpPr>
        <p:spPr>
          <a:xfrm>
            <a:off x="194514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6DE93C92-EDC0-2D44-CB09-E32D56DD944A}"/>
              </a:ext>
            </a:extLst>
          </p:cNvPr>
          <p:cNvSpPr/>
          <p:nvPr/>
        </p:nvSpPr>
        <p:spPr>
          <a:xfrm>
            <a:off x="71348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AE7C43B0-11F9-4B9F-7C98-1947612C9282}"/>
              </a:ext>
            </a:extLst>
          </p:cNvPr>
          <p:cNvSpPr/>
          <p:nvPr/>
        </p:nvSpPr>
        <p:spPr>
          <a:xfrm>
            <a:off x="102099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2EFC751F-0FF5-ABC2-62EF-3E945D867357}"/>
              </a:ext>
            </a:extLst>
          </p:cNvPr>
          <p:cNvSpPr/>
          <p:nvPr/>
        </p:nvSpPr>
        <p:spPr>
          <a:xfrm>
            <a:off x="132952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D8C33AC-4F3F-E522-E055-79EED0EA24DA}"/>
              </a:ext>
            </a:extLst>
          </p:cNvPr>
          <p:cNvSpPr/>
          <p:nvPr/>
        </p:nvSpPr>
        <p:spPr>
          <a:xfrm>
            <a:off x="163661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D2EF12B2-5520-890F-3448-50168F0D7718}"/>
              </a:ext>
            </a:extLst>
          </p:cNvPr>
          <p:cNvSpPr/>
          <p:nvPr/>
        </p:nvSpPr>
        <p:spPr>
          <a:xfrm>
            <a:off x="194514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1D0C0919-F98C-ED4E-E566-F2CE29F783BF}"/>
              </a:ext>
            </a:extLst>
          </p:cNvPr>
          <p:cNvSpPr txBox="1"/>
          <p:nvPr/>
        </p:nvSpPr>
        <p:spPr>
          <a:xfrm>
            <a:off x="2256772" y="3683949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1000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9561EE5D-4DB8-99B2-D205-BA06D577C5D5}"/>
              </a:ext>
            </a:extLst>
          </p:cNvPr>
          <p:cNvSpPr txBox="1"/>
          <p:nvPr/>
        </p:nvSpPr>
        <p:spPr>
          <a:xfrm>
            <a:off x="343123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5E5AFFAD-3462-DF3F-C61B-230F5C9EA4FC}"/>
              </a:ext>
            </a:extLst>
          </p:cNvPr>
          <p:cNvSpPr/>
          <p:nvPr/>
        </p:nvSpPr>
        <p:spPr>
          <a:xfrm>
            <a:off x="1603393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C7F5C2F8-2752-3982-723D-FF9D833D1CD4}"/>
              </a:ext>
            </a:extLst>
          </p:cNvPr>
          <p:cNvSpPr/>
          <p:nvPr/>
        </p:nvSpPr>
        <p:spPr>
          <a:xfrm>
            <a:off x="1603393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BE8453F5-0FF3-C90D-FFB9-81586D2ADAAF}"/>
              </a:ext>
            </a:extLst>
          </p:cNvPr>
          <p:cNvSpPr/>
          <p:nvPr/>
        </p:nvSpPr>
        <p:spPr>
          <a:xfrm>
            <a:off x="722442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6C143EF9-A037-B861-94AF-93826E80C750}"/>
              </a:ext>
            </a:extLst>
          </p:cNvPr>
          <p:cNvSpPr/>
          <p:nvPr/>
        </p:nvSpPr>
        <p:spPr>
          <a:xfrm>
            <a:off x="753295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E20EAD5F-6996-C0F5-0CDD-0B7499140363}"/>
              </a:ext>
            </a:extLst>
          </p:cNvPr>
          <p:cNvSpPr/>
          <p:nvPr/>
        </p:nvSpPr>
        <p:spPr>
          <a:xfrm>
            <a:off x="784045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81FA58F6-3DF1-A4D5-50BA-FA0A0E68C6E2}"/>
              </a:ext>
            </a:extLst>
          </p:cNvPr>
          <p:cNvSpPr/>
          <p:nvPr/>
        </p:nvSpPr>
        <p:spPr>
          <a:xfrm>
            <a:off x="814898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7D2AFA91-DE23-8B12-1659-5E0C427CA774}"/>
              </a:ext>
            </a:extLst>
          </p:cNvPr>
          <p:cNvSpPr/>
          <p:nvPr/>
        </p:nvSpPr>
        <p:spPr>
          <a:xfrm>
            <a:off x="845607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DD810D11-C106-6ED5-32A8-3137621A062E}"/>
              </a:ext>
            </a:extLst>
          </p:cNvPr>
          <p:cNvSpPr/>
          <p:nvPr/>
        </p:nvSpPr>
        <p:spPr>
          <a:xfrm>
            <a:off x="876460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C931E2A7-24F5-7A4A-7C54-4AF18FBF4F7B}"/>
              </a:ext>
            </a:extLst>
          </p:cNvPr>
          <p:cNvSpPr/>
          <p:nvPr/>
        </p:nvSpPr>
        <p:spPr>
          <a:xfrm>
            <a:off x="722442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66091065-851F-5720-6685-03319F59B491}"/>
              </a:ext>
            </a:extLst>
          </p:cNvPr>
          <p:cNvSpPr/>
          <p:nvPr/>
        </p:nvSpPr>
        <p:spPr>
          <a:xfrm>
            <a:off x="753295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70D606AA-0F42-822E-9F5A-68EDAD8F1B1E}"/>
              </a:ext>
            </a:extLst>
          </p:cNvPr>
          <p:cNvSpPr/>
          <p:nvPr/>
        </p:nvSpPr>
        <p:spPr>
          <a:xfrm>
            <a:off x="784045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4514D49E-1163-F1CB-EA15-1C730B317377}"/>
              </a:ext>
            </a:extLst>
          </p:cNvPr>
          <p:cNvSpPr/>
          <p:nvPr/>
        </p:nvSpPr>
        <p:spPr>
          <a:xfrm>
            <a:off x="814898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6623E42B-B8E2-C924-75C6-515EEFC07A0F}"/>
              </a:ext>
            </a:extLst>
          </p:cNvPr>
          <p:cNvSpPr/>
          <p:nvPr/>
        </p:nvSpPr>
        <p:spPr>
          <a:xfrm>
            <a:off x="845607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EFED77C4-0D74-9342-6E51-05E44E2420ED}"/>
              </a:ext>
            </a:extLst>
          </p:cNvPr>
          <p:cNvSpPr/>
          <p:nvPr/>
        </p:nvSpPr>
        <p:spPr>
          <a:xfrm>
            <a:off x="876460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E0EA2BD4-B752-323A-3E97-126F0EC1B288}"/>
              </a:ext>
            </a:extLst>
          </p:cNvPr>
          <p:cNvSpPr txBox="1"/>
          <p:nvPr/>
        </p:nvSpPr>
        <p:spPr>
          <a:xfrm>
            <a:off x="9082589" y="3683949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C368CCAD-D544-8C80-9FD3-8B8B7BF1C659}"/>
              </a:ext>
            </a:extLst>
          </p:cNvPr>
          <p:cNvSpPr txBox="1"/>
          <p:nvPr/>
        </p:nvSpPr>
        <p:spPr>
          <a:xfrm>
            <a:off x="6848265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196B22CE-15FF-AB77-4813-67C446F108FA}"/>
              </a:ext>
            </a:extLst>
          </p:cNvPr>
          <p:cNvSpPr/>
          <p:nvPr/>
        </p:nvSpPr>
        <p:spPr>
          <a:xfrm>
            <a:off x="8422860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82026C2A-A5E0-9F9E-ED1A-28C6246D3259}"/>
              </a:ext>
            </a:extLst>
          </p:cNvPr>
          <p:cNvSpPr/>
          <p:nvPr/>
        </p:nvSpPr>
        <p:spPr>
          <a:xfrm>
            <a:off x="8422860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676C0F57-4851-129D-7D32-D8E8A93A1587}"/>
              </a:ext>
            </a:extLst>
          </p:cNvPr>
          <p:cNvSpPr/>
          <p:nvPr/>
        </p:nvSpPr>
        <p:spPr>
          <a:xfrm>
            <a:off x="394089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5EF41963-06AA-6F5C-A625-338D8D36F443}"/>
              </a:ext>
            </a:extLst>
          </p:cNvPr>
          <p:cNvSpPr/>
          <p:nvPr/>
        </p:nvSpPr>
        <p:spPr>
          <a:xfrm>
            <a:off x="424942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CFB0F9F-6D89-971B-3E02-AD9923FB4074}"/>
              </a:ext>
            </a:extLst>
          </p:cNvPr>
          <p:cNvSpPr/>
          <p:nvPr/>
        </p:nvSpPr>
        <p:spPr>
          <a:xfrm>
            <a:off x="455692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9BC84905-CDDF-2132-F4CD-43B04CC63CAB}"/>
              </a:ext>
            </a:extLst>
          </p:cNvPr>
          <p:cNvSpPr/>
          <p:nvPr/>
        </p:nvSpPr>
        <p:spPr>
          <a:xfrm>
            <a:off x="486545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59440FB6-C1F5-9EC1-820A-1BAE9E0D5221}"/>
              </a:ext>
            </a:extLst>
          </p:cNvPr>
          <p:cNvSpPr/>
          <p:nvPr/>
        </p:nvSpPr>
        <p:spPr>
          <a:xfrm>
            <a:off x="517255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B2CB790-539F-9953-CF4F-AE6D628E5CEB}"/>
              </a:ext>
            </a:extLst>
          </p:cNvPr>
          <p:cNvSpPr/>
          <p:nvPr/>
        </p:nvSpPr>
        <p:spPr>
          <a:xfrm>
            <a:off x="548108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6A135B0-383F-E3D6-1127-6E4B418E0420}"/>
              </a:ext>
            </a:extLst>
          </p:cNvPr>
          <p:cNvSpPr/>
          <p:nvPr/>
        </p:nvSpPr>
        <p:spPr>
          <a:xfrm>
            <a:off x="394089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E3A5F97-AD9E-DE6C-C9A0-C2046E4D15A0}"/>
              </a:ext>
            </a:extLst>
          </p:cNvPr>
          <p:cNvSpPr/>
          <p:nvPr/>
        </p:nvSpPr>
        <p:spPr>
          <a:xfrm>
            <a:off x="424942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9E509830-264B-3F52-6B62-68766606BFA7}"/>
              </a:ext>
            </a:extLst>
          </p:cNvPr>
          <p:cNvSpPr/>
          <p:nvPr/>
        </p:nvSpPr>
        <p:spPr>
          <a:xfrm>
            <a:off x="455692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BB08917-15ED-0AC8-A832-24D4B15150C4}"/>
              </a:ext>
            </a:extLst>
          </p:cNvPr>
          <p:cNvSpPr/>
          <p:nvPr/>
        </p:nvSpPr>
        <p:spPr>
          <a:xfrm>
            <a:off x="486545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611E5ABC-05C9-9AB4-6EBC-0CF4C3004504}"/>
              </a:ext>
            </a:extLst>
          </p:cNvPr>
          <p:cNvSpPr/>
          <p:nvPr/>
        </p:nvSpPr>
        <p:spPr>
          <a:xfrm>
            <a:off x="517255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ED86A461-CAB3-AC8F-B0FF-EE636DCC0D18}"/>
              </a:ext>
            </a:extLst>
          </p:cNvPr>
          <p:cNvSpPr/>
          <p:nvPr/>
        </p:nvSpPr>
        <p:spPr>
          <a:xfrm>
            <a:off x="548108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FDF99BB-4614-EDFC-1996-12C41C54C5CE}"/>
              </a:ext>
            </a:extLst>
          </p:cNvPr>
          <p:cNvSpPr txBox="1"/>
          <p:nvPr/>
        </p:nvSpPr>
        <p:spPr>
          <a:xfrm>
            <a:off x="5799061" y="4789541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018C905-34F5-CF75-1CF8-5F6E4DD7CFD6}"/>
              </a:ext>
            </a:extLst>
          </p:cNvPr>
          <p:cNvSpPr txBox="1"/>
          <p:nvPr/>
        </p:nvSpPr>
        <p:spPr>
          <a:xfrm>
            <a:off x="3564737" y="517285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A1C906DB-4B79-B922-57E0-CCF84631828B}"/>
              </a:ext>
            </a:extLst>
          </p:cNvPr>
          <p:cNvSpPr/>
          <p:nvPr/>
        </p:nvSpPr>
        <p:spPr>
          <a:xfrm>
            <a:off x="5139332" y="4926654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966CB091-211B-7D51-A9B9-0DD29AE4BFB9}"/>
              </a:ext>
            </a:extLst>
          </p:cNvPr>
          <p:cNvSpPr/>
          <p:nvPr/>
        </p:nvSpPr>
        <p:spPr>
          <a:xfrm>
            <a:off x="5139332" y="532535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F6BD600B-BB67-AB5B-0183-4136B1A01027}"/>
              </a:ext>
            </a:extLst>
          </p:cNvPr>
          <p:cNvSpPr/>
          <p:nvPr/>
        </p:nvSpPr>
        <p:spPr>
          <a:xfrm>
            <a:off x="65737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B5706AB1-3226-A94A-2AEF-0D8DEB5E36EA}"/>
              </a:ext>
            </a:extLst>
          </p:cNvPr>
          <p:cNvSpPr/>
          <p:nvPr/>
        </p:nvSpPr>
        <p:spPr>
          <a:xfrm>
            <a:off x="96590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E6D11392-B955-E0AA-3B60-CFEED852EBED}"/>
              </a:ext>
            </a:extLst>
          </p:cNvPr>
          <p:cNvSpPr/>
          <p:nvPr/>
        </p:nvSpPr>
        <p:spPr>
          <a:xfrm>
            <a:off x="127340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30B4612-BBF4-F67D-2AD6-C8838E81A752}"/>
              </a:ext>
            </a:extLst>
          </p:cNvPr>
          <p:cNvSpPr/>
          <p:nvPr/>
        </p:nvSpPr>
        <p:spPr>
          <a:xfrm>
            <a:off x="158193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87096F4-9EA2-6D89-B86A-90763926A0BF}"/>
              </a:ext>
            </a:extLst>
          </p:cNvPr>
          <p:cNvSpPr/>
          <p:nvPr/>
        </p:nvSpPr>
        <p:spPr>
          <a:xfrm>
            <a:off x="188902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4FCB631B-9FE7-8E3C-6597-7FB1CCBF7671}"/>
              </a:ext>
            </a:extLst>
          </p:cNvPr>
          <p:cNvSpPr/>
          <p:nvPr/>
        </p:nvSpPr>
        <p:spPr>
          <a:xfrm>
            <a:off x="219755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DBA88F0-56F3-C4A6-7595-BED251797748}"/>
              </a:ext>
            </a:extLst>
          </p:cNvPr>
          <p:cNvSpPr/>
          <p:nvPr/>
        </p:nvSpPr>
        <p:spPr>
          <a:xfrm>
            <a:off x="65737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0E88FA40-DDE2-85CB-774D-B92085D9B81E}"/>
              </a:ext>
            </a:extLst>
          </p:cNvPr>
          <p:cNvSpPr/>
          <p:nvPr/>
        </p:nvSpPr>
        <p:spPr>
          <a:xfrm>
            <a:off x="96590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D5722AA-53F4-F50A-D817-5CCDEDB0B6FB}"/>
              </a:ext>
            </a:extLst>
          </p:cNvPr>
          <p:cNvSpPr/>
          <p:nvPr/>
        </p:nvSpPr>
        <p:spPr>
          <a:xfrm>
            <a:off x="127340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C8880209-F2F8-395F-D129-BF191AA3D31A}"/>
              </a:ext>
            </a:extLst>
          </p:cNvPr>
          <p:cNvSpPr/>
          <p:nvPr/>
        </p:nvSpPr>
        <p:spPr>
          <a:xfrm>
            <a:off x="158193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0BC43A5-CBFD-C046-8682-17BA1D3685E0}"/>
              </a:ext>
            </a:extLst>
          </p:cNvPr>
          <p:cNvSpPr/>
          <p:nvPr/>
        </p:nvSpPr>
        <p:spPr>
          <a:xfrm>
            <a:off x="188902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51897BD1-45FE-869D-EAF5-974F3F3A79A1}"/>
              </a:ext>
            </a:extLst>
          </p:cNvPr>
          <p:cNvSpPr/>
          <p:nvPr/>
        </p:nvSpPr>
        <p:spPr>
          <a:xfrm>
            <a:off x="219755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5237B06C-D814-B9EB-5DC6-EA33F7E296EF}"/>
              </a:ext>
            </a:extLst>
          </p:cNvPr>
          <p:cNvSpPr txBox="1"/>
          <p:nvPr/>
        </p:nvSpPr>
        <p:spPr>
          <a:xfrm>
            <a:off x="2509185" y="5895134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2000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8473094A-084B-B06E-84AE-10745D4A1E1C}"/>
              </a:ext>
            </a:extLst>
          </p:cNvPr>
          <p:cNvSpPr txBox="1"/>
          <p:nvPr/>
        </p:nvSpPr>
        <p:spPr>
          <a:xfrm>
            <a:off x="281211" y="6278443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61924E8B-5379-856C-5689-5EC5DE043786}"/>
              </a:ext>
            </a:extLst>
          </p:cNvPr>
          <p:cNvSpPr/>
          <p:nvPr/>
        </p:nvSpPr>
        <p:spPr>
          <a:xfrm>
            <a:off x="1548624" y="603224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66FDB09D-1176-A6C0-9A93-6DE96BEDF143}"/>
              </a:ext>
            </a:extLst>
          </p:cNvPr>
          <p:cNvSpPr/>
          <p:nvPr/>
        </p:nvSpPr>
        <p:spPr>
          <a:xfrm>
            <a:off x="1548624" y="643094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F1B11137-1E42-08E4-6D7E-74B04166F992}"/>
              </a:ext>
            </a:extLst>
          </p:cNvPr>
          <p:cNvSpPr txBox="1"/>
          <p:nvPr/>
        </p:nvSpPr>
        <p:spPr>
          <a:xfrm>
            <a:off x="4229415" y="536840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× 100 = 30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626B0834-014B-757D-DDFC-9EAA12511533}"/>
              </a:ext>
            </a:extLst>
          </p:cNvPr>
          <p:cNvSpPr txBox="1"/>
          <p:nvPr/>
        </p:nvSpPr>
        <p:spPr>
          <a:xfrm>
            <a:off x="7528142" y="1650745"/>
            <a:ext cx="1385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10 = 0.7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99C1D71-27C5-3F6D-36EC-F176A5C1E5A7}"/>
              </a:ext>
            </a:extLst>
          </p:cNvPr>
          <p:cNvSpPr txBox="1"/>
          <p:nvPr/>
        </p:nvSpPr>
        <p:spPr>
          <a:xfrm>
            <a:off x="806652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920 ÷ 10 = 9.2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FE5378C-7D3A-FB15-0941-74BF343FFAC2}"/>
              </a:ext>
            </a:extLst>
          </p:cNvPr>
          <p:cNvSpPr txBox="1"/>
          <p:nvPr/>
        </p:nvSpPr>
        <p:spPr>
          <a:xfrm>
            <a:off x="4132433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100 = 0.08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04FDF38C-9F5C-5AAC-0A06-C9880058C1AB}"/>
              </a:ext>
            </a:extLst>
          </p:cNvPr>
          <p:cNvSpPr txBox="1"/>
          <p:nvPr/>
        </p:nvSpPr>
        <p:spPr>
          <a:xfrm>
            <a:off x="3937668" y="3862797"/>
            <a:ext cx="2034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5.1 × 1000 = 5100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16857539-9F70-B37F-573A-1D97647EF098}"/>
              </a:ext>
            </a:extLst>
          </p:cNvPr>
          <p:cNvSpPr txBox="1"/>
          <p:nvPr/>
        </p:nvSpPr>
        <p:spPr>
          <a:xfrm>
            <a:off x="514906" y="4943449"/>
            <a:ext cx="2228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71.8 ÷ 1000 = 0.718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91AD5993-DF53-5C07-369E-0856A71C24F9}"/>
              </a:ext>
            </a:extLst>
          </p:cNvPr>
          <p:cNvSpPr txBox="1"/>
          <p:nvPr/>
        </p:nvSpPr>
        <p:spPr>
          <a:xfrm>
            <a:off x="7146627" y="4943449"/>
            <a:ext cx="2148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4.6 ÷ 10 × 100 = 46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F38B4E09-5DFD-87F6-2419-EFBEBE86BED5}"/>
              </a:ext>
            </a:extLst>
          </p:cNvPr>
          <p:cNvSpPr txBox="1"/>
          <p:nvPr/>
        </p:nvSpPr>
        <p:spPr>
          <a:xfrm>
            <a:off x="3685997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0.18 × 1000 ÷ 10 = 180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4FCAF420-8A91-B1FD-AAD8-B4356F0C43A9}"/>
              </a:ext>
            </a:extLst>
          </p:cNvPr>
          <p:cNvSpPr txBox="1"/>
          <p:nvPr/>
        </p:nvSpPr>
        <p:spPr>
          <a:xfrm>
            <a:off x="6951862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735 ÷ 1000 × 10 = 7.35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1E93EF-E724-EF30-E5E9-A17C5321EC62}"/>
              </a:ext>
            </a:extLst>
          </p:cNvPr>
          <p:cNvSpPr txBox="1"/>
          <p:nvPr/>
        </p:nvSpPr>
        <p:spPr>
          <a:xfrm>
            <a:off x="-29093" y="5755201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16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98477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3" name="Table 5">
            <a:extLst>
              <a:ext uri="{FF2B5EF4-FFF2-40B4-BE49-F238E27FC236}">
                <a16:creationId xmlns:a16="http://schemas.microsoft.com/office/drawing/2014/main" id="{637F0572-EB57-B983-8D32-C4502FD2D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022181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DB02AC94-9965-4F49-B300-D84F3749E6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946311"/>
            <a:ext cx="307155" cy="30715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829B4A8-3C2A-476E-A333-89E304E1C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24612" y="964276"/>
            <a:ext cx="307155" cy="30715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A7320D-0BDC-405E-8F70-95595FD42B00}"/>
              </a:ext>
            </a:extLst>
          </p:cNvPr>
          <p:cNvSpPr txBox="1"/>
          <p:nvPr/>
        </p:nvSpPr>
        <p:spPr>
          <a:xfrm>
            <a:off x="2377439" y="-60769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DEF9B-CCAC-55F7-2D20-BD1928C77104}"/>
              </a:ext>
            </a:extLst>
          </p:cNvPr>
          <p:cNvSpPr/>
          <p:nvPr/>
        </p:nvSpPr>
        <p:spPr>
          <a:xfrm>
            <a:off x="101905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A056-7B97-8DB7-BCF0-E9E1DBA138C1}"/>
              </a:ext>
            </a:extLst>
          </p:cNvPr>
          <p:cNvSpPr/>
          <p:nvPr/>
        </p:nvSpPr>
        <p:spPr>
          <a:xfrm>
            <a:off x="132758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3511-1E40-6C45-DE63-E7D2C0F4EC9F}"/>
              </a:ext>
            </a:extLst>
          </p:cNvPr>
          <p:cNvSpPr/>
          <p:nvPr/>
        </p:nvSpPr>
        <p:spPr>
          <a:xfrm>
            <a:off x="163508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20C3-547B-85FE-D678-321658B7F8AC}"/>
              </a:ext>
            </a:extLst>
          </p:cNvPr>
          <p:cNvSpPr/>
          <p:nvPr/>
        </p:nvSpPr>
        <p:spPr>
          <a:xfrm>
            <a:off x="194361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92F71-1175-D8CF-A1C2-99E2D81ADD04}"/>
              </a:ext>
            </a:extLst>
          </p:cNvPr>
          <p:cNvSpPr/>
          <p:nvPr/>
        </p:nvSpPr>
        <p:spPr>
          <a:xfrm>
            <a:off x="101905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4ED0A-4323-44F6-E0DD-EC97A61E0C8D}"/>
              </a:ext>
            </a:extLst>
          </p:cNvPr>
          <p:cNvSpPr/>
          <p:nvPr/>
        </p:nvSpPr>
        <p:spPr>
          <a:xfrm>
            <a:off x="132758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3E68F-EF37-58BB-8240-5CEF7F042DD6}"/>
              </a:ext>
            </a:extLst>
          </p:cNvPr>
          <p:cNvSpPr/>
          <p:nvPr/>
        </p:nvSpPr>
        <p:spPr>
          <a:xfrm>
            <a:off x="163508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1A8A6-BB38-1EEF-9E46-2C86902BD10C}"/>
              </a:ext>
            </a:extLst>
          </p:cNvPr>
          <p:cNvSpPr/>
          <p:nvPr/>
        </p:nvSpPr>
        <p:spPr>
          <a:xfrm>
            <a:off x="194361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C0703-5EED-AB2B-D726-B04AC563D74C}"/>
              </a:ext>
            </a:extLst>
          </p:cNvPr>
          <p:cNvSpPr txBox="1"/>
          <p:nvPr/>
        </p:nvSpPr>
        <p:spPr>
          <a:xfrm>
            <a:off x="224936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047B4-71BD-26C5-5463-587D55ED7831}"/>
              </a:ext>
            </a:extLst>
          </p:cNvPr>
          <p:cNvSpPr txBox="1"/>
          <p:nvPr/>
        </p:nvSpPr>
        <p:spPr>
          <a:xfrm>
            <a:off x="642897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D0E4E2-35BA-70DE-C959-1E25583EF5F4}"/>
              </a:ext>
            </a:extLst>
          </p:cNvPr>
          <p:cNvSpPr/>
          <p:nvPr/>
        </p:nvSpPr>
        <p:spPr>
          <a:xfrm>
            <a:off x="7532956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E4EFE51-D063-8FE2-87B9-EE639316A598}"/>
              </a:ext>
            </a:extLst>
          </p:cNvPr>
          <p:cNvSpPr/>
          <p:nvPr/>
        </p:nvSpPr>
        <p:spPr>
          <a:xfrm>
            <a:off x="784045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9DF0BBF-978C-6FA6-7E3E-F57E69B73765}"/>
              </a:ext>
            </a:extLst>
          </p:cNvPr>
          <p:cNvSpPr/>
          <p:nvPr/>
        </p:nvSpPr>
        <p:spPr>
          <a:xfrm>
            <a:off x="814898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2DE6DC-7D72-DFB3-B434-674C755BBB06}"/>
              </a:ext>
            </a:extLst>
          </p:cNvPr>
          <p:cNvSpPr/>
          <p:nvPr/>
        </p:nvSpPr>
        <p:spPr>
          <a:xfrm>
            <a:off x="845607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E14247E-A263-8941-BCCE-8129F04111DC}"/>
              </a:ext>
            </a:extLst>
          </p:cNvPr>
          <p:cNvSpPr/>
          <p:nvPr/>
        </p:nvSpPr>
        <p:spPr>
          <a:xfrm>
            <a:off x="7532956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109F95-15F7-3AE5-F661-7FBBFDC6C73F}"/>
              </a:ext>
            </a:extLst>
          </p:cNvPr>
          <p:cNvSpPr/>
          <p:nvPr/>
        </p:nvSpPr>
        <p:spPr>
          <a:xfrm>
            <a:off x="784045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C0E708-5773-EFFD-5910-92F67AB8AB33}"/>
              </a:ext>
            </a:extLst>
          </p:cNvPr>
          <p:cNvSpPr/>
          <p:nvPr/>
        </p:nvSpPr>
        <p:spPr>
          <a:xfrm>
            <a:off x="814898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94F7732-E07F-A7F5-A5B3-7C3328BB6A82}"/>
              </a:ext>
            </a:extLst>
          </p:cNvPr>
          <p:cNvSpPr/>
          <p:nvPr/>
        </p:nvSpPr>
        <p:spPr>
          <a:xfrm>
            <a:off x="845607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DA07F61-085C-E16B-BFA8-614868BA2196}"/>
              </a:ext>
            </a:extLst>
          </p:cNvPr>
          <p:cNvSpPr txBox="1"/>
          <p:nvPr/>
        </p:nvSpPr>
        <p:spPr>
          <a:xfrm>
            <a:off x="876429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79C367-4060-2526-2570-9D76123FE4BA}"/>
              </a:ext>
            </a:extLst>
          </p:cNvPr>
          <p:cNvSpPr txBox="1"/>
          <p:nvPr/>
        </p:nvSpPr>
        <p:spPr>
          <a:xfrm>
            <a:off x="6848265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C92D3F4-64A7-541D-CBF1-7B1B21261F46}"/>
              </a:ext>
            </a:extLst>
          </p:cNvPr>
          <p:cNvSpPr/>
          <p:nvPr/>
        </p:nvSpPr>
        <p:spPr>
          <a:xfrm>
            <a:off x="8422860" y="51259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6FD7552F-FB0D-84DB-5924-E6F46D6C5CE5}"/>
              </a:ext>
            </a:extLst>
          </p:cNvPr>
          <p:cNvSpPr/>
          <p:nvPr/>
        </p:nvSpPr>
        <p:spPr>
          <a:xfrm>
            <a:off x="8422860" y="911293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DBADDB38-548F-E1B4-8BA4-443ACE4217CB}"/>
              </a:ext>
            </a:extLst>
          </p:cNvPr>
          <p:cNvSpPr/>
          <p:nvPr/>
        </p:nvSpPr>
        <p:spPr>
          <a:xfrm>
            <a:off x="65737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85EF78C-AF68-4D86-5E73-E61C35F6626F}"/>
              </a:ext>
            </a:extLst>
          </p:cNvPr>
          <p:cNvSpPr/>
          <p:nvPr/>
        </p:nvSpPr>
        <p:spPr>
          <a:xfrm>
            <a:off x="96590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927B296-E239-F083-CB41-31BA3CC5204A}"/>
              </a:ext>
            </a:extLst>
          </p:cNvPr>
          <p:cNvSpPr/>
          <p:nvPr/>
        </p:nvSpPr>
        <p:spPr>
          <a:xfrm>
            <a:off x="127340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5DF5A83-D549-E5E2-414B-273B489286CC}"/>
              </a:ext>
            </a:extLst>
          </p:cNvPr>
          <p:cNvSpPr/>
          <p:nvPr/>
        </p:nvSpPr>
        <p:spPr>
          <a:xfrm>
            <a:off x="158193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EBD583-640D-1C78-EA7F-C5577E5744B1}"/>
              </a:ext>
            </a:extLst>
          </p:cNvPr>
          <p:cNvSpPr/>
          <p:nvPr/>
        </p:nvSpPr>
        <p:spPr>
          <a:xfrm>
            <a:off x="1889025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B507329-C057-9747-ED2F-E7C6732003A8}"/>
              </a:ext>
            </a:extLst>
          </p:cNvPr>
          <p:cNvSpPr/>
          <p:nvPr/>
        </p:nvSpPr>
        <p:spPr>
          <a:xfrm>
            <a:off x="65737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74606A-01E7-3002-B0F3-54EA2A148AC6}"/>
              </a:ext>
            </a:extLst>
          </p:cNvPr>
          <p:cNvSpPr/>
          <p:nvPr/>
        </p:nvSpPr>
        <p:spPr>
          <a:xfrm>
            <a:off x="96590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B095A7D-391D-8CF9-01A5-1239BC18E5B8}"/>
              </a:ext>
            </a:extLst>
          </p:cNvPr>
          <p:cNvSpPr/>
          <p:nvPr/>
        </p:nvSpPr>
        <p:spPr>
          <a:xfrm>
            <a:off x="127340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414F000-7D40-5487-5427-929CDDBC4DDF}"/>
              </a:ext>
            </a:extLst>
          </p:cNvPr>
          <p:cNvSpPr/>
          <p:nvPr/>
        </p:nvSpPr>
        <p:spPr>
          <a:xfrm>
            <a:off x="158193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16C8BBC-F160-9534-B4B0-C3386B75286A}"/>
              </a:ext>
            </a:extLst>
          </p:cNvPr>
          <p:cNvSpPr/>
          <p:nvPr/>
        </p:nvSpPr>
        <p:spPr>
          <a:xfrm>
            <a:off x="1889025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D23AF42-89BC-EE31-4095-472422EA20B9}"/>
              </a:ext>
            </a:extLst>
          </p:cNvPr>
          <p:cNvSpPr txBox="1"/>
          <p:nvPr/>
        </p:nvSpPr>
        <p:spPr>
          <a:xfrm>
            <a:off x="2194858" y="148107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42C59C2-DD08-FCBC-80FE-E79A96E4CB71}"/>
              </a:ext>
            </a:extLst>
          </p:cNvPr>
          <p:cNvSpPr txBox="1"/>
          <p:nvPr/>
        </p:nvSpPr>
        <p:spPr>
          <a:xfrm>
            <a:off x="281211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12AED69-A61C-A5CF-A7D7-DF9D691F2CD0}"/>
              </a:ext>
            </a:extLst>
          </p:cNvPr>
          <p:cNvSpPr/>
          <p:nvPr/>
        </p:nvSpPr>
        <p:spPr>
          <a:xfrm>
            <a:off x="1855806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9F3610B-0B79-C6D1-2DC9-A194BEC390CD}"/>
              </a:ext>
            </a:extLst>
          </p:cNvPr>
          <p:cNvSpPr/>
          <p:nvPr/>
        </p:nvSpPr>
        <p:spPr>
          <a:xfrm>
            <a:off x="1855806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445CEA4-6AB7-609E-54DC-7B0E7A4DA1AF}"/>
              </a:ext>
            </a:extLst>
          </p:cNvPr>
          <p:cNvSpPr/>
          <p:nvPr/>
        </p:nvSpPr>
        <p:spPr>
          <a:xfrm>
            <a:off x="394089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C978CA2-658F-48F7-0084-D2DA25287E75}"/>
              </a:ext>
            </a:extLst>
          </p:cNvPr>
          <p:cNvSpPr/>
          <p:nvPr/>
        </p:nvSpPr>
        <p:spPr>
          <a:xfrm>
            <a:off x="424942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4397914-2FC4-67F7-B598-A27606E8804D}"/>
              </a:ext>
            </a:extLst>
          </p:cNvPr>
          <p:cNvSpPr/>
          <p:nvPr/>
        </p:nvSpPr>
        <p:spPr>
          <a:xfrm>
            <a:off x="455692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54D0D9-99D2-41DB-D722-4BDC4D192AA9}"/>
              </a:ext>
            </a:extLst>
          </p:cNvPr>
          <p:cNvSpPr/>
          <p:nvPr/>
        </p:nvSpPr>
        <p:spPr>
          <a:xfrm>
            <a:off x="486545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08866EEA-B432-C320-DFFE-A1CD6F2AAE9F}"/>
              </a:ext>
            </a:extLst>
          </p:cNvPr>
          <p:cNvSpPr/>
          <p:nvPr/>
        </p:nvSpPr>
        <p:spPr>
          <a:xfrm>
            <a:off x="517255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F0D0852-775C-EB3F-7AF9-205688936B97}"/>
              </a:ext>
            </a:extLst>
          </p:cNvPr>
          <p:cNvSpPr/>
          <p:nvPr/>
        </p:nvSpPr>
        <p:spPr>
          <a:xfrm>
            <a:off x="548108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BA9D3D1-16EC-25B3-2C10-8F70F64C9C27}"/>
              </a:ext>
            </a:extLst>
          </p:cNvPr>
          <p:cNvSpPr/>
          <p:nvPr/>
        </p:nvSpPr>
        <p:spPr>
          <a:xfrm>
            <a:off x="394089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0D16CD1-9F83-CA19-37C1-B9E6F6B49515}"/>
              </a:ext>
            </a:extLst>
          </p:cNvPr>
          <p:cNvSpPr/>
          <p:nvPr/>
        </p:nvSpPr>
        <p:spPr>
          <a:xfrm>
            <a:off x="424942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C0977A5-6F9D-323D-F0BF-E614B183B553}"/>
              </a:ext>
            </a:extLst>
          </p:cNvPr>
          <p:cNvSpPr/>
          <p:nvPr/>
        </p:nvSpPr>
        <p:spPr>
          <a:xfrm>
            <a:off x="455692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E458DA8-2264-75F4-6C85-F0FF7874C14D}"/>
              </a:ext>
            </a:extLst>
          </p:cNvPr>
          <p:cNvSpPr/>
          <p:nvPr/>
        </p:nvSpPr>
        <p:spPr>
          <a:xfrm>
            <a:off x="486545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875822B-896D-D0F3-3AC0-674E629DB5B9}"/>
              </a:ext>
            </a:extLst>
          </p:cNvPr>
          <p:cNvSpPr/>
          <p:nvPr/>
        </p:nvSpPr>
        <p:spPr>
          <a:xfrm>
            <a:off x="517255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CB3F106-A3C8-E261-D2D7-2AD783A11D57}"/>
              </a:ext>
            </a:extLst>
          </p:cNvPr>
          <p:cNvSpPr/>
          <p:nvPr/>
        </p:nvSpPr>
        <p:spPr>
          <a:xfrm>
            <a:off x="548108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F47315C-AEEE-4F22-36F4-5377D11D45AB}"/>
              </a:ext>
            </a:extLst>
          </p:cNvPr>
          <p:cNvSpPr txBox="1"/>
          <p:nvPr/>
        </p:nvSpPr>
        <p:spPr>
          <a:xfrm>
            <a:off x="5799061" y="148107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BED9501-6B57-08D0-01E2-6BEBB5C2BA49}"/>
              </a:ext>
            </a:extLst>
          </p:cNvPr>
          <p:cNvSpPr txBox="1"/>
          <p:nvPr/>
        </p:nvSpPr>
        <p:spPr>
          <a:xfrm>
            <a:off x="3564737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AC06664-E227-9608-1C6B-80FCBB532D72}"/>
              </a:ext>
            </a:extLst>
          </p:cNvPr>
          <p:cNvSpPr/>
          <p:nvPr/>
        </p:nvSpPr>
        <p:spPr>
          <a:xfrm>
            <a:off x="5139332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335BB21A-72A0-D39F-486F-ADE5C5553317}"/>
              </a:ext>
            </a:extLst>
          </p:cNvPr>
          <p:cNvSpPr/>
          <p:nvPr/>
        </p:nvSpPr>
        <p:spPr>
          <a:xfrm>
            <a:off x="5139332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2E3C56-8226-32BA-5834-6AD388A8D370}"/>
              </a:ext>
            </a:extLst>
          </p:cNvPr>
          <p:cNvSpPr/>
          <p:nvPr/>
        </p:nvSpPr>
        <p:spPr>
          <a:xfrm>
            <a:off x="722442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0380E02-5473-BD32-5CAE-9F9D9DBD97D1}"/>
              </a:ext>
            </a:extLst>
          </p:cNvPr>
          <p:cNvSpPr/>
          <p:nvPr/>
        </p:nvSpPr>
        <p:spPr>
          <a:xfrm>
            <a:off x="753295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279BE15-486A-E984-98A7-5198DC793FB1}"/>
              </a:ext>
            </a:extLst>
          </p:cNvPr>
          <p:cNvSpPr/>
          <p:nvPr/>
        </p:nvSpPr>
        <p:spPr>
          <a:xfrm>
            <a:off x="784045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DBBF3AB5-80D5-2C01-5656-FF21B0AD9281}"/>
              </a:ext>
            </a:extLst>
          </p:cNvPr>
          <p:cNvSpPr/>
          <p:nvPr/>
        </p:nvSpPr>
        <p:spPr>
          <a:xfrm>
            <a:off x="814898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E6428D40-421A-0B75-23CE-13D549A579E1}"/>
              </a:ext>
            </a:extLst>
          </p:cNvPr>
          <p:cNvSpPr/>
          <p:nvPr/>
        </p:nvSpPr>
        <p:spPr>
          <a:xfrm>
            <a:off x="845607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D95C2F0-71A6-1DD2-851B-2423E9E1E835}"/>
              </a:ext>
            </a:extLst>
          </p:cNvPr>
          <p:cNvSpPr/>
          <p:nvPr/>
        </p:nvSpPr>
        <p:spPr>
          <a:xfrm>
            <a:off x="876460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ADFAEAB-FB11-2CA6-AAA5-7E627FC71FED}"/>
              </a:ext>
            </a:extLst>
          </p:cNvPr>
          <p:cNvSpPr/>
          <p:nvPr/>
        </p:nvSpPr>
        <p:spPr>
          <a:xfrm>
            <a:off x="722442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847896C-0BB5-0A9E-3F0D-0AE2B983B980}"/>
              </a:ext>
            </a:extLst>
          </p:cNvPr>
          <p:cNvSpPr/>
          <p:nvPr/>
        </p:nvSpPr>
        <p:spPr>
          <a:xfrm>
            <a:off x="753295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6F18749-3863-641B-641C-2866D68499CC}"/>
              </a:ext>
            </a:extLst>
          </p:cNvPr>
          <p:cNvSpPr/>
          <p:nvPr/>
        </p:nvSpPr>
        <p:spPr>
          <a:xfrm>
            <a:off x="784045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618C49C-6086-DF34-3788-03AC083341B6}"/>
              </a:ext>
            </a:extLst>
          </p:cNvPr>
          <p:cNvSpPr/>
          <p:nvPr/>
        </p:nvSpPr>
        <p:spPr>
          <a:xfrm>
            <a:off x="814898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F5F684D-B4D0-5D46-0DEF-C442F02D05DC}"/>
              </a:ext>
            </a:extLst>
          </p:cNvPr>
          <p:cNvSpPr/>
          <p:nvPr/>
        </p:nvSpPr>
        <p:spPr>
          <a:xfrm>
            <a:off x="845607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5D9A33C-5B14-308D-18DD-D4B52BC3212D}"/>
              </a:ext>
            </a:extLst>
          </p:cNvPr>
          <p:cNvSpPr/>
          <p:nvPr/>
        </p:nvSpPr>
        <p:spPr>
          <a:xfrm>
            <a:off x="876460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A500E63-831A-BEA4-18C2-8945A940A389}"/>
              </a:ext>
            </a:extLst>
          </p:cNvPr>
          <p:cNvSpPr txBox="1"/>
          <p:nvPr/>
        </p:nvSpPr>
        <p:spPr>
          <a:xfrm>
            <a:off x="9082589" y="257835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CC90524-7C4F-D7E5-9561-35572B823FD6}"/>
              </a:ext>
            </a:extLst>
          </p:cNvPr>
          <p:cNvSpPr txBox="1"/>
          <p:nvPr/>
        </p:nvSpPr>
        <p:spPr>
          <a:xfrm>
            <a:off x="6848265" y="29616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E4A20421-B09A-5658-9411-83E9D7B57D85}"/>
              </a:ext>
            </a:extLst>
          </p:cNvPr>
          <p:cNvSpPr/>
          <p:nvPr/>
        </p:nvSpPr>
        <p:spPr>
          <a:xfrm>
            <a:off x="8422860" y="2715469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74CADDCE-03EA-0CCB-2793-3E5728D82F6A}"/>
              </a:ext>
            </a:extLst>
          </p:cNvPr>
          <p:cNvSpPr/>
          <p:nvPr/>
        </p:nvSpPr>
        <p:spPr>
          <a:xfrm>
            <a:off x="8422860" y="311416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F1B11137-1E42-08E4-6D7E-74B04166F992}"/>
              </a:ext>
            </a:extLst>
          </p:cNvPr>
          <p:cNvSpPr txBox="1"/>
          <p:nvPr/>
        </p:nvSpPr>
        <p:spPr>
          <a:xfrm>
            <a:off x="4229415" y="536840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× 100 = 30</a:t>
            </a:r>
          </a:p>
        </p:txBody>
      </p:sp>
      <p:pic>
        <p:nvPicPr>
          <p:cNvPr id="579" name="Picture 578">
            <a:extLst>
              <a:ext uri="{FF2B5EF4-FFF2-40B4-BE49-F238E27FC236}">
                <a16:creationId xmlns:a16="http://schemas.microsoft.com/office/drawing/2014/main" id="{B8D7614D-FDA9-D1D2-619F-CDC02D34DB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946311"/>
            <a:ext cx="307155" cy="307155"/>
          </a:xfrm>
          <a:prstGeom prst="rect">
            <a:avLst/>
          </a:prstGeom>
        </p:spPr>
      </p:pic>
      <p:pic>
        <p:nvPicPr>
          <p:cNvPr id="580" name="Picture 579">
            <a:extLst>
              <a:ext uri="{FF2B5EF4-FFF2-40B4-BE49-F238E27FC236}">
                <a16:creationId xmlns:a16="http://schemas.microsoft.com/office/drawing/2014/main" id="{7B3CBCE7-74FA-5D1B-4181-CAFFE34D1F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2064327"/>
            <a:ext cx="307155" cy="307155"/>
          </a:xfrm>
          <a:prstGeom prst="rect">
            <a:avLst/>
          </a:prstGeom>
        </p:spPr>
      </p:pic>
      <p:pic>
        <p:nvPicPr>
          <p:cNvPr id="581" name="Picture 580">
            <a:extLst>
              <a:ext uri="{FF2B5EF4-FFF2-40B4-BE49-F238E27FC236}">
                <a16:creationId xmlns:a16="http://schemas.microsoft.com/office/drawing/2014/main" id="{0C06588B-4D6D-84B9-3559-C5F2E08192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2051904"/>
            <a:ext cx="307155" cy="307155"/>
          </a:xfrm>
          <a:prstGeom prst="rect">
            <a:avLst/>
          </a:prstGeom>
        </p:spPr>
      </p:pic>
      <p:pic>
        <p:nvPicPr>
          <p:cNvPr id="582" name="Picture 581">
            <a:extLst>
              <a:ext uri="{FF2B5EF4-FFF2-40B4-BE49-F238E27FC236}">
                <a16:creationId xmlns:a16="http://schemas.microsoft.com/office/drawing/2014/main" id="{367FBA7B-9932-E861-6A62-6F80DB55C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2051904"/>
            <a:ext cx="307155" cy="307155"/>
          </a:xfrm>
          <a:prstGeom prst="rect">
            <a:avLst/>
          </a:prstGeom>
        </p:spPr>
      </p:pic>
      <p:pic>
        <p:nvPicPr>
          <p:cNvPr id="583" name="Picture 582">
            <a:extLst>
              <a:ext uri="{FF2B5EF4-FFF2-40B4-BE49-F238E27FC236}">
                <a16:creationId xmlns:a16="http://schemas.microsoft.com/office/drawing/2014/main" id="{6F301158-AA32-4C4D-E08F-26E0A29D93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3161607"/>
            <a:ext cx="307155" cy="307155"/>
          </a:xfrm>
          <a:prstGeom prst="rect">
            <a:avLst/>
          </a:prstGeom>
        </p:spPr>
      </p:pic>
      <p:pic>
        <p:nvPicPr>
          <p:cNvPr id="584" name="Picture 583">
            <a:extLst>
              <a:ext uri="{FF2B5EF4-FFF2-40B4-BE49-F238E27FC236}">
                <a16:creationId xmlns:a16="http://schemas.microsoft.com/office/drawing/2014/main" id="{E9C8E004-1364-4688-27FA-FD05062E26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3140871"/>
            <a:ext cx="307155" cy="307155"/>
          </a:xfrm>
          <a:prstGeom prst="rect">
            <a:avLst/>
          </a:prstGeom>
        </p:spPr>
      </p:pic>
      <p:pic>
        <p:nvPicPr>
          <p:cNvPr id="585" name="Picture 584">
            <a:extLst>
              <a:ext uri="{FF2B5EF4-FFF2-40B4-BE49-F238E27FC236}">
                <a16:creationId xmlns:a16="http://schemas.microsoft.com/office/drawing/2014/main" id="{7AC0ACBC-8B2F-06C8-D203-200B4DBF3F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82493" y="3161607"/>
            <a:ext cx="307155" cy="307155"/>
          </a:xfrm>
          <a:prstGeom prst="rect">
            <a:avLst/>
          </a:prstGeom>
        </p:spPr>
      </p:pic>
      <p:sp>
        <p:nvSpPr>
          <p:cNvPr id="595" name="TextBox 594">
            <a:extLst>
              <a:ext uri="{FF2B5EF4-FFF2-40B4-BE49-F238E27FC236}">
                <a16:creationId xmlns:a16="http://schemas.microsoft.com/office/drawing/2014/main" id="{626B0834-014B-757D-DDFC-9EAA12511533}"/>
              </a:ext>
            </a:extLst>
          </p:cNvPr>
          <p:cNvSpPr txBox="1"/>
          <p:nvPr/>
        </p:nvSpPr>
        <p:spPr>
          <a:xfrm>
            <a:off x="7528142" y="1650745"/>
            <a:ext cx="1385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10 = 0.7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99C1D71-27C5-3F6D-36EC-F176A5C1E5A7}"/>
              </a:ext>
            </a:extLst>
          </p:cNvPr>
          <p:cNvSpPr txBox="1"/>
          <p:nvPr/>
        </p:nvSpPr>
        <p:spPr>
          <a:xfrm>
            <a:off x="806652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920 ÷ 10 = 9.2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FE5378C-7D3A-FB15-0941-74BF343FFAC2}"/>
              </a:ext>
            </a:extLst>
          </p:cNvPr>
          <p:cNvSpPr txBox="1"/>
          <p:nvPr/>
        </p:nvSpPr>
        <p:spPr>
          <a:xfrm>
            <a:off x="4132433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100 = 0.08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725F9-82B3-FBE8-2D4B-D6932A3CFA87}"/>
              </a:ext>
            </a:extLst>
          </p:cNvPr>
          <p:cNvSpPr/>
          <p:nvPr/>
        </p:nvSpPr>
        <p:spPr>
          <a:xfrm>
            <a:off x="4414503" y="5385926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2F16F-8191-176D-8F7D-F5B56AFC810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E1172-E065-922D-59F4-C253E4745147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2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9C1D46-4DFA-5439-693A-A3D6F956457A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4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4E3B61-C692-1F65-3C72-469493A734D0}"/>
              </a:ext>
            </a:extLst>
          </p:cNvPr>
          <p:cNvSpPr txBox="1"/>
          <p:nvPr/>
        </p:nvSpPr>
        <p:spPr>
          <a:xfrm>
            <a:off x="3273243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5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52C4AB-5FBC-5326-F93D-5D7E2EE8162C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7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79E9C-158B-2219-FD8C-221D9AA1ACE7}"/>
              </a:ext>
            </a:extLst>
          </p:cNvPr>
          <p:cNvSpPr txBox="1"/>
          <p:nvPr/>
        </p:nvSpPr>
        <p:spPr>
          <a:xfrm>
            <a:off x="3273243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8</a:t>
            </a:r>
            <a:endParaRPr lang="en-GB" sz="1600" b="1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3133303-0537-A960-EF97-23CD184AAFF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3</a:t>
            </a:r>
            <a:endParaRPr lang="en-GB" sz="1600" b="1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6FC6D99-AB2F-5850-2E87-58404E7C0D34}"/>
              </a:ext>
            </a:extLst>
          </p:cNvPr>
          <p:cNvSpPr txBox="1"/>
          <p:nvPr/>
        </p:nvSpPr>
        <p:spPr>
          <a:xfrm>
            <a:off x="6543981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6</a:t>
            </a:r>
            <a:endParaRPr lang="en-GB" sz="1600" b="1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DC5CFB6-9B35-7F29-69A8-13ABE81A2DC7}"/>
              </a:ext>
            </a:extLst>
          </p:cNvPr>
          <p:cNvSpPr txBox="1"/>
          <p:nvPr/>
        </p:nvSpPr>
        <p:spPr>
          <a:xfrm>
            <a:off x="6543981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9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73586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3" name="Table 5">
            <a:extLst>
              <a:ext uri="{FF2B5EF4-FFF2-40B4-BE49-F238E27FC236}">
                <a16:creationId xmlns:a16="http://schemas.microsoft.com/office/drawing/2014/main" id="{637F0572-EB57-B983-8D32-C4502FD2D7F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DB02AC94-9965-4F49-B300-D84F3749E6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946311"/>
            <a:ext cx="307155" cy="30715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829B4A8-3C2A-476E-A333-89E304E1C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24612" y="964276"/>
            <a:ext cx="307155" cy="30715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A7320D-0BDC-405E-8F70-95595FD42B00}"/>
              </a:ext>
            </a:extLst>
          </p:cNvPr>
          <p:cNvSpPr txBox="1"/>
          <p:nvPr/>
        </p:nvSpPr>
        <p:spPr>
          <a:xfrm>
            <a:off x="2579956" y="-61704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DEF9B-CCAC-55F7-2D20-BD1928C77104}"/>
              </a:ext>
            </a:extLst>
          </p:cNvPr>
          <p:cNvSpPr/>
          <p:nvPr/>
        </p:nvSpPr>
        <p:spPr>
          <a:xfrm>
            <a:off x="101905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A056-7B97-8DB7-BCF0-E9E1DBA138C1}"/>
              </a:ext>
            </a:extLst>
          </p:cNvPr>
          <p:cNvSpPr/>
          <p:nvPr/>
        </p:nvSpPr>
        <p:spPr>
          <a:xfrm>
            <a:off x="132758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3511-1E40-6C45-DE63-E7D2C0F4EC9F}"/>
              </a:ext>
            </a:extLst>
          </p:cNvPr>
          <p:cNvSpPr/>
          <p:nvPr/>
        </p:nvSpPr>
        <p:spPr>
          <a:xfrm>
            <a:off x="163508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20C3-547B-85FE-D678-321658B7F8AC}"/>
              </a:ext>
            </a:extLst>
          </p:cNvPr>
          <p:cNvSpPr/>
          <p:nvPr/>
        </p:nvSpPr>
        <p:spPr>
          <a:xfrm>
            <a:off x="194361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92F71-1175-D8CF-A1C2-99E2D81ADD04}"/>
              </a:ext>
            </a:extLst>
          </p:cNvPr>
          <p:cNvSpPr/>
          <p:nvPr/>
        </p:nvSpPr>
        <p:spPr>
          <a:xfrm>
            <a:off x="101905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4ED0A-4323-44F6-E0DD-EC97A61E0C8D}"/>
              </a:ext>
            </a:extLst>
          </p:cNvPr>
          <p:cNvSpPr/>
          <p:nvPr/>
        </p:nvSpPr>
        <p:spPr>
          <a:xfrm>
            <a:off x="132758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3E68F-EF37-58BB-8240-5CEF7F042DD6}"/>
              </a:ext>
            </a:extLst>
          </p:cNvPr>
          <p:cNvSpPr/>
          <p:nvPr/>
        </p:nvSpPr>
        <p:spPr>
          <a:xfrm>
            <a:off x="163508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1A8A6-BB38-1EEF-9E46-2C86902BD10C}"/>
              </a:ext>
            </a:extLst>
          </p:cNvPr>
          <p:cNvSpPr/>
          <p:nvPr/>
        </p:nvSpPr>
        <p:spPr>
          <a:xfrm>
            <a:off x="194361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C0703-5EED-AB2B-D726-B04AC563D74C}"/>
              </a:ext>
            </a:extLst>
          </p:cNvPr>
          <p:cNvSpPr txBox="1"/>
          <p:nvPr/>
        </p:nvSpPr>
        <p:spPr>
          <a:xfrm>
            <a:off x="224936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047B4-71BD-26C5-5463-587D55ED7831}"/>
              </a:ext>
            </a:extLst>
          </p:cNvPr>
          <p:cNvSpPr txBox="1"/>
          <p:nvPr/>
        </p:nvSpPr>
        <p:spPr>
          <a:xfrm>
            <a:off x="642897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D0E4E2-35BA-70DE-C959-1E25583EF5F4}"/>
              </a:ext>
            </a:extLst>
          </p:cNvPr>
          <p:cNvSpPr/>
          <p:nvPr/>
        </p:nvSpPr>
        <p:spPr>
          <a:xfrm>
            <a:off x="7532956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E4EFE51-D063-8FE2-87B9-EE639316A598}"/>
              </a:ext>
            </a:extLst>
          </p:cNvPr>
          <p:cNvSpPr/>
          <p:nvPr/>
        </p:nvSpPr>
        <p:spPr>
          <a:xfrm>
            <a:off x="784045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9DF0BBF-978C-6FA6-7E3E-F57E69B73765}"/>
              </a:ext>
            </a:extLst>
          </p:cNvPr>
          <p:cNvSpPr/>
          <p:nvPr/>
        </p:nvSpPr>
        <p:spPr>
          <a:xfrm>
            <a:off x="814898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2DE6DC-7D72-DFB3-B434-674C755BBB06}"/>
              </a:ext>
            </a:extLst>
          </p:cNvPr>
          <p:cNvSpPr/>
          <p:nvPr/>
        </p:nvSpPr>
        <p:spPr>
          <a:xfrm>
            <a:off x="845607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E14247E-A263-8941-BCCE-8129F04111DC}"/>
              </a:ext>
            </a:extLst>
          </p:cNvPr>
          <p:cNvSpPr/>
          <p:nvPr/>
        </p:nvSpPr>
        <p:spPr>
          <a:xfrm>
            <a:off x="7532956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109F95-15F7-3AE5-F661-7FBBFDC6C73F}"/>
              </a:ext>
            </a:extLst>
          </p:cNvPr>
          <p:cNvSpPr/>
          <p:nvPr/>
        </p:nvSpPr>
        <p:spPr>
          <a:xfrm>
            <a:off x="784045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C0E708-5773-EFFD-5910-92F67AB8AB33}"/>
              </a:ext>
            </a:extLst>
          </p:cNvPr>
          <p:cNvSpPr/>
          <p:nvPr/>
        </p:nvSpPr>
        <p:spPr>
          <a:xfrm>
            <a:off x="814898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94F7732-E07F-A7F5-A5B3-7C3328BB6A82}"/>
              </a:ext>
            </a:extLst>
          </p:cNvPr>
          <p:cNvSpPr/>
          <p:nvPr/>
        </p:nvSpPr>
        <p:spPr>
          <a:xfrm>
            <a:off x="845607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DA07F61-085C-E16B-BFA8-614868BA2196}"/>
              </a:ext>
            </a:extLst>
          </p:cNvPr>
          <p:cNvSpPr txBox="1"/>
          <p:nvPr/>
        </p:nvSpPr>
        <p:spPr>
          <a:xfrm>
            <a:off x="876429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79C367-4060-2526-2570-9D76123FE4BA}"/>
              </a:ext>
            </a:extLst>
          </p:cNvPr>
          <p:cNvSpPr txBox="1"/>
          <p:nvPr/>
        </p:nvSpPr>
        <p:spPr>
          <a:xfrm>
            <a:off x="6848265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C92D3F4-64A7-541D-CBF1-7B1B21261F46}"/>
              </a:ext>
            </a:extLst>
          </p:cNvPr>
          <p:cNvSpPr/>
          <p:nvPr/>
        </p:nvSpPr>
        <p:spPr>
          <a:xfrm>
            <a:off x="8422860" y="51259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6FD7552F-FB0D-84DB-5924-E6F46D6C5CE5}"/>
              </a:ext>
            </a:extLst>
          </p:cNvPr>
          <p:cNvSpPr/>
          <p:nvPr/>
        </p:nvSpPr>
        <p:spPr>
          <a:xfrm>
            <a:off x="8422860" y="911293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DBADDB38-548F-E1B4-8BA4-443ACE4217CB}"/>
              </a:ext>
            </a:extLst>
          </p:cNvPr>
          <p:cNvSpPr/>
          <p:nvPr/>
        </p:nvSpPr>
        <p:spPr>
          <a:xfrm>
            <a:off x="65737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85EF78C-AF68-4D86-5E73-E61C35F6626F}"/>
              </a:ext>
            </a:extLst>
          </p:cNvPr>
          <p:cNvSpPr/>
          <p:nvPr/>
        </p:nvSpPr>
        <p:spPr>
          <a:xfrm>
            <a:off x="96590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927B296-E239-F083-CB41-31BA3CC5204A}"/>
              </a:ext>
            </a:extLst>
          </p:cNvPr>
          <p:cNvSpPr/>
          <p:nvPr/>
        </p:nvSpPr>
        <p:spPr>
          <a:xfrm>
            <a:off x="127340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5DF5A83-D549-E5E2-414B-273B489286CC}"/>
              </a:ext>
            </a:extLst>
          </p:cNvPr>
          <p:cNvSpPr/>
          <p:nvPr/>
        </p:nvSpPr>
        <p:spPr>
          <a:xfrm>
            <a:off x="158193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EBD583-640D-1C78-EA7F-C5577E5744B1}"/>
              </a:ext>
            </a:extLst>
          </p:cNvPr>
          <p:cNvSpPr/>
          <p:nvPr/>
        </p:nvSpPr>
        <p:spPr>
          <a:xfrm>
            <a:off x="1889025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B507329-C057-9747-ED2F-E7C6732003A8}"/>
              </a:ext>
            </a:extLst>
          </p:cNvPr>
          <p:cNvSpPr/>
          <p:nvPr/>
        </p:nvSpPr>
        <p:spPr>
          <a:xfrm>
            <a:off x="65737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74606A-01E7-3002-B0F3-54EA2A148AC6}"/>
              </a:ext>
            </a:extLst>
          </p:cNvPr>
          <p:cNvSpPr/>
          <p:nvPr/>
        </p:nvSpPr>
        <p:spPr>
          <a:xfrm>
            <a:off x="96590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B095A7D-391D-8CF9-01A5-1239BC18E5B8}"/>
              </a:ext>
            </a:extLst>
          </p:cNvPr>
          <p:cNvSpPr/>
          <p:nvPr/>
        </p:nvSpPr>
        <p:spPr>
          <a:xfrm>
            <a:off x="127340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414F000-7D40-5487-5427-929CDDBC4DDF}"/>
              </a:ext>
            </a:extLst>
          </p:cNvPr>
          <p:cNvSpPr/>
          <p:nvPr/>
        </p:nvSpPr>
        <p:spPr>
          <a:xfrm>
            <a:off x="158193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16C8BBC-F160-9534-B4B0-C3386B75286A}"/>
              </a:ext>
            </a:extLst>
          </p:cNvPr>
          <p:cNvSpPr/>
          <p:nvPr/>
        </p:nvSpPr>
        <p:spPr>
          <a:xfrm>
            <a:off x="1889025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D23AF42-89BC-EE31-4095-472422EA20B9}"/>
              </a:ext>
            </a:extLst>
          </p:cNvPr>
          <p:cNvSpPr txBox="1"/>
          <p:nvPr/>
        </p:nvSpPr>
        <p:spPr>
          <a:xfrm>
            <a:off x="2194858" y="148107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42C59C2-DD08-FCBC-80FE-E79A96E4CB71}"/>
              </a:ext>
            </a:extLst>
          </p:cNvPr>
          <p:cNvSpPr txBox="1"/>
          <p:nvPr/>
        </p:nvSpPr>
        <p:spPr>
          <a:xfrm>
            <a:off x="281211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12AED69-A61C-A5CF-A7D7-DF9D691F2CD0}"/>
              </a:ext>
            </a:extLst>
          </p:cNvPr>
          <p:cNvSpPr/>
          <p:nvPr/>
        </p:nvSpPr>
        <p:spPr>
          <a:xfrm>
            <a:off x="1855806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9F3610B-0B79-C6D1-2DC9-A194BEC390CD}"/>
              </a:ext>
            </a:extLst>
          </p:cNvPr>
          <p:cNvSpPr/>
          <p:nvPr/>
        </p:nvSpPr>
        <p:spPr>
          <a:xfrm>
            <a:off x="1855806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445CEA4-6AB7-609E-54DC-7B0E7A4DA1AF}"/>
              </a:ext>
            </a:extLst>
          </p:cNvPr>
          <p:cNvSpPr/>
          <p:nvPr/>
        </p:nvSpPr>
        <p:spPr>
          <a:xfrm>
            <a:off x="394089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C978CA2-658F-48F7-0084-D2DA25287E75}"/>
              </a:ext>
            </a:extLst>
          </p:cNvPr>
          <p:cNvSpPr/>
          <p:nvPr/>
        </p:nvSpPr>
        <p:spPr>
          <a:xfrm>
            <a:off x="424942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4397914-2FC4-67F7-B598-A27606E8804D}"/>
              </a:ext>
            </a:extLst>
          </p:cNvPr>
          <p:cNvSpPr/>
          <p:nvPr/>
        </p:nvSpPr>
        <p:spPr>
          <a:xfrm>
            <a:off x="455692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54D0D9-99D2-41DB-D722-4BDC4D192AA9}"/>
              </a:ext>
            </a:extLst>
          </p:cNvPr>
          <p:cNvSpPr/>
          <p:nvPr/>
        </p:nvSpPr>
        <p:spPr>
          <a:xfrm>
            <a:off x="486545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08866EEA-B432-C320-DFFE-A1CD6F2AAE9F}"/>
              </a:ext>
            </a:extLst>
          </p:cNvPr>
          <p:cNvSpPr/>
          <p:nvPr/>
        </p:nvSpPr>
        <p:spPr>
          <a:xfrm>
            <a:off x="517255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F0D0852-775C-EB3F-7AF9-205688936B97}"/>
              </a:ext>
            </a:extLst>
          </p:cNvPr>
          <p:cNvSpPr/>
          <p:nvPr/>
        </p:nvSpPr>
        <p:spPr>
          <a:xfrm>
            <a:off x="548108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BA9D3D1-16EC-25B3-2C10-8F70F64C9C27}"/>
              </a:ext>
            </a:extLst>
          </p:cNvPr>
          <p:cNvSpPr/>
          <p:nvPr/>
        </p:nvSpPr>
        <p:spPr>
          <a:xfrm>
            <a:off x="394089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0D16CD1-9F83-CA19-37C1-B9E6F6B49515}"/>
              </a:ext>
            </a:extLst>
          </p:cNvPr>
          <p:cNvSpPr/>
          <p:nvPr/>
        </p:nvSpPr>
        <p:spPr>
          <a:xfrm>
            <a:off x="424942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C0977A5-6F9D-323D-F0BF-E614B183B553}"/>
              </a:ext>
            </a:extLst>
          </p:cNvPr>
          <p:cNvSpPr/>
          <p:nvPr/>
        </p:nvSpPr>
        <p:spPr>
          <a:xfrm>
            <a:off x="455692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E458DA8-2264-75F4-6C85-F0FF7874C14D}"/>
              </a:ext>
            </a:extLst>
          </p:cNvPr>
          <p:cNvSpPr/>
          <p:nvPr/>
        </p:nvSpPr>
        <p:spPr>
          <a:xfrm>
            <a:off x="486545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875822B-896D-D0F3-3AC0-674E629DB5B9}"/>
              </a:ext>
            </a:extLst>
          </p:cNvPr>
          <p:cNvSpPr/>
          <p:nvPr/>
        </p:nvSpPr>
        <p:spPr>
          <a:xfrm>
            <a:off x="517255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CB3F106-A3C8-E261-D2D7-2AD783A11D57}"/>
              </a:ext>
            </a:extLst>
          </p:cNvPr>
          <p:cNvSpPr/>
          <p:nvPr/>
        </p:nvSpPr>
        <p:spPr>
          <a:xfrm>
            <a:off x="548108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F47315C-AEEE-4F22-36F4-5377D11D45AB}"/>
              </a:ext>
            </a:extLst>
          </p:cNvPr>
          <p:cNvSpPr txBox="1"/>
          <p:nvPr/>
        </p:nvSpPr>
        <p:spPr>
          <a:xfrm>
            <a:off x="5799061" y="148107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BED9501-6B57-08D0-01E2-6BEBB5C2BA49}"/>
              </a:ext>
            </a:extLst>
          </p:cNvPr>
          <p:cNvSpPr txBox="1"/>
          <p:nvPr/>
        </p:nvSpPr>
        <p:spPr>
          <a:xfrm>
            <a:off x="3564737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AC06664-E227-9608-1C6B-80FCBB532D72}"/>
              </a:ext>
            </a:extLst>
          </p:cNvPr>
          <p:cNvSpPr/>
          <p:nvPr/>
        </p:nvSpPr>
        <p:spPr>
          <a:xfrm>
            <a:off x="5139332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335BB21A-72A0-D39F-486F-ADE5C5553317}"/>
              </a:ext>
            </a:extLst>
          </p:cNvPr>
          <p:cNvSpPr/>
          <p:nvPr/>
        </p:nvSpPr>
        <p:spPr>
          <a:xfrm>
            <a:off x="5139332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2E3C56-8226-32BA-5834-6AD388A8D370}"/>
              </a:ext>
            </a:extLst>
          </p:cNvPr>
          <p:cNvSpPr/>
          <p:nvPr/>
        </p:nvSpPr>
        <p:spPr>
          <a:xfrm>
            <a:off x="722442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0380E02-5473-BD32-5CAE-9F9D9DBD97D1}"/>
              </a:ext>
            </a:extLst>
          </p:cNvPr>
          <p:cNvSpPr/>
          <p:nvPr/>
        </p:nvSpPr>
        <p:spPr>
          <a:xfrm>
            <a:off x="753295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279BE15-486A-E984-98A7-5198DC793FB1}"/>
              </a:ext>
            </a:extLst>
          </p:cNvPr>
          <p:cNvSpPr/>
          <p:nvPr/>
        </p:nvSpPr>
        <p:spPr>
          <a:xfrm>
            <a:off x="784045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DBBF3AB5-80D5-2C01-5656-FF21B0AD9281}"/>
              </a:ext>
            </a:extLst>
          </p:cNvPr>
          <p:cNvSpPr/>
          <p:nvPr/>
        </p:nvSpPr>
        <p:spPr>
          <a:xfrm>
            <a:off x="814898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E6428D40-421A-0B75-23CE-13D549A579E1}"/>
              </a:ext>
            </a:extLst>
          </p:cNvPr>
          <p:cNvSpPr/>
          <p:nvPr/>
        </p:nvSpPr>
        <p:spPr>
          <a:xfrm>
            <a:off x="845607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D95C2F0-71A6-1DD2-851B-2423E9E1E835}"/>
              </a:ext>
            </a:extLst>
          </p:cNvPr>
          <p:cNvSpPr/>
          <p:nvPr/>
        </p:nvSpPr>
        <p:spPr>
          <a:xfrm>
            <a:off x="876460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ADFAEAB-FB11-2CA6-AAA5-7E627FC71FED}"/>
              </a:ext>
            </a:extLst>
          </p:cNvPr>
          <p:cNvSpPr/>
          <p:nvPr/>
        </p:nvSpPr>
        <p:spPr>
          <a:xfrm>
            <a:off x="722442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847896C-0BB5-0A9E-3F0D-0AE2B983B980}"/>
              </a:ext>
            </a:extLst>
          </p:cNvPr>
          <p:cNvSpPr/>
          <p:nvPr/>
        </p:nvSpPr>
        <p:spPr>
          <a:xfrm>
            <a:off x="753295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6F18749-3863-641B-641C-2866D68499CC}"/>
              </a:ext>
            </a:extLst>
          </p:cNvPr>
          <p:cNvSpPr/>
          <p:nvPr/>
        </p:nvSpPr>
        <p:spPr>
          <a:xfrm>
            <a:off x="784045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618C49C-6086-DF34-3788-03AC083341B6}"/>
              </a:ext>
            </a:extLst>
          </p:cNvPr>
          <p:cNvSpPr/>
          <p:nvPr/>
        </p:nvSpPr>
        <p:spPr>
          <a:xfrm>
            <a:off x="814898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F5F684D-B4D0-5D46-0DEF-C442F02D05DC}"/>
              </a:ext>
            </a:extLst>
          </p:cNvPr>
          <p:cNvSpPr/>
          <p:nvPr/>
        </p:nvSpPr>
        <p:spPr>
          <a:xfrm>
            <a:off x="845607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5D9A33C-5B14-308D-18DD-D4B52BC3212D}"/>
              </a:ext>
            </a:extLst>
          </p:cNvPr>
          <p:cNvSpPr/>
          <p:nvPr/>
        </p:nvSpPr>
        <p:spPr>
          <a:xfrm>
            <a:off x="876460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A500E63-831A-BEA4-18C2-8945A940A389}"/>
              </a:ext>
            </a:extLst>
          </p:cNvPr>
          <p:cNvSpPr txBox="1"/>
          <p:nvPr/>
        </p:nvSpPr>
        <p:spPr>
          <a:xfrm>
            <a:off x="9082589" y="257835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CC90524-7C4F-D7E5-9561-35572B823FD6}"/>
              </a:ext>
            </a:extLst>
          </p:cNvPr>
          <p:cNvSpPr txBox="1"/>
          <p:nvPr/>
        </p:nvSpPr>
        <p:spPr>
          <a:xfrm>
            <a:off x="6848265" y="29616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E4A20421-B09A-5658-9411-83E9D7B57D85}"/>
              </a:ext>
            </a:extLst>
          </p:cNvPr>
          <p:cNvSpPr/>
          <p:nvPr/>
        </p:nvSpPr>
        <p:spPr>
          <a:xfrm>
            <a:off x="8422860" y="2715469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74CADDCE-03EA-0CCB-2793-3E5728D82F6A}"/>
              </a:ext>
            </a:extLst>
          </p:cNvPr>
          <p:cNvSpPr/>
          <p:nvPr/>
        </p:nvSpPr>
        <p:spPr>
          <a:xfrm>
            <a:off x="8422860" y="311416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EC654A95-E7D4-3CA1-1485-DF28BD686EC3}"/>
              </a:ext>
            </a:extLst>
          </p:cNvPr>
          <p:cNvSpPr/>
          <p:nvPr/>
        </p:nvSpPr>
        <p:spPr>
          <a:xfrm>
            <a:off x="71348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01D1A237-94C9-DAC0-746F-36695EB42818}"/>
              </a:ext>
            </a:extLst>
          </p:cNvPr>
          <p:cNvSpPr/>
          <p:nvPr/>
        </p:nvSpPr>
        <p:spPr>
          <a:xfrm>
            <a:off x="102099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AC2BB126-1601-EADE-3927-6199525610E2}"/>
              </a:ext>
            </a:extLst>
          </p:cNvPr>
          <p:cNvSpPr/>
          <p:nvPr/>
        </p:nvSpPr>
        <p:spPr>
          <a:xfrm>
            <a:off x="132952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E9D9718-35D2-A6B9-E08D-F1ECEED76CA8}"/>
              </a:ext>
            </a:extLst>
          </p:cNvPr>
          <p:cNvSpPr/>
          <p:nvPr/>
        </p:nvSpPr>
        <p:spPr>
          <a:xfrm>
            <a:off x="163661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76861F53-E81B-07C5-9FE0-E42B2B19D9B5}"/>
              </a:ext>
            </a:extLst>
          </p:cNvPr>
          <p:cNvSpPr/>
          <p:nvPr/>
        </p:nvSpPr>
        <p:spPr>
          <a:xfrm>
            <a:off x="194514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6DE93C92-EDC0-2D44-CB09-E32D56DD944A}"/>
              </a:ext>
            </a:extLst>
          </p:cNvPr>
          <p:cNvSpPr/>
          <p:nvPr/>
        </p:nvSpPr>
        <p:spPr>
          <a:xfrm>
            <a:off x="71348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AE7C43B0-11F9-4B9F-7C98-1947612C9282}"/>
              </a:ext>
            </a:extLst>
          </p:cNvPr>
          <p:cNvSpPr/>
          <p:nvPr/>
        </p:nvSpPr>
        <p:spPr>
          <a:xfrm>
            <a:off x="102099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2EFC751F-0FF5-ABC2-62EF-3E945D867357}"/>
              </a:ext>
            </a:extLst>
          </p:cNvPr>
          <p:cNvSpPr/>
          <p:nvPr/>
        </p:nvSpPr>
        <p:spPr>
          <a:xfrm>
            <a:off x="132952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D8C33AC-4F3F-E522-E055-79EED0EA24DA}"/>
              </a:ext>
            </a:extLst>
          </p:cNvPr>
          <p:cNvSpPr/>
          <p:nvPr/>
        </p:nvSpPr>
        <p:spPr>
          <a:xfrm>
            <a:off x="163661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D2EF12B2-5520-890F-3448-50168F0D7718}"/>
              </a:ext>
            </a:extLst>
          </p:cNvPr>
          <p:cNvSpPr/>
          <p:nvPr/>
        </p:nvSpPr>
        <p:spPr>
          <a:xfrm>
            <a:off x="194514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1D0C0919-F98C-ED4E-E566-F2CE29F783BF}"/>
              </a:ext>
            </a:extLst>
          </p:cNvPr>
          <p:cNvSpPr txBox="1"/>
          <p:nvPr/>
        </p:nvSpPr>
        <p:spPr>
          <a:xfrm>
            <a:off x="2256772" y="3683949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1000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9561EE5D-4DB8-99B2-D205-BA06D577C5D5}"/>
              </a:ext>
            </a:extLst>
          </p:cNvPr>
          <p:cNvSpPr txBox="1"/>
          <p:nvPr/>
        </p:nvSpPr>
        <p:spPr>
          <a:xfrm>
            <a:off x="343123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5E5AFFAD-3462-DF3F-C61B-230F5C9EA4FC}"/>
              </a:ext>
            </a:extLst>
          </p:cNvPr>
          <p:cNvSpPr/>
          <p:nvPr/>
        </p:nvSpPr>
        <p:spPr>
          <a:xfrm>
            <a:off x="1603393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C7F5C2F8-2752-3982-723D-FF9D833D1CD4}"/>
              </a:ext>
            </a:extLst>
          </p:cNvPr>
          <p:cNvSpPr/>
          <p:nvPr/>
        </p:nvSpPr>
        <p:spPr>
          <a:xfrm>
            <a:off x="1603393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BE8453F5-0FF3-C90D-FFB9-81586D2ADAAF}"/>
              </a:ext>
            </a:extLst>
          </p:cNvPr>
          <p:cNvSpPr/>
          <p:nvPr/>
        </p:nvSpPr>
        <p:spPr>
          <a:xfrm>
            <a:off x="722442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6C143EF9-A037-B861-94AF-93826E80C750}"/>
              </a:ext>
            </a:extLst>
          </p:cNvPr>
          <p:cNvSpPr/>
          <p:nvPr/>
        </p:nvSpPr>
        <p:spPr>
          <a:xfrm>
            <a:off x="753295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E20EAD5F-6996-C0F5-0CDD-0B7499140363}"/>
              </a:ext>
            </a:extLst>
          </p:cNvPr>
          <p:cNvSpPr/>
          <p:nvPr/>
        </p:nvSpPr>
        <p:spPr>
          <a:xfrm>
            <a:off x="784045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81FA58F6-3DF1-A4D5-50BA-FA0A0E68C6E2}"/>
              </a:ext>
            </a:extLst>
          </p:cNvPr>
          <p:cNvSpPr/>
          <p:nvPr/>
        </p:nvSpPr>
        <p:spPr>
          <a:xfrm>
            <a:off x="814898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7D2AFA91-DE23-8B12-1659-5E0C427CA774}"/>
              </a:ext>
            </a:extLst>
          </p:cNvPr>
          <p:cNvSpPr/>
          <p:nvPr/>
        </p:nvSpPr>
        <p:spPr>
          <a:xfrm>
            <a:off x="845607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DD810D11-C106-6ED5-32A8-3137621A062E}"/>
              </a:ext>
            </a:extLst>
          </p:cNvPr>
          <p:cNvSpPr/>
          <p:nvPr/>
        </p:nvSpPr>
        <p:spPr>
          <a:xfrm>
            <a:off x="876460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C931E2A7-24F5-7A4A-7C54-4AF18FBF4F7B}"/>
              </a:ext>
            </a:extLst>
          </p:cNvPr>
          <p:cNvSpPr/>
          <p:nvPr/>
        </p:nvSpPr>
        <p:spPr>
          <a:xfrm>
            <a:off x="722442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66091065-851F-5720-6685-03319F59B491}"/>
              </a:ext>
            </a:extLst>
          </p:cNvPr>
          <p:cNvSpPr/>
          <p:nvPr/>
        </p:nvSpPr>
        <p:spPr>
          <a:xfrm>
            <a:off x="753295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70D606AA-0F42-822E-9F5A-68EDAD8F1B1E}"/>
              </a:ext>
            </a:extLst>
          </p:cNvPr>
          <p:cNvSpPr/>
          <p:nvPr/>
        </p:nvSpPr>
        <p:spPr>
          <a:xfrm>
            <a:off x="784045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4514D49E-1163-F1CB-EA15-1C730B317377}"/>
              </a:ext>
            </a:extLst>
          </p:cNvPr>
          <p:cNvSpPr/>
          <p:nvPr/>
        </p:nvSpPr>
        <p:spPr>
          <a:xfrm>
            <a:off x="814898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6623E42B-B8E2-C924-75C6-515EEFC07A0F}"/>
              </a:ext>
            </a:extLst>
          </p:cNvPr>
          <p:cNvSpPr/>
          <p:nvPr/>
        </p:nvSpPr>
        <p:spPr>
          <a:xfrm>
            <a:off x="845607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EFED77C4-0D74-9342-6E51-05E44E2420ED}"/>
              </a:ext>
            </a:extLst>
          </p:cNvPr>
          <p:cNvSpPr/>
          <p:nvPr/>
        </p:nvSpPr>
        <p:spPr>
          <a:xfrm>
            <a:off x="876460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E0EA2BD4-B752-323A-3E97-126F0EC1B288}"/>
              </a:ext>
            </a:extLst>
          </p:cNvPr>
          <p:cNvSpPr txBox="1"/>
          <p:nvPr/>
        </p:nvSpPr>
        <p:spPr>
          <a:xfrm>
            <a:off x="9082589" y="3683949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C368CCAD-D544-8C80-9FD3-8B8B7BF1C659}"/>
              </a:ext>
            </a:extLst>
          </p:cNvPr>
          <p:cNvSpPr txBox="1"/>
          <p:nvPr/>
        </p:nvSpPr>
        <p:spPr>
          <a:xfrm>
            <a:off x="6848265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196B22CE-15FF-AB77-4813-67C446F108FA}"/>
              </a:ext>
            </a:extLst>
          </p:cNvPr>
          <p:cNvSpPr/>
          <p:nvPr/>
        </p:nvSpPr>
        <p:spPr>
          <a:xfrm>
            <a:off x="8422860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82026C2A-A5E0-9F9E-ED1A-28C6246D3259}"/>
              </a:ext>
            </a:extLst>
          </p:cNvPr>
          <p:cNvSpPr/>
          <p:nvPr/>
        </p:nvSpPr>
        <p:spPr>
          <a:xfrm>
            <a:off x="8422860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676C0F57-4851-129D-7D32-D8E8A93A1587}"/>
              </a:ext>
            </a:extLst>
          </p:cNvPr>
          <p:cNvSpPr/>
          <p:nvPr/>
        </p:nvSpPr>
        <p:spPr>
          <a:xfrm>
            <a:off x="394089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5EF41963-06AA-6F5C-A625-338D8D36F443}"/>
              </a:ext>
            </a:extLst>
          </p:cNvPr>
          <p:cNvSpPr/>
          <p:nvPr/>
        </p:nvSpPr>
        <p:spPr>
          <a:xfrm>
            <a:off x="424942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CFB0F9F-6D89-971B-3E02-AD9923FB4074}"/>
              </a:ext>
            </a:extLst>
          </p:cNvPr>
          <p:cNvSpPr/>
          <p:nvPr/>
        </p:nvSpPr>
        <p:spPr>
          <a:xfrm>
            <a:off x="455692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9BC84905-CDDF-2132-F4CD-43B04CC63CAB}"/>
              </a:ext>
            </a:extLst>
          </p:cNvPr>
          <p:cNvSpPr/>
          <p:nvPr/>
        </p:nvSpPr>
        <p:spPr>
          <a:xfrm>
            <a:off x="486545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59440FB6-C1F5-9EC1-820A-1BAE9E0D5221}"/>
              </a:ext>
            </a:extLst>
          </p:cNvPr>
          <p:cNvSpPr/>
          <p:nvPr/>
        </p:nvSpPr>
        <p:spPr>
          <a:xfrm>
            <a:off x="517255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B2CB790-539F-9953-CF4F-AE6D628E5CEB}"/>
              </a:ext>
            </a:extLst>
          </p:cNvPr>
          <p:cNvSpPr/>
          <p:nvPr/>
        </p:nvSpPr>
        <p:spPr>
          <a:xfrm>
            <a:off x="548108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6A135B0-383F-E3D6-1127-6E4B418E0420}"/>
              </a:ext>
            </a:extLst>
          </p:cNvPr>
          <p:cNvSpPr/>
          <p:nvPr/>
        </p:nvSpPr>
        <p:spPr>
          <a:xfrm>
            <a:off x="394089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E3A5F97-AD9E-DE6C-C9A0-C2046E4D15A0}"/>
              </a:ext>
            </a:extLst>
          </p:cNvPr>
          <p:cNvSpPr/>
          <p:nvPr/>
        </p:nvSpPr>
        <p:spPr>
          <a:xfrm>
            <a:off x="424942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9E509830-264B-3F52-6B62-68766606BFA7}"/>
              </a:ext>
            </a:extLst>
          </p:cNvPr>
          <p:cNvSpPr/>
          <p:nvPr/>
        </p:nvSpPr>
        <p:spPr>
          <a:xfrm>
            <a:off x="455692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BB08917-15ED-0AC8-A832-24D4B15150C4}"/>
              </a:ext>
            </a:extLst>
          </p:cNvPr>
          <p:cNvSpPr/>
          <p:nvPr/>
        </p:nvSpPr>
        <p:spPr>
          <a:xfrm>
            <a:off x="486545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611E5ABC-05C9-9AB4-6EBC-0CF4C3004504}"/>
              </a:ext>
            </a:extLst>
          </p:cNvPr>
          <p:cNvSpPr/>
          <p:nvPr/>
        </p:nvSpPr>
        <p:spPr>
          <a:xfrm>
            <a:off x="517255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ED86A461-CAB3-AC8F-B0FF-EE636DCC0D18}"/>
              </a:ext>
            </a:extLst>
          </p:cNvPr>
          <p:cNvSpPr/>
          <p:nvPr/>
        </p:nvSpPr>
        <p:spPr>
          <a:xfrm>
            <a:off x="548108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FDF99BB-4614-EDFC-1996-12C41C54C5CE}"/>
              </a:ext>
            </a:extLst>
          </p:cNvPr>
          <p:cNvSpPr txBox="1"/>
          <p:nvPr/>
        </p:nvSpPr>
        <p:spPr>
          <a:xfrm>
            <a:off x="5799061" y="4789541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018C905-34F5-CF75-1CF8-5F6E4DD7CFD6}"/>
              </a:ext>
            </a:extLst>
          </p:cNvPr>
          <p:cNvSpPr txBox="1"/>
          <p:nvPr/>
        </p:nvSpPr>
        <p:spPr>
          <a:xfrm>
            <a:off x="3564737" y="517285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A1C906DB-4B79-B922-57E0-CCF84631828B}"/>
              </a:ext>
            </a:extLst>
          </p:cNvPr>
          <p:cNvSpPr/>
          <p:nvPr/>
        </p:nvSpPr>
        <p:spPr>
          <a:xfrm>
            <a:off x="5139332" y="4926654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966CB091-211B-7D51-A9B9-0DD29AE4BFB9}"/>
              </a:ext>
            </a:extLst>
          </p:cNvPr>
          <p:cNvSpPr/>
          <p:nvPr/>
        </p:nvSpPr>
        <p:spPr>
          <a:xfrm>
            <a:off x="5139332" y="532535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F6BD600B-BB67-AB5B-0183-4136B1A01027}"/>
              </a:ext>
            </a:extLst>
          </p:cNvPr>
          <p:cNvSpPr/>
          <p:nvPr/>
        </p:nvSpPr>
        <p:spPr>
          <a:xfrm>
            <a:off x="65737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B5706AB1-3226-A94A-2AEF-0D8DEB5E36EA}"/>
              </a:ext>
            </a:extLst>
          </p:cNvPr>
          <p:cNvSpPr/>
          <p:nvPr/>
        </p:nvSpPr>
        <p:spPr>
          <a:xfrm>
            <a:off x="96590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E6D11392-B955-E0AA-3B60-CFEED852EBED}"/>
              </a:ext>
            </a:extLst>
          </p:cNvPr>
          <p:cNvSpPr/>
          <p:nvPr/>
        </p:nvSpPr>
        <p:spPr>
          <a:xfrm>
            <a:off x="127340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30B4612-BBF4-F67D-2AD6-C8838E81A752}"/>
              </a:ext>
            </a:extLst>
          </p:cNvPr>
          <p:cNvSpPr/>
          <p:nvPr/>
        </p:nvSpPr>
        <p:spPr>
          <a:xfrm>
            <a:off x="158193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87096F4-9EA2-6D89-B86A-90763926A0BF}"/>
              </a:ext>
            </a:extLst>
          </p:cNvPr>
          <p:cNvSpPr/>
          <p:nvPr/>
        </p:nvSpPr>
        <p:spPr>
          <a:xfrm>
            <a:off x="188902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4FCB631B-9FE7-8E3C-6597-7FB1CCBF7671}"/>
              </a:ext>
            </a:extLst>
          </p:cNvPr>
          <p:cNvSpPr/>
          <p:nvPr/>
        </p:nvSpPr>
        <p:spPr>
          <a:xfrm>
            <a:off x="219755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DBA88F0-56F3-C4A6-7595-BED251797748}"/>
              </a:ext>
            </a:extLst>
          </p:cNvPr>
          <p:cNvSpPr/>
          <p:nvPr/>
        </p:nvSpPr>
        <p:spPr>
          <a:xfrm>
            <a:off x="65737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0E88FA40-DDE2-85CB-774D-B92085D9B81E}"/>
              </a:ext>
            </a:extLst>
          </p:cNvPr>
          <p:cNvSpPr/>
          <p:nvPr/>
        </p:nvSpPr>
        <p:spPr>
          <a:xfrm>
            <a:off x="96590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D5722AA-53F4-F50A-D817-5CCDEDB0B6FB}"/>
              </a:ext>
            </a:extLst>
          </p:cNvPr>
          <p:cNvSpPr/>
          <p:nvPr/>
        </p:nvSpPr>
        <p:spPr>
          <a:xfrm>
            <a:off x="127340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C8880209-F2F8-395F-D129-BF191AA3D31A}"/>
              </a:ext>
            </a:extLst>
          </p:cNvPr>
          <p:cNvSpPr/>
          <p:nvPr/>
        </p:nvSpPr>
        <p:spPr>
          <a:xfrm>
            <a:off x="158193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0BC43A5-CBFD-C046-8682-17BA1D3685E0}"/>
              </a:ext>
            </a:extLst>
          </p:cNvPr>
          <p:cNvSpPr/>
          <p:nvPr/>
        </p:nvSpPr>
        <p:spPr>
          <a:xfrm>
            <a:off x="188902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51897BD1-45FE-869D-EAF5-974F3F3A79A1}"/>
              </a:ext>
            </a:extLst>
          </p:cNvPr>
          <p:cNvSpPr/>
          <p:nvPr/>
        </p:nvSpPr>
        <p:spPr>
          <a:xfrm>
            <a:off x="219755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5237B06C-D814-B9EB-5DC6-EA33F7E296EF}"/>
              </a:ext>
            </a:extLst>
          </p:cNvPr>
          <p:cNvSpPr txBox="1"/>
          <p:nvPr/>
        </p:nvSpPr>
        <p:spPr>
          <a:xfrm>
            <a:off x="2509185" y="5895134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2000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8473094A-084B-B06E-84AE-10745D4A1E1C}"/>
              </a:ext>
            </a:extLst>
          </p:cNvPr>
          <p:cNvSpPr txBox="1"/>
          <p:nvPr/>
        </p:nvSpPr>
        <p:spPr>
          <a:xfrm>
            <a:off x="281211" y="6278443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61924E8B-5379-856C-5689-5EC5DE043786}"/>
              </a:ext>
            </a:extLst>
          </p:cNvPr>
          <p:cNvSpPr/>
          <p:nvPr/>
        </p:nvSpPr>
        <p:spPr>
          <a:xfrm>
            <a:off x="1548624" y="603224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66FDB09D-1176-A6C0-9A93-6DE96BEDF143}"/>
              </a:ext>
            </a:extLst>
          </p:cNvPr>
          <p:cNvSpPr/>
          <p:nvPr/>
        </p:nvSpPr>
        <p:spPr>
          <a:xfrm>
            <a:off x="1548624" y="643094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F1B11137-1E42-08E4-6D7E-74B04166F992}"/>
              </a:ext>
            </a:extLst>
          </p:cNvPr>
          <p:cNvSpPr txBox="1"/>
          <p:nvPr/>
        </p:nvSpPr>
        <p:spPr>
          <a:xfrm>
            <a:off x="4229415" y="536840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× 100 = 30</a:t>
            </a:r>
          </a:p>
        </p:txBody>
      </p:sp>
      <p:pic>
        <p:nvPicPr>
          <p:cNvPr id="579" name="Picture 578">
            <a:extLst>
              <a:ext uri="{FF2B5EF4-FFF2-40B4-BE49-F238E27FC236}">
                <a16:creationId xmlns:a16="http://schemas.microsoft.com/office/drawing/2014/main" id="{B8D7614D-FDA9-D1D2-619F-CDC02D34DB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946311"/>
            <a:ext cx="307155" cy="307155"/>
          </a:xfrm>
          <a:prstGeom prst="rect">
            <a:avLst/>
          </a:prstGeom>
        </p:spPr>
      </p:pic>
      <p:pic>
        <p:nvPicPr>
          <p:cNvPr id="580" name="Picture 579">
            <a:extLst>
              <a:ext uri="{FF2B5EF4-FFF2-40B4-BE49-F238E27FC236}">
                <a16:creationId xmlns:a16="http://schemas.microsoft.com/office/drawing/2014/main" id="{7B3CBCE7-74FA-5D1B-4181-CAFFE34D1F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2064327"/>
            <a:ext cx="307155" cy="307155"/>
          </a:xfrm>
          <a:prstGeom prst="rect">
            <a:avLst/>
          </a:prstGeom>
        </p:spPr>
      </p:pic>
      <p:pic>
        <p:nvPicPr>
          <p:cNvPr id="581" name="Picture 580">
            <a:extLst>
              <a:ext uri="{FF2B5EF4-FFF2-40B4-BE49-F238E27FC236}">
                <a16:creationId xmlns:a16="http://schemas.microsoft.com/office/drawing/2014/main" id="{0C06588B-4D6D-84B9-3559-C5F2E08192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2051904"/>
            <a:ext cx="307155" cy="307155"/>
          </a:xfrm>
          <a:prstGeom prst="rect">
            <a:avLst/>
          </a:prstGeom>
        </p:spPr>
      </p:pic>
      <p:pic>
        <p:nvPicPr>
          <p:cNvPr id="582" name="Picture 581">
            <a:extLst>
              <a:ext uri="{FF2B5EF4-FFF2-40B4-BE49-F238E27FC236}">
                <a16:creationId xmlns:a16="http://schemas.microsoft.com/office/drawing/2014/main" id="{367FBA7B-9932-E861-6A62-6F80DB55C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2051904"/>
            <a:ext cx="307155" cy="307155"/>
          </a:xfrm>
          <a:prstGeom prst="rect">
            <a:avLst/>
          </a:prstGeom>
        </p:spPr>
      </p:pic>
      <p:pic>
        <p:nvPicPr>
          <p:cNvPr id="583" name="Picture 582">
            <a:extLst>
              <a:ext uri="{FF2B5EF4-FFF2-40B4-BE49-F238E27FC236}">
                <a16:creationId xmlns:a16="http://schemas.microsoft.com/office/drawing/2014/main" id="{6F301158-AA32-4C4D-E08F-26E0A29D93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3161607"/>
            <a:ext cx="307155" cy="307155"/>
          </a:xfrm>
          <a:prstGeom prst="rect">
            <a:avLst/>
          </a:prstGeom>
        </p:spPr>
      </p:pic>
      <p:pic>
        <p:nvPicPr>
          <p:cNvPr id="584" name="Picture 583">
            <a:extLst>
              <a:ext uri="{FF2B5EF4-FFF2-40B4-BE49-F238E27FC236}">
                <a16:creationId xmlns:a16="http://schemas.microsoft.com/office/drawing/2014/main" id="{E9C8E004-1364-4688-27FA-FD05062E26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3140871"/>
            <a:ext cx="307155" cy="307155"/>
          </a:xfrm>
          <a:prstGeom prst="rect">
            <a:avLst/>
          </a:prstGeom>
        </p:spPr>
      </p:pic>
      <p:pic>
        <p:nvPicPr>
          <p:cNvPr id="585" name="Picture 584">
            <a:extLst>
              <a:ext uri="{FF2B5EF4-FFF2-40B4-BE49-F238E27FC236}">
                <a16:creationId xmlns:a16="http://schemas.microsoft.com/office/drawing/2014/main" id="{7AC0ACBC-8B2F-06C8-D203-200B4DBF3F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82493" y="3161607"/>
            <a:ext cx="307155" cy="307155"/>
          </a:xfrm>
          <a:prstGeom prst="rect">
            <a:avLst/>
          </a:prstGeom>
        </p:spPr>
      </p:pic>
      <p:pic>
        <p:nvPicPr>
          <p:cNvPr id="586" name="Picture 585">
            <a:extLst>
              <a:ext uri="{FF2B5EF4-FFF2-40B4-BE49-F238E27FC236}">
                <a16:creationId xmlns:a16="http://schemas.microsoft.com/office/drawing/2014/main" id="{BAE0E26B-D095-84D5-BE44-747EC6077A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4263090"/>
            <a:ext cx="307155" cy="307155"/>
          </a:xfrm>
          <a:prstGeom prst="rect">
            <a:avLst/>
          </a:prstGeom>
        </p:spPr>
      </p:pic>
      <p:pic>
        <p:nvPicPr>
          <p:cNvPr id="587" name="Picture 586">
            <a:extLst>
              <a:ext uri="{FF2B5EF4-FFF2-40B4-BE49-F238E27FC236}">
                <a16:creationId xmlns:a16="http://schemas.microsoft.com/office/drawing/2014/main" id="{FB865122-16E4-9060-1209-F1C0D8F895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23903" y="4263090"/>
            <a:ext cx="307155" cy="307155"/>
          </a:xfrm>
          <a:prstGeom prst="rect">
            <a:avLst/>
          </a:prstGeom>
        </p:spPr>
      </p:pic>
      <p:pic>
        <p:nvPicPr>
          <p:cNvPr id="588" name="Picture 587">
            <a:extLst>
              <a:ext uri="{FF2B5EF4-FFF2-40B4-BE49-F238E27FC236}">
                <a16:creationId xmlns:a16="http://schemas.microsoft.com/office/drawing/2014/main" id="{6932DD4B-E391-CC1C-B5A9-E4F7D36152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82493" y="4300451"/>
            <a:ext cx="307155" cy="307155"/>
          </a:xfrm>
          <a:prstGeom prst="rect">
            <a:avLst/>
          </a:prstGeom>
        </p:spPr>
      </p:pic>
      <p:pic>
        <p:nvPicPr>
          <p:cNvPr id="589" name="Picture 588">
            <a:extLst>
              <a:ext uri="{FF2B5EF4-FFF2-40B4-BE49-F238E27FC236}">
                <a16:creationId xmlns:a16="http://schemas.microsoft.com/office/drawing/2014/main" id="{485A16C5-6A22-C9E4-EE94-49DFBADF47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5364480"/>
            <a:ext cx="307155" cy="307155"/>
          </a:xfrm>
          <a:prstGeom prst="rect">
            <a:avLst/>
          </a:prstGeom>
        </p:spPr>
      </p:pic>
      <p:pic>
        <p:nvPicPr>
          <p:cNvPr id="590" name="Picture 589">
            <a:extLst>
              <a:ext uri="{FF2B5EF4-FFF2-40B4-BE49-F238E27FC236}">
                <a16:creationId xmlns:a16="http://schemas.microsoft.com/office/drawing/2014/main" id="{5420282B-52A8-1044-6EAC-5EAA6D41F8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32216" y="5364480"/>
            <a:ext cx="307155" cy="307155"/>
          </a:xfrm>
          <a:prstGeom prst="rect">
            <a:avLst/>
          </a:prstGeom>
        </p:spPr>
      </p:pic>
      <p:pic>
        <p:nvPicPr>
          <p:cNvPr id="591" name="Picture 590">
            <a:extLst>
              <a:ext uri="{FF2B5EF4-FFF2-40B4-BE49-F238E27FC236}">
                <a16:creationId xmlns:a16="http://schemas.microsoft.com/office/drawing/2014/main" id="{10DA838B-9494-F267-F387-0DBD415C29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5335431"/>
            <a:ext cx="307155" cy="307155"/>
          </a:xfrm>
          <a:prstGeom prst="rect">
            <a:avLst/>
          </a:prstGeom>
        </p:spPr>
      </p:pic>
      <p:pic>
        <p:nvPicPr>
          <p:cNvPr id="592" name="Picture 591">
            <a:extLst>
              <a:ext uri="{FF2B5EF4-FFF2-40B4-BE49-F238E27FC236}">
                <a16:creationId xmlns:a16="http://schemas.microsoft.com/office/drawing/2014/main" id="{AB05E2B3-F6C7-7570-BE37-1A98DF6ABA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6432711"/>
            <a:ext cx="307155" cy="307155"/>
          </a:xfrm>
          <a:prstGeom prst="rect">
            <a:avLst/>
          </a:prstGeom>
        </p:spPr>
      </p:pic>
      <p:pic>
        <p:nvPicPr>
          <p:cNvPr id="593" name="Picture 592">
            <a:extLst>
              <a:ext uri="{FF2B5EF4-FFF2-40B4-BE49-F238E27FC236}">
                <a16:creationId xmlns:a16="http://schemas.microsoft.com/office/drawing/2014/main" id="{41E0F5C7-33DC-7FEE-EA38-7D740F8B86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32216" y="6411884"/>
            <a:ext cx="307155" cy="307155"/>
          </a:xfrm>
          <a:prstGeom prst="rect">
            <a:avLst/>
          </a:prstGeom>
        </p:spPr>
      </p:pic>
      <p:pic>
        <p:nvPicPr>
          <p:cNvPr id="594" name="Picture 593">
            <a:extLst>
              <a:ext uri="{FF2B5EF4-FFF2-40B4-BE49-F238E27FC236}">
                <a16:creationId xmlns:a16="http://schemas.microsoft.com/office/drawing/2014/main" id="{FA39A479-0491-447C-F1A6-BE3135C5E0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82492" y="6432711"/>
            <a:ext cx="307155" cy="307155"/>
          </a:xfrm>
          <a:prstGeom prst="rect">
            <a:avLst/>
          </a:prstGeom>
        </p:spPr>
      </p:pic>
      <p:sp>
        <p:nvSpPr>
          <p:cNvPr id="595" name="TextBox 594">
            <a:extLst>
              <a:ext uri="{FF2B5EF4-FFF2-40B4-BE49-F238E27FC236}">
                <a16:creationId xmlns:a16="http://schemas.microsoft.com/office/drawing/2014/main" id="{626B0834-014B-757D-DDFC-9EAA12511533}"/>
              </a:ext>
            </a:extLst>
          </p:cNvPr>
          <p:cNvSpPr txBox="1"/>
          <p:nvPr/>
        </p:nvSpPr>
        <p:spPr>
          <a:xfrm>
            <a:off x="7528142" y="1650745"/>
            <a:ext cx="1385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10 = 0.7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99C1D71-27C5-3F6D-36EC-F176A5C1E5A7}"/>
              </a:ext>
            </a:extLst>
          </p:cNvPr>
          <p:cNvSpPr txBox="1"/>
          <p:nvPr/>
        </p:nvSpPr>
        <p:spPr>
          <a:xfrm>
            <a:off x="806652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920 ÷ 10 = 9.2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FE5378C-7D3A-FB15-0941-74BF343FFAC2}"/>
              </a:ext>
            </a:extLst>
          </p:cNvPr>
          <p:cNvSpPr txBox="1"/>
          <p:nvPr/>
        </p:nvSpPr>
        <p:spPr>
          <a:xfrm>
            <a:off x="4132433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100 = 0.08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04FDF38C-9F5C-5AAC-0A06-C9880058C1AB}"/>
              </a:ext>
            </a:extLst>
          </p:cNvPr>
          <p:cNvSpPr txBox="1"/>
          <p:nvPr/>
        </p:nvSpPr>
        <p:spPr>
          <a:xfrm>
            <a:off x="3937668" y="3862797"/>
            <a:ext cx="2034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5.1 × 1000 = 5100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16857539-9F70-B37F-573A-1D97647EF098}"/>
              </a:ext>
            </a:extLst>
          </p:cNvPr>
          <p:cNvSpPr txBox="1"/>
          <p:nvPr/>
        </p:nvSpPr>
        <p:spPr>
          <a:xfrm>
            <a:off x="514906" y="4943449"/>
            <a:ext cx="2228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71.8 ÷ 1000 = 0.718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91AD5993-DF53-5C07-369E-0856A71C24F9}"/>
              </a:ext>
            </a:extLst>
          </p:cNvPr>
          <p:cNvSpPr txBox="1"/>
          <p:nvPr/>
        </p:nvSpPr>
        <p:spPr>
          <a:xfrm>
            <a:off x="7146627" y="4943449"/>
            <a:ext cx="2148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4.6 ÷ 10 × 100 = 46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F38B4E09-5DFD-87F6-2419-EFBEBE86BED5}"/>
              </a:ext>
            </a:extLst>
          </p:cNvPr>
          <p:cNvSpPr txBox="1"/>
          <p:nvPr/>
        </p:nvSpPr>
        <p:spPr>
          <a:xfrm>
            <a:off x="3685997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0.18 × 1000 ÷ 10 = 180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4FCAF420-8A91-B1FD-AAD8-B4356F0C43A9}"/>
              </a:ext>
            </a:extLst>
          </p:cNvPr>
          <p:cNvSpPr txBox="1"/>
          <p:nvPr/>
        </p:nvSpPr>
        <p:spPr>
          <a:xfrm>
            <a:off x="6951862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735 ÷ 1000 × 10 = 7.35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1BA50E-383A-DE5B-C777-98D34EC31B34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</a:t>
            </a:r>
            <a:endParaRPr lang="en-GB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C3045-9679-D38F-78F5-072E82B16CF7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2</a:t>
            </a:r>
            <a:endParaRPr lang="en-GB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C6689-D173-2AAC-2280-C6E04E303EBE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4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937BE-8F5D-7C3A-8B58-B83A19494FCC}"/>
              </a:ext>
            </a:extLst>
          </p:cNvPr>
          <p:cNvSpPr txBox="1"/>
          <p:nvPr/>
        </p:nvSpPr>
        <p:spPr>
          <a:xfrm>
            <a:off x="3273243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5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687AB-82B2-C053-326C-565A480809B0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7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57D906-6BBF-8991-DF04-8100D5798AED}"/>
              </a:ext>
            </a:extLst>
          </p:cNvPr>
          <p:cNvSpPr txBox="1"/>
          <p:nvPr/>
        </p:nvSpPr>
        <p:spPr>
          <a:xfrm>
            <a:off x="3273243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8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8F1C5-F2E5-2B62-4592-2751FE432762}"/>
              </a:ext>
            </a:extLst>
          </p:cNvPr>
          <p:cNvSpPr txBox="1"/>
          <p:nvPr/>
        </p:nvSpPr>
        <p:spPr>
          <a:xfrm>
            <a:off x="-1990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10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193599-45A6-8BD7-A7B9-AA3642AE2E76}"/>
              </a:ext>
            </a:extLst>
          </p:cNvPr>
          <p:cNvSpPr txBox="1"/>
          <p:nvPr/>
        </p:nvSpPr>
        <p:spPr>
          <a:xfrm>
            <a:off x="3273243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11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2A5A52-07A8-7858-7B20-C22E55B0B3E7}"/>
              </a:ext>
            </a:extLst>
          </p:cNvPr>
          <p:cNvSpPr txBox="1"/>
          <p:nvPr/>
        </p:nvSpPr>
        <p:spPr>
          <a:xfrm>
            <a:off x="-1991" y="4613617"/>
            <a:ext cx="48282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13</a:t>
            </a:r>
            <a:endParaRPr lang="en-GB" sz="1600" b="1" dirty="0"/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AE6DF5A6-1A08-11A5-31D8-F35C5EF322E8}"/>
              </a:ext>
            </a:extLst>
          </p:cNvPr>
          <p:cNvSpPr txBox="1"/>
          <p:nvPr/>
        </p:nvSpPr>
        <p:spPr>
          <a:xfrm>
            <a:off x="3273243" y="461361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14</a:t>
            </a:r>
            <a:endParaRPr lang="en-GB" sz="1600" b="1" dirty="0"/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4F6BAC79-360D-7F79-5356-DF99FD78C9D9}"/>
              </a:ext>
            </a:extLst>
          </p:cNvPr>
          <p:cNvSpPr txBox="1"/>
          <p:nvPr/>
        </p:nvSpPr>
        <p:spPr>
          <a:xfrm>
            <a:off x="3273243" y="571597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17</a:t>
            </a:r>
            <a:endParaRPr lang="en-GB" sz="1600" b="1" dirty="0"/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9E3BE6BA-E9FB-BCE8-EF3B-84B03A8493E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3</a:t>
            </a:r>
            <a:endParaRPr lang="en-GB" sz="1600" b="1" dirty="0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CC1DBFF4-2963-5263-346E-5D4160235431}"/>
              </a:ext>
            </a:extLst>
          </p:cNvPr>
          <p:cNvSpPr txBox="1"/>
          <p:nvPr/>
        </p:nvSpPr>
        <p:spPr>
          <a:xfrm>
            <a:off x="6543981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6</a:t>
            </a:r>
            <a:endParaRPr lang="en-GB" sz="1600" b="1" dirty="0"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016A7468-BC12-B777-0787-E0712CF83AAD}"/>
              </a:ext>
            </a:extLst>
          </p:cNvPr>
          <p:cNvSpPr txBox="1"/>
          <p:nvPr/>
        </p:nvSpPr>
        <p:spPr>
          <a:xfrm>
            <a:off x="6543981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9</a:t>
            </a:r>
            <a:endParaRPr lang="en-GB" sz="1600" b="1" dirty="0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C502E7FA-8F21-3504-9E47-2258A32CD464}"/>
              </a:ext>
            </a:extLst>
          </p:cNvPr>
          <p:cNvSpPr txBox="1"/>
          <p:nvPr/>
        </p:nvSpPr>
        <p:spPr>
          <a:xfrm>
            <a:off x="6543981" y="3506177"/>
            <a:ext cx="41956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12</a:t>
            </a:r>
            <a:endParaRPr lang="en-GB" sz="1600" b="1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FF903A15-AD95-DAEC-4336-7328C7D6456A}"/>
              </a:ext>
            </a:extLst>
          </p:cNvPr>
          <p:cNvSpPr txBox="1"/>
          <p:nvPr/>
        </p:nvSpPr>
        <p:spPr>
          <a:xfrm>
            <a:off x="6543980" y="4613617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15</a:t>
            </a:r>
            <a:endParaRPr lang="en-GB" sz="1600" b="1" dirty="0"/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57027EA1-5AEF-E7F6-3E71-4E1D4E916277}"/>
              </a:ext>
            </a:extLst>
          </p:cNvPr>
          <p:cNvSpPr txBox="1"/>
          <p:nvPr/>
        </p:nvSpPr>
        <p:spPr>
          <a:xfrm>
            <a:off x="6476811" y="5746225"/>
            <a:ext cx="48673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18</a:t>
            </a:r>
            <a:endParaRPr lang="en-GB" sz="1600" b="1" dirty="0"/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24D8B6B0-EC08-E35C-0266-A3B8A17DD0F6}"/>
              </a:ext>
            </a:extLst>
          </p:cNvPr>
          <p:cNvSpPr txBox="1"/>
          <p:nvPr/>
        </p:nvSpPr>
        <p:spPr>
          <a:xfrm>
            <a:off x="-29093" y="5755201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16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438609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3" name="Table 5">
            <a:extLst>
              <a:ext uri="{FF2B5EF4-FFF2-40B4-BE49-F238E27FC236}">
                <a16:creationId xmlns:a16="http://schemas.microsoft.com/office/drawing/2014/main" id="{637F0572-EB57-B983-8D32-C4502FD2D7F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DB02AC94-9965-4F49-B300-D84F3749E6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946311"/>
            <a:ext cx="307155" cy="30715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829B4A8-3C2A-476E-A333-89E304E1C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24612" y="964276"/>
            <a:ext cx="307155" cy="30715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A7320D-0BDC-405E-8F70-95595FD42B00}"/>
              </a:ext>
            </a:extLst>
          </p:cNvPr>
          <p:cNvSpPr txBox="1"/>
          <p:nvPr/>
        </p:nvSpPr>
        <p:spPr>
          <a:xfrm>
            <a:off x="2251120" y="-71005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DEF9B-CCAC-55F7-2D20-BD1928C77104}"/>
              </a:ext>
            </a:extLst>
          </p:cNvPr>
          <p:cNvSpPr/>
          <p:nvPr/>
        </p:nvSpPr>
        <p:spPr>
          <a:xfrm>
            <a:off x="101905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A056-7B97-8DB7-BCF0-E9E1DBA138C1}"/>
              </a:ext>
            </a:extLst>
          </p:cNvPr>
          <p:cNvSpPr/>
          <p:nvPr/>
        </p:nvSpPr>
        <p:spPr>
          <a:xfrm>
            <a:off x="132758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3511-1E40-6C45-DE63-E7D2C0F4EC9F}"/>
              </a:ext>
            </a:extLst>
          </p:cNvPr>
          <p:cNvSpPr/>
          <p:nvPr/>
        </p:nvSpPr>
        <p:spPr>
          <a:xfrm>
            <a:off x="163508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20C3-547B-85FE-D678-321658B7F8AC}"/>
              </a:ext>
            </a:extLst>
          </p:cNvPr>
          <p:cNvSpPr/>
          <p:nvPr/>
        </p:nvSpPr>
        <p:spPr>
          <a:xfrm>
            <a:off x="194361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92F71-1175-D8CF-A1C2-99E2D81ADD04}"/>
              </a:ext>
            </a:extLst>
          </p:cNvPr>
          <p:cNvSpPr/>
          <p:nvPr/>
        </p:nvSpPr>
        <p:spPr>
          <a:xfrm>
            <a:off x="101905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4ED0A-4323-44F6-E0DD-EC97A61E0C8D}"/>
              </a:ext>
            </a:extLst>
          </p:cNvPr>
          <p:cNvSpPr/>
          <p:nvPr/>
        </p:nvSpPr>
        <p:spPr>
          <a:xfrm>
            <a:off x="132758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3E68F-EF37-58BB-8240-5CEF7F042DD6}"/>
              </a:ext>
            </a:extLst>
          </p:cNvPr>
          <p:cNvSpPr/>
          <p:nvPr/>
        </p:nvSpPr>
        <p:spPr>
          <a:xfrm>
            <a:off x="163508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1A8A6-BB38-1EEF-9E46-2C86902BD10C}"/>
              </a:ext>
            </a:extLst>
          </p:cNvPr>
          <p:cNvSpPr/>
          <p:nvPr/>
        </p:nvSpPr>
        <p:spPr>
          <a:xfrm>
            <a:off x="194361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C0703-5EED-AB2B-D726-B04AC563D74C}"/>
              </a:ext>
            </a:extLst>
          </p:cNvPr>
          <p:cNvSpPr txBox="1"/>
          <p:nvPr/>
        </p:nvSpPr>
        <p:spPr>
          <a:xfrm>
            <a:off x="224936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047B4-71BD-26C5-5463-587D55ED7831}"/>
              </a:ext>
            </a:extLst>
          </p:cNvPr>
          <p:cNvSpPr txBox="1"/>
          <p:nvPr/>
        </p:nvSpPr>
        <p:spPr>
          <a:xfrm>
            <a:off x="642897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D0E4E2-35BA-70DE-C959-1E25583EF5F4}"/>
              </a:ext>
            </a:extLst>
          </p:cNvPr>
          <p:cNvSpPr/>
          <p:nvPr/>
        </p:nvSpPr>
        <p:spPr>
          <a:xfrm>
            <a:off x="7532956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E4EFE51-D063-8FE2-87B9-EE639316A598}"/>
              </a:ext>
            </a:extLst>
          </p:cNvPr>
          <p:cNvSpPr/>
          <p:nvPr/>
        </p:nvSpPr>
        <p:spPr>
          <a:xfrm>
            <a:off x="784045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9DF0BBF-978C-6FA6-7E3E-F57E69B73765}"/>
              </a:ext>
            </a:extLst>
          </p:cNvPr>
          <p:cNvSpPr/>
          <p:nvPr/>
        </p:nvSpPr>
        <p:spPr>
          <a:xfrm>
            <a:off x="814898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2DE6DC-7D72-DFB3-B434-674C755BBB06}"/>
              </a:ext>
            </a:extLst>
          </p:cNvPr>
          <p:cNvSpPr/>
          <p:nvPr/>
        </p:nvSpPr>
        <p:spPr>
          <a:xfrm>
            <a:off x="845607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E14247E-A263-8941-BCCE-8129F04111DC}"/>
              </a:ext>
            </a:extLst>
          </p:cNvPr>
          <p:cNvSpPr/>
          <p:nvPr/>
        </p:nvSpPr>
        <p:spPr>
          <a:xfrm>
            <a:off x="7532956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109F95-15F7-3AE5-F661-7FBBFDC6C73F}"/>
              </a:ext>
            </a:extLst>
          </p:cNvPr>
          <p:cNvSpPr/>
          <p:nvPr/>
        </p:nvSpPr>
        <p:spPr>
          <a:xfrm>
            <a:off x="784045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C0E708-5773-EFFD-5910-92F67AB8AB33}"/>
              </a:ext>
            </a:extLst>
          </p:cNvPr>
          <p:cNvSpPr/>
          <p:nvPr/>
        </p:nvSpPr>
        <p:spPr>
          <a:xfrm>
            <a:off x="814898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94F7732-E07F-A7F5-A5B3-7C3328BB6A82}"/>
              </a:ext>
            </a:extLst>
          </p:cNvPr>
          <p:cNvSpPr/>
          <p:nvPr/>
        </p:nvSpPr>
        <p:spPr>
          <a:xfrm>
            <a:off x="845607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DA07F61-085C-E16B-BFA8-614868BA2196}"/>
              </a:ext>
            </a:extLst>
          </p:cNvPr>
          <p:cNvSpPr txBox="1"/>
          <p:nvPr/>
        </p:nvSpPr>
        <p:spPr>
          <a:xfrm>
            <a:off x="876429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79C367-4060-2526-2570-9D76123FE4BA}"/>
              </a:ext>
            </a:extLst>
          </p:cNvPr>
          <p:cNvSpPr txBox="1"/>
          <p:nvPr/>
        </p:nvSpPr>
        <p:spPr>
          <a:xfrm>
            <a:off x="6848265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C92D3F4-64A7-541D-CBF1-7B1B21261F46}"/>
              </a:ext>
            </a:extLst>
          </p:cNvPr>
          <p:cNvSpPr/>
          <p:nvPr/>
        </p:nvSpPr>
        <p:spPr>
          <a:xfrm>
            <a:off x="8422860" y="51259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6FD7552F-FB0D-84DB-5924-E6F46D6C5CE5}"/>
              </a:ext>
            </a:extLst>
          </p:cNvPr>
          <p:cNvSpPr/>
          <p:nvPr/>
        </p:nvSpPr>
        <p:spPr>
          <a:xfrm>
            <a:off x="8422860" y="911293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DBADDB38-548F-E1B4-8BA4-443ACE4217CB}"/>
              </a:ext>
            </a:extLst>
          </p:cNvPr>
          <p:cNvSpPr/>
          <p:nvPr/>
        </p:nvSpPr>
        <p:spPr>
          <a:xfrm>
            <a:off x="65737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85EF78C-AF68-4D86-5E73-E61C35F6626F}"/>
              </a:ext>
            </a:extLst>
          </p:cNvPr>
          <p:cNvSpPr/>
          <p:nvPr/>
        </p:nvSpPr>
        <p:spPr>
          <a:xfrm>
            <a:off x="96590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927B296-E239-F083-CB41-31BA3CC5204A}"/>
              </a:ext>
            </a:extLst>
          </p:cNvPr>
          <p:cNvSpPr/>
          <p:nvPr/>
        </p:nvSpPr>
        <p:spPr>
          <a:xfrm>
            <a:off x="127340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5DF5A83-D549-E5E2-414B-273B489286CC}"/>
              </a:ext>
            </a:extLst>
          </p:cNvPr>
          <p:cNvSpPr/>
          <p:nvPr/>
        </p:nvSpPr>
        <p:spPr>
          <a:xfrm>
            <a:off x="158193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EBD583-640D-1C78-EA7F-C5577E5744B1}"/>
              </a:ext>
            </a:extLst>
          </p:cNvPr>
          <p:cNvSpPr/>
          <p:nvPr/>
        </p:nvSpPr>
        <p:spPr>
          <a:xfrm>
            <a:off x="1889025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B507329-C057-9747-ED2F-E7C6732003A8}"/>
              </a:ext>
            </a:extLst>
          </p:cNvPr>
          <p:cNvSpPr/>
          <p:nvPr/>
        </p:nvSpPr>
        <p:spPr>
          <a:xfrm>
            <a:off x="65737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74606A-01E7-3002-B0F3-54EA2A148AC6}"/>
              </a:ext>
            </a:extLst>
          </p:cNvPr>
          <p:cNvSpPr/>
          <p:nvPr/>
        </p:nvSpPr>
        <p:spPr>
          <a:xfrm>
            <a:off x="96590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B095A7D-391D-8CF9-01A5-1239BC18E5B8}"/>
              </a:ext>
            </a:extLst>
          </p:cNvPr>
          <p:cNvSpPr/>
          <p:nvPr/>
        </p:nvSpPr>
        <p:spPr>
          <a:xfrm>
            <a:off x="127340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414F000-7D40-5487-5427-929CDDBC4DDF}"/>
              </a:ext>
            </a:extLst>
          </p:cNvPr>
          <p:cNvSpPr/>
          <p:nvPr/>
        </p:nvSpPr>
        <p:spPr>
          <a:xfrm>
            <a:off x="158193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16C8BBC-F160-9534-B4B0-C3386B75286A}"/>
              </a:ext>
            </a:extLst>
          </p:cNvPr>
          <p:cNvSpPr/>
          <p:nvPr/>
        </p:nvSpPr>
        <p:spPr>
          <a:xfrm>
            <a:off x="1889025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D23AF42-89BC-EE31-4095-472422EA20B9}"/>
              </a:ext>
            </a:extLst>
          </p:cNvPr>
          <p:cNvSpPr txBox="1"/>
          <p:nvPr/>
        </p:nvSpPr>
        <p:spPr>
          <a:xfrm>
            <a:off x="2194858" y="148107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42C59C2-DD08-FCBC-80FE-E79A96E4CB71}"/>
              </a:ext>
            </a:extLst>
          </p:cNvPr>
          <p:cNvSpPr txBox="1"/>
          <p:nvPr/>
        </p:nvSpPr>
        <p:spPr>
          <a:xfrm>
            <a:off x="281211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12AED69-A61C-A5CF-A7D7-DF9D691F2CD0}"/>
              </a:ext>
            </a:extLst>
          </p:cNvPr>
          <p:cNvSpPr/>
          <p:nvPr/>
        </p:nvSpPr>
        <p:spPr>
          <a:xfrm>
            <a:off x="1855806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9F3610B-0B79-C6D1-2DC9-A194BEC390CD}"/>
              </a:ext>
            </a:extLst>
          </p:cNvPr>
          <p:cNvSpPr/>
          <p:nvPr/>
        </p:nvSpPr>
        <p:spPr>
          <a:xfrm>
            <a:off x="1855806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445CEA4-6AB7-609E-54DC-7B0E7A4DA1AF}"/>
              </a:ext>
            </a:extLst>
          </p:cNvPr>
          <p:cNvSpPr/>
          <p:nvPr/>
        </p:nvSpPr>
        <p:spPr>
          <a:xfrm>
            <a:off x="394089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C978CA2-658F-48F7-0084-D2DA25287E75}"/>
              </a:ext>
            </a:extLst>
          </p:cNvPr>
          <p:cNvSpPr/>
          <p:nvPr/>
        </p:nvSpPr>
        <p:spPr>
          <a:xfrm>
            <a:off x="424942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4397914-2FC4-67F7-B598-A27606E8804D}"/>
              </a:ext>
            </a:extLst>
          </p:cNvPr>
          <p:cNvSpPr/>
          <p:nvPr/>
        </p:nvSpPr>
        <p:spPr>
          <a:xfrm>
            <a:off x="455692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54D0D9-99D2-41DB-D722-4BDC4D192AA9}"/>
              </a:ext>
            </a:extLst>
          </p:cNvPr>
          <p:cNvSpPr/>
          <p:nvPr/>
        </p:nvSpPr>
        <p:spPr>
          <a:xfrm>
            <a:off x="486545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08866EEA-B432-C320-DFFE-A1CD6F2AAE9F}"/>
              </a:ext>
            </a:extLst>
          </p:cNvPr>
          <p:cNvSpPr/>
          <p:nvPr/>
        </p:nvSpPr>
        <p:spPr>
          <a:xfrm>
            <a:off x="517255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F0D0852-775C-EB3F-7AF9-205688936B97}"/>
              </a:ext>
            </a:extLst>
          </p:cNvPr>
          <p:cNvSpPr/>
          <p:nvPr/>
        </p:nvSpPr>
        <p:spPr>
          <a:xfrm>
            <a:off x="548108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BA9D3D1-16EC-25B3-2C10-8F70F64C9C27}"/>
              </a:ext>
            </a:extLst>
          </p:cNvPr>
          <p:cNvSpPr/>
          <p:nvPr/>
        </p:nvSpPr>
        <p:spPr>
          <a:xfrm>
            <a:off x="394089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0D16CD1-9F83-CA19-37C1-B9E6F6B49515}"/>
              </a:ext>
            </a:extLst>
          </p:cNvPr>
          <p:cNvSpPr/>
          <p:nvPr/>
        </p:nvSpPr>
        <p:spPr>
          <a:xfrm>
            <a:off x="424942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C0977A5-6F9D-323D-F0BF-E614B183B553}"/>
              </a:ext>
            </a:extLst>
          </p:cNvPr>
          <p:cNvSpPr/>
          <p:nvPr/>
        </p:nvSpPr>
        <p:spPr>
          <a:xfrm>
            <a:off x="455692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E458DA8-2264-75F4-6C85-F0FF7874C14D}"/>
              </a:ext>
            </a:extLst>
          </p:cNvPr>
          <p:cNvSpPr/>
          <p:nvPr/>
        </p:nvSpPr>
        <p:spPr>
          <a:xfrm>
            <a:off x="486545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875822B-896D-D0F3-3AC0-674E629DB5B9}"/>
              </a:ext>
            </a:extLst>
          </p:cNvPr>
          <p:cNvSpPr/>
          <p:nvPr/>
        </p:nvSpPr>
        <p:spPr>
          <a:xfrm>
            <a:off x="517255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CB3F106-A3C8-E261-D2D7-2AD783A11D57}"/>
              </a:ext>
            </a:extLst>
          </p:cNvPr>
          <p:cNvSpPr/>
          <p:nvPr/>
        </p:nvSpPr>
        <p:spPr>
          <a:xfrm>
            <a:off x="548108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F47315C-AEEE-4F22-36F4-5377D11D45AB}"/>
              </a:ext>
            </a:extLst>
          </p:cNvPr>
          <p:cNvSpPr txBox="1"/>
          <p:nvPr/>
        </p:nvSpPr>
        <p:spPr>
          <a:xfrm>
            <a:off x="5799061" y="148107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BED9501-6B57-08D0-01E2-6BEBB5C2BA49}"/>
              </a:ext>
            </a:extLst>
          </p:cNvPr>
          <p:cNvSpPr txBox="1"/>
          <p:nvPr/>
        </p:nvSpPr>
        <p:spPr>
          <a:xfrm>
            <a:off x="3564737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AC06664-E227-9608-1C6B-80FCBB532D72}"/>
              </a:ext>
            </a:extLst>
          </p:cNvPr>
          <p:cNvSpPr/>
          <p:nvPr/>
        </p:nvSpPr>
        <p:spPr>
          <a:xfrm>
            <a:off x="5139332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335BB21A-72A0-D39F-486F-ADE5C5553317}"/>
              </a:ext>
            </a:extLst>
          </p:cNvPr>
          <p:cNvSpPr/>
          <p:nvPr/>
        </p:nvSpPr>
        <p:spPr>
          <a:xfrm>
            <a:off x="5139332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2E3C56-8226-32BA-5834-6AD388A8D370}"/>
              </a:ext>
            </a:extLst>
          </p:cNvPr>
          <p:cNvSpPr/>
          <p:nvPr/>
        </p:nvSpPr>
        <p:spPr>
          <a:xfrm>
            <a:off x="722442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0380E02-5473-BD32-5CAE-9F9D9DBD97D1}"/>
              </a:ext>
            </a:extLst>
          </p:cNvPr>
          <p:cNvSpPr/>
          <p:nvPr/>
        </p:nvSpPr>
        <p:spPr>
          <a:xfrm>
            <a:off x="753295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279BE15-486A-E984-98A7-5198DC793FB1}"/>
              </a:ext>
            </a:extLst>
          </p:cNvPr>
          <p:cNvSpPr/>
          <p:nvPr/>
        </p:nvSpPr>
        <p:spPr>
          <a:xfrm>
            <a:off x="784045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DBBF3AB5-80D5-2C01-5656-FF21B0AD9281}"/>
              </a:ext>
            </a:extLst>
          </p:cNvPr>
          <p:cNvSpPr/>
          <p:nvPr/>
        </p:nvSpPr>
        <p:spPr>
          <a:xfrm>
            <a:off x="814898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E6428D40-421A-0B75-23CE-13D549A579E1}"/>
              </a:ext>
            </a:extLst>
          </p:cNvPr>
          <p:cNvSpPr/>
          <p:nvPr/>
        </p:nvSpPr>
        <p:spPr>
          <a:xfrm>
            <a:off x="845607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D95C2F0-71A6-1DD2-851B-2423E9E1E835}"/>
              </a:ext>
            </a:extLst>
          </p:cNvPr>
          <p:cNvSpPr/>
          <p:nvPr/>
        </p:nvSpPr>
        <p:spPr>
          <a:xfrm>
            <a:off x="876460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ADFAEAB-FB11-2CA6-AAA5-7E627FC71FED}"/>
              </a:ext>
            </a:extLst>
          </p:cNvPr>
          <p:cNvSpPr/>
          <p:nvPr/>
        </p:nvSpPr>
        <p:spPr>
          <a:xfrm>
            <a:off x="722442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847896C-0BB5-0A9E-3F0D-0AE2B983B980}"/>
              </a:ext>
            </a:extLst>
          </p:cNvPr>
          <p:cNvSpPr/>
          <p:nvPr/>
        </p:nvSpPr>
        <p:spPr>
          <a:xfrm>
            <a:off x="753295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6F18749-3863-641B-641C-2866D68499CC}"/>
              </a:ext>
            </a:extLst>
          </p:cNvPr>
          <p:cNvSpPr/>
          <p:nvPr/>
        </p:nvSpPr>
        <p:spPr>
          <a:xfrm>
            <a:off x="784045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618C49C-6086-DF34-3788-03AC083341B6}"/>
              </a:ext>
            </a:extLst>
          </p:cNvPr>
          <p:cNvSpPr/>
          <p:nvPr/>
        </p:nvSpPr>
        <p:spPr>
          <a:xfrm>
            <a:off x="814898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F5F684D-B4D0-5D46-0DEF-C442F02D05DC}"/>
              </a:ext>
            </a:extLst>
          </p:cNvPr>
          <p:cNvSpPr/>
          <p:nvPr/>
        </p:nvSpPr>
        <p:spPr>
          <a:xfrm>
            <a:off x="845607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5D9A33C-5B14-308D-18DD-D4B52BC3212D}"/>
              </a:ext>
            </a:extLst>
          </p:cNvPr>
          <p:cNvSpPr/>
          <p:nvPr/>
        </p:nvSpPr>
        <p:spPr>
          <a:xfrm>
            <a:off x="876460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A500E63-831A-BEA4-18C2-8945A940A389}"/>
              </a:ext>
            </a:extLst>
          </p:cNvPr>
          <p:cNvSpPr txBox="1"/>
          <p:nvPr/>
        </p:nvSpPr>
        <p:spPr>
          <a:xfrm>
            <a:off x="9082589" y="257835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CC90524-7C4F-D7E5-9561-35572B823FD6}"/>
              </a:ext>
            </a:extLst>
          </p:cNvPr>
          <p:cNvSpPr txBox="1"/>
          <p:nvPr/>
        </p:nvSpPr>
        <p:spPr>
          <a:xfrm>
            <a:off x="6848265" y="29616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E4A20421-B09A-5658-9411-83E9D7B57D85}"/>
              </a:ext>
            </a:extLst>
          </p:cNvPr>
          <p:cNvSpPr/>
          <p:nvPr/>
        </p:nvSpPr>
        <p:spPr>
          <a:xfrm>
            <a:off x="8422860" y="2715469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74CADDCE-03EA-0CCB-2793-3E5728D82F6A}"/>
              </a:ext>
            </a:extLst>
          </p:cNvPr>
          <p:cNvSpPr/>
          <p:nvPr/>
        </p:nvSpPr>
        <p:spPr>
          <a:xfrm>
            <a:off x="8422860" y="311416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EC654A95-E7D4-3CA1-1485-DF28BD686EC3}"/>
              </a:ext>
            </a:extLst>
          </p:cNvPr>
          <p:cNvSpPr/>
          <p:nvPr/>
        </p:nvSpPr>
        <p:spPr>
          <a:xfrm>
            <a:off x="71348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01D1A237-94C9-DAC0-746F-36695EB42818}"/>
              </a:ext>
            </a:extLst>
          </p:cNvPr>
          <p:cNvSpPr/>
          <p:nvPr/>
        </p:nvSpPr>
        <p:spPr>
          <a:xfrm>
            <a:off x="102099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AC2BB126-1601-EADE-3927-6199525610E2}"/>
              </a:ext>
            </a:extLst>
          </p:cNvPr>
          <p:cNvSpPr/>
          <p:nvPr/>
        </p:nvSpPr>
        <p:spPr>
          <a:xfrm>
            <a:off x="132952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E9D9718-35D2-A6B9-E08D-F1ECEED76CA8}"/>
              </a:ext>
            </a:extLst>
          </p:cNvPr>
          <p:cNvSpPr/>
          <p:nvPr/>
        </p:nvSpPr>
        <p:spPr>
          <a:xfrm>
            <a:off x="163661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76861F53-E81B-07C5-9FE0-E42B2B19D9B5}"/>
              </a:ext>
            </a:extLst>
          </p:cNvPr>
          <p:cNvSpPr/>
          <p:nvPr/>
        </p:nvSpPr>
        <p:spPr>
          <a:xfrm>
            <a:off x="194514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6DE93C92-EDC0-2D44-CB09-E32D56DD944A}"/>
              </a:ext>
            </a:extLst>
          </p:cNvPr>
          <p:cNvSpPr/>
          <p:nvPr/>
        </p:nvSpPr>
        <p:spPr>
          <a:xfrm>
            <a:off x="71348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AE7C43B0-11F9-4B9F-7C98-1947612C9282}"/>
              </a:ext>
            </a:extLst>
          </p:cNvPr>
          <p:cNvSpPr/>
          <p:nvPr/>
        </p:nvSpPr>
        <p:spPr>
          <a:xfrm>
            <a:off x="102099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2EFC751F-0FF5-ABC2-62EF-3E945D867357}"/>
              </a:ext>
            </a:extLst>
          </p:cNvPr>
          <p:cNvSpPr/>
          <p:nvPr/>
        </p:nvSpPr>
        <p:spPr>
          <a:xfrm>
            <a:off x="132952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D8C33AC-4F3F-E522-E055-79EED0EA24DA}"/>
              </a:ext>
            </a:extLst>
          </p:cNvPr>
          <p:cNvSpPr/>
          <p:nvPr/>
        </p:nvSpPr>
        <p:spPr>
          <a:xfrm>
            <a:off x="163661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D2EF12B2-5520-890F-3448-50168F0D7718}"/>
              </a:ext>
            </a:extLst>
          </p:cNvPr>
          <p:cNvSpPr/>
          <p:nvPr/>
        </p:nvSpPr>
        <p:spPr>
          <a:xfrm>
            <a:off x="194514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1D0C0919-F98C-ED4E-E566-F2CE29F783BF}"/>
              </a:ext>
            </a:extLst>
          </p:cNvPr>
          <p:cNvSpPr txBox="1"/>
          <p:nvPr/>
        </p:nvSpPr>
        <p:spPr>
          <a:xfrm>
            <a:off x="2256772" y="3683949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1000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9561EE5D-4DB8-99B2-D205-BA06D577C5D5}"/>
              </a:ext>
            </a:extLst>
          </p:cNvPr>
          <p:cNvSpPr txBox="1"/>
          <p:nvPr/>
        </p:nvSpPr>
        <p:spPr>
          <a:xfrm>
            <a:off x="343123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5E5AFFAD-3462-DF3F-C61B-230F5C9EA4FC}"/>
              </a:ext>
            </a:extLst>
          </p:cNvPr>
          <p:cNvSpPr/>
          <p:nvPr/>
        </p:nvSpPr>
        <p:spPr>
          <a:xfrm>
            <a:off x="1603393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C7F5C2F8-2752-3982-723D-FF9D833D1CD4}"/>
              </a:ext>
            </a:extLst>
          </p:cNvPr>
          <p:cNvSpPr/>
          <p:nvPr/>
        </p:nvSpPr>
        <p:spPr>
          <a:xfrm>
            <a:off x="1603393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BE8453F5-0FF3-C90D-FFB9-81586D2ADAAF}"/>
              </a:ext>
            </a:extLst>
          </p:cNvPr>
          <p:cNvSpPr/>
          <p:nvPr/>
        </p:nvSpPr>
        <p:spPr>
          <a:xfrm>
            <a:off x="722442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6C143EF9-A037-B861-94AF-93826E80C750}"/>
              </a:ext>
            </a:extLst>
          </p:cNvPr>
          <p:cNvSpPr/>
          <p:nvPr/>
        </p:nvSpPr>
        <p:spPr>
          <a:xfrm>
            <a:off x="753295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E20EAD5F-6996-C0F5-0CDD-0B7499140363}"/>
              </a:ext>
            </a:extLst>
          </p:cNvPr>
          <p:cNvSpPr/>
          <p:nvPr/>
        </p:nvSpPr>
        <p:spPr>
          <a:xfrm>
            <a:off x="784045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81FA58F6-3DF1-A4D5-50BA-FA0A0E68C6E2}"/>
              </a:ext>
            </a:extLst>
          </p:cNvPr>
          <p:cNvSpPr/>
          <p:nvPr/>
        </p:nvSpPr>
        <p:spPr>
          <a:xfrm>
            <a:off x="814898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7D2AFA91-DE23-8B12-1659-5E0C427CA774}"/>
              </a:ext>
            </a:extLst>
          </p:cNvPr>
          <p:cNvSpPr/>
          <p:nvPr/>
        </p:nvSpPr>
        <p:spPr>
          <a:xfrm>
            <a:off x="845607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DD810D11-C106-6ED5-32A8-3137621A062E}"/>
              </a:ext>
            </a:extLst>
          </p:cNvPr>
          <p:cNvSpPr/>
          <p:nvPr/>
        </p:nvSpPr>
        <p:spPr>
          <a:xfrm>
            <a:off x="876460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C931E2A7-24F5-7A4A-7C54-4AF18FBF4F7B}"/>
              </a:ext>
            </a:extLst>
          </p:cNvPr>
          <p:cNvSpPr/>
          <p:nvPr/>
        </p:nvSpPr>
        <p:spPr>
          <a:xfrm>
            <a:off x="722442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66091065-851F-5720-6685-03319F59B491}"/>
              </a:ext>
            </a:extLst>
          </p:cNvPr>
          <p:cNvSpPr/>
          <p:nvPr/>
        </p:nvSpPr>
        <p:spPr>
          <a:xfrm>
            <a:off x="753295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70D606AA-0F42-822E-9F5A-68EDAD8F1B1E}"/>
              </a:ext>
            </a:extLst>
          </p:cNvPr>
          <p:cNvSpPr/>
          <p:nvPr/>
        </p:nvSpPr>
        <p:spPr>
          <a:xfrm>
            <a:off x="784045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4514D49E-1163-F1CB-EA15-1C730B317377}"/>
              </a:ext>
            </a:extLst>
          </p:cNvPr>
          <p:cNvSpPr/>
          <p:nvPr/>
        </p:nvSpPr>
        <p:spPr>
          <a:xfrm>
            <a:off x="814898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6623E42B-B8E2-C924-75C6-515EEFC07A0F}"/>
              </a:ext>
            </a:extLst>
          </p:cNvPr>
          <p:cNvSpPr/>
          <p:nvPr/>
        </p:nvSpPr>
        <p:spPr>
          <a:xfrm>
            <a:off x="845607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EFED77C4-0D74-9342-6E51-05E44E2420ED}"/>
              </a:ext>
            </a:extLst>
          </p:cNvPr>
          <p:cNvSpPr/>
          <p:nvPr/>
        </p:nvSpPr>
        <p:spPr>
          <a:xfrm>
            <a:off x="876460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E0EA2BD4-B752-323A-3E97-126F0EC1B288}"/>
              </a:ext>
            </a:extLst>
          </p:cNvPr>
          <p:cNvSpPr txBox="1"/>
          <p:nvPr/>
        </p:nvSpPr>
        <p:spPr>
          <a:xfrm>
            <a:off x="9082589" y="3683949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C368CCAD-D544-8C80-9FD3-8B8B7BF1C659}"/>
              </a:ext>
            </a:extLst>
          </p:cNvPr>
          <p:cNvSpPr txBox="1"/>
          <p:nvPr/>
        </p:nvSpPr>
        <p:spPr>
          <a:xfrm>
            <a:off x="6848265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196B22CE-15FF-AB77-4813-67C446F108FA}"/>
              </a:ext>
            </a:extLst>
          </p:cNvPr>
          <p:cNvSpPr/>
          <p:nvPr/>
        </p:nvSpPr>
        <p:spPr>
          <a:xfrm>
            <a:off x="8422860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82026C2A-A5E0-9F9E-ED1A-28C6246D3259}"/>
              </a:ext>
            </a:extLst>
          </p:cNvPr>
          <p:cNvSpPr/>
          <p:nvPr/>
        </p:nvSpPr>
        <p:spPr>
          <a:xfrm>
            <a:off x="8422860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676C0F57-4851-129D-7D32-D8E8A93A1587}"/>
              </a:ext>
            </a:extLst>
          </p:cNvPr>
          <p:cNvSpPr/>
          <p:nvPr/>
        </p:nvSpPr>
        <p:spPr>
          <a:xfrm>
            <a:off x="394089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5EF41963-06AA-6F5C-A625-338D8D36F443}"/>
              </a:ext>
            </a:extLst>
          </p:cNvPr>
          <p:cNvSpPr/>
          <p:nvPr/>
        </p:nvSpPr>
        <p:spPr>
          <a:xfrm>
            <a:off x="424942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CFB0F9F-6D89-971B-3E02-AD9923FB4074}"/>
              </a:ext>
            </a:extLst>
          </p:cNvPr>
          <p:cNvSpPr/>
          <p:nvPr/>
        </p:nvSpPr>
        <p:spPr>
          <a:xfrm>
            <a:off x="455692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9BC84905-CDDF-2132-F4CD-43B04CC63CAB}"/>
              </a:ext>
            </a:extLst>
          </p:cNvPr>
          <p:cNvSpPr/>
          <p:nvPr/>
        </p:nvSpPr>
        <p:spPr>
          <a:xfrm>
            <a:off x="486545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59440FB6-C1F5-9EC1-820A-1BAE9E0D5221}"/>
              </a:ext>
            </a:extLst>
          </p:cNvPr>
          <p:cNvSpPr/>
          <p:nvPr/>
        </p:nvSpPr>
        <p:spPr>
          <a:xfrm>
            <a:off x="517255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B2CB790-539F-9953-CF4F-AE6D628E5CEB}"/>
              </a:ext>
            </a:extLst>
          </p:cNvPr>
          <p:cNvSpPr/>
          <p:nvPr/>
        </p:nvSpPr>
        <p:spPr>
          <a:xfrm>
            <a:off x="548108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6A135B0-383F-E3D6-1127-6E4B418E0420}"/>
              </a:ext>
            </a:extLst>
          </p:cNvPr>
          <p:cNvSpPr/>
          <p:nvPr/>
        </p:nvSpPr>
        <p:spPr>
          <a:xfrm>
            <a:off x="394089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E3A5F97-AD9E-DE6C-C9A0-C2046E4D15A0}"/>
              </a:ext>
            </a:extLst>
          </p:cNvPr>
          <p:cNvSpPr/>
          <p:nvPr/>
        </p:nvSpPr>
        <p:spPr>
          <a:xfrm>
            <a:off x="424942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9E509830-264B-3F52-6B62-68766606BFA7}"/>
              </a:ext>
            </a:extLst>
          </p:cNvPr>
          <p:cNvSpPr/>
          <p:nvPr/>
        </p:nvSpPr>
        <p:spPr>
          <a:xfrm>
            <a:off x="455692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BB08917-15ED-0AC8-A832-24D4B15150C4}"/>
              </a:ext>
            </a:extLst>
          </p:cNvPr>
          <p:cNvSpPr/>
          <p:nvPr/>
        </p:nvSpPr>
        <p:spPr>
          <a:xfrm>
            <a:off x="486545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611E5ABC-05C9-9AB4-6EBC-0CF4C3004504}"/>
              </a:ext>
            </a:extLst>
          </p:cNvPr>
          <p:cNvSpPr/>
          <p:nvPr/>
        </p:nvSpPr>
        <p:spPr>
          <a:xfrm>
            <a:off x="517255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ED86A461-CAB3-AC8F-B0FF-EE636DCC0D18}"/>
              </a:ext>
            </a:extLst>
          </p:cNvPr>
          <p:cNvSpPr/>
          <p:nvPr/>
        </p:nvSpPr>
        <p:spPr>
          <a:xfrm>
            <a:off x="548108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FDF99BB-4614-EDFC-1996-12C41C54C5CE}"/>
              </a:ext>
            </a:extLst>
          </p:cNvPr>
          <p:cNvSpPr txBox="1"/>
          <p:nvPr/>
        </p:nvSpPr>
        <p:spPr>
          <a:xfrm>
            <a:off x="5799061" y="4789541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018C905-34F5-CF75-1CF8-5F6E4DD7CFD6}"/>
              </a:ext>
            </a:extLst>
          </p:cNvPr>
          <p:cNvSpPr txBox="1"/>
          <p:nvPr/>
        </p:nvSpPr>
        <p:spPr>
          <a:xfrm>
            <a:off x="3564737" y="517285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A1C906DB-4B79-B922-57E0-CCF84631828B}"/>
              </a:ext>
            </a:extLst>
          </p:cNvPr>
          <p:cNvSpPr/>
          <p:nvPr/>
        </p:nvSpPr>
        <p:spPr>
          <a:xfrm>
            <a:off x="5139332" y="4926654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966CB091-211B-7D51-A9B9-0DD29AE4BFB9}"/>
              </a:ext>
            </a:extLst>
          </p:cNvPr>
          <p:cNvSpPr/>
          <p:nvPr/>
        </p:nvSpPr>
        <p:spPr>
          <a:xfrm>
            <a:off x="5139332" y="532535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F6BD600B-BB67-AB5B-0183-4136B1A01027}"/>
              </a:ext>
            </a:extLst>
          </p:cNvPr>
          <p:cNvSpPr/>
          <p:nvPr/>
        </p:nvSpPr>
        <p:spPr>
          <a:xfrm>
            <a:off x="65737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B5706AB1-3226-A94A-2AEF-0D8DEB5E36EA}"/>
              </a:ext>
            </a:extLst>
          </p:cNvPr>
          <p:cNvSpPr/>
          <p:nvPr/>
        </p:nvSpPr>
        <p:spPr>
          <a:xfrm>
            <a:off x="96590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E6D11392-B955-E0AA-3B60-CFEED852EBED}"/>
              </a:ext>
            </a:extLst>
          </p:cNvPr>
          <p:cNvSpPr/>
          <p:nvPr/>
        </p:nvSpPr>
        <p:spPr>
          <a:xfrm>
            <a:off x="127340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30B4612-BBF4-F67D-2AD6-C8838E81A752}"/>
              </a:ext>
            </a:extLst>
          </p:cNvPr>
          <p:cNvSpPr/>
          <p:nvPr/>
        </p:nvSpPr>
        <p:spPr>
          <a:xfrm>
            <a:off x="158193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87096F4-9EA2-6D89-B86A-90763926A0BF}"/>
              </a:ext>
            </a:extLst>
          </p:cNvPr>
          <p:cNvSpPr/>
          <p:nvPr/>
        </p:nvSpPr>
        <p:spPr>
          <a:xfrm>
            <a:off x="188902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4FCB631B-9FE7-8E3C-6597-7FB1CCBF7671}"/>
              </a:ext>
            </a:extLst>
          </p:cNvPr>
          <p:cNvSpPr/>
          <p:nvPr/>
        </p:nvSpPr>
        <p:spPr>
          <a:xfrm>
            <a:off x="219755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DBA88F0-56F3-C4A6-7595-BED251797748}"/>
              </a:ext>
            </a:extLst>
          </p:cNvPr>
          <p:cNvSpPr/>
          <p:nvPr/>
        </p:nvSpPr>
        <p:spPr>
          <a:xfrm>
            <a:off x="65737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0E88FA40-DDE2-85CB-774D-B92085D9B81E}"/>
              </a:ext>
            </a:extLst>
          </p:cNvPr>
          <p:cNvSpPr/>
          <p:nvPr/>
        </p:nvSpPr>
        <p:spPr>
          <a:xfrm>
            <a:off x="96590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D5722AA-53F4-F50A-D817-5CCDEDB0B6FB}"/>
              </a:ext>
            </a:extLst>
          </p:cNvPr>
          <p:cNvSpPr/>
          <p:nvPr/>
        </p:nvSpPr>
        <p:spPr>
          <a:xfrm>
            <a:off x="127340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C8880209-F2F8-395F-D129-BF191AA3D31A}"/>
              </a:ext>
            </a:extLst>
          </p:cNvPr>
          <p:cNvSpPr/>
          <p:nvPr/>
        </p:nvSpPr>
        <p:spPr>
          <a:xfrm>
            <a:off x="158193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0BC43A5-CBFD-C046-8682-17BA1D3685E0}"/>
              </a:ext>
            </a:extLst>
          </p:cNvPr>
          <p:cNvSpPr/>
          <p:nvPr/>
        </p:nvSpPr>
        <p:spPr>
          <a:xfrm>
            <a:off x="188902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51897BD1-45FE-869D-EAF5-974F3F3A79A1}"/>
              </a:ext>
            </a:extLst>
          </p:cNvPr>
          <p:cNvSpPr/>
          <p:nvPr/>
        </p:nvSpPr>
        <p:spPr>
          <a:xfrm>
            <a:off x="219755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5237B06C-D814-B9EB-5DC6-EA33F7E296EF}"/>
              </a:ext>
            </a:extLst>
          </p:cNvPr>
          <p:cNvSpPr txBox="1"/>
          <p:nvPr/>
        </p:nvSpPr>
        <p:spPr>
          <a:xfrm>
            <a:off x="2509185" y="5895134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2000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8473094A-084B-B06E-84AE-10745D4A1E1C}"/>
              </a:ext>
            </a:extLst>
          </p:cNvPr>
          <p:cNvSpPr txBox="1"/>
          <p:nvPr/>
        </p:nvSpPr>
        <p:spPr>
          <a:xfrm>
            <a:off x="281211" y="6278443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61924E8B-5379-856C-5689-5EC5DE043786}"/>
              </a:ext>
            </a:extLst>
          </p:cNvPr>
          <p:cNvSpPr/>
          <p:nvPr/>
        </p:nvSpPr>
        <p:spPr>
          <a:xfrm>
            <a:off x="1548624" y="603224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66FDB09D-1176-A6C0-9A93-6DE96BEDF143}"/>
              </a:ext>
            </a:extLst>
          </p:cNvPr>
          <p:cNvSpPr/>
          <p:nvPr/>
        </p:nvSpPr>
        <p:spPr>
          <a:xfrm>
            <a:off x="1548624" y="643094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F1B11137-1E42-08E4-6D7E-74B04166F992}"/>
              </a:ext>
            </a:extLst>
          </p:cNvPr>
          <p:cNvSpPr txBox="1"/>
          <p:nvPr/>
        </p:nvSpPr>
        <p:spPr>
          <a:xfrm>
            <a:off x="4229415" y="536840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× 100 = 30</a:t>
            </a:r>
          </a:p>
        </p:txBody>
      </p:sp>
      <p:pic>
        <p:nvPicPr>
          <p:cNvPr id="579" name="Picture 578">
            <a:extLst>
              <a:ext uri="{FF2B5EF4-FFF2-40B4-BE49-F238E27FC236}">
                <a16:creationId xmlns:a16="http://schemas.microsoft.com/office/drawing/2014/main" id="{B8D7614D-FDA9-D1D2-619F-CDC02D34DB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946311"/>
            <a:ext cx="307155" cy="307155"/>
          </a:xfrm>
          <a:prstGeom prst="rect">
            <a:avLst/>
          </a:prstGeom>
        </p:spPr>
      </p:pic>
      <p:pic>
        <p:nvPicPr>
          <p:cNvPr id="580" name="Picture 579">
            <a:extLst>
              <a:ext uri="{FF2B5EF4-FFF2-40B4-BE49-F238E27FC236}">
                <a16:creationId xmlns:a16="http://schemas.microsoft.com/office/drawing/2014/main" id="{7B3CBCE7-74FA-5D1B-4181-CAFFE34D1F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2064327"/>
            <a:ext cx="307155" cy="307155"/>
          </a:xfrm>
          <a:prstGeom prst="rect">
            <a:avLst/>
          </a:prstGeom>
        </p:spPr>
      </p:pic>
      <p:pic>
        <p:nvPicPr>
          <p:cNvPr id="581" name="Picture 580">
            <a:extLst>
              <a:ext uri="{FF2B5EF4-FFF2-40B4-BE49-F238E27FC236}">
                <a16:creationId xmlns:a16="http://schemas.microsoft.com/office/drawing/2014/main" id="{0C06588B-4D6D-84B9-3559-C5F2E08192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2051904"/>
            <a:ext cx="307155" cy="307155"/>
          </a:xfrm>
          <a:prstGeom prst="rect">
            <a:avLst/>
          </a:prstGeom>
        </p:spPr>
      </p:pic>
      <p:pic>
        <p:nvPicPr>
          <p:cNvPr id="582" name="Picture 581">
            <a:extLst>
              <a:ext uri="{FF2B5EF4-FFF2-40B4-BE49-F238E27FC236}">
                <a16:creationId xmlns:a16="http://schemas.microsoft.com/office/drawing/2014/main" id="{367FBA7B-9932-E861-6A62-6F80DB55C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2051904"/>
            <a:ext cx="307155" cy="307155"/>
          </a:xfrm>
          <a:prstGeom prst="rect">
            <a:avLst/>
          </a:prstGeom>
        </p:spPr>
      </p:pic>
      <p:pic>
        <p:nvPicPr>
          <p:cNvPr id="583" name="Picture 582">
            <a:extLst>
              <a:ext uri="{FF2B5EF4-FFF2-40B4-BE49-F238E27FC236}">
                <a16:creationId xmlns:a16="http://schemas.microsoft.com/office/drawing/2014/main" id="{6F301158-AA32-4C4D-E08F-26E0A29D93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3161607"/>
            <a:ext cx="307155" cy="307155"/>
          </a:xfrm>
          <a:prstGeom prst="rect">
            <a:avLst/>
          </a:prstGeom>
        </p:spPr>
      </p:pic>
      <p:pic>
        <p:nvPicPr>
          <p:cNvPr id="584" name="Picture 583">
            <a:extLst>
              <a:ext uri="{FF2B5EF4-FFF2-40B4-BE49-F238E27FC236}">
                <a16:creationId xmlns:a16="http://schemas.microsoft.com/office/drawing/2014/main" id="{E9C8E004-1364-4688-27FA-FD05062E26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3140871"/>
            <a:ext cx="307155" cy="307155"/>
          </a:xfrm>
          <a:prstGeom prst="rect">
            <a:avLst/>
          </a:prstGeom>
        </p:spPr>
      </p:pic>
      <p:pic>
        <p:nvPicPr>
          <p:cNvPr id="585" name="Picture 584">
            <a:extLst>
              <a:ext uri="{FF2B5EF4-FFF2-40B4-BE49-F238E27FC236}">
                <a16:creationId xmlns:a16="http://schemas.microsoft.com/office/drawing/2014/main" id="{7AC0ACBC-8B2F-06C8-D203-200B4DBF3F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82493" y="3161607"/>
            <a:ext cx="307155" cy="307155"/>
          </a:xfrm>
          <a:prstGeom prst="rect">
            <a:avLst/>
          </a:prstGeom>
        </p:spPr>
      </p:pic>
      <p:pic>
        <p:nvPicPr>
          <p:cNvPr id="586" name="Picture 585">
            <a:extLst>
              <a:ext uri="{FF2B5EF4-FFF2-40B4-BE49-F238E27FC236}">
                <a16:creationId xmlns:a16="http://schemas.microsoft.com/office/drawing/2014/main" id="{BAE0E26B-D095-84D5-BE44-747EC6077A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4263090"/>
            <a:ext cx="307155" cy="307155"/>
          </a:xfrm>
          <a:prstGeom prst="rect">
            <a:avLst/>
          </a:prstGeom>
        </p:spPr>
      </p:pic>
      <p:pic>
        <p:nvPicPr>
          <p:cNvPr id="587" name="Picture 586">
            <a:extLst>
              <a:ext uri="{FF2B5EF4-FFF2-40B4-BE49-F238E27FC236}">
                <a16:creationId xmlns:a16="http://schemas.microsoft.com/office/drawing/2014/main" id="{FB865122-16E4-9060-1209-F1C0D8F895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23903" y="4263090"/>
            <a:ext cx="307155" cy="307155"/>
          </a:xfrm>
          <a:prstGeom prst="rect">
            <a:avLst/>
          </a:prstGeom>
        </p:spPr>
      </p:pic>
      <p:pic>
        <p:nvPicPr>
          <p:cNvPr id="588" name="Picture 587">
            <a:extLst>
              <a:ext uri="{FF2B5EF4-FFF2-40B4-BE49-F238E27FC236}">
                <a16:creationId xmlns:a16="http://schemas.microsoft.com/office/drawing/2014/main" id="{6932DD4B-E391-CC1C-B5A9-E4F7D36152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82493" y="4300451"/>
            <a:ext cx="307155" cy="307155"/>
          </a:xfrm>
          <a:prstGeom prst="rect">
            <a:avLst/>
          </a:prstGeom>
        </p:spPr>
      </p:pic>
      <p:pic>
        <p:nvPicPr>
          <p:cNvPr id="589" name="Picture 588">
            <a:extLst>
              <a:ext uri="{FF2B5EF4-FFF2-40B4-BE49-F238E27FC236}">
                <a16:creationId xmlns:a16="http://schemas.microsoft.com/office/drawing/2014/main" id="{485A16C5-6A22-C9E4-EE94-49DFBADF47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5364480"/>
            <a:ext cx="307155" cy="307155"/>
          </a:xfrm>
          <a:prstGeom prst="rect">
            <a:avLst/>
          </a:prstGeom>
        </p:spPr>
      </p:pic>
      <p:pic>
        <p:nvPicPr>
          <p:cNvPr id="590" name="Picture 589">
            <a:extLst>
              <a:ext uri="{FF2B5EF4-FFF2-40B4-BE49-F238E27FC236}">
                <a16:creationId xmlns:a16="http://schemas.microsoft.com/office/drawing/2014/main" id="{5420282B-52A8-1044-6EAC-5EAA6D41F8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32216" y="5364480"/>
            <a:ext cx="307155" cy="307155"/>
          </a:xfrm>
          <a:prstGeom prst="rect">
            <a:avLst/>
          </a:prstGeom>
        </p:spPr>
      </p:pic>
      <p:pic>
        <p:nvPicPr>
          <p:cNvPr id="591" name="Picture 590">
            <a:extLst>
              <a:ext uri="{FF2B5EF4-FFF2-40B4-BE49-F238E27FC236}">
                <a16:creationId xmlns:a16="http://schemas.microsoft.com/office/drawing/2014/main" id="{10DA838B-9494-F267-F387-0DBD415C29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5335431"/>
            <a:ext cx="307155" cy="307155"/>
          </a:xfrm>
          <a:prstGeom prst="rect">
            <a:avLst/>
          </a:prstGeom>
        </p:spPr>
      </p:pic>
      <p:pic>
        <p:nvPicPr>
          <p:cNvPr id="592" name="Picture 591">
            <a:extLst>
              <a:ext uri="{FF2B5EF4-FFF2-40B4-BE49-F238E27FC236}">
                <a16:creationId xmlns:a16="http://schemas.microsoft.com/office/drawing/2014/main" id="{AB05E2B3-F6C7-7570-BE37-1A98DF6ABA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6432711"/>
            <a:ext cx="307155" cy="307155"/>
          </a:xfrm>
          <a:prstGeom prst="rect">
            <a:avLst/>
          </a:prstGeom>
        </p:spPr>
      </p:pic>
      <p:pic>
        <p:nvPicPr>
          <p:cNvPr id="593" name="Picture 592">
            <a:extLst>
              <a:ext uri="{FF2B5EF4-FFF2-40B4-BE49-F238E27FC236}">
                <a16:creationId xmlns:a16="http://schemas.microsoft.com/office/drawing/2014/main" id="{41E0F5C7-33DC-7FEE-EA38-7D740F8B86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32216" y="6411884"/>
            <a:ext cx="307155" cy="307155"/>
          </a:xfrm>
          <a:prstGeom prst="rect">
            <a:avLst/>
          </a:prstGeom>
        </p:spPr>
      </p:pic>
      <p:pic>
        <p:nvPicPr>
          <p:cNvPr id="594" name="Picture 593">
            <a:extLst>
              <a:ext uri="{FF2B5EF4-FFF2-40B4-BE49-F238E27FC236}">
                <a16:creationId xmlns:a16="http://schemas.microsoft.com/office/drawing/2014/main" id="{FA39A479-0491-447C-F1A6-BE3135C5E0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82492" y="6432711"/>
            <a:ext cx="307155" cy="307155"/>
          </a:xfrm>
          <a:prstGeom prst="rect">
            <a:avLst/>
          </a:prstGeom>
        </p:spPr>
      </p:pic>
      <p:sp>
        <p:nvSpPr>
          <p:cNvPr id="595" name="TextBox 594">
            <a:extLst>
              <a:ext uri="{FF2B5EF4-FFF2-40B4-BE49-F238E27FC236}">
                <a16:creationId xmlns:a16="http://schemas.microsoft.com/office/drawing/2014/main" id="{626B0834-014B-757D-DDFC-9EAA12511533}"/>
              </a:ext>
            </a:extLst>
          </p:cNvPr>
          <p:cNvSpPr txBox="1"/>
          <p:nvPr/>
        </p:nvSpPr>
        <p:spPr>
          <a:xfrm>
            <a:off x="7528142" y="1650745"/>
            <a:ext cx="1385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10 = 0.7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99C1D71-27C5-3F6D-36EC-F176A5C1E5A7}"/>
              </a:ext>
            </a:extLst>
          </p:cNvPr>
          <p:cNvSpPr txBox="1"/>
          <p:nvPr/>
        </p:nvSpPr>
        <p:spPr>
          <a:xfrm>
            <a:off x="806652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920 ÷ 10 = 9.2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FE5378C-7D3A-FB15-0941-74BF343FFAC2}"/>
              </a:ext>
            </a:extLst>
          </p:cNvPr>
          <p:cNvSpPr txBox="1"/>
          <p:nvPr/>
        </p:nvSpPr>
        <p:spPr>
          <a:xfrm>
            <a:off x="4132433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100 = 0.08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04FDF38C-9F5C-5AAC-0A06-C9880058C1AB}"/>
              </a:ext>
            </a:extLst>
          </p:cNvPr>
          <p:cNvSpPr txBox="1"/>
          <p:nvPr/>
        </p:nvSpPr>
        <p:spPr>
          <a:xfrm>
            <a:off x="3937668" y="3862797"/>
            <a:ext cx="2034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5.1 × 1000 = 5100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16857539-9F70-B37F-573A-1D97647EF098}"/>
              </a:ext>
            </a:extLst>
          </p:cNvPr>
          <p:cNvSpPr txBox="1"/>
          <p:nvPr/>
        </p:nvSpPr>
        <p:spPr>
          <a:xfrm>
            <a:off x="514906" y="4943449"/>
            <a:ext cx="2228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71.8 ÷ 1000 = 0.718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91AD5993-DF53-5C07-369E-0856A71C24F9}"/>
              </a:ext>
            </a:extLst>
          </p:cNvPr>
          <p:cNvSpPr txBox="1"/>
          <p:nvPr/>
        </p:nvSpPr>
        <p:spPr>
          <a:xfrm>
            <a:off x="7146627" y="4943449"/>
            <a:ext cx="2148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4.6 ÷ 10 × 100 = 46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F38B4E09-5DFD-87F6-2419-EFBEBE86BED5}"/>
              </a:ext>
            </a:extLst>
          </p:cNvPr>
          <p:cNvSpPr txBox="1"/>
          <p:nvPr/>
        </p:nvSpPr>
        <p:spPr>
          <a:xfrm>
            <a:off x="3685997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0.18 × 1000 ÷ 10 = 180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4FCAF420-8A91-B1FD-AAD8-B4356F0C43A9}"/>
              </a:ext>
            </a:extLst>
          </p:cNvPr>
          <p:cNvSpPr txBox="1"/>
          <p:nvPr/>
        </p:nvSpPr>
        <p:spPr>
          <a:xfrm>
            <a:off x="6951862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735 ÷ 1000 × 10 = 7.35</a:t>
            </a:r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60126F66-60A1-0665-1B51-4DAE3B38632B}"/>
              </a:ext>
            </a:extLst>
          </p:cNvPr>
          <p:cNvSpPr txBox="1"/>
          <p:nvPr/>
        </p:nvSpPr>
        <p:spPr>
          <a:xfrm>
            <a:off x="2243096" y="186272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90.2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AB4D75F-F67B-AF5B-E94B-1210966DA0D4}"/>
              </a:ext>
            </a:extLst>
          </p:cNvPr>
          <p:cNvSpPr txBox="1"/>
          <p:nvPr/>
        </p:nvSpPr>
        <p:spPr>
          <a:xfrm>
            <a:off x="2556209" y="281037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</a:t>
            </a:r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62E457B3-672B-A966-E878-6F3353CE5F8E}"/>
              </a:ext>
            </a:extLst>
          </p:cNvPr>
          <p:cNvSpPr txBox="1"/>
          <p:nvPr/>
        </p:nvSpPr>
        <p:spPr>
          <a:xfrm>
            <a:off x="8755121" y="3029273"/>
            <a:ext cx="70404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1705</a:t>
            </a: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FE6BDD14-C9C6-0855-E6E6-8134AF394846}"/>
              </a:ext>
            </a:extLst>
          </p:cNvPr>
          <p:cNvSpPr txBox="1"/>
          <p:nvPr/>
        </p:nvSpPr>
        <p:spPr>
          <a:xfrm>
            <a:off x="8949908" y="402939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1.06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A78D40C9-F7E7-AD0E-7071-834D10F0617B}"/>
              </a:ext>
            </a:extLst>
          </p:cNvPr>
          <p:cNvSpPr txBox="1"/>
          <p:nvPr/>
        </p:nvSpPr>
        <p:spPr>
          <a:xfrm>
            <a:off x="1933490" y="5315273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0.0718</a:t>
            </a:r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561864A2-CDC9-BA8F-B3BC-3EC9C4C316E7}"/>
              </a:ext>
            </a:extLst>
          </p:cNvPr>
          <p:cNvSpPr txBox="1"/>
          <p:nvPr/>
        </p:nvSpPr>
        <p:spPr>
          <a:xfrm>
            <a:off x="5543443" y="5248598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170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81654C7E-E39E-D74C-AC5D-3593503348B8}"/>
              </a:ext>
            </a:extLst>
          </p:cNvPr>
          <p:cNvSpPr txBox="1"/>
          <p:nvPr/>
        </p:nvSpPr>
        <p:spPr>
          <a:xfrm>
            <a:off x="5608365" y="6382073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C3BC9-185C-9259-4F26-9ADF0CE93D65}"/>
              </a:ext>
            </a:extLst>
          </p:cNvPr>
          <p:cNvSpPr txBox="1"/>
          <p:nvPr/>
        </p:nvSpPr>
        <p:spPr>
          <a:xfrm>
            <a:off x="5501484" y="844176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459B9A-F643-94D6-DF64-14E3439F049A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</a:t>
            </a:r>
            <a:endParaRPr lang="en-GB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330E6-632E-A200-4339-D9E59CAB88B1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2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C77F5-C847-42A8-E2A5-032AA6721386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4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EBF4F-AC94-B043-1E7C-99B9447BC2D8}"/>
              </a:ext>
            </a:extLst>
          </p:cNvPr>
          <p:cNvSpPr txBox="1"/>
          <p:nvPr/>
        </p:nvSpPr>
        <p:spPr>
          <a:xfrm>
            <a:off x="3273243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5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7C038-57A1-C906-8506-6726B88FCF8E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7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B0153C-DB32-3DBB-C36B-3923A0136C0D}"/>
              </a:ext>
            </a:extLst>
          </p:cNvPr>
          <p:cNvSpPr txBox="1"/>
          <p:nvPr/>
        </p:nvSpPr>
        <p:spPr>
          <a:xfrm>
            <a:off x="3273243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8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67CBBD-AAF3-EA22-8016-50AFAF764DCA}"/>
              </a:ext>
            </a:extLst>
          </p:cNvPr>
          <p:cNvSpPr txBox="1"/>
          <p:nvPr/>
        </p:nvSpPr>
        <p:spPr>
          <a:xfrm>
            <a:off x="-1990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10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E6034-261C-5159-2823-8A0591A4167C}"/>
              </a:ext>
            </a:extLst>
          </p:cNvPr>
          <p:cNvSpPr txBox="1"/>
          <p:nvPr/>
        </p:nvSpPr>
        <p:spPr>
          <a:xfrm>
            <a:off x="3273243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11</a:t>
            </a:r>
            <a:endParaRPr lang="en-GB" sz="16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3C0FB2-6843-D7FC-DF80-F9748AC43DA3}"/>
              </a:ext>
            </a:extLst>
          </p:cNvPr>
          <p:cNvSpPr txBox="1"/>
          <p:nvPr/>
        </p:nvSpPr>
        <p:spPr>
          <a:xfrm>
            <a:off x="-1991" y="4613617"/>
            <a:ext cx="48282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13</a:t>
            </a:r>
            <a:endParaRPr lang="en-GB" sz="16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91C843-0D2D-B245-9AF5-2E12BF955EFB}"/>
              </a:ext>
            </a:extLst>
          </p:cNvPr>
          <p:cNvSpPr txBox="1"/>
          <p:nvPr/>
        </p:nvSpPr>
        <p:spPr>
          <a:xfrm>
            <a:off x="3273243" y="461361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14</a:t>
            </a:r>
            <a:endParaRPr lang="en-GB" sz="16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CB56FF-0745-B3B2-725C-B046484A2D3C}"/>
              </a:ext>
            </a:extLst>
          </p:cNvPr>
          <p:cNvSpPr txBox="1"/>
          <p:nvPr/>
        </p:nvSpPr>
        <p:spPr>
          <a:xfrm>
            <a:off x="3273243" y="571597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17</a:t>
            </a:r>
            <a:endParaRPr lang="en-GB" sz="16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5BC83C-D54D-4387-E68E-EED44405232C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3</a:t>
            </a:r>
            <a:endParaRPr lang="en-GB" sz="16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333867-AB0C-13BE-C76E-1F5DBFCE2ACD}"/>
              </a:ext>
            </a:extLst>
          </p:cNvPr>
          <p:cNvSpPr txBox="1"/>
          <p:nvPr/>
        </p:nvSpPr>
        <p:spPr>
          <a:xfrm>
            <a:off x="6543981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6</a:t>
            </a:r>
            <a:endParaRPr lang="en-GB" sz="16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D1C9E9-4200-B1D6-FFC7-7630F6B53704}"/>
              </a:ext>
            </a:extLst>
          </p:cNvPr>
          <p:cNvSpPr txBox="1"/>
          <p:nvPr/>
        </p:nvSpPr>
        <p:spPr>
          <a:xfrm>
            <a:off x="6543981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9</a:t>
            </a:r>
            <a:endParaRPr lang="en-GB" sz="1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2E1B1C-AD71-1B90-FFFC-27993894A3B3}"/>
              </a:ext>
            </a:extLst>
          </p:cNvPr>
          <p:cNvSpPr txBox="1"/>
          <p:nvPr/>
        </p:nvSpPr>
        <p:spPr>
          <a:xfrm>
            <a:off x="6543981" y="3506177"/>
            <a:ext cx="41956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12</a:t>
            </a:r>
            <a:endParaRPr lang="en-GB" sz="16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442818-F610-AC6E-110B-A4D1285C9BAD}"/>
              </a:ext>
            </a:extLst>
          </p:cNvPr>
          <p:cNvSpPr txBox="1"/>
          <p:nvPr/>
        </p:nvSpPr>
        <p:spPr>
          <a:xfrm>
            <a:off x="6543980" y="4613617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15</a:t>
            </a:r>
            <a:endParaRPr lang="en-GB" sz="16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C03474-75A0-147F-4F5A-34773201C081}"/>
              </a:ext>
            </a:extLst>
          </p:cNvPr>
          <p:cNvSpPr txBox="1"/>
          <p:nvPr/>
        </p:nvSpPr>
        <p:spPr>
          <a:xfrm>
            <a:off x="6476811" y="5746225"/>
            <a:ext cx="48673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18</a:t>
            </a:r>
            <a:endParaRPr lang="en-GB" sz="16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4D58DC-52DA-1AC0-9BB5-A0B47AA9D405}"/>
              </a:ext>
            </a:extLst>
          </p:cNvPr>
          <p:cNvSpPr txBox="1"/>
          <p:nvPr/>
        </p:nvSpPr>
        <p:spPr>
          <a:xfrm>
            <a:off x="-29093" y="5755201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16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1273471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3" name="Table 5">
            <a:extLst>
              <a:ext uri="{FF2B5EF4-FFF2-40B4-BE49-F238E27FC236}">
                <a16:creationId xmlns:a16="http://schemas.microsoft.com/office/drawing/2014/main" id="{637F0572-EB57-B983-8D32-C4502FD2D7F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2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4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5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7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8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10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11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1" y="4613617"/>
            <a:ext cx="48282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13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461361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14</a:t>
            </a:r>
            <a:endParaRPr lang="en-GB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3273243" y="571597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17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3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6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9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3506177"/>
            <a:ext cx="41956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12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0" y="4613617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15</a:t>
            </a:r>
            <a:endParaRPr lang="en-GB" sz="16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71F3BF-0625-450B-9FF2-79108E62C6A6}"/>
              </a:ext>
            </a:extLst>
          </p:cNvPr>
          <p:cNvSpPr txBox="1"/>
          <p:nvPr/>
        </p:nvSpPr>
        <p:spPr>
          <a:xfrm>
            <a:off x="6476811" y="5746225"/>
            <a:ext cx="48673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18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A7320D-0BDC-405E-8F70-95595FD42B00}"/>
              </a:ext>
            </a:extLst>
          </p:cNvPr>
          <p:cNvSpPr txBox="1"/>
          <p:nvPr/>
        </p:nvSpPr>
        <p:spPr>
          <a:xfrm>
            <a:off x="2803708" y="-61540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DEF9B-CCAC-55F7-2D20-BD1928C77104}"/>
              </a:ext>
            </a:extLst>
          </p:cNvPr>
          <p:cNvSpPr/>
          <p:nvPr/>
        </p:nvSpPr>
        <p:spPr>
          <a:xfrm>
            <a:off x="101905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A056-7B97-8DB7-BCF0-E9E1DBA138C1}"/>
              </a:ext>
            </a:extLst>
          </p:cNvPr>
          <p:cNvSpPr/>
          <p:nvPr/>
        </p:nvSpPr>
        <p:spPr>
          <a:xfrm>
            <a:off x="132758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3511-1E40-6C45-DE63-E7D2C0F4EC9F}"/>
              </a:ext>
            </a:extLst>
          </p:cNvPr>
          <p:cNvSpPr/>
          <p:nvPr/>
        </p:nvSpPr>
        <p:spPr>
          <a:xfrm>
            <a:off x="163508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20C3-547B-85FE-D678-321658B7F8AC}"/>
              </a:ext>
            </a:extLst>
          </p:cNvPr>
          <p:cNvSpPr/>
          <p:nvPr/>
        </p:nvSpPr>
        <p:spPr>
          <a:xfrm>
            <a:off x="194361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92F71-1175-D8CF-A1C2-99E2D81ADD04}"/>
              </a:ext>
            </a:extLst>
          </p:cNvPr>
          <p:cNvSpPr/>
          <p:nvPr/>
        </p:nvSpPr>
        <p:spPr>
          <a:xfrm>
            <a:off x="101905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4ED0A-4323-44F6-E0DD-EC97A61E0C8D}"/>
              </a:ext>
            </a:extLst>
          </p:cNvPr>
          <p:cNvSpPr/>
          <p:nvPr/>
        </p:nvSpPr>
        <p:spPr>
          <a:xfrm>
            <a:off x="132758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3E68F-EF37-58BB-8240-5CEF7F042DD6}"/>
              </a:ext>
            </a:extLst>
          </p:cNvPr>
          <p:cNvSpPr/>
          <p:nvPr/>
        </p:nvSpPr>
        <p:spPr>
          <a:xfrm>
            <a:off x="163508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1A8A6-BB38-1EEF-9E46-2C86902BD10C}"/>
              </a:ext>
            </a:extLst>
          </p:cNvPr>
          <p:cNvSpPr/>
          <p:nvPr/>
        </p:nvSpPr>
        <p:spPr>
          <a:xfrm>
            <a:off x="194361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C0703-5EED-AB2B-D726-B04AC563D74C}"/>
              </a:ext>
            </a:extLst>
          </p:cNvPr>
          <p:cNvSpPr txBox="1"/>
          <p:nvPr/>
        </p:nvSpPr>
        <p:spPr>
          <a:xfrm>
            <a:off x="224936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047B4-71BD-26C5-5463-587D55ED7831}"/>
              </a:ext>
            </a:extLst>
          </p:cNvPr>
          <p:cNvSpPr txBox="1"/>
          <p:nvPr/>
        </p:nvSpPr>
        <p:spPr>
          <a:xfrm>
            <a:off x="642897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D0E4E2-35BA-70DE-C959-1E25583EF5F4}"/>
              </a:ext>
            </a:extLst>
          </p:cNvPr>
          <p:cNvSpPr/>
          <p:nvPr/>
        </p:nvSpPr>
        <p:spPr>
          <a:xfrm>
            <a:off x="7532956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E4EFE51-D063-8FE2-87B9-EE639316A598}"/>
              </a:ext>
            </a:extLst>
          </p:cNvPr>
          <p:cNvSpPr/>
          <p:nvPr/>
        </p:nvSpPr>
        <p:spPr>
          <a:xfrm>
            <a:off x="784045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9DF0BBF-978C-6FA6-7E3E-F57E69B73765}"/>
              </a:ext>
            </a:extLst>
          </p:cNvPr>
          <p:cNvSpPr/>
          <p:nvPr/>
        </p:nvSpPr>
        <p:spPr>
          <a:xfrm>
            <a:off x="814898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2DE6DC-7D72-DFB3-B434-674C755BBB06}"/>
              </a:ext>
            </a:extLst>
          </p:cNvPr>
          <p:cNvSpPr/>
          <p:nvPr/>
        </p:nvSpPr>
        <p:spPr>
          <a:xfrm>
            <a:off x="845607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E14247E-A263-8941-BCCE-8129F04111DC}"/>
              </a:ext>
            </a:extLst>
          </p:cNvPr>
          <p:cNvSpPr/>
          <p:nvPr/>
        </p:nvSpPr>
        <p:spPr>
          <a:xfrm>
            <a:off x="7532956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109F95-15F7-3AE5-F661-7FBBFDC6C73F}"/>
              </a:ext>
            </a:extLst>
          </p:cNvPr>
          <p:cNvSpPr/>
          <p:nvPr/>
        </p:nvSpPr>
        <p:spPr>
          <a:xfrm>
            <a:off x="784045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C0E708-5773-EFFD-5910-92F67AB8AB33}"/>
              </a:ext>
            </a:extLst>
          </p:cNvPr>
          <p:cNvSpPr/>
          <p:nvPr/>
        </p:nvSpPr>
        <p:spPr>
          <a:xfrm>
            <a:off x="814898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94F7732-E07F-A7F5-A5B3-7C3328BB6A82}"/>
              </a:ext>
            </a:extLst>
          </p:cNvPr>
          <p:cNvSpPr/>
          <p:nvPr/>
        </p:nvSpPr>
        <p:spPr>
          <a:xfrm>
            <a:off x="845607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DA07F61-085C-E16B-BFA8-614868BA2196}"/>
              </a:ext>
            </a:extLst>
          </p:cNvPr>
          <p:cNvSpPr txBox="1"/>
          <p:nvPr/>
        </p:nvSpPr>
        <p:spPr>
          <a:xfrm>
            <a:off x="876429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79C367-4060-2526-2570-9D76123FE4BA}"/>
              </a:ext>
            </a:extLst>
          </p:cNvPr>
          <p:cNvSpPr txBox="1"/>
          <p:nvPr/>
        </p:nvSpPr>
        <p:spPr>
          <a:xfrm>
            <a:off x="6848265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C92D3F4-64A7-541D-CBF1-7B1B21261F46}"/>
              </a:ext>
            </a:extLst>
          </p:cNvPr>
          <p:cNvSpPr/>
          <p:nvPr/>
        </p:nvSpPr>
        <p:spPr>
          <a:xfrm>
            <a:off x="8422860" y="51259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6FD7552F-FB0D-84DB-5924-E6F46D6C5CE5}"/>
              </a:ext>
            </a:extLst>
          </p:cNvPr>
          <p:cNvSpPr/>
          <p:nvPr/>
        </p:nvSpPr>
        <p:spPr>
          <a:xfrm>
            <a:off x="8422860" y="911293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DBADDB38-548F-E1B4-8BA4-443ACE4217CB}"/>
              </a:ext>
            </a:extLst>
          </p:cNvPr>
          <p:cNvSpPr/>
          <p:nvPr/>
        </p:nvSpPr>
        <p:spPr>
          <a:xfrm>
            <a:off x="65737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85EF78C-AF68-4D86-5E73-E61C35F6626F}"/>
              </a:ext>
            </a:extLst>
          </p:cNvPr>
          <p:cNvSpPr/>
          <p:nvPr/>
        </p:nvSpPr>
        <p:spPr>
          <a:xfrm>
            <a:off x="96590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927B296-E239-F083-CB41-31BA3CC5204A}"/>
              </a:ext>
            </a:extLst>
          </p:cNvPr>
          <p:cNvSpPr/>
          <p:nvPr/>
        </p:nvSpPr>
        <p:spPr>
          <a:xfrm>
            <a:off x="127340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5DF5A83-D549-E5E2-414B-273B489286CC}"/>
              </a:ext>
            </a:extLst>
          </p:cNvPr>
          <p:cNvSpPr/>
          <p:nvPr/>
        </p:nvSpPr>
        <p:spPr>
          <a:xfrm>
            <a:off x="158193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EBD583-640D-1C78-EA7F-C5577E5744B1}"/>
              </a:ext>
            </a:extLst>
          </p:cNvPr>
          <p:cNvSpPr/>
          <p:nvPr/>
        </p:nvSpPr>
        <p:spPr>
          <a:xfrm>
            <a:off x="1889025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B507329-C057-9747-ED2F-E7C6732003A8}"/>
              </a:ext>
            </a:extLst>
          </p:cNvPr>
          <p:cNvSpPr/>
          <p:nvPr/>
        </p:nvSpPr>
        <p:spPr>
          <a:xfrm>
            <a:off x="65737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74606A-01E7-3002-B0F3-54EA2A148AC6}"/>
              </a:ext>
            </a:extLst>
          </p:cNvPr>
          <p:cNvSpPr/>
          <p:nvPr/>
        </p:nvSpPr>
        <p:spPr>
          <a:xfrm>
            <a:off x="96590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B095A7D-391D-8CF9-01A5-1239BC18E5B8}"/>
              </a:ext>
            </a:extLst>
          </p:cNvPr>
          <p:cNvSpPr/>
          <p:nvPr/>
        </p:nvSpPr>
        <p:spPr>
          <a:xfrm>
            <a:off x="127340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414F000-7D40-5487-5427-929CDDBC4DDF}"/>
              </a:ext>
            </a:extLst>
          </p:cNvPr>
          <p:cNvSpPr/>
          <p:nvPr/>
        </p:nvSpPr>
        <p:spPr>
          <a:xfrm>
            <a:off x="158193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16C8BBC-F160-9534-B4B0-C3386B75286A}"/>
              </a:ext>
            </a:extLst>
          </p:cNvPr>
          <p:cNvSpPr/>
          <p:nvPr/>
        </p:nvSpPr>
        <p:spPr>
          <a:xfrm>
            <a:off x="1889025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D23AF42-89BC-EE31-4095-472422EA20B9}"/>
              </a:ext>
            </a:extLst>
          </p:cNvPr>
          <p:cNvSpPr txBox="1"/>
          <p:nvPr/>
        </p:nvSpPr>
        <p:spPr>
          <a:xfrm>
            <a:off x="2194858" y="148107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42C59C2-DD08-FCBC-80FE-E79A96E4CB71}"/>
              </a:ext>
            </a:extLst>
          </p:cNvPr>
          <p:cNvSpPr txBox="1"/>
          <p:nvPr/>
        </p:nvSpPr>
        <p:spPr>
          <a:xfrm>
            <a:off x="281211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12AED69-A61C-A5CF-A7D7-DF9D691F2CD0}"/>
              </a:ext>
            </a:extLst>
          </p:cNvPr>
          <p:cNvSpPr/>
          <p:nvPr/>
        </p:nvSpPr>
        <p:spPr>
          <a:xfrm>
            <a:off x="1855806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9F3610B-0B79-C6D1-2DC9-A194BEC390CD}"/>
              </a:ext>
            </a:extLst>
          </p:cNvPr>
          <p:cNvSpPr/>
          <p:nvPr/>
        </p:nvSpPr>
        <p:spPr>
          <a:xfrm>
            <a:off x="1855806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445CEA4-6AB7-609E-54DC-7B0E7A4DA1AF}"/>
              </a:ext>
            </a:extLst>
          </p:cNvPr>
          <p:cNvSpPr/>
          <p:nvPr/>
        </p:nvSpPr>
        <p:spPr>
          <a:xfrm>
            <a:off x="394089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C978CA2-658F-48F7-0084-D2DA25287E75}"/>
              </a:ext>
            </a:extLst>
          </p:cNvPr>
          <p:cNvSpPr/>
          <p:nvPr/>
        </p:nvSpPr>
        <p:spPr>
          <a:xfrm>
            <a:off x="424942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4397914-2FC4-67F7-B598-A27606E8804D}"/>
              </a:ext>
            </a:extLst>
          </p:cNvPr>
          <p:cNvSpPr/>
          <p:nvPr/>
        </p:nvSpPr>
        <p:spPr>
          <a:xfrm>
            <a:off x="455692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54D0D9-99D2-41DB-D722-4BDC4D192AA9}"/>
              </a:ext>
            </a:extLst>
          </p:cNvPr>
          <p:cNvSpPr/>
          <p:nvPr/>
        </p:nvSpPr>
        <p:spPr>
          <a:xfrm>
            <a:off x="486545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08866EEA-B432-C320-DFFE-A1CD6F2AAE9F}"/>
              </a:ext>
            </a:extLst>
          </p:cNvPr>
          <p:cNvSpPr/>
          <p:nvPr/>
        </p:nvSpPr>
        <p:spPr>
          <a:xfrm>
            <a:off x="517255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F0D0852-775C-EB3F-7AF9-205688936B97}"/>
              </a:ext>
            </a:extLst>
          </p:cNvPr>
          <p:cNvSpPr/>
          <p:nvPr/>
        </p:nvSpPr>
        <p:spPr>
          <a:xfrm>
            <a:off x="548108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BA9D3D1-16EC-25B3-2C10-8F70F64C9C27}"/>
              </a:ext>
            </a:extLst>
          </p:cNvPr>
          <p:cNvSpPr/>
          <p:nvPr/>
        </p:nvSpPr>
        <p:spPr>
          <a:xfrm>
            <a:off x="394089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0D16CD1-9F83-CA19-37C1-B9E6F6B49515}"/>
              </a:ext>
            </a:extLst>
          </p:cNvPr>
          <p:cNvSpPr/>
          <p:nvPr/>
        </p:nvSpPr>
        <p:spPr>
          <a:xfrm>
            <a:off x="424942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C0977A5-6F9D-323D-F0BF-E614B183B553}"/>
              </a:ext>
            </a:extLst>
          </p:cNvPr>
          <p:cNvSpPr/>
          <p:nvPr/>
        </p:nvSpPr>
        <p:spPr>
          <a:xfrm>
            <a:off x="455692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E458DA8-2264-75F4-6C85-F0FF7874C14D}"/>
              </a:ext>
            </a:extLst>
          </p:cNvPr>
          <p:cNvSpPr/>
          <p:nvPr/>
        </p:nvSpPr>
        <p:spPr>
          <a:xfrm>
            <a:off x="486545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875822B-896D-D0F3-3AC0-674E629DB5B9}"/>
              </a:ext>
            </a:extLst>
          </p:cNvPr>
          <p:cNvSpPr/>
          <p:nvPr/>
        </p:nvSpPr>
        <p:spPr>
          <a:xfrm>
            <a:off x="517255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CB3F106-A3C8-E261-D2D7-2AD783A11D57}"/>
              </a:ext>
            </a:extLst>
          </p:cNvPr>
          <p:cNvSpPr/>
          <p:nvPr/>
        </p:nvSpPr>
        <p:spPr>
          <a:xfrm>
            <a:off x="548108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F47315C-AEEE-4F22-36F4-5377D11D45AB}"/>
              </a:ext>
            </a:extLst>
          </p:cNvPr>
          <p:cNvSpPr txBox="1"/>
          <p:nvPr/>
        </p:nvSpPr>
        <p:spPr>
          <a:xfrm>
            <a:off x="5799061" y="148107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BED9501-6B57-08D0-01E2-6BEBB5C2BA49}"/>
              </a:ext>
            </a:extLst>
          </p:cNvPr>
          <p:cNvSpPr txBox="1"/>
          <p:nvPr/>
        </p:nvSpPr>
        <p:spPr>
          <a:xfrm>
            <a:off x="3564737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AC06664-E227-9608-1C6B-80FCBB532D72}"/>
              </a:ext>
            </a:extLst>
          </p:cNvPr>
          <p:cNvSpPr/>
          <p:nvPr/>
        </p:nvSpPr>
        <p:spPr>
          <a:xfrm>
            <a:off x="5139332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335BB21A-72A0-D39F-486F-ADE5C5553317}"/>
              </a:ext>
            </a:extLst>
          </p:cNvPr>
          <p:cNvSpPr/>
          <p:nvPr/>
        </p:nvSpPr>
        <p:spPr>
          <a:xfrm>
            <a:off x="5139332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2E3C56-8226-32BA-5834-6AD388A8D370}"/>
              </a:ext>
            </a:extLst>
          </p:cNvPr>
          <p:cNvSpPr/>
          <p:nvPr/>
        </p:nvSpPr>
        <p:spPr>
          <a:xfrm>
            <a:off x="722442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0380E02-5473-BD32-5CAE-9F9D9DBD97D1}"/>
              </a:ext>
            </a:extLst>
          </p:cNvPr>
          <p:cNvSpPr/>
          <p:nvPr/>
        </p:nvSpPr>
        <p:spPr>
          <a:xfrm>
            <a:off x="753295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279BE15-486A-E984-98A7-5198DC793FB1}"/>
              </a:ext>
            </a:extLst>
          </p:cNvPr>
          <p:cNvSpPr/>
          <p:nvPr/>
        </p:nvSpPr>
        <p:spPr>
          <a:xfrm>
            <a:off x="784045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DBBF3AB5-80D5-2C01-5656-FF21B0AD9281}"/>
              </a:ext>
            </a:extLst>
          </p:cNvPr>
          <p:cNvSpPr/>
          <p:nvPr/>
        </p:nvSpPr>
        <p:spPr>
          <a:xfrm>
            <a:off x="814898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E6428D40-421A-0B75-23CE-13D549A579E1}"/>
              </a:ext>
            </a:extLst>
          </p:cNvPr>
          <p:cNvSpPr/>
          <p:nvPr/>
        </p:nvSpPr>
        <p:spPr>
          <a:xfrm>
            <a:off x="845607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D95C2F0-71A6-1DD2-851B-2423E9E1E835}"/>
              </a:ext>
            </a:extLst>
          </p:cNvPr>
          <p:cNvSpPr/>
          <p:nvPr/>
        </p:nvSpPr>
        <p:spPr>
          <a:xfrm>
            <a:off x="876460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ADFAEAB-FB11-2CA6-AAA5-7E627FC71FED}"/>
              </a:ext>
            </a:extLst>
          </p:cNvPr>
          <p:cNvSpPr/>
          <p:nvPr/>
        </p:nvSpPr>
        <p:spPr>
          <a:xfrm>
            <a:off x="722442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847896C-0BB5-0A9E-3F0D-0AE2B983B980}"/>
              </a:ext>
            </a:extLst>
          </p:cNvPr>
          <p:cNvSpPr/>
          <p:nvPr/>
        </p:nvSpPr>
        <p:spPr>
          <a:xfrm>
            <a:off x="753295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6F18749-3863-641B-641C-2866D68499CC}"/>
              </a:ext>
            </a:extLst>
          </p:cNvPr>
          <p:cNvSpPr/>
          <p:nvPr/>
        </p:nvSpPr>
        <p:spPr>
          <a:xfrm>
            <a:off x="784045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618C49C-6086-DF34-3788-03AC083341B6}"/>
              </a:ext>
            </a:extLst>
          </p:cNvPr>
          <p:cNvSpPr/>
          <p:nvPr/>
        </p:nvSpPr>
        <p:spPr>
          <a:xfrm>
            <a:off x="814898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F5F684D-B4D0-5D46-0DEF-C442F02D05DC}"/>
              </a:ext>
            </a:extLst>
          </p:cNvPr>
          <p:cNvSpPr/>
          <p:nvPr/>
        </p:nvSpPr>
        <p:spPr>
          <a:xfrm>
            <a:off x="845607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5D9A33C-5B14-308D-18DD-D4B52BC3212D}"/>
              </a:ext>
            </a:extLst>
          </p:cNvPr>
          <p:cNvSpPr/>
          <p:nvPr/>
        </p:nvSpPr>
        <p:spPr>
          <a:xfrm>
            <a:off x="876460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A500E63-831A-BEA4-18C2-8945A940A389}"/>
              </a:ext>
            </a:extLst>
          </p:cNvPr>
          <p:cNvSpPr txBox="1"/>
          <p:nvPr/>
        </p:nvSpPr>
        <p:spPr>
          <a:xfrm>
            <a:off x="9082589" y="257835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CC90524-7C4F-D7E5-9561-35572B823FD6}"/>
              </a:ext>
            </a:extLst>
          </p:cNvPr>
          <p:cNvSpPr txBox="1"/>
          <p:nvPr/>
        </p:nvSpPr>
        <p:spPr>
          <a:xfrm>
            <a:off x="6848265" y="29616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E4A20421-B09A-5658-9411-83E9D7B57D85}"/>
              </a:ext>
            </a:extLst>
          </p:cNvPr>
          <p:cNvSpPr/>
          <p:nvPr/>
        </p:nvSpPr>
        <p:spPr>
          <a:xfrm>
            <a:off x="8422860" y="2715469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74CADDCE-03EA-0CCB-2793-3E5728D82F6A}"/>
              </a:ext>
            </a:extLst>
          </p:cNvPr>
          <p:cNvSpPr/>
          <p:nvPr/>
        </p:nvSpPr>
        <p:spPr>
          <a:xfrm>
            <a:off x="8422860" y="311416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EC654A95-E7D4-3CA1-1485-DF28BD686EC3}"/>
              </a:ext>
            </a:extLst>
          </p:cNvPr>
          <p:cNvSpPr/>
          <p:nvPr/>
        </p:nvSpPr>
        <p:spPr>
          <a:xfrm>
            <a:off x="71348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01D1A237-94C9-DAC0-746F-36695EB42818}"/>
              </a:ext>
            </a:extLst>
          </p:cNvPr>
          <p:cNvSpPr/>
          <p:nvPr/>
        </p:nvSpPr>
        <p:spPr>
          <a:xfrm>
            <a:off x="102099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AC2BB126-1601-EADE-3927-6199525610E2}"/>
              </a:ext>
            </a:extLst>
          </p:cNvPr>
          <p:cNvSpPr/>
          <p:nvPr/>
        </p:nvSpPr>
        <p:spPr>
          <a:xfrm>
            <a:off x="132952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E9D9718-35D2-A6B9-E08D-F1ECEED76CA8}"/>
              </a:ext>
            </a:extLst>
          </p:cNvPr>
          <p:cNvSpPr/>
          <p:nvPr/>
        </p:nvSpPr>
        <p:spPr>
          <a:xfrm>
            <a:off x="163661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76861F53-E81B-07C5-9FE0-E42B2B19D9B5}"/>
              </a:ext>
            </a:extLst>
          </p:cNvPr>
          <p:cNvSpPr/>
          <p:nvPr/>
        </p:nvSpPr>
        <p:spPr>
          <a:xfrm>
            <a:off x="194514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6DE93C92-EDC0-2D44-CB09-E32D56DD944A}"/>
              </a:ext>
            </a:extLst>
          </p:cNvPr>
          <p:cNvSpPr/>
          <p:nvPr/>
        </p:nvSpPr>
        <p:spPr>
          <a:xfrm>
            <a:off x="71348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AE7C43B0-11F9-4B9F-7C98-1947612C9282}"/>
              </a:ext>
            </a:extLst>
          </p:cNvPr>
          <p:cNvSpPr/>
          <p:nvPr/>
        </p:nvSpPr>
        <p:spPr>
          <a:xfrm>
            <a:off x="102099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2EFC751F-0FF5-ABC2-62EF-3E945D867357}"/>
              </a:ext>
            </a:extLst>
          </p:cNvPr>
          <p:cNvSpPr/>
          <p:nvPr/>
        </p:nvSpPr>
        <p:spPr>
          <a:xfrm>
            <a:off x="132952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D8C33AC-4F3F-E522-E055-79EED0EA24DA}"/>
              </a:ext>
            </a:extLst>
          </p:cNvPr>
          <p:cNvSpPr/>
          <p:nvPr/>
        </p:nvSpPr>
        <p:spPr>
          <a:xfrm>
            <a:off x="163661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D2EF12B2-5520-890F-3448-50168F0D7718}"/>
              </a:ext>
            </a:extLst>
          </p:cNvPr>
          <p:cNvSpPr/>
          <p:nvPr/>
        </p:nvSpPr>
        <p:spPr>
          <a:xfrm>
            <a:off x="194514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1D0C0919-F98C-ED4E-E566-F2CE29F783BF}"/>
              </a:ext>
            </a:extLst>
          </p:cNvPr>
          <p:cNvSpPr txBox="1"/>
          <p:nvPr/>
        </p:nvSpPr>
        <p:spPr>
          <a:xfrm>
            <a:off x="2256772" y="3683949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1000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9561EE5D-4DB8-99B2-D205-BA06D577C5D5}"/>
              </a:ext>
            </a:extLst>
          </p:cNvPr>
          <p:cNvSpPr txBox="1"/>
          <p:nvPr/>
        </p:nvSpPr>
        <p:spPr>
          <a:xfrm>
            <a:off x="343123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5E5AFFAD-3462-DF3F-C61B-230F5C9EA4FC}"/>
              </a:ext>
            </a:extLst>
          </p:cNvPr>
          <p:cNvSpPr/>
          <p:nvPr/>
        </p:nvSpPr>
        <p:spPr>
          <a:xfrm>
            <a:off x="1603393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C7F5C2F8-2752-3982-723D-FF9D833D1CD4}"/>
              </a:ext>
            </a:extLst>
          </p:cNvPr>
          <p:cNvSpPr/>
          <p:nvPr/>
        </p:nvSpPr>
        <p:spPr>
          <a:xfrm>
            <a:off x="1603393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BE8453F5-0FF3-C90D-FFB9-81586D2ADAAF}"/>
              </a:ext>
            </a:extLst>
          </p:cNvPr>
          <p:cNvSpPr/>
          <p:nvPr/>
        </p:nvSpPr>
        <p:spPr>
          <a:xfrm>
            <a:off x="722442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6C143EF9-A037-B861-94AF-93826E80C750}"/>
              </a:ext>
            </a:extLst>
          </p:cNvPr>
          <p:cNvSpPr/>
          <p:nvPr/>
        </p:nvSpPr>
        <p:spPr>
          <a:xfrm>
            <a:off x="753295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E20EAD5F-6996-C0F5-0CDD-0B7499140363}"/>
              </a:ext>
            </a:extLst>
          </p:cNvPr>
          <p:cNvSpPr/>
          <p:nvPr/>
        </p:nvSpPr>
        <p:spPr>
          <a:xfrm>
            <a:off x="784045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81FA58F6-3DF1-A4D5-50BA-FA0A0E68C6E2}"/>
              </a:ext>
            </a:extLst>
          </p:cNvPr>
          <p:cNvSpPr/>
          <p:nvPr/>
        </p:nvSpPr>
        <p:spPr>
          <a:xfrm>
            <a:off x="814898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7D2AFA91-DE23-8B12-1659-5E0C427CA774}"/>
              </a:ext>
            </a:extLst>
          </p:cNvPr>
          <p:cNvSpPr/>
          <p:nvPr/>
        </p:nvSpPr>
        <p:spPr>
          <a:xfrm>
            <a:off x="845607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DD810D11-C106-6ED5-32A8-3137621A062E}"/>
              </a:ext>
            </a:extLst>
          </p:cNvPr>
          <p:cNvSpPr/>
          <p:nvPr/>
        </p:nvSpPr>
        <p:spPr>
          <a:xfrm>
            <a:off x="876460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C931E2A7-24F5-7A4A-7C54-4AF18FBF4F7B}"/>
              </a:ext>
            </a:extLst>
          </p:cNvPr>
          <p:cNvSpPr/>
          <p:nvPr/>
        </p:nvSpPr>
        <p:spPr>
          <a:xfrm>
            <a:off x="722442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66091065-851F-5720-6685-03319F59B491}"/>
              </a:ext>
            </a:extLst>
          </p:cNvPr>
          <p:cNvSpPr/>
          <p:nvPr/>
        </p:nvSpPr>
        <p:spPr>
          <a:xfrm>
            <a:off x="753295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70D606AA-0F42-822E-9F5A-68EDAD8F1B1E}"/>
              </a:ext>
            </a:extLst>
          </p:cNvPr>
          <p:cNvSpPr/>
          <p:nvPr/>
        </p:nvSpPr>
        <p:spPr>
          <a:xfrm>
            <a:off x="784045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4514D49E-1163-F1CB-EA15-1C730B317377}"/>
              </a:ext>
            </a:extLst>
          </p:cNvPr>
          <p:cNvSpPr/>
          <p:nvPr/>
        </p:nvSpPr>
        <p:spPr>
          <a:xfrm>
            <a:off x="814898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6623E42B-B8E2-C924-75C6-515EEFC07A0F}"/>
              </a:ext>
            </a:extLst>
          </p:cNvPr>
          <p:cNvSpPr/>
          <p:nvPr/>
        </p:nvSpPr>
        <p:spPr>
          <a:xfrm>
            <a:off x="845607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EFED77C4-0D74-9342-6E51-05E44E2420ED}"/>
              </a:ext>
            </a:extLst>
          </p:cNvPr>
          <p:cNvSpPr/>
          <p:nvPr/>
        </p:nvSpPr>
        <p:spPr>
          <a:xfrm>
            <a:off x="876460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E0EA2BD4-B752-323A-3E97-126F0EC1B288}"/>
              </a:ext>
            </a:extLst>
          </p:cNvPr>
          <p:cNvSpPr txBox="1"/>
          <p:nvPr/>
        </p:nvSpPr>
        <p:spPr>
          <a:xfrm>
            <a:off x="9082589" y="3683949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C368CCAD-D544-8C80-9FD3-8B8B7BF1C659}"/>
              </a:ext>
            </a:extLst>
          </p:cNvPr>
          <p:cNvSpPr txBox="1"/>
          <p:nvPr/>
        </p:nvSpPr>
        <p:spPr>
          <a:xfrm>
            <a:off x="6848265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196B22CE-15FF-AB77-4813-67C446F108FA}"/>
              </a:ext>
            </a:extLst>
          </p:cNvPr>
          <p:cNvSpPr/>
          <p:nvPr/>
        </p:nvSpPr>
        <p:spPr>
          <a:xfrm>
            <a:off x="8422860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82026C2A-A5E0-9F9E-ED1A-28C6246D3259}"/>
              </a:ext>
            </a:extLst>
          </p:cNvPr>
          <p:cNvSpPr/>
          <p:nvPr/>
        </p:nvSpPr>
        <p:spPr>
          <a:xfrm>
            <a:off x="8422860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676C0F57-4851-129D-7D32-D8E8A93A1587}"/>
              </a:ext>
            </a:extLst>
          </p:cNvPr>
          <p:cNvSpPr/>
          <p:nvPr/>
        </p:nvSpPr>
        <p:spPr>
          <a:xfrm>
            <a:off x="394089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5EF41963-06AA-6F5C-A625-338D8D36F443}"/>
              </a:ext>
            </a:extLst>
          </p:cNvPr>
          <p:cNvSpPr/>
          <p:nvPr/>
        </p:nvSpPr>
        <p:spPr>
          <a:xfrm>
            <a:off x="424942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CFB0F9F-6D89-971B-3E02-AD9923FB4074}"/>
              </a:ext>
            </a:extLst>
          </p:cNvPr>
          <p:cNvSpPr/>
          <p:nvPr/>
        </p:nvSpPr>
        <p:spPr>
          <a:xfrm>
            <a:off x="455692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9BC84905-CDDF-2132-F4CD-43B04CC63CAB}"/>
              </a:ext>
            </a:extLst>
          </p:cNvPr>
          <p:cNvSpPr/>
          <p:nvPr/>
        </p:nvSpPr>
        <p:spPr>
          <a:xfrm>
            <a:off x="486545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59440FB6-C1F5-9EC1-820A-1BAE9E0D5221}"/>
              </a:ext>
            </a:extLst>
          </p:cNvPr>
          <p:cNvSpPr/>
          <p:nvPr/>
        </p:nvSpPr>
        <p:spPr>
          <a:xfrm>
            <a:off x="517255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B2CB790-539F-9953-CF4F-AE6D628E5CEB}"/>
              </a:ext>
            </a:extLst>
          </p:cNvPr>
          <p:cNvSpPr/>
          <p:nvPr/>
        </p:nvSpPr>
        <p:spPr>
          <a:xfrm>
            <a:off x="548108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6A135B0-383F-E3D6-1127-6E4B418E0420}"/>
              </a:ext>
            </a:extLst>
          </p:cNvPr>
          <p:cNvSpPr/>
          <p:nvPr/>
        </p:nvSpPr>
        <p:spPr>
          <a:xfrm>
            <a:off x="394089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E3A5F97-AD9E-DE6C-C9A0-C2046E4D15A0}"/>
              </a:ext>
            </a:extLst>
          </p:cNvPr>
          <p:cNvSpPr/>
          <p:nvPr/>
        </p:nvSpPr>
        <p:spPr>
          <a:xfrm>
            <a:off x="424942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9E509830-264B-3F52-6B62-68766606BFA7}"/>
              </a:ext>
            </a:extLst>
          </p:cNvPr>
          <p:cNvSpPr/>
          <p:nvPr/>
        </p:nvSpPr>
        <p:spPr>
          <a:xfrm>
            <a:off x="455692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BB08917-15ED-0AC8-A832-24D4B15150C4}"/>
              </a:ext>
            </a:extLst>
          </p:cNvPr>
          <p:cNvSpPr/>
          <p:nvPr/>
        </p:nvSpPr>
        <p:spPr>
          <a:xfrm>
            <a:off x="486545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611E5ABC-05C9-9AB4-6EBC-0CF4C3004504}"/>
              </a:ext>
            </a:extLst>
          </p:cNvPr>
          <p:cNvSpPr/>
          <p:nvPr/>
        </p:nvSpPr>
        <p:spPr>
          <a:xfrm>
            <a:off x="517255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ED86A461-CAB3-AC8F-B0FF-EE636DCC0D18}"/>
              </a:ext>
            </a:extLst>
          </p:cNvPr>
          <p:cNvSpPr/>
          <p:nvPr/>
        </p:nvSpPr>
        <p:spPr>
          <a:xfrm>
            <a:off x="548108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FDF99BB-4614-EDFC-1996-12C41C54C5CE}"/>
              </a:ext>
            </a:extLst>
          </p:cNvPr>
          <p:cNvSpPr txBox="1"/>
          <p:nvPr/>
        </p:nvSpPr>
        <p:spPr>
          <a:xfrm>
            <a:off x="5799061" y="4789541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018C905-34F5-CF75-1CF8-5F6E4DD7CFD6}"/>
              </a:ext>
            </a:extLst>
          </p:cNvPr>
          <p:cNvSpPr txBox="1"/>
          <p:nvPr/>
        </p:nvSpPr>
        <p:spPr>
          <a:xfrm>
            <a:off x="3564737" y="517285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A1C906DB-4B79-B922-57E0-CCF84631828B}"/>
              </a:ext>
            </a:extLst>
          </p:cNvPr>
          <p:cNvSpPr/>
          <p:nvPr/>
        </p:nvSpPr>
        <p:spPr>
          <a:xfrm>
            <a:off x="5139332" y="4926654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966CB091-211B-7D51-A9B9-0DD29AE4BFB9}"/>
              </a:ext>
            </a:extLst>
          </p:cNvPr>
          <p:cNvSpPr/>
          <p:nvPr/>
        </p:nvSpPr>
        <p:spPr>
          <a:xfrm>
            <a:off x="5139332" y="532535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F6BD600B-BB67-AB5B-0183-4136B1A01027}"/>
              </a:ext>
            </a:extLst>
          </p:cNvPr>
          <p:cNvSpPr/>
          <p:nvPr/>
        </p:nvSpPr>
        <p:spPr>
          <a:xfrm>
            <a:off x="65737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B5706AB1-3226-A94A-2AEF-0D8DEB5E36EA}"/>
              </a:ext>
            </a:extLst>
          </p:cNvPr>
          <p:cNvSpPr/>
          <p:nvPr/>
        </p:nvSpPr>
        <p:spPr>
          <a:xfrm>
            <a:off x="96590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E6D11392-B955-E0AA-3B60-CFEED852EBED}"/>
              </a:ext>
            </a:extLst>
          </p:cNvPr>
          <p:cNvSpPr/>
          <p:nvPr/>
        </p:nvSpPr>
        <p:spPr>
          <a:xfrm>
            <a:off x="127340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30B4612-BBF4-F67D-2AD6-C8838E81A752}"/>
              </a:ext>
            </a:extLst>
          </p:cNvPr>
          <p:cNvSpPr/>
          <p:nvPr/>
        </p:nvSpPr>
        <p:spPr>
          <a:xfrm>
            <a:off x="158193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87096F4-9EA2-6D89-B86A-90763926A0BF}"/>
              </a:ext>
            </a:extLst>
          </p:cNvPr>
          <p:cNvSpPr/>
          <p:nvPr/>
        </p:nvSpPr>
        <p:spPr>
          <a:xfrm>
            <a:off x="188902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4FCB631B-9FE7-8E3C-6597-7FB1CCBF7671}"/>
              </a:ext>
            </a:extLst>
          </p:cNvPr>
          <p:cNvSpPr/>
          <p:nvPr/>
        </p:nvSpPr>
        <p:spPr>
          <a:xfrm>
            <a:off x="219755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DBA88F0-56F3-C4A6-7595-BED251797748}"/>
              </a:ext>
            </a:extLst>
          </p:cNvPr>
          <p:cNvSpPr/>
          <p:nvPr/>
        </p:nvSpPr>
        <p:spPr>
          <a:xfrm>
            <a:off x="65737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0E88FA40-DDE2-85CB-774D-B92085D9B81E}"/>
              </a:ext>
            </a:extLst>
          </p:cNvPr>
          <p:cNvSpPr/>
          <p:nvPr/>
        </p:nvSpPr>
        <p:spPr>
          <a:xfrm>
            <a:off x="96590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D5722AA-53F4-F50A-D817-5CCDEDB0B6FB}"/>
              </a:ext>
            </a:extLst>
          </p:cNvPr>
          <p:cNvSpPr/>
          <p:nvPr/>
        </p:nvSpPr>
        <p:spPr>
          <a:xfrm>
            <a:off x="127340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C8880209-F2F8-395F-D129-BF191AA3D31A}"/>
              </a:ext>
            </a:extLst>
          </p:cNvPr>
          <p:cNvSpPr/>
          <p:nvPr/>
        </p:nvSpPr>
        <p:spPr>
          <a:xfrm>
            <a:off x="158193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0BC43A5-CBFD-C046-8682-17BA1D3685E0}"/>
              </a:ext>
            </a:extLst>
          </p:cNvPr>
          <p:cNvSpPr/>
          <p:nvPr/>
        </p:nvSpPr>
        <p:spPr>
          <a:xfrm>
            <a:off x="188902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51897BD1-45FE-869D-EAF5-974F3F3A79A1}"/>
              </a:ext>
            </a:extLst>
          </p:cNvPr>
          <p:cNvSpPr/>
          <p:nvPr/>
        </p:nvSpPr>
        <p:spPr>
          <a:xfrm>
            <a:off x="219755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5237B06C-D814-B9EB-5DC6-EA33F7E296EF}"/>
              </a:ext>
            </a:extLst>
          </p:cNvPr>
          <p:cNvSpPr txBox="1"/>
          <p:nvPr/>
        </p:nvSpPr>
        <p:spPr>
          <a:xfrm>
            <a:off x="2509185" y="5895134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2000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8473094A-084B-B06E-84AE-10745D4A1E1C}"/>
              </a:ext>
            </a:extLst>
          </p:cNvPr>
          <p:cNvSpPr txBox="1"/>
          <p:nvPr/>
        </p:nvSpPr>
        <p:spPr>
          <a:xfrm>
            <a:off x="281211" y="6278443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61924E8B-5379-856C-5689-5EC5DE043786}"/>
              </a:ext>
            </a:extLst>
          </p:cNvPr>
          <p:cNvSpPr/>
          <p:nvPr/>
        </p:nvSpPr>
        <p:spPr>
          <a:xfrm>
            <a:off x="1548624" y="603224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66FDB09D-1176-A6C0-9A93-6DE96BEDF143}"/>
              </a:ext>
            </a:extLst>
          </p:cNvPr>
          <p:cNvSpPr/>
          <p:nvPr/>
        </p:nvSpPr>
        <p:spPr>
          <a:xfrm>
            <a:off x="1548624" y="643094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F1B11137-1E42-08E4-6D7E-74B04166F992}"/>
              </a:ext>
            </a:extLst>
          </p:cNvPr>
          <p:cNvSpPr txBox="1"/>
          <p:nvPr/>
        </p:nvSpPr>
        <p:spPr>
          <a:xfrm>
            <a:off x="4229415" y="536840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× 100 = 30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626B0834-014B-757D-DDFC-9EAA12511533}"/>
              </a:ext>
            </a:extLst>
          </p:cNvPr>
          <p:cNvSpPr txBox="1"/>
          <p:nvPr/>
        </p:nvSpPr>
        <p:spPr>
          <a:xfrm>
            <a:off x="7528142" y="1650745"/>
            <a:ext cx="1385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10 = 0.7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99C1D71-27C5-3F6D-36EC-F176A5C1E5A7}"/>
              </a:ext>
            </a:extLst>
          </p:cNvPr>
          <p:cNvSpPr txBox="1"/>
          <p:nvPr/>
        </p:nvSpPr>
        <p:spPr>
          <a:xfrm>
            <a:off x="806652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920 ÷ 10 = 9.2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FE5378C-7D3A-FB15-0941-74BF343FFAC2}"/>
              </a:ext>
            </a:extLst>
          </p:cNvPr>
          <p:cNvSpPr txBox="1"/>
          <p:nvPr/>
        </p:nvSpPr>
        <p:spPr>
          <a:xfrm>
            <a:off x="4132433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100 = 0.08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04FDF38C-9F5C-5AAC-0A06-C9880058C1AB}"/>
              </a:ext>
            </a:extLst>
          </p:cNvPr>
          <p:cNvSpPr txBox="1"/>
          <p:nvPr/>
        </p:nvSpPr>
        <p:spPr>
          <a:xfrm>
            <a:off x="3937668" y="3862797"/>
            <a:ext cx="2034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5.1 × 1000 = 5100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16857539-9F70-B37F-573A-1D97647EF098}"/>
              </a:ext>
            </a:extLst>
          </p:cNvPr>
          <p:cNvSpPr txBox="1"/>
          <p:nvPr/>
        </p:nvSpPr>
        <p:spPr>
          <a:xfrm>
            <a:off x="514906" y="4943449"/>
            <a:ext cx="2228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71.8 ÷ 1000 = 0.718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91AD5993-DF53-5C07-369E-0856A71C24F9}"/>
              </a:ext>
            </a:extLst>
          </p:cNvPr>
          <p:cNvSpPr txBox="1"/>
          <p:nvPr/>
        </p:nvSpPr>
        <p:spPr>
          <a:xfrm>
            <a:off x="7146627" y="4943449"/>
            <a:ext cx="2148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4.6 ÷ 10 × 100 = 46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F38B4E09-5DFD-87F6-2419-EFBEBE86BED5}"/>
              </a:ext>
            </a:extLst>
          </p:cNvPr>
          <p:cNvSpPr txBox="1"/>
          <p:nvPr/>
        </p:nvSpPr>
        <p:spPr>
          <a:xfrm>
            <a:off x="3685997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0.18 × 1000 ÷ 10 = 180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4FCAF420-8A91-B1FD-AAD8-B4356F0C43A9}"/>
              </a:ext>
            </a:extLst>
          </p:cNvPr>
          <p:cNvSpPr txBox="1"/>
          <p:nvPr/>
        </p:nvSpPr>
        <p:spPr>
          <a:xfrm>
            <a:off x="6951862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735 ÷ 1000 × 10 = 7.35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1E93EF-E724-EF30-E5E9-A17C5321EC62}"/>
              </a:ext>
            </a:extLst>
          </p:cNvPr>
          <p:cNvSpPr txBox="1"/>
          <p:nvPr/>
        </p:nvSpPr>
        <p:spPr>
          <a:xfrm>
            <a:off x="-29093" y="5755201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16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396188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21F87B-9C30-03DA-53DC-08D7FCCB4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9436" y="1050197"/>
            <a:ext cx="6693264" cy="47576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F085AC-B60F-32C0-1B62-B2DAB4F0B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85171" y="1050197"/>
            <a:ext cx="6693264" cy="47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16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3E6C18-986B-DB7B-AC3C-F7DEB3A34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3" y="0"/>
            <a:ext cx="4824107" cy="3408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7A31CA-BDC0-7CF9-E724-01DF744EC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319" y="20095"/>
            <a:ext cx="4824107" cy="3368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BC1348-5055-681D-4BF9-D2D25800A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2" y="3469190"/>
            <a:ext cx="4824107" cy="32609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54D1AE-3478-00F4-0665-2D96180E1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318" y="3469189"/>
            <a:ext cx="4824107" cy="326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4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10504</TotalTime>
  <Words>805</Words>
  <Application>Microsoft Office PowerPoint</Application>
  <PresentationFormat>A4 Paper (210x297 mm)</PresentationFormat>
  <Paragraphs>468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525</cp:revision>
  <cp:lastPrinted>2024-08-24T06:44:03Z</cp:lastPrinted>
  <dcterms:created xsi:type="dcterms:W3CDTF">2017-01-17T16:57:04Z</dcterms:created>
  <dcterms:modified xsi:type="dcterms:W3CDTF">2024-08-24T06:50:04Z</dcterms:modified>
</cp:coreProperties>
</file>