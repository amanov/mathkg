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81" r:id="rId2"/>
    <p:sldId id="982" r:id="rId3"/>
    <p:sldId id="851" r:id="rId4"/>
    <p:sldId id="952" r:id="rId5"/>
    <p:sldId id="949" r:id="rId6"/>
    <p:sldId id="955" r:id="rId7"/>
    <p:sldId id="958" r:id="rId8"/>
    <p:sldId id="960" r:id="rId9"/>
    <p:sldId id="954" r:id="rId10"/>
    <p:sldId id="956" r:id="rId11"/>
    <p:sldId id="963" r:id="rId12"/>
    <p:sldId id="953" r:id="rId13"/>
    <p:sldId id="959" r:id="rId14"/>
    <p:sldId id="957" r:id="rId15"/>
    <p:sldId id="961" r:id="rId16"/>
    <p:sldId id="964" r:id="rId17"/>
    <p:sldId id="966" r:id="rId18"/>
    <p:sldId id="962" r:id="rId19"/>
    <p:sldId id="965" r:id="rId20"/>
    <p:sldId id="940" r:id="rId21"/>
    <p:sldId id="274" r:id="rId22"/>
  </p:sldIdLst>
  <p:sldSz cx="9906000" cy="6858000" type="A4"/>
  <p:notesSz cx="6669088" cy="9926638"/>
  <p:embeddedFontLs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81"/>
          </p14:sldIdLst>
        </p14:section>
        <p14:section name="Титулдук слайд" id="{195A40EB-42C5-4819-BF1F-D64913D96EEB}">
          <p14:sldIdLst>
            <p14:sldId id="982"/>
          </p14:sldIdLst>
        </p14:section>
        <p14:section name="Сандарды тандоо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52"/>
            <p14:sldId id="949"/>
            <p14:sldId id="955"/>
            <p14:sldId id="958"/>
            <p14:sldId id="960"/>
            <p14:sldId id="954"/>
            <p14:sldId id="956"/>
            <p14:sldId id="963"/>
            <p14:sldId id="953"/>
            <p14:sldId id="959"/>
            <p14:sldId id="957"/>
            <p14:sldId id="961"/>
            <p14:sldId id="964"/>
            <p14:sldId id="966"/>
            <p14:sldId id="962"/>
            <p14:sldId id="965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г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F00"/>
    <a:srgbClr val="C55A11"/>
    <a:srgbClr val="FF33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50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7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71120" y="1557973"/>
            <a:ext cx="940435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Орундук мааниси – Бинго  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1577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52103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1120" y="2559173"/>
            <a:ext cx="98119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lang="ky-KG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/>
              </a:rPr>
              <a:t>тардын орундук м</a:t>
            </a: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аанилери</a:t>
            </a:r>
            <a:endParaRPr kumimoji="0" lang="en-US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86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595893"/>
                  </p:ext>
                </p:extLst>
              </p:nvPr>
            </p:nvGraphicFramePr>
            <p:xfrm>
              <a:off x="292100" y="904875"/>
              <a:ext cx="9321800" cy="4791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2248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595893"/>
                  </p:ext>
                </p:extLst>
              </p:nvPr>
            </p:nvGraphicFramePr>
            <p:xfrm>
              <a:off x="292100" y="904875"/>
              <a:ext cx="9321800" cy="4791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2248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498" r="-300261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498" r="-200261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498" r="-100785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498" r="-522" b="-2925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03590" r="-300261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103590" r="-200261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103590" r="-100785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03590" r="-522" b="-20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202551" r="-300261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202551" r="-200261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202551" r="-100785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202551" r="-522" b="-100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304103" r="-300261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304103" r="-200261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304103" r="-100785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304103" r="-522" b="-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793465" y="19616"/>
            <a:ext cx="831907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973072" y="6041522"/>
            <a:ext cx="314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</a:t>
            </a:r>
            <a:r>
              <a:rPr lang="ky-KG" dirty="0"/>
              <a:t>п</a:t>
            </a:r>
            <a:r>
              <a:rPr lang="ru-RU" dirty="0"/>
              <a:t>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6,681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16388E-ADFF-49F3-9134-E49B0AD49F9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9204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4,519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6D8995-32AA-4332-8C63-DE1697A33DD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384B8-62BD-1723-DC5B-59D44D96EAD6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4590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3,029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0806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C6CC12-6BB0-466E-AEAF-4FD8AE7AA9F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992E3A-C47E-16EA-5F94-CBA1171C0C24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44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0,423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87CB8F-E201-4F72-BE68-92104B37A24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EE7BFB-DF69-AEA7-F288-AAD356A5EC84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270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2,577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2985134" y="790574"/>
            <a:ext cx="211074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78300A-DD32-4893-A516-2A629954272D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A50C44-35B3-5276-5F60-4F2CB8494E52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02981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0,464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0806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E2C276-0486-4CB6-A43B-FBAA6D116A3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CCFF25-10E2-CAE8-9EC9-E7202D380A3B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00463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8,132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9569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E16814-892D-4F1F-87E8-A5895100B870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E6045A-420C-2166-3A25-40A359CF9CFA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3898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5,461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CE9DAF-360C-4D30-97E8-18DFDB66A9F1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45507-D2B8-C6E3-2783-CF81733E7161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24918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1,897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7E3A58-7CCA-4B77-B740-891D21CC7BF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ACAAC1-153D-6670-A1FB-B3BC8F20EEB4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0247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1,245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2985134" y="790574"/>
            <a:ext cx="211074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48A35A-6856-49CC-AC1D-451F77D59B6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270109-8E96-2C02-1DBE-12139D438F6B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17694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3,726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9569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296A7E-1AD6-4823-BE6B-625C94289865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D162A4-5FDD-1451-54D9-E622285077BF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26507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4,221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D2C555-E1D5-4C50-9898-46784D3D40D0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697C50-22CA-3E82-3FD3-00E74435FBA1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00227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7,214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118734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C70CF0-79AD-46BC-A28A-2781156B95F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0827B-CB59-B792-6662-692613037EE2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99727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8,124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8150" y="790574"/>
            <a:ext cx="2581275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124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729190-AF74-4EBD-A36A-65D4043C33AD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675714-5444-14B0-3CAD-630187704CBC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74329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3,384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400D42-8146-4FB3-9B73-AB80EA5DE3D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0A2FFA-E984-3FE6-1D93-5D8812EBD7ED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6356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6,354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118734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E75CBB-60F1-469B-9A0D-1BDF56F681F4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42A236-9079-7FDF-73FA-09A8016A6BA9}"/>
              </a:ext>
            </a:extLst>
          </p:cNvPr>
          <p:cNvSpPr txBox="1"/>
          <p:nvPr/>
        </p:nvSpPr>
        <p:spPr>
          <a:xfrm>
            <a:off x="719455" y="2904774"/>
            <a:ext cx="84837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сандардын маанисин </a:t>
            </a:r>
          </a:p>
          <a:p>
            <a:pPr algn="ctr"/>
            <a:r>
              <a:rPr lang="ky-KG" sz="3200" dirty="0"/>
              <a:t>жөнөкөйлөштүрүлгөн бөлчөк катары туюнкула.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50413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022985"/>
            <a:ext cx="8543925" cy="435133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8826</TotalTime>
  <Words>329</Words>
  <Application>Microsoft Office PowerPoint</Application>
  <PresentationFormat>A4 Paper (210x297 mm)</PresentationFormat>
  <Paragraphs>115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Calibri Light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398</cp:revision>
  <cp:lastPrinted>2017-12-31T22:38:51Z</cp:lastPrinted>
  <dcterms:created xsi:type="dcterms:W3CDTF">2017-01-17T16:57:04Z</dcterms:created>
  <dcterms:modified xsi:type="dcterms:W3CDTF">2024-09-28T16:28:51Z</dcterms:modified>
</cp:coreProperties>
</file>