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45" r:id="rId2"/>
    <p:sldId id="966" r:id="rId3"/>
    <p:sldId id="967" r:id="rId4"/>
    <p:sldId id="971" r:id="rId5"/>
    <p:sldId id="972" r:id="rId6"/>
    <p:sldId id="973" r:id="rId7"/>
    <p:sldId id="969" r:id="rId8"/>
    <p:sldId id="970" r:id="rId9"/>
    <p:sldId id="947" r:id="rId10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66"/>
            <p14:sldId id="967"/>
          </p14:sldIdLst>
        </p14:section>
        <p14:section name="Жооптор" id="{1FEDB314-42DC-4694-9B04-D4A4AAE625F7}">
          <p14:sldIdLst>
            <p14:sldId id="971"/>
            <p14:sldId id="972"/>
          </p14:sldIdLst>
        </p14:section>
        <p14:section name="Таркатма иш кагаздар" id="{A78D9305-6AAE-4715-A210-52F6908F30F7}">
          <p14:sldIdLst>
            <p14:sldId id="973"/>
            <p14:sldId id="969"/>
            <p14:sldId id="970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Көндүм В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3 өлчөмдө.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EA64E1-36B9-3D32-743C-876AD86A0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4975"/>
            <a:ext cx="9159240" cy="676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87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4" name="Group 1713">
            <a:extLst>
              <a:ext uri="{FF2B5EF4-FFF2-40B4-BE49-F238E27FC236}">
                <a16:creationId xmlns:a16="http://schemas.microsoft.com/office/drawing/2014/main" id="{919C79D8-9647-499F-9559-45DFE585CF4D}"/>
              </a:ext>
            </a:extLst>
          </p:cNvPr>
          <p:cNvGrpSpPr/>
          <p:nvPr/>
        </p:nvGrpSpPr>
        <p:grpSpPr>
          <a:xfrm>
            <a:off x="3689693" y="5345636"/>
            <a:ext cx="1229022" cy="1247434"/>
            <a:chOff x="7233685" y="3816669"/>
            <a:chExt cx="1229022" cy="1247434"/>
          </a:xfrm>
        </p:grpSpPr>
        <p:sp>
          <p:nvSpPr>
            <p:cNvPr id="1711" name="Rectangle 1710">
              <a:extLst>
                <a:ext uri="{FF2B5EF4-FFF2-40B4-BE49-F238E27FC236}">
                  <a16:creationId xmlns:a16="http://schemas.microsoft.com/office/drawing/2014/main" id="{769FA7BB-0145-455F-BBF0-42E380BEE5E8}"/>
                </a:ext>
              </a:extLst>
            </p:cNvPr>
            <p:cNvSpPr/>
            <p:nvPr/>
          </p:nvSpPr>
          <p:spPr>
            <a:xfrm>
              <a:off x="7382707" y="3816669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2" name="Rectangle 1711">
              <a:extLst>
                <a:ext uri="{FF2B5EF4-FFF2-40B4-BE49-F238E27FC236}">
                  <a16:creationId xmlns:a16="http://schemas.microsoft.com/office/drawing/2014/main" id="{3F518788-CA2E-48AF-9187-F8EB99C8336A}"/>
                </a:ext>
              </a:extLst>
            </p:cNvPr>
            <p:cNvSpPr/>
            <p:nvPr/>
          </p:nvSpPr>
          <p:spPr>
            <a:xfrm>
              <a:off x="7308196" y="3900386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3" name="Rectangle 1712">
              <a:extLst>
                <a:ext uri="{FF2B5EF4-FFF2-40B4-BE49-F238E27FC236}">
                  <a16:creationId xmlns:a16="http://schemas.microsoft.com/office/drawing/2014/main" id="{21B93C0D-B146-4965-8435-8230536D3BB8}"/>
                </a:ext>
              </a:extLst>
            </p:cNvPr>
            <p:cNvSpPr/>
            <p:nvPr/>
          </p:nvSpPr>
          <p:spPr>
            <a:xfrm>
              <a:off x="7233685" y="3984103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10F94B08-82D7-4DEF-A96A-5D07068AB185}"/>
              </a:ext>
            </a:extLst>
          </p:cNvPr>
          <p:cNvSpPr/>
          <p:nvPr/>
        </p:nvSpPr>
        <p:spPr>
          <a:xfrm rot="5400000">
            <a:off x="2333298" y="485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8" name="Picture 1617">
            <a:extLst>
              <a:ext uri="{FF2B5EF4-FFF2-40B4-BE49-F238E27FC236}">
                <a16:creationId xmlns:a16="http://schemas.microsoft.com/office/drawing/2014/main" id="{68EE1BB4-F200-4BB3-AB02-EFA71673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916" y="295227"/>
            <a:ext cx="1103472" cy="110347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83EEDF0-FEA5-47CD-A5C2-3DA2E85A8F3D}"/>
              </a:ext>
            </a:extLst>
          </p:cNvPr>
          <p:cNvSpPr/>
          <p:nvPr/>
        </p:nvSpPr>
        <p:spPr>
          <a:xfrm>
            <a:off x="1650115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26B43988-DF83-4113-B731-FA2E2D70907D}"/>
              </a:ext>
            </a:extLst>
          </p:cNvPr>
          <p:cNvCxnSpPr>
            <a:cxnSpLocks/>
          </p:cNvCxnSpPr>
          <p:nvPr/>
        </p:nvCxnSpPr>
        <p:spPr>
          <a:xfrm>
            <a:off x="928024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716C43E1-295E-4D8B-BFAA-4828880C7FE9}"/>
              </a:ext>
            </a:extLst>
          </p:cNvPr>
          <p:cNvSpPr txBox="1"/>
          <p:nvPr/>
        </p:nvSpPr>
        <p:spPr>
          <a:xfrm>
            <a:off x="125645" y="705415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FA498193-8B66-495E-B800-888E047D34C9}"/>
              </a:ext>
            </a:extLst>
          </p:cNvPr>
          <p:cNvSpPr/>
          <p:nvPr/>
        </p:nvSpPr>
        <p:spPr>
          <a:xfrm>
            <a:off x="5041708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8" name="Picture 267">
            <a:extLst>
              <a:ext uri="{FF2B5EF4-FFF2-40B4-BE49-F238E27FC236}">
                <a16:creationId xmlns:a16="http://schemas.microsoft.com/office/drawing/2014/main" id="{4902989D-95DA-4492-9EEB-F7A2BF2F0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295227"/>
            <a:ext cx="1097375" cy="1097375"/>
          </a:xfrm>
          <a:prstGeom prst="rect">
            <a:avLst/>
          </a:prstGeom>
        </p:spPr>
      </p:pic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C78432E4-6FDB-431A-A10C-E4212B62D5E7}"/>
              </a:ext>
            </a:extLst>
          </p:cNvPr>
          <p:cNvCxnSpPr>
            <a:cxnSpLocks/>
          </p:cNvCxnSpPr>
          <p:nvPr/>
        </p:nvCxnSpPr>
        <p:spPr>
          <a:xfrm>
            <a:off x="4319617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2753CF16-FF30-4E8D-8244-F4D12E281A3E}"/>
              </a:ext>
            </a:extLst>
          </p:cNvPr>
          <p:cNvSpPr txBox="1"/>
          <p:nvPr/>
        </p:nvSpPr>
        <p:spPr>
          <a:xfrm>
            <a:off x="3520444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BCF07863-D4A6-4059-B538-F08247F7E256}"/>
              </a:ext>
            </a:extLst>
          </p:cNvPr>
          <p:cNvSpPr/>
          <p:nvPr/>
        </p:nvSpPr>
        <p:spPr>
          <a:xfrm>
            <a:off x="8433300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7" name="Picture 386">
            <a:extLst>
              <a:ext uri="{FF2B5EF4-FFF2-40B4-BE49-F238E27FC236}">
                <a16:creationId xmlns:a16="http://schemas.microsoft.com/office/drawing/2014/main" id="{A2BBD934-CEC4-4BB6-A2EA-D2C352F6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295227"/>
            <a:ext cx="1097375" cy="1097375"/>
          </a:xfrm>
          <a:prstGeom prst="rect">
            <a:avLst/>
          </a:prstGeom>
        </p:spPr>
      </p:pic>
      <p:sp>
        <p:nvSpPr>
          <p:cNvPr id="430" name="Rectangle 429">
            <a:extLst>
              <a:ext uri="{FF2B5EF4-FFF2-40B4-BE49-F238E27FC236}">
                <a16:creationId xmlns:a16="http://schemas.microsoft.com/office/drawing/2014/main" id="{91D2D57C-F7B8-431C-9B8B-2F2ED6972F7F}"/>
              </a:ext>
            </a:extLst>
          </p:cNvPr>
          <p:cNvSpPr/>
          <p:nvPr/>
        </p:nvSpPr>
        <p:spPr>
          <a:xfrm>
            <a:off x="8630482" y="945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130564E1-8516-4CCA-A8AA-DA07EF179049}"/>
              </a:ext>
            </a:extLst>
          </p:cNvPr>
          <p:cNvSpPr/>
          <p:nvPr/>
        </p:nvSpPr>
        <p:spPr>
          <a:xfrm>
            <a:off x="8630482" y="1053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00324ABE-11C0-4143-A6AF-778F945BBA98}"/>
              </a:ext>
            </a:extLst>
          </p:cNvPr>
          <p:cNvSpPr/>
          <p:nvPr/>
        </p:nvSpPr>
        <p:spPr>
          <a:xfrm>
            <a:off x="8630482" y="116160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686D6B19-84F9-4E61-8956-F9E2181746A2}"/>
              </a:ext>
            </a:extLst>
          </p:cNvPr>
          <p:cNvSpPr/>
          <p:nvPr/>
        </p:nvSpPr>
        <p:spPr>
          <a:xfrm>
            <a:off x="8630482" y="1269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1024F18A-7184-4598-949B-306D0BFB7B6A}"/>
              </a:ext>
            </a:extLst>
          </p:cNvPr>
          <p:cNvCxnSpPr>
            <a:cxnSpLocks/>
          </p:cNvCxnSpPr>
          <p:nvPr/>
        </p:nvCxnSpPr>
        <p:spPr>
          <a:xfrm>
            <a:off x="7711209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D864D2A6-B513-4DA8-8A1C-EA2F656F0251}"/>
              </a:ext>
            </a:extLst>
          </p:cNvPr>
          <p:cNvSpPr txBox="1"/>
          <p:nvPr/>
        </p:nvSpPr>
        <p:spPr>
          <a:xfrm>
            <a:off x="6912036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44" name="Oval 743">
            <a:extLst>
              <a:ext uri="{FF2B5EF4-FFF2-40B4-BE49-F238E27FC236}">
                <a16:creationId xmlns:a16="http://schemas.microsoft.com/office/drawing/2014/main" id="{0A3E11D6-7E31-41FC-BF00-928DC12E48D2}"/>
              </a:ext>
            </a:extLst>
          </p:cNvPr>
          <p:cNvSpPr/>
          <p:nvPr/>
        </p:nvSpPr>
        <p:spPr>
          <a:xfrm>
            <a:off x="1650115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46" name="Picture 745">
            <a:extLst>
              <a:ext uri="{FF2B5EF4-FFF2-40B4-BE49-F238E27FC236}">
                <a16:creationId xmlns:a16="http://schemas.microsoft.com/office/drawing/2014/main" id="{FC134D5A-589A-4D7E-AD5D-3E0422764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1976595"/>
            <a:ext cx="1097375" cy="1097375"/>
          </a:xfrm>
          <a:prstGeom prst="rect">
            <a:avLst/>
          </a:prstGeom>
        </p:spPr>
      </p:pic>
      <p:cxnSp>
        <p:nvCxnSpPr>
          <p:cNvPr id="742" name="Straight Connector 741">
            <a:extLst>
              <a:ext uri="{FF2B5EF4-FFF2-40B4-BE49-F238E27FC236}">
                <a16:creationId xmlns:a16="http://schemas.microsoft.com/office/drawing/2014/main" id="{5C137BB9-6E0C-4E85-978B-382AD5108108}"/>
              </a:ext>
            </a:extLst>
          </p:cNvPr>
          <p:cNvCxnSpPr>
            <a:cxnSpLocks/>
          </p:cNvCxnSpPr>
          <p:nvPr/>
        </p:nvCxnSpPr>
        <p:spPr>
          <a:xfrm>
            <a:off x="928024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3" name="TextBox 742">
            <a:extLst>
              <a:ext uri="{FF2B5EF4-FFF2-40B4-BE49-F238E27FC236}">
                <a16:creationId xmlns:a16="http://schemas.microsoft.com/office/drawing/2014/main" id="{817372C2-E520-42A4-AD06-AE2F2AC5230D}"/>
              </a:ext>
            </a:extLst>
          </p:cNvPr>
          <p:cNvSpPr txBox="1"/>
          <p:nvPr/>
        </p:nvSpPr>
        <p:spPr>
          <a:xfrm>
            <a:off x="61468" y="238678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24DF7CF6-7B3A-4098-91B8-5C3AE91C9D82}"/>
              </a:ext>
            </a:extLst>
          </p:cNvPr>
          <p:cNvSpPr/>
          <p:nvPr/>
        </p:nvSpPr>
        <p:spPr>
          <a:xfrm>
            <a:off x="5041708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28" name="Picture 627">
            <a:extLst>
              <a:ext uri="{FF2B5EF4-FFF2-40B4-BE49-F238E27FC236}">
                <a16:creationId xmlns:a16="http://schemas.microsoft.com/office/drawing/2014/main" id="{577EB59D-189E-44D3-9EF2-849D4ABF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1976595"/>
            <a:ext cx="1097375" cy="1097375"/>
          </a:xfrm>
          <a:prstGeom prst="rect">
            <a:avLst/>
          </a:prstGeom>
        </p:spPr>
      </p:pic>
      <p:sp>
        <p:nvSpPr>
          <p:cNvPr id="693" name="Rectangle 692">
            <a:extLst>
              <a:ext uri="{FF2B5EF4-FFF2-40B4-BE49-F238E27FC236}">
                <a16:creationId xmlns:a16="http://schemas.microsoft.com/office/drawing/2014/main" id="{DF2C6456-5DF2-40A7-B9BA-FE9901383FF9}"/>
              </a:ext>
            </a:extLst>
          </p:cNvPr>
          <p:cNvSpPr/>
          <p:nvPr/>
        </p:nvSpPr>
        <p:spPr>
          <a:xfrm>
            <a:off x="5454890" y="241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9F92EDFF-D8D8-40E8-B24C-0561F5627D64}"/>
              </a:ext>
            </a:extLst>
          </p:cNvPr>
          <p:cNvSpPr/>
          <p:nvPr/>
        </p:nvSpPr>
        <p:spPr>
          <a:xfrm>
            <a:off x="5454890" y="2521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37DB6E48-9604-4847-990F-6EA1DE9F1DE0}"/>
              </a:ext>
            </a:extLst>
          </p:cNvPr>
          <p:cNvSpPr/>
          <p:nvPr/>
        </p:nvSpPr>
        <p:spPr>
          <a:xfrm>
            <a:off x="5454890" y="2629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5187F24B-9A93-4B22-8518-00B7FB792DB7}"/>
              </a:ext>
            </a:extLst>
          </p:cNvPr>
          <p:cNvSpPr/>
          <p:nvPr/>
        </p:nvSpPr>
        <p:spPr>
          <a:xfrm>
            <a:off x="5454890" y="2737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25D34B4E-B596-4464-BB9B-29B447DD506D}"/>
              </a:ext>
            </a:extLst>
          </p:cNvPr>
          <p:cNvSpPr/>
          <p:nvPr/>
        </p:nvSpPr>
        <p:spPr>
          <a:xfrm>
            <a:off x="5454890" y="284535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7D9F6CAA-C78A-4492-8C6D-23B3945EAC9F}"/>
              </a:ext>
            </a:extLst>
          </p:cNvPr>
          <p:cNvSpPr/>
          <p:nvPr/>
        </p:nvSpPr>
        <p:spPr>
          <a:xfrm>
            <a:off x="5454890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98E71671-3C62-4A68-9D53-26C647EB96F9}"/>
              </a:ext>
            </a:extLst>
          </p:cNvPr>
          <p:cNvCxnSpPr>
            <a:cxnSpLocks/>
          </p:cNvCxnSpPr>
          <p:nvPr/>
        </p:nvCxnSpPr>
        <p:spPr>
          <a:xfrm>
            <a:off x="4319617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5" name="TextBox 624">
            <a:extLst>
              <a:ext uri="{FF2B5EF4-FFF2-40B4-BE49-F238E27FC236}">
                <a16:creationId xmlns:a16="http://schemas.microsoft.com/office/drawing/2014/main" id="{3E437691-CBC3-41B6-A24A-52186F282141}"/>
              </a:ext>
            </a:extLst>
          </p:cNvPr>
          <p:cNvSpPr txBox="1"/>
          <p:nvPr/>
        </p:nvSpPr>
        <p:spPr>
          <a:xfrm>
            <a:off x="3512429" y="2386783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27408EC8-AB7D-460F-AD65-3DE71E6171A5}"/>
              </a:ext>
            </a:extLst>
          </p:cNvPr>
          <p:cNvSpPr/>
          <p:nvPr/>
        </p:nvSpPr>
        <p:spPr>
          <a:xfrm>
            <a:off x="8433300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0" name="Picture 509">
            <a:extLst>
              <a:ext uri="{FF2B5EF4-FFF2-40B4-BE49-F238E27FC236}">
                <a16:creationId xmlns:a16="http://schemas.microsoft.com/office/drawing/2014/main" id="{E5E2F690-33AD-4661-9A87-45D83762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1976595"/>
            <a:ext cx="1097375" cy="1097375"/>
          </a:xfrm>
          <a:prstGeom prst="rect">
            <a:avLst/>
          </a:prstGeom>
        </p:spPr>
      </p:pic>
      <p:sp>
        <p:nvSpPr>
          <p:cNvPr id="528" name="Rectangle 527">
            <a:extLst>
              <a:ext uri="{FF2B5EF4-FFF2-40B4-BE49-F238E27FC236}">
                <a16:creationId xmlns:a16="http://schemas.microsoft.com/office/drawing/2014/main" id="{8D4DB4A9-4EB7-457A-AB77-837DF8BA59E8}"/>
              </a:ext>
            </a:extLst>
          </p:cNvPr>
          <p:cNvSpPr/>
          <p:nvPr/>
        </p:nvSpPr>
        <p:spPr>
          <a:xfrm>
            <a:off x="9170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B5EA02B9-99F7-447B-B431-9E4CFFAC2844}"/>
              </a:ext>
            </a:extLst>
          </p:cNvPr>
          <p:cNvSpPr/>
          <p:nvPr/>
        </p:nvSpPr>
        <p:spPr>
          <a:xfrm>
            <a:off x="9278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25BB3A89-5FD0-41EB-B7F3-A3D7945DC940}"/>
              </a:ext>
            </a:extLst>
          </p:cNvPr>
          <p:cNvSpPr/>
          <p:nvPr/>
        </p:nvSpPr>
        <p:spPr>
          <a:xfrm>
            <a:off x="9386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11EB3A93-9B9F-4FC3-818A-6C5FD89A9F70}"/>
              </a:ext>
            </a:extLst>
          </p:cNvPr>
          <p:cNvSpPr/>
          <p:nvPr/>
        </p:nvSpPr>
        <p:spPr>
          <a:xfrm>
            <a:off x="9494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C126737B-A09F-44AC-A032-0CA54AF6973B}"/>
              </a:ext>
            </a:extLst>
          </p:cNvPr>
          <p:cNvCxnSpPr>
            <a:cxnSpLocks/>
          </p:cNvCxnSpPr>
          <p:nvPr/>
        </p:nvCxnSpPr>
        <p:spPr>
          <a:xfrm>
            <a:off x="7711209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7" name="TextBox 506">
            <a:extLst>
              <a:ext uri="{FF2B5EF4-FFF2-40B4-BE49-F238E27FC236}">
                <a16:creationId xmlns:a16="http://schemas.microsoft.com/office/drawing/2014/main" id="{72B1ACCA-2CB3-4909-9F15-804B6D6E8E57}"/>
              </a:ext>
            </a:extLst>
          </p:cNvPr>
          <p:cNvSpPr txBox="1"/>
          <p:nvPr/>
        </p:nvSpPr>
        <p:spPr>
          <a:xfrm>
            <a:off x="6916043" y="2386783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02" name="Oval 1101">
            <a:extLst>
              <a:ext uri="{FF2B5EF4-FFF2-40B4-BE49-F238E27FC236}">
                <a16:creationId xmlns:a16="http://schemas.microsoft.com/office/drawing/2014/main" id="{BB7127DF-674F-43AB-8D51-2ADA22577F81}"/>
              </a:ext>
            </a:extLst>
          </p:cNvPr>
          <p:cNvSpPr/>
          <p:nvPr/>
        </p:nvSpPr>
        <p:spPr>
          <a:xfrm>
            <a:off x="1650115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A6CFA152-C36A-458B-B8CF-B962EBA7C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3657963"/>
            <a:ext cx="1097375" cy="1097375"/>
          </a:xfrm>
          <a:prstGeom prst="rect">
            <a:avLst/>
          </a:prstGeom>
        </p:spPr>
      </p:pic>
      <p:sp>
        <p:nvSpPr>
          <p:cNvPr id="1135" name="Rectangle 1134">
            <a:extLst>
              <a:ext uri="{FF2B5EF4-FFF2-40B4-BE49-F238E27FC236}">
                <a16:creationId xmlns:a16="http://schemas.microsoft.com/office/drawing/2014/main" id="{CE54140D-613D-4799-89E5-E037FA89F938}"/>
              </a:ext>
            </a:extLst>
          </p:cNvPr>
          <p:cNvSpPr/>
          <p:nvPr/>
        </p:nvSpPr>
        <p:spPr>
          <a:xfrm>
            <a:off x="2282672" y="38790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544803CC-85B5-4DCC-A963-A0DAD56BEF26}"/>
              </a:ext>
            </a:extLst>
          </p:cNvPr>
          <p:cNvSpPr/>
          <p:nvPr/>
        </p:nvSpPr>
        <p:spPr>
          <a:xfrm>
            <a:off x="2819297" y="4206843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D1E7BD87-131C-4A58-99DB-F4A107578E36}"/>
              </a:ext>
            </a:extLst>
          </p:cNvPr>
          <p:cNvSpPr/>
          <p:nvPr/>
        </p:nvSpPr>
        <p:spPr>
          <a:xfrm>
            <a:off x="1847297" y="46323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CDC9A4D9-FD2F-4DDE-965D-A60BB0CEAC61}"/>
              </a:ext>
            </a:extLst>
          </p:cNvPr>
          <p:cNvSpPr/>
          <p:nvPr/>
        </p:nvSpPr>
        <p:spPr>
          <a:xfrm>
            <a:off x="2279147" y="45307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EF16155-D265-41A0-9EE5-BB2DFA9746E1}"/>
              </a:ext>
            </a:extLst>
          </p:cNvPr>
          <p:cNvSpPr/>
          <p:nvPr/>
        </p:nvSpPr>
        <p:spPr>
          <a:xfrm>
            <a:off x="2713378" y="36655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32804657-56F3-489C-B023-27B587BA789E}"/>
              </a:ext>
            </a:extLst>
          </p:cNvPr>
          <p:cNvSpPr/>
          <p:nvPr/>
        </p:nvSpPr>
        <p:spPr>
          <a:xfrm>
            <a:off x="2066522" y="4208482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B5663170-0F56-4528-ACC4-6C1AD5BC6EBD}"/>
              </a:ext>
            </a:extLst>
          </p:cNvPr>
          <p:cNvSpPr/>
          <p:nvPr/>
        </p:nvSpPr>
        <p:spPr>
          <a:xfrm>
            <a:off x="2607910" y="40989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FE375960-E4E3-43BC-956D-2030CECD0AC4}"/>
              </a:ext>
            </a:extLst>
          </p:cNvPr>
          <p:cNvSpPr/>
          <p:nvPr/>
        </p:nvSpPr>
        <p:spPr>
          <a:xfrm>
            <a:off x="1847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7E13D23C-EA4B-4D92-AEDA-AAC48B230BAB}"/>
              </a:ext>
            </a:extLst>
          </p:cNvPr>
          <p:cNvSpPr/>
          <p:nvPr/>
        </p:nvSpPr>
        <p:spPr>
          <a:xfrm>
            <a:off x="1955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41052D51-D4AC-4667-A5F4-A644A4647A4F}"/>
              </a:ext>
            </a:extLst>
          </p:cNvPr>
          <p:cNvSpPr/>
          <p:nvPr/>
        </p:nvSpPr>
        <p:spPr>
          <a:xfrm>
            <a:off x="2063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1203FA53-3D92-4D80-9741-32E985ED65BF}"/>
              </a:ext>
            </a:extLst>
          </p:cNvPr>
          <p:cNvSpPr/>
          <p:nvPr/>
        </p:nvSpPr>
        <p:spPr>
          <a:xfrm>
            <a:off x="2501747" y="43180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66BE9BA-A0D5-45A8-9069-75DDAE9AE190}"/>
              </a:ext>
            </a:extLst>
          </p:cNvPr>
          <p:cNvSpPr/>
          <p:nvPr/>
        </p:nvSpPr>
        <p:spPr>
          <a:xfrm>
            <a:off x="2819297" y="43148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70CBA4C5-6188-4D34-99A2-94D1CC1E862B}"/>
              </a:ext>
            </a:extLst>
          </p:cNvPr>
          <p:cNvCxnSpPr>
            <a:cxnSpLocks/>
          </p:cNvCxnSpPr>
          <p:nvPr/>
        </p:nvCxnSpPr>
        <p:spPr>
          <a:xfrm>
            <a:off x="928024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7725C51-6F54-484C-9E2C-27ABD25DDC0C}"/>
              </a:ext>
            </a:extLst>
          </p:cNvPr>
          <p:cNvSpPr txBox="1"/>
          <p:nvPr/>
        </p:nvSpPr>
        <p:spPr>
          <a:xfrm>
            <a:off x="61421" y="4068151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84" name="Oval 983">
            <a:extLst>
              <a:ext uri="{FF2B5EF4-FFF2-40B4-BE49-F238E27FC236}">
                <a16:creationId xmlns:a16="http://schemas.microsoft.com/office/drawing/2014/main" id="{24587199-9FD1-494C-A9D6-47EEB7A45E08}"/>
              </a:ext>
            </a:extLst>
          </p:cNvPr>
          <p:cNvSpPr/>
          <p:nvPr/>
        </p:nvSpPr>
        <p:spPr>
          <a:xfrm>
            <a:off x="5041708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86" name="Picture 985">
            <a:extLst>
              <a:ext uri="{FF2B5EF4-FFF2-40B4-BE49-F238E27FC236}">
                <a16:creationId xmlns:a16="http://schemas.microsoft.com/office/drawing/2014/main" id="{DECFA9CA-29B2-429D-9A3F-6010622E4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3657963"/>
            <a:ext cx="1097375" cy="1097375"/>
          </a:xfrm>
          <a:prstGeom prst="rect">
            <a:avLst/>
          </a:prstGeom>
        </p:spPr>
      </p:pic>
      <p:sp>
        <p:nvSpPr>
          <p:cNvPr id="1096" name="Rectangle 1095">
            <a:extLst>
              <a:ext uri="{FF2B5EF4-FFF2-40B4-BE49-F238E27FC236}">
                <a16:creationId xmlns:a16="http://schemas.microsoft.com/office/drawing/2014/main" id="{B375C263-CE6F-48C8-BF17-2A90D6A48860}"/>
              </a:ext>
            </a:extLst>
          </p:cNvPr>
          <p:cNvSpPr/>
          <p:nvPr/>
        </p:nvSpPr>
        <p:spPr>
          <a:xfrm>
            <a:off x="5994890" y="366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565F82EF-C82C-4C00-A2C0-D3D1D4A19B43}"/>
              </a:ext>
            </a:extLst>
          </p:cNvPr>
          <p:cNvSpPr/>
          <p:nvPr/>
        </p:nvSpPr>
        <p:spPr>
          <a:xfrm>
            <a:off x="5994890" y="377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35FEC451-9850-429E-882D-D2A964D4F7E0}"/>
              </a:ext>
            </a:extLst>
          </p:cNvPr>
          <p:cNvSpPr/>
          <p:nvPr/>
        </p:nvSpPr>
        <p:spPr>
          <a:xfrm>
            <a:off x="5994890" y="387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3E2CF7B0-81E9-471D-95D9-18FEC0BE4D51}"/>
              </a:ext>
            </a:extLst>
          </p:cNvPr>
          <p:cNvSpPr/>
          <p:nvPr/>
        </p:nvSpPr>
        <p:spPr>
          <a:xfrm>
            <a:off x="5994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27B6439A-CAAC-4ECE-B077-9D381EC16F5B}"/>
              </a:ext>
            </a:extLst>
          </p:cNvPr>
          <p:cNvSpPr/>
          <p:nvPr/>
        </p:nvSpPr>
        <p:spPr>
          <a:xfrm>
            <a:off x="6102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23C01885-7AE8-4763-8F3E-4855165A5981}"/>
              </a:ext>
            </a:extLst>
          </p:cNvPr>
          <p:cNvSpPr/>
          <p:nvPr/>
        </p:nvSpPr>
        <p:spPr>
          <a:xfrm>
            <a:off x="5994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EE24EF69-D8AC-4FDB-8B45-5E2890833622}"/>
              </a:ext>
            </a:extLst>
          </p:cNvPr>
          <p:cNvSpPr/>
          <p:nvPr/>
        </p:nvSpPr>
        <p:spPr>
          <a:xfrm>
            <a:off x="6102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9498D738-8F57-4971-B06C-62360A572C84}"/>
              </a:ext>
            </a:extLst>
          </p:cNvPr>
          <p:cNvSpPr/>
          <p:nvPr/>
        </p:nvSpPr>
        <p:spPr>
          <a:xfrm>
            <a:off x="5994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64E68F5-8B07-4DF0-884A-3F9DCF603DFE}"/>
              </a:ext>
            </a:extLst>
          </p:cNvPr>
          <p:cNvSpPr/>
          <p:nvPr/>
        </p:nvSpPr>
        <p:spPr>
          <a:xfrm>
            <a:off x="6102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63778FD-0B5C-4118-8F86-52C1CD69289F}"/>
              </a:ext>
            </a:extLst>
          </p:cNvPr>
          <p:cNvSpPr/>
          <p:nvPr/>
        </p:nvSpPr>
        <p:spPr>
          <a:xfrm>
            <a:off x="5994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B8DC3B2-9557-4E68-BD00-BD330844090F}"/>
              </a:ext>
            </a:extLst>
          </p:cNvPr>
          <p:cNvSpPr/>
          <p:nvPr/>
        </p:nvSpPr>
        <p:spPr>
          <a:xfrm>
            <a:off x="6102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E105EDA5-312F-46EF-9929-48D93F6901D9}"/>
              </a:ext>
            </a:extLst>
          </p:cNvPr>
          <p:cNvSpPr/>
          <p:nvPr/>
        </p:nvSpPr>
        <p:spPr>
          <a:xfrm>
            <a:off x="5994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37914B8D-E342-4276-A8C7-0B35C80DE501}"/>
              </a:ext>
            </a:extLst>
          </p:cNvPr>
          <p:cNvSpPr/>
          <p:nvPr/>
        </p:nvSpPr>
        <p:spPr>
          <a:xfrm>
            <a:off x="6102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34EAD3DF-025E-42DD-9729-D3E187DBC164}"/>
              </a:ext>
            </a:extLst>
          </p:cNvPr>
          <p:cNvSpPr/>
          <p:nvPr/>
        </p:nvSpPr>
        <p:spPr>
          <a:xfrm>
            <a:off x="5994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5ACD9512-4416-4770-BF30-F321CF59E7CA}"/>
              </a:ext>
            </a:extLst>
          </p:cNvPr>
          <p:cNvSpPr/>
          <p:nvPr/>
        </p:nvSpPr>
        <p:spPr>
          <a:xfrm>
            <a:off x="6102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630F7D84-00B6-4D17-864F-99F056AE9BF0}"/>
              </a:ext>
            </a:extLst>
          </p:cNvPr>
          <p:cNvSpPr/>
          <p:nvPr/>
        </p:nvSpPr>
        <p:spPr>
          <a:xfrm>
            <a:off x="5994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556C3E75-7AC4-44EC-8227-344566D5B1C3}"/>
              </a:ext>
            </a:extLst>
          </p:cNvPr>
          <p:cNvSpPr/>
          <p:nvPr/>
        </p:nvSpPr>
        <p:spPr>
          <a:xfrm>
            <a:off x="6102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EEE20F67-A1F6-4B56-9B41-6C00F58E0131}"/>
              </a:ext>
            </a:extLst>
          </p:cNvPr>
          <p:cNvCxnSpPr>
            <a:cxnSpLocks/>
          </p:cNvCxnSpPr>
          <p:nvPr/>
        </p:nvCxnSpPr>
        <p:spPr>
          <a:xfrm>
            <a:off x="4319617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3" name="TextBox 982">
            <a:extLst>
              <a:ext uri="{FF2B5EF4-FFF2-40B4-BE49-F238E27FC236}">
                <a16:creationId xmlns:a16="http://schemas.microsoft.com/office/drawing/2014/main" id="{D2190AFD-5F38-464E-A352-96CB66EF8C17}"/>
              </a:ext>
            </a:extLst>
          </p:cNvPr>
          <p:cNvSpPr txBox="1"/>
          <p:nvPr/>
        </p:nvSpPr>
        <p:spPr>
          <a:xfrm>
            <a:off x="3500407" y="406815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66" name="Oval 865">
            <a:extLst>
              <a:ext uri="{FF2B5EF4-FFF2-40B4-BE49-F238E27FC236}">
                <a16:creationId xmlns:a16="http://schemas.microsoft.com/office/drawing/2014/main" id="{EB1F8F95-A269-4BA7-9228-64475D167387}"/>
              </a:ext>
            </a:extLst>
          </p:cNvPr>
          <p:cNvSpPr/>
          <p:nvPr/>
        </p:nvSpPr>
        <p:spPr>
          <a:xfrm>
            <a:off x="8433300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68" name="Picture 867">
            <a:extLst>
              <a:ext uri="{FF2B5EF4-FFF2-40B4-BE49-F238E27FC236}">
                <a16:creationId xmlns:a16="http://schemas.microsoft.com/office/drawing/2014/main" id="{158B28F6-6A0C-4359-B4CD-5FDCF22F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3657963"/>
            <a:ext cx="1097375" cy="1097375"/>
          </a:xfrm>
          <a:prstGeom prst="rect">
            <a:avLst/>
          </a:prstGeom>
        </p:spPr>
      </p:pic>
      <p:sp>
        <p:nvSpPr>
          <p:cNvPr id="960" name="Rectangle 959">
            <a:extLst>
              <a:ext uri="{FF2B5EF4-FFF2-40B4-BE49-F238E27FC236}">
                <a16:creationId xmlns:a16="http://schemas.microsoft.com/office/drawing/2014/main" id="{606787C8-B96D-466F-98A6-0A6B1EFC49FF}"/>
              </a:ext>
            </a:extLst>
          </p:cNvPr>
          <p:cNvSpPr/>
          <p:nvPr/>
        </p:nvSpPr>
        <p:spPr>
          <a:xfrm>
            <a:off x="9602482" y="387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DEC331FC-FFA2-4B49-9BE7-141F09C67B65}"/>
              </a:ext>
            </a:extLst>
          </p:cNvPr>
          <p:cNvSpPr/>
          <p:nvPr/>
        </p:nvSpPr>
        <p:spPr>
          <a:xfrm>
            <a:off x="9602482" y="3987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03C62B5D-4808-4D54-9094-5A6DAB3468A9}"/>
              </a:ext>
            </a:extLst>
          </p:cNvPr>
          <p:cNvSpPr/>
          <p:nvPr/>
        </p:nvSpPr>
        <p:spPr>
          <a:xfrm>
            <a:off x="9602482" y="409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64AD29C4-DB7F-4EE6-B1C8-914980548E3D}"/>
              </a:ext>
            </a:extLst>
          </p:cNvPr>
          <p:cNvSpPr/>
          <p:nvPr/>
        </p:nvSpPr>
        <p:spPr>
          <a:xfrm>
            <a:off x="9602482" y="4203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D909974D-171D-4018-A50C-3724E6B0E3C5}"/>
              </a:ext>
            </a:extLst>
          </p:cNvPr>
          <p:cNvSpPr/>
          <p:nvPr/>
        </p:nvSpPr>
        <p:spPr>
          <a:xfrm>
            <a:off x="9494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21F5275E-FB2B-4386-9A83-E1ADCEF12473}"/>
              </a:ext>
            </a:extLst>
          </p:cNvPr>
          <p:cNvSpPr/>
          <p:nvPr/>
        </p:nvSpPr>
        <p:spPr>
          <a:xfrm>
            <a:off x="9602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9" name="Rectangle 908">
            <a:extLst>
              <a:ext uri="{FF2B5EF4-FFF2-40B4-BE49-F238E27FC236}">
                <a16:creationId xmlns:a16="http://schemas.microsoft.com/office/drawing/2014/main" id="{39915276-963C-4287-B4D9-9BC7E1086132}"/>
              </a:ext>
            </a:extLst>
          </p:cNvPr>
          <p:cNvSpPr/>
          <p:nvPr/>
        </p:nvSpPr>
        <p:spPr>
          <a:xfrm>
            <a:off x="9494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7FE4FA75-E491-43C9-834D-AE630C26D46B}"/>
              </a:ext>
            </a:extLst>
          </p:cNvPr>
          <p:cNvSpPr/>
          <p:nvPr/>
        </p:nvSpPr>
        <p:spPr>
          <a:xfrm>
            <a:off x="9602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85370848-BFFA-4732-A12A-FCF2502372A9}"/>
              </a:ext>
            </a:extLst>
          </p:cNvPr>
          <p:cNvSpPr/>
          <p:nvPr/>
        </p:nvSpPr>
        <p:spPr>
          <a:xfrm>
            <a:off x="9494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4C2CADD4-23ED-4C25-B786-D830E87A9D62}"/>
              </a:ext>
            </a:extLst>
          </p:cNvPr>
          <p:cNvSpPr/>
          <p:nvPr/>
        </p:nvSpPr>
        <p:spPr>
          <a:xfrm>
            <a:off x="9602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9" name="Rectangle 888">
            <a:extLst>
              <a:ext uri="{FF2B5EF4-FFF2-40B4-BE49-F238E27FC236}">
                <a16:creationId xmlns:a16="http://schemas.microsoft.com/office/drawing/2014/main" id="{68BFDD29-2414-4F19-844B-6FD798A2376B}"/>
              </a:ext>
            </a:extLst>
          </p:cNvPr>
          <p:cNvSpPr/>
          <p:nvPr/>
        </p:nvSpPr>
        <p:spPr>
          <a:xfrm>
            <a:off x="9494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9F2AEEE5-2A67-49A6-99C0-8F1AA56510ED}"/>
              </a:ext>
            </a:extLst>
          </p:cNvPr>
          <p:cNvSpPr/>
          <p:nvPr/>
        </p:nvSpPr>
        <p:spPr>
          <a:xfrm>
            <a:off x="9602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C4AAA021-1940-46EC-A94F-A75D00698F4C}"/>
              </a:ext>
            </a:extLst>
          </p:cNvPr>
          <p:cNvCxnSpPr>
            <a:cxnSpLocks/>
          </p:cNvCxnSpPr>
          <p:nvPr/>
        </p:nvCxnSpPr>
        <p:spPr>
          <a:xfrm>
            <a:off x="7711209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5" name="TextBox 864">
            <a:extLst>
              <a:ext uri="{FF2B5EF4-FFF2-40B4-BE49-F238E27FC236}">
                <a16:creationId xmlns:a16="http://schemas.microsoft.com/office/drawing/2014/main" id="{61D6758E-C829-4F38-80B7-82187C50231E}"/>
              </a:ext>
            </a:extLst>
          </p:cNvPr>
          <p:cNvSpPr txBox="1"/>
          <p:nvPr/>
        </p:nvSpPr>
        <p:spPr>
          <a:xfrm>
            <a:off x="6803347" y="406815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60" name="Oval 1459">
            <a:extLst>
              <a:ext uri="{FF2B5EF4-FFF2-40B4-BE49-F238E27FC236}">
                <a16:creationId xmlns:a16="http://schemas.microsoft.com/office/drawing/2014/main" id="{52EC90B1-EAC9-4A90-9D32-8C77A6B45582}"/>
              </a:ext>
            </a:extLst>
          </p:cNvPr>
          <p:cNvSpPr/>
          <p:nvPr/>
        </p:nvSpPr>
        <p:spPr>
          <a:xfrm>
            <a:off x="1650115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A0D5579A-44EC-4B75-9F1D-F3789644C9F5}"/>
              </a:ext>
            </a:extLst>
          </p:cNvPr>
          <p:cNvCxnSpPr>
            <a:cxnSpLocks/>
          </p:cNvCxnSpPr>
          <p:nvPr/>
        </p:nvCxnSpPr>
        <p:spPr>
          <a:xfrm>
            <a:off x="928024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9" name="TextBox 1458">
            <a:extLst>
              <a:ext uri="{FF2B5EF4-FFF2-40B4-BE49-F238E27FC236}">
                <a16:creationId xmlns:a16="http://schemas.microsoft.com/office/drawing/2014/main" id="{E7BC66BF-C41D-4191-947A-208AC0AAE61E}"/>
              </a:ext>
            </a:extLst>
          </p:cNvPr>
          <p:cNvSpPr txBox="1"/>
          <p:nvPr/>
        </p:nvSpPr>
        <p:spPr>
          <a:xfrm>
            <a:off x="120836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2" name="Oval 1341">
            <a:extLst>
              <a:ext uri="{FF2B5EF4-FFF2-40B4-BE49-F238E27FC236}">
                <a16:creationId xmlns:a16="http://schemas.microsoft.com/office/drawing/2014/main" id="{64EAE731-83E0-4A15-B993-768E4CF10A0A}"/>
              </a:ext>
            </a:extLst>
          </p:cNvPr>
          <p:cNvSpPr/>
          <p:nvPr/>
        </p:nvSpPr>
        <p:spPr>
          <a:xfrm>
            <a:off x="5041708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44" name="Picture 1343">
            <a:extLst>
              <a:ext uri="{FF2B5EF4-FFF2-40B4-BE49-F238E27FC236}">
                <a16:creationId xmlns:a16="http://schemas.microsoft.com/office/drawing/2014/main" id="{B2F65156-FEF2-4CBF-814E-6D3BA8809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5339330"/>
            <a:ext cx="1097375" cy="1097375"/>
          </a:xfrm>
          <a:prstGeom prst="rect">
            <a:avLst/>
          </a:prstGeom>
        </p:spPr>
      </p:pic>
      <p:sp>
        <p:nvSpPr>
          <p:cNvPr id="1417" name="Rectangle 1416">
            <a:extLst>
              <a:ext uri="{FF2B5EF4-FFF2-40B4-BE49-F238E27FC236}">
                <a16:creationId xmlns:a16="http://schemas.microsoft.com/office/drawing/2014/main" id="{DC0C41B9-9AD5-46A9-A09F-13A291875357}"/>
              </a:ext>
            </a:extLst>
          </p:cNvPr>
          <p:cNvSpPr/>
          <p:nvPr/>
        </p:nvSpPr>
        <p:spPr>
          <a:xfrm>
            <a:off x="524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8" name="Rectangle 1417">
            <a:extLst>
              <a:ext uri="{FF2B5EF4-FFF2-40B4-BE49-F238E27FC236}">
                <a16:creationId xmlns:a16="http://schemas.microsoft.com/office/drawing/2014/main" id="{53943CA3-B4A7-47D7-A09A-56D03E5D2609}"/>
              </a:ext>
            </a:extLst>
          </p:cNvPr>
          <p:cNvSpPr/>
          <p:nvPr/>
        </p:nvSpPr>
        <p:spPr>
          <a:xfrm>
            <a:off x="535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C845B9F8-00E7-42E9-B71E-CE83E17DE4B0}"/>
              </a:ext>
            </a:extLst>
          </p:cNvPr>
          <p:cNvSpPr/>
          <p:nvPr/>
        </p:nvSpPr>
        <p:spPr>
          <a:xfrm>
            <a:off x="5458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0" name="Rectangle 1419">
            <a:extLst>
              <a:ext uri="{FF2B5EF4-FFF2-40B4-BE49-F238E27FC236}">
                <a16:creationId xmlns:a16="http://schemas.microsoft.com/office/drawing/2014/main" id="{C5F95E57-0747-46D5-A1FA-F7EE48B4A943}"/>
              </a:ext>
            </a:extLst>
          </p:cNvPr>
          <p:cNvSpPr/>
          <p:nvPr/>
        </p:nvSpPr>
        <p:spPr>
          <a:xfrm>
            <a:off x="5566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1" name="Rectangle 1420">
            <a:extLst>
              <a:ext uri="{FF2B5EF4-FFF2-40B4-BE49-F238E27FC236}">
                <a16:creationId xmlns:a16="http://schemas.microsoft.com/office/drawing/2014/main" id="{A1CAD99A-C63F-4450-9C2C-F822F20EF6FA}"/>
              </a:ext>
            </a:extLst>
          </p:cNvPr>
          <p:cNvSpPr/>
          <p:nvPr/>
        </p:nvSpPr>
        <p:spPr>
          <a:xfrm>
            <a:off x="5674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0E0985A-12EC-4E14-B00D-7EB7227FE0D3}"/>
              </a:ext>
            </a:extLst>
          </p:cNvPr>
          <p:cNvSpPr/>
          <p:nvPr/>
        </p:nvSpPr>
        <p:spPr>
          <a:xfrm>
            <a:off x="578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3" name="Rectangle 1422">
            <a:extLst>
              <a:ext uri="{FF2B5EF4-FFF2-40B4-BE49-F238E27FC236}">
                <a16:creationId xmlns:a16="http://schemas.microsoft.com/office/drawing/2014/main" id="{B141D32F-E096-48AE-849A-9CFA3EDA190C}"/>
              </a:ext>
            </a:extLst>
          </p:cNvPr>
          <p:cNvSpPr/>
          <p:nvPr/>
        </p:nvSpPr>
        <p:spPr>
          <a:xfrm>
            <a:off x="589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DE5A6466-DBB7-4667-9319-85A72013C082}"/>
              </a:ext>
            </a:extLst>
          </p:cNvPr>
          <p:cNvSpPr/>
          <p:nvPr/>
        </p:nvSpPr>
        <p:spPr>
          <a:xfrm>
            <a:off x="524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8" name="Rectangle 1407">
            <a:extLst>
              <a:ext uri="{FF2B5EF4-FFF2-40B4-BE49-F238E27FC236}">
                <a16:creationId xmlns:a16="http://schemas.microsoft.com/office/drawing/2014/main" id="{9FDE6C2F-158E-4AD7-9DE1-9B7D534ABBA3}"/>
              </a:ext>
            </a:extLst>
          </p:cNvPr>
          <p:cNvSpPr/>
          <p:nvPr/>
        </p:nvSpPr>
        <p:spPr>
          <a:xfrm>
            <a:off x="535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9" name="Rectangle 1408">
            <a:extLst>
              <a:ext uri="{FF2B5EF4-FFF2-40B4-BE49-F238E27FC236}">
                <a16:creationId xmlns:a16="http://schemas.microsoft.com/office/drawing/2014/main" id="{1FDB30B8-884B-48BC-BF82-03158F10ED28}"/>
              </a:ext>
            </a:extLst>
          </p:cNvPr>
          <p:cNvSpPr/>
          <p:nvPr/>
        </p:nvSpPr>
        <p:spPr>
          <a:xfrm>
            <a:off x="5458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0" name="Rectangle 1409">
            <a:extLst>
              <a:ext uri="{FF2B5EF4-FFF2-40B4-BE49-F238E27FC236}">
                <a16:creationId xmlns:a16="http://schemas.microsoft.com/office/drawing/2014/main" id="{3D0D726A-1002-4097-8ACC-3F7F33078317}"/>
              </a:ext>
            </a:extLst>
          </p:cNvPr>
          <p:cNvSpPr/>
          <p:nvPr/>
        </p:nvSpPr>
        <p:spPr>
          <a:xfrm>
            <a:off x="5566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1" name="Rectangle 1410">
            <a:extLst>
              <a:ext uri="{FF2B5EF4-FFF2-40B4-BE49-F238E27FC236}">
                <a16:creationId xmlns:a16="http://schemas.microsoft.com/office/drawing/2014/main" id="{E01D74AD-8C28-4F14-9DDC-E87E39B63990}"/>
              </a:ext>
            </a:extLst>
          </p:cNvPr>
          <p:cNvSpPr/>
          <p:nvPr/>
        </p:nvSpPr>
        <p:spPr>
          <a:xfrm>
            <a:off x="5674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2" name="Rectangle 1411">
            <a:extLst>
              <a:ext uri="{FF2B5EF4-FFF2-40B4-BE49-F238E27FC236}">
                <a16:creationId xmlns:a16="http://schemas.microsoft.com/office/drawing/2014/main" id="{11055A4E-DCF0-447F-B286-13F8E65B7DFE}"/>
              </a:ext>
            </a:extLst>
          </p:cNvPr>
          <p:cNvSpPr/>
          <p:nvPr/>
        </p:nvSpPr>
        <p:spPr>
          <a:xfrm>
            <a:off x="578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3" name="Rectangle 1412">
            <a:extLst>
              <a:ext uri="{FF2B5EF4-FFF2-40B4-BE49-F238E27FC236}">
                <a16:creationId xmlns:a16="http://schemas.microsoft.com/office/drawing/2014/main" id="{4B9F465D-8F77-4914-BF38-E5EB29B84445}"/>
              </a:ext>
            </a:extLst>
          </p:cNvPr>
          <p:cNvSpPr/>
          <p:nvPr/>
        </p:nvSpPr>
        <p:spPr>
          <a:xfrm>
            <a:off x="589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7" name="Rectangle 1396">
            <a:extLst>
              <a:ext uri="{FF2B5EF4-FFF2-40B4-BE49-F238E27FC236}">
                <a16:creationId xmlns:a16="http://schemas.microsoft.com/office/drawing/2014/main" id="{51E060A0-1E6F-432D-BFF8-A1C54546D6E9}"/>
              </a:ext>
            </a:extLst>
          </p:cNvPr>
          <p:cNvSpPr/>
          <p:nvPr/>
        </p:nvSpPr>
        <p:spPr>
          <a:xfrm>
            <a:off x="524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8" name="Rectangle 1397">
            <a:extLst>
              <a:ext uri="{FF2B5EF4-FFF2-40B4-BE49-F238E27FC236}">
                <a16:creationId xmlns:a16="http://schemas.microsoft.com/office/drawing/2014/main" id="{37E73E28-95FF-420D-B334-970C8AF9BD38}"/>
              </a:ext>
            </a:extLst>
          </p:cNvPr>
          <p:cNvSpPr/>
          <p:nvPr/>
        </p:nvSpPr>
        <p:spPr>
          <a:xfrm>
            <a:off x="535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9" name="Rectangle 1398">
            <a:extLst>
              <a:ext uri="{FF2B5EF4-FFF2-40B4-BE49-F238E27FC236}">
                <a16:creationId xmlns:a16="http://schemas.microsoft.com/office/drawing/2014/main" id="{205BFE94-B7BE-4101-82A6-6D5C11B70CCC}"/>
              </a:ext>
            </a:extLst>
          </p:cNvPr>
          <p:cNvSpPr/>
          <p:nvPr/>
        </p:nvSpPr>
        <p:spPr>
          <a:xfrm>
            <a:off x="5458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0" name="Rectangle 1399">
            <a:extLst>
              <a:ext uri="{FF2B5EF4-FFF2-40B4-BE49-F238E27FC236}">
                <a16:creationId xmlns:a16="http://schemas.microsoft.com/office/drawing/2014/main" id="{28C15FA1-C342-4222-8004-FB94B104FFA6}"/>
              </a:ext>
            </a:extLst>
          </p:cNvPr>
          <p:cNvSpPr/>
          <p:nvPr/>
        </p:nvSpPr>
        <p:spPr>
          <a:xfrm>
            <a:off x="5566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1" name="Rectangle 1400">
            <a:extLst>
              <a:ext uri="{FF2B5EF4-FFF2-40B4-BE49-F238E27FC236}">
                <a16:creationId xmlns:a16="http://schemas.microsoft.com/office/drawing/2014/main" id="{12DF38AD-C0D7-4299-A8F4-1E40944268D9}"/>
              </a:ext>
            </a:extLst>
          </p:cNvPr>
          <p:cNvSpPr/>
          <p:nvPr/>
        </p:nvSpPr>
        <p:spPr>
          <a:xfrm>
            <a:off x="5674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2" name="Rectangle 1401">
            <a:extLst>
              <a:ext uri="{FF2B5EF4-FFF2-40B4-BE49-F238E27FC236}">
                <a16:creationId xmlns:a16="http://schemas.microsoft.com/office/drawing/2014/main" id="{A44D1CA5-A479-429F-94D7-B2582B04F116}"/>
              </a:ext>
            </a:extLst>
          </p:cNvPr>
          <p:cNvSpPr/>
          <p:nvPr/>
        </p:nvSpPr>
        <p:spPr>
          <a:xfrm>
            <a:off x="578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7D2B9D80-51B8-42A1-815E-EF4F191909A3}"/>
              </a:ext>
            </a:extLst>
          </p:cNvPr>
          <p:cNvSpPr/>
          <p:nvPr/>
        </p:nvSpPr>
        <p:spPr>
          <a:xfrm>
            <a:off x="589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340" name="Straight Connector 1339">
            <a:extLst>
              <a:ext uri="{FF2B5EF4-FFF2-40B4-BE49-F238E27FC236}">
                <a16:creationId xmlns:a16="http://schemas.microsoft.com/office/drawing/2014/main" id="{42A6CAE8-8928-479F-A032-2534D87D6AAF}"/>
              </a:ext>
            </a:extLst>
          </p:cNvPr>
          <p:cNvCxnSpPr>
            <a:cxnSpLocks/>
          </p:cNvCxnSpPr>
          <p:nvPr/>
        </p:nvCxnSpPr>
        <p:spPr>
          <a:xfrm>
            <a:off x="4319617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1" name="TextBox 1340">
            <a:extLst>
              <a:ext uri="{FF2B5EF4-FFF2-40B4-BE49-F238E27FC236}">
                <a16:creationId xmlns:a16="http://schemas.microsoft.com/office/drawing/2014/main" id="{9D9E430C-4D54-460D-BF8A-DCEF7825550A}"/>
              </a:ext>
            </a:extLst>
          </p:cNvPr>
          <p:cNvSpPr txBox="1"/>
          <p:nvPr/>
        </p:nvSpPr>
        <p:spPr>
          <a:xfrm>
            <a:off x="3366379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24" name="Oval 1223">
            <a:extLst>
              <a:ext uri="{FF2B5EF4-FFF2-40B4-BE49-F238E27FC236}">
                <a16:creationId xmlns:a16="http://schemas.microsoft.com/office/drawing/2014/main" id="{BE848F04-BE49-4F17-B554-3AE517DE61B9}"/>
              </a:ext>
            </a:extLst>
          </p:cNvPr>
          <p:cNvSpPr/>
          <p:nvPr/>
        </p:nvSpPr>
        <p:spPr>
          <a:xfrm>
            <a:off x="8433300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225" name="Picture 1224">
            <a:extLst>
              <a:ext uri="{FF2B5EF4-FFF2-40B4-BE49-F238E27FC236}">
                <a16:creationId xmlns:a16="http://schemas.microsoft.com/office/drawing/2014/main" id="{59700988-1CBA-47FC-BC9A-E432FD076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926" y="5339330"/>
            <a:ext cx="1097375" cy="1097375"/>
          </a:xfrm>
          <a:prstGeom prst="rect">
            <a:avLst/>
          </a:prstGeom>
        </p:spPr>
      </p:pic>
      <p:pic>
        <p:nvPicPr>
          <p:cNvPr id="1226" name="Picture 1225">
            <a:extLst>
              <a:ext uri="{FF2B5EF4-FFF2-40B4-BE49-F238E27FC236}">
                <a16:creationId xmlns:a16="http://schemas.microsoft.com/office/drawing/2014/main" id="{0A70712E-CA44-4EC0-9E40-AE898376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5339330"/>
            <a:ext cx="1097375" cy="1097375"/>
          </a:xfrm>
          <a:prstGeom prst="rect">
            <a:avLst/>
          </a:prstGeom>
        </p:spPr>
      </p:pic>
      <p:sp>
        <p:nvSpPr>
          <p:cNvPr id="1227" name="Rectangle 1226">
            <a:extLst>
              <a:ext uri="{FF2B5EF4-FFF2-40B4-BE49-F238E27FC236}">
                <a16:creationId xmlns:a16="http://schemas.microsoft.com/office/drawing/2014/main" id="{BACFE632-D69E-40F0-AED5-292EC9BA27EF}"/>
              </a:ext>
            </a:extLst>
          </p:cNvPr>
          <p:cNvSpPr/>
          <p:nvPr/>
        </p:nvSpPr>
        <p:spPr>
          <a:xfrm>
            <a:off x="7555705" y="5345636"/>
            <a:ext cx="754601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1" name="Rectangle 1280">
            <a:extLst>
              <a:ext uri="{FF2B5EF4-FFF2-40B4-BE49-F238E27FC236}">
                <a16:creationId xmlns:a16="http://schemas.microsoft.com/office/drawing/2014/main" id="{BD90B60D-CC7B-4695-9716-487E35748964}"/>
              </a:ext>
            </a:extLst>
          </p:cNvPr>
          <p:cNvSpPr/>
          <p:nvPr/>
        </p:nvSpPr>
        <p:spPr>
          <a:xfrm>
            <a:off x="8846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12C9CCBB-DC9C-4FBA-A6F3-80EAFE63D7A7}"/>
              </a:ext>
            </a:extLst>
          </p:cNvPr>
          <p:cNvSpPr/>
          <p:nvPr/>
        </p:nvSpPr>
        <p:spPr>
          <a:xfrm>
            <a:off x="8954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3" name="Rectangle 1282">
            <a:extLst>
              <a:ext uri="{FF2B5EF4-FFF2-40B4-BE49-F238E27FC236}">
                <a16:creationId xmlns:a16="http://schemas.microsoft.com/office/drawing/2014/main" id="{29152467-AD3A-44D8-A3B8-638D400C8756}"/>
              </a:ext>
            </a:extLst>
          </p:cNvPr>
          <p:cNvSpPr/>
          <p:nvPr/>
        </p:nvSpPr>
        <p:spPr>
          <a:xfrm>
            <a:off x="9062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4" name="Rectangle 1283">
            <a:extLst>
              <a:ext uri="{FF2B5EF4-FFF2-40B4-BE49-F238E27FC236}">
                <a16:creationId xmlns:a16="http://schemas.microsoft.com/office/drawing/2014/main" id="{BC326C4F-727B-45AB-A18A-2AD8796F209F}"/>
              </a:ext>
            </a:extLst>
          </p:cNvPr>
          <p:cNvSpPr/>
          <p:nvPr/>
        </p:nvSpPr>
        <p:spPr>
          <a:xfrm>
            <a:off x="9170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5" name="Rectangle 1284">
            <a:extLst>
              <a:ext uri="{FF2B5EF4-FFF2-40B4-BE49-F238E27FC236}">
                <a16:creationId xmlns:a16="http://schemas.microsoft.com/office/drawing/2014/main" id="{27F003CC-4740-481A-8342-FF0D6A080372}"/>
              </a:ext>
            </a:extLst>
          </p:cNvPr>
          <p:cNvSpPr/>
          <p:nvPr/>
        </p:nvSpPr>
        <p:spPr>
          <a:xfrm>
            <a:off x="9278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1" name="Rectangle 1270">
            <a:extLst>
              <a:ext uri="{FF2B5EF4-FFF2-40B4-BE49-F238E27FC236}">
                <a16:creationId xmlns:a16="http://schemas.microsoft.com/office/drawing/2014/main" id="{BD4D673A-CCA7-4A6C-B354-6E33567C2E63}"/>
              </a:ext>
            </a:extLst>
          </p:cNvPr>
          <p:cNvSpPr/>
          <p:nvPr/>
        </p:nvSpPr>
        <p:spPr>
          <a:xfrm>
            <a:off x="8846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2" name="Rectangle 1271">
            <a:extLst>
              <a:ext uri="{FF2B5EF4-FFF2-40B4-BE49-F238E27FC236}">
                <a16:creationId xmlns:a16="http://schemas.microsoft.com/office/drawing/2014/main" id="{7387C2E3-0EA9-4D23-93F9-9326FFFB8D8F}"/>
              </a:ext>
            </a:extLst>
          </p:cNvPr>
          <p:cNvSpPr/>
          <p:nvPr/>
        </p:nvSpPr>
        <p:spPr>
          <a:xfrm>
            <a:off x="8954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3" name="Rectangle 1272">
            <a:extLst>
              <a:ext uri="{FF2B5EF4-FFF2-40B4-BE49-F238E27FC236}">
                <a16:creationId xmlns:a16="http://schemas.microsoft.com/office/drawing/2014/main" id="{60B88C22-3300-4ADA-88FE-66062A63BDBA}"/>
              </a:ext>
            </a:extLst>
          </p:cNvPr>
          <p:cNvSpPr/>
          <p:nvPr/>
        </p:nvSpPr>
        <p:spPr>
          <a:xfrm>
            <a:off x="9062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607CAE9D-7459-4493-9FBC-A9F286CE5DC0}"/>
              </a:ext>
            </a:extLst>
          </p:cNvPr>
          <p:cNvSpPr/>
          <p:nvPr/>
        </p:nvSpPr>
        <p:spPr>
          <a:xfrm>
            <a:off x="9170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EC25C9EE-5476-4B25-9BFA-F89C4100FC26}"/>
              </a:ext>
            </a:extLst>
          </p:cNvPr>
          <p:cNvSpPr/>
          <p:nvPr/>
        </p:nvSpPr>
        <p:spPr>
          <a:xfrm>
            <a:off x="9278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1" name="Rectangle 1260">
            <a:extLst>
              <a:ext uri="{FF2B5EF4-FFF2-40B4-BE49-F238E27FC236}">
                <a16:creationId xmlns:a16="http://schemas.microsoft.com/office/drawing/2014/main" id="{402E27D0-FF66-47B5-9181-DF450527DEB3}"/>
              </a:ext>
            </a:extLst>
          </p:cNvPr>
          <p:cNvSpPr/>
          <p:nvPr/>
        </p:nvSpPr>
        <p:spPr>
          <a:xfrm>
            <a:off x="8846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2" name="Rectangle 1261">
            <a:extLst>
              <a:ext uri="{FF2B5EF4-FFF2-40B4-BE49-F238E27FC236}">
                <a16:creationId xmlns:a16="http://schemas.microsoft.com/office/drawing/2014/main" id="{E5A33946-40F3-4C6A-976C-8242AED1F3F0}"/>
              </a:ext>
            </a:extLst>
          </p:cNvPr>
          <p:cNvSpPr/>
          <p:nvPr/>
        </p:nvSpPr>
        <p:spPr>
          <a:xfrm>
            <a:off x="8954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3" name="Rectangle 1262">
            <a:extLst>
              <a:ext uri="{FF2B5EF4-FFF2-40B4-BE49-F238E27FC236}">
                <a16:creationId xmlns:a16="http://schemas.microsoft.com/office/drawing/2014/main" id="{4BD7A524-5389-482B-8782-1055195116B9}"/>
              </a:ext>
            </a:extLst>
          </p:cNvPr>
          <p:cNvSpPr/>
          <p:nvPr/>
        </p:nvSpPr>
        <p:spPr>
          <a:xfrm>
            <a:off x="9062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45303513-911B-4A15-B691-DEA482641222}"/>
              </a:ext>
            </a:extLst>
          </p:cNvPr>
          <p:cNvSpPr/>
          <p:nvPr/>
        </p:nvSpPr>
        <p:spPr>
          <a:xfrm>
            <a:off x="9170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28844681-038D-44C5-9D95-D064801B8D40}"/>
              </a:ext>
            </a:extLst>
          </p:cNvPr>
          <p:cNvSpPr/>
          <p:nvPr/>
        </p:nvSpPr>
        <p:spPr>
          <a:xfrm>
            <a:off x="9278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1" name="Rectangle 1250">
            <a:extLst>
              <a:ext uri="{FF2B5EF4-FFF2-40B4-BE49-F238E27FC236}">
                <a16:creationId xmlns:a16="http://schemas.microsoft.com/office/drawing/2014/main" id="{16402A4D-63E3-414B-B46D-1F2BA971B1B7}"/>
              </a:ext>
            </a:extLst>
          </p:cNvPr>
          <p:cNvSpPr/>
          <p:nvPr/>
        </p:nvSpPr>
        <p:spPr>
          <a:xfrm>
            <a:off x="8846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EBFD6676-9F0E-4773-8FC7-A6E1F0231B86}"/>
              </a:ext>
            </a:extLst>
          </p:cNvPr>
          <p:cNvSpPr/>
          <p:nvPr/>
        </p:nvSpPr>
        <p:spPr>
          <a:xfrm>
            <a:off x="8954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3" name="Rectangle 1252">
            <a:extLst>
              <a:ext uri="{FF2B5EF4-FFF2-40B4-BE49-F238E27FC236}">
                <a16:creationId xmlns:a16="http://schemas.microsoft.com/office/drawing/2014/main" id="{C6DAA4E3-B7E6-46E9-A1F8-453417931CE6}"/>
              </a:ext>
            </a:extLst>
          </p:cNvPr>
          <p:cNvSpPr/>
          <p:nvPr/>
        </p:nvSpPr>
        <p:spPr>
          <a:xfrm>
            <a:off x="9062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4" name="Rectangle 1253">
            <a:extLst>
              <a:ext uri="{FF2B5EF4-FFF2-40B4-BE49-F238E27FC236}">
                <a16:creationId xmlns:a16="http://schemas.microsoft.com/office/drawing/2014/main" id="{885D862F-4D99-45B6-9154-6B524CBD57BA}"/>
              </a:ext>
            </a:extLst>
          </p:cNvPr>
          <p:cNvSpPr/>
          <p:nvPr/>
        </p:nvSpPr>
        <p:spPr>
          <a:xfrm>
            <a:off x="9170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5" name="Rectangle 1254">
            <a:extLst>
              <a:ext uri="{FF2B5EF4-FFF2-40B4-BE49-F238E27FC236}">
                <a16:creationId xmlns:a16="http://schemas.microsoft.com/office/drawing/2014/main" id="{97D2C2ED-4AFF-453F-A96D-F7045EB6A799}"/>
              </a:ext>
            </a:extLst>
          </p:cNvPr>
          <p:cNvSpPr/>
          <p:nvPr/>
        </p:nvSpPr>
        <p:spPr>
          <a:xfrm>
            <a:off x="9278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1" name="Rectangle 1240">
            <a:extLst>
              <a:ext uri="{FF2B5EF4-FFF2-40B4-BE49-F238E27FC236}">
                <a16:creationId xmlns:a16="http://schemas.microsoft.com/office/drawing/2014/main" id="{2E05B16C-4D7B-4170-A2D7-E6ACE79B1ADE}"/>
              </a:ext>
            </a:extLst>
          </p:cNvPr>
          <p:cNvSpPr/>
          <p:nvPr/>
        </p:nvSpPr>
        <p:spPr>
          <a:xfrm>
            <a:off x="8846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2" name="Rectangle 1241">
            <a:extLst>
              <a:ext uri="{FF2B5EF4-FFF2-40B4-BE49-F238E27FC236}">
                <a16:creationId xmlns:a16="http://schemas.microsoft.com/office/drawing/2014/main" id="{33C76F9E-9E69-4ED2-A9BD-A4304B628458}"/>
              </a:ext>
            </a:extLst>
          </p:cNvPr>
          <p:cNvSpPr/>
          <p:nvPr/>
        </p:nvSpPr>
        <p:spPr>
          <a:xfrm>
            <a:off x="8954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E81AC5C3-99A5-43A4-8D34-07A561DB2FB7}"/>
              </a:ext>
            </a:extLst>
          </p:cNvPr>
          <p:cNvSpPr/>
          <p:nvPr/>
        </p:nvSpPr>
        <p:spPr>
          <a:xfrm>
            <a:off x="9062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4" name="Rectangle 1243">
            <a:extLst>
              <a:ext uri="{FF2B5EF4-FFF2-40B4-BE49-F238E27FC236}">
                <a16:creationId xmlns:a16="http://schemas.microsoft.com/office/drawing/2014/main" id="{49C56F3F-F968-410F-8F70-4579FFC90CDE}"/>
              </a:ext>
            </a:extLst>
          </p:cNvPr>
          <p:cNvSpPr/>
          <p:nvPr/>
        </p:nvSpPr>
        <p:spPr>
          <a:xfrm>
            <a:off x="9170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5" name="Rectangle 1244">
            <a:extLst>
              <a:ext uri="{FF2B5EF4-FFF2-40B4-BE49-F238E27FC236}">
                <a16:creationId xmlns:a16="http://schemas.microsoft.com/office/drawing/2014/main" id="{51A4E026-464C-403B-A80B-B546B7D14071}"/>
              </a:ext>
            </a:extLst>
          </p:cNvPr>
          <p:cNvSpPr/>
          <p:nvPr/>
        </p:nvSpPr>
        <p:spPr>
          <a:xfrm>
            <a:off x="9278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222" name="Straight Connector 1221">
            <a:extLst>
              <a:ext uri="{FF2B5EF4-FFF2-40B4-BE49-F238E27FC236}">
                <a16:creationId xmlns:a16="http://schemas.microsoft.com/office/drawing/2014/main" id="{7D218EB1-05DC-45E0-9032-3B186BCF7766}"/>
              </a:ext>
            </a:extLst>
          </p:cNvPr>
          <p:cNvCxnSpPr>
            <a:cxnSpLocks/>
          </p:cNvCxnSpPr>
          <p:nvPr/>
        </p:nvCxnSpPr>
        <p:spPr>
          <a:xfrm>
            <a:off x="7711209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D73D542-8CA7-4C23-9F06-83A3A5126D6F}"/>
              </a:ext>
            </a:extLst>
          </p:cNvPr>
          <p:cNvSpPr txBox="1"/>
          <p:nvPr/>
        </p:nvSpPr>
        <p:spPr>
          <a:xfrm>
            <a:off x="6912036" y="5749518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5" name="TextBox 1574">
            <a:extLst>
              <a:ext uri="{FF2B5EF4-FFF2-40B4-BE49-F238E27FC236}">
                <a16:creationId xmlns:a16="http://schemas.microsoft.com/office/drawing/2014/main" id="{22D45664-8D0F-4942-AEB5-D5F2D9377FAC}"/>
              </a:ext>
            </a:extLst>
          </p:cNvPr>
          <p:cNvSpPr txBox="1"/>
          <p:nvPr/>
        </p:nvSpPr>
        <p:spPr>
          <a:xfrm>
            <a:off x="3189128" y="-22714"/>
            <a:ext cx="3530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диаграмманы ондук </a:t>
            </a:r>
            <a:r>
              <a:rPr lang="ky-KG" sz="1200" dirty="0"/>
              <a:t>бөлчөк</a:t>
            </a:r>
            <a:r>
              <a:rPr lang="ru-RU" sz="1200" dirty="0"/>
              <a:t> түрүндө туйунт</a:t>
            </a:r>
            <a:endParaRPr lang="en-GB" sz="12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C29DD35-B60B-4E69-99D1-E74B981C6610}"/>
              </a:ext>
            </a:extLst>
          </p:cNvPr>
          <p:cNvSpPr/>
          <p:nvPr/>
        </p:nvSpPr>
        <p:spPr>
          <a:xfrm>
            <a:off x="1851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60FA73A-FAD5-4C28-86F5-E51DA5B620F4}"/>
              </a:ext>
            </a:extLst>
          </p:cNvPr>
          <p:cNvSpPr/>
          <p:nvPr/>
        </p:nvSpPr>
        <p:spPr>
          <a:xfrm>
            <a:off x="1959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3790D35-AA0E-46FF-BE20-13DB8244C005}"/>
              </a:ext>
            </a:extLst>
          </p:cNvPr>
          <p:cNvSpPr/>
          <p:nvPr/>
        </p:nvSpPr>
        <p:spPr>
          <a:xfrm>
            <a:off x="2067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6A405E7-4E08-485C-973F-D181E95B7A2E}"/>
              </a:ext>
            </a:extLst>
          </p:cNvPr>
          <p:cNvSpPr/>
          <p:nvPr/>
        </p:nvSpPr>
        <p:spPr>
          <a:xfrm>
            <a:off x="2175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8" name="Rectangle 1577">
            <a:extLst>
              <a:ext uri="{FF2B5EF4-FFF2-40B4-BE49-F238E27FC236}">
                <a16:creationId xmlns:a16="http://schemas.microsoft.com/office/drawing/2014/main" id="{2C10B6E6-158A-4D63-8E4D-35BCDFF880C5}"/>
              </a:ext>
            </a:extLst>
          </p:cNvPr>
          <p:cNvSpPr/>
          <p:nvPr/>
        </p:nvSpPr>
        <p:spPr>
          <a:xfrm>
            <a:off x="5241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9" name="Rectangle 1578">
            <a:extLst>
              <a:ext uri="{FF2B5EF4-FFF2-40B4-BE49-F238E27FC236}">
                <a16:creationId xmlns:a16="http://schemas.microsoft.com/office/drawing/2014/main" id="{04CB6495-0C6C-4772-8A7B-6FD6D97D019B}"/>
              </a:ext>
            </a:extLst>
          </p:cNvPr>
          <p:cNvSpPr/>
          <p:nvPr/>
        </p:nvSpPr>
        <p:spPr>
          <a:xfrm>
            <a:off x="5349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1" name="Rectangle 1600">
            <a:extLst>
              <a:ext uri="{FF2B5EF4-FFF2-40B4-BE49-F238E27FC236}">
                <a16:creationId xmlns:a16="http://schemas.microsoft.com/office/drawing/2014/main" id="{BAFFFC48-FFCE-4291-91E7-E11E5495FA3A}"/>
              </a:ext>
            </a:extLst>
          </p:cNvPr>
          <p:cNvSpPr/>
          <p:nvPr/>
        </p:nvSpPr>
        <p:spPr>
          <a:xfrm>
            <a:off x="5239684" y="30157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103B76F1-98F5-4F19-99EC-3C2DD9F860D3}"/>
              </a:ext>
            </a:extLst>
          </p:cNvPr>
          <p:cNvSpPr/>
          <p:nvPr/>
        </p:nvSpPr>
        <p:spPr>
          <a:xfrm>
            <a:off x="1847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28B983FD-C7C9-473C-A16C-0CD7955826EF}"/>
              </a:ext>
            </a:extLst>
          </p:cNvPr>
          <p:cNvSpPr/>
          <p:nvPr/>
        </p:nvSpPr>
        <p:spPr>
          <a:xfrm>
            <a:off x="1955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5" name="Rectangle 1604">
            <a:extLst>
              <a:ext uri="{FF2B5EF4-FFF2-40B4-BE49-F238E27FC236}">
                <a16:creationId xmlns:a16="http://schemas.microsoft.com/office/drawing/2014/main" id="{98F315ED-B5D2-4BE6-9304-DF7F5CECB593}"/>
              </a:ext>
            </a:extLst>
          </p:cNvPr>
          <p:cNvSpPr/>
          <p:nvPr/>
        </p:nvSpPr>
        <p:spPr>
          <a:xfrm>
            <a:off x="2063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6" name="Picture 1615">
            <a:extLst>
              <a:ext uri="{FF2B5EF4-FFF2-40B4-BE49-F238E27FC236}">
                <a16:creationId xmlns:a16="http://schemas.microsoft.com/office/drawing/2014/main" id="{E3F60165-3538-4397-AFC6-AE8872509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1976595"/>
            <a:ext cx="1097375" cy="1103472"/>
          </a:xfrm>
          <a:prstGeom prst="rect">
            <a:avLst/>
          </a:prstGeom>
        </p:spPr>
      </p:pic>
      <p:pic>
        <p:nvPicPr>
          <p:cNvPr id="1617" name="Picture 1616">
            <a:extLst>
              <a:ext uri="{FF2B5EF4-FFF2-40B4-BE49-F238E27FC236}">
                <a16:creationId xmlns:a16="http://schemas.microsoft.com/office/drawing/2014/main" id="{9D80B98F-9043-402D-9EE0-456C136DB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3" y="300319"/>
            <a:ext cx="1097375" cy="1103472"/>
          </a:xfrm>
          <a:prstGeom prst="rect">
            <a:avLst/>
          </a:prstGeom>
        </p:spPr>
      </p:pic>
      <p:sp>
        <p:nvSpPr>
          <p:cNvPr id="1631" name="Rectangle 1630">
            <a:extLst>
              <a:ext uri="{FF2B5EF4-FFF2-40B4-BE49-F238E27FC236}">
                <a16:creationId xmlns:a16="http://schemas.microsoft.com/office/drawing/2014/main" id="{2847518D-C59D-486F-8286-E84265CA783A}"/>
              </a:ext>
            </a:extLst>
          </p:cNvPr>
          <p:cNvSpPr/>
          <p:nvPr/>
        </p:nvSpPr>
        <p:spPr>
          <a:xfrm>
            <a:off x="8630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2" name="Rectangle 1631">
            <a:extLst>
              <a:ext uri="{FF2B5EF4-FFF2-40B4-BE49-F238E27FC236}">
                <a16:creationId xmlns:a16="http://schemas.microsoft.com/office/drawing/2014/main" id="{78C1DEED-3EEF-46AC-BC97-90C25F041FC1}"/>
              </a:ext>
            </a:extLst>
          </p:cNvPr>
          <p:cNvSpPr/>
          <p:nvPr/>
        </p:nvSpPr>
        <p:spPr>
          <a:xfrm>
            <a:off x="8738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8B70FE78-01C7-4E09-BAF6-F7E51472E501}"/>
              </a:ext>
            </a:extLst>
          </p:cNvPr>
          <p:cNvSpPr/>
          <p:nvPr/>
        </p:nvSpPr>
        <p:spPr>
          <a:xfrm>
            <a:off x="8846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4" name="Rectangle 1633">
            <a:extLst>
              <a:ext uri="{FF2B5EF4-FFF2-40B4-BE49-F238E27FC236}">
                <a16:creationId xmlns:a16="http://schemas.microsoft.com/office/drawing/2014/main" id="{87D068AF-5EDF-499A-B981-607D09EE0EA3}"/>
              </a:ext>
            </a:extLst>
          </p:cNvPr>
          <p:cNvSpPr/>
          <p:nvPr/>
        </p:nvSpPr>
        <p:spPr>
          <a:xfrm>
            <a:off x="8954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5" name="Rectangle 1634">
            <a:extLst>
              <a:ext uri="{FF2B5EF4-FFF2-40B4-BE49-F238E27FC236}">
                <a16:creationId xmlns:a16="http://schemas.microsoft.com/office/drawing/2014/main" id="{448B44D5-09CB-419F-BE16-D8FF2D3C5928}"/>
              </a:ext>
            </a:extLst>
          </p:cNvPr>
          <p:cNvSpPr/>
          <p:nvPr/>
        </p:nvSpPr>
        <p:spPr>
          <a:xfrm>
            <a:off x="9062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43" name="Picture 1642">
            <a:extLst>
              <a:ext uri="{FF2B5EF4-FFF2-40B4-BE49-F238E27FC236}">
                <a16:creationId xmlns:a16="http://schemas.microsoft.com/office/drawing/2014/main" id="{51EA24A0-97A6-422D-A9B8-87E127C26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3657963"/>
            <a:ext cx="1097375" cy="1103472"/>
          </a:xfrm>
          <a:prstGeom prst="rect">
            <a:avLst/>
          </a:prstGeom>
        </p:spPr>
      </p:pic>
      <p:sp>
        <p:nvSpPr>
          <p:cNvPr id="1645" name="Rectangle 1644">
            <a:extLst>
              <a:ext uri="{FF2B5EF4-FFF2-40B4-BE49-F238E27FC236}">
                <a16:creationId xmlns:a16="http://schemas.microsoft.com/office/drawing/2014/main" id="{7CE174A3-EB57-4F0F-9494-CD9BCE3238A7}"/>
              </a:ext>
            </a:extLst>
          </p:cNvPr>
          <p:cNvSpPr/>
          <p:nvPr/>
        </p:nvSpPr>
        <p:spPr>
          <a:xfrm>
            <a:off x="523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6" name="Rectangle 1645">
            <a:extLst>
              <a:ext uri="{FF2B5EF4-FFF2-40B4-BE49-F238E27FC236}">
                <a16:creationId xmlns:a16="http://schemas.microsoft.com/office/drawing/2014/main" id="{034A11AD-85E7-4E6C-B423-21ADCE9EA31F}"/>
              </a:ext>
            </a:extLst>
          </p:cNvPr>
          <p:cNvSpPr/>
          <p:nvPr/>
        </p:nvSpPr>
        <p:spPr>
          <a:xfrm>
            <a:off x="534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92386D74-0400-4181-A159-B72B122FFD32}"/>
              </a:ext>
            </a:extLst>
          </p:cNvPr>
          <p:cNvSpPr/>
          <p:nvPr/>
        </p:nvSpPr>
        <p:spPr>
          <a:xfrm>
            <a:off x="5454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8" name="Rectangle 1647">
            <a:extLst>
              <a:ext uri="{FF2B5EF4-FFF2-40B4-BE49-F238E27FC236}">
                <a16:creationId xmlns:a16="http://schemas.microsoft.com/office/drawing/2014/main" id="{C1191E4F-C9EB-4ECF-AC3C-67EADFB6E522}"/>
              </a:ext>
            </a:extLst>
          </p:cNvPr>
          <p:cNvSpPr/>
          <p:nvPr/>
        </p:nvSpPr>
        <p:spPr>
          <a:xfrm>
            <a:off x="5562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9" name="Rectangle 1648">
            <a:extLst>
              <a:ext uri="{FF2B5EF4-FFF2-40B4-BE49-F238E27FC236}">
                <a16:creationId xmlns:a16="http://schemas.microsoft.com/office/drawing/2014/main" id="{1C73E28F-EE5E-4055-BC17-77F89141A4A2}"/>
              </a:ext>
            </a:extLst>
          </p:cNvPr>
          <p:cNvSpPr/>
          <p:nvPr/>
        </p:nvSpPr>
        <p:spPr>
          <a:xfrm>
            <a:off x="5670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0" name="Rectangle 1649">
            <a:extLst>
              <a:ext uri="{FF2B5EF4-FFF2-40B4-BE49-F238E27FC236}">
                <a16:creationId xmlns:a16="http://schemas.microsoft.com/office/drawing/2014/main" id="{112527FE-746B-4912-AE1C-A81A72F670EE}"/>
              </a:ext>
            </a:extLst>
          </p:cNvPr>
          <p:cNvSpPr/>
          <p:nvPr/>
        </p:nvSpPr>
        <p:spPr>
          <a:xfrm>
            <a:off x="577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1" name="Rectangle 1650">
            <a:extLst>
              <a:ext uri="{FF2B5EF4-FFF2-40B4-BE49-F238E27FC236}">
                <a16:creationId xmlns:a16="http://schemas.microsoft.com/office/drawing/2014/main" id="{3BB3C932-B417-4DD2-90F0-755BEFD11084}"/>
              </a:ext>
            </a:extLst>
          </p:cNvPr>
          <p:cNvSpPr/>
          <p:nvPr/>
        </p:nvSpPr>
        <p:spPr>
          <a:xfrm>
            <a:off x="588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8" name="Rectangle 1657">
            <a:extLst>
              <a:ext uri="{FF2B5EF4-FFF2-40B4-BE49-F238E27FC236}">
                <a16:creationId xmlns:a16="http://schemas.microsoft.com/office/drawing/2014/main" id="{7E4A146A-470A-42CA-B667-2BE5C335A970}"/>
              </a:ext>
            </a:extLst>
          </p:cNvPr>
          <p:cNvSpPr/>
          <p:nvPr/>
        </p:nvSpPr>
        <p:spPr>
          <a:xfrm>
            <a:off x="8631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9" name="Rectangle 1658">
            <a:extLst>
              <a:ext uri="{FF2B5EF4-FFF2-40B4-BE49-F238E27FC236}">
                <a16:creationId xmlns:a16="http://schemas.microsoft.com/office/drawing/2014/main" id="{19BFF49F-DB67-449D-A24B-6376C873AA53}"/>
              </a:ext>
            </a:extLst>
          </p:cNvPr>
          <p:cNvSpPr/>
          <p:nvPr/>
        </p:nvSpPr>
        <p:spPr>
          <a:xfrm>
            <a:off x="8739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0" name="Rectangle 1669">
            <a:extLst>
              <a:ext uri="{FF2B5EF4-FFF2-40B4-BE49-F238E27FC236}">
                <a16:creationId xmlns:a16="http://schemas.microsoft.com/office/drawing/2014/main" id="{105C193F-15F2-4857-968C-3F6876F957E3}"/>
              </a:ext>
            </a:extLst>
          </p:cNvPr>
          <p:cNvSpPr/>
          <p:nvPr/>
        </p:nvSpPr>
        <p:spPr>
          <a:xfrm rot="5400000">
            <a:off x="2333298" y="496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1" name="Rectangle 1670">
            <a:extLst>
              <a:ext uri="{FF2B5EF4-FFF2-40B4-BE49-F238E27FC236}">
                <a16:creationId xmlns:a16="http://schemas.microsoft.com/office/drawing/2014/main" id="{82FB0884-B5EE-40E4-8717-EFAFAAD1D508}"/>
              </a:ext>
            </a:extLst>
          </p:cNvPr>
          <p:cNvSpPr/>
          <p:nvPr/>
        </p:nvSpPr>
        <p:spPr>
          <a:xfrm rot="5400000">
            <a:off x="2333298" y="507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2" name="Rectangle 1671">
            <a:extLst>
              <a:ext uri="{FF2B5EF4-FFF2-40B4-BE49-F238E27FC236}">
                <a16:creationId xmlns:a16="http://schemas.microsoft.com/office/drawing/2014/main" id="{AAB0C7AE-EEEC-40AF-B030-A7D60B8F0E32}"/>
              </a:ext>
            </a:extLst>
          </p:cNvPr>
          <p:cNvSpPr/>
          <p:nvPr/>
        </p:nvSpPr>
        <p:spPr>
          <a:xfrm rot="5400000">
            <a:off x="2333298" y="518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3" name="Rectangle 1672">
            <a:extLst>
              <a:ext uri="{FF2B5EF4-FFF2-40B4-BE49-F238E27FC236}">
                <a16:creationId xmlns:a16="http://schemas.microsoft.com/office/drawing/2014/main" id="{51CC67F6-5D93-487F-9976-1DE4967478C5}"/>
              </a:ext>
            </a:extLst>
          </p:cNvPr>
          <p:cNvSpPr/>
          <p:nvPr/>
        </p:nvSpPr>
        <p:spPr>
          <a:xfrm rot="5400000">
            <a:off x="2333298" y="529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4" name="Rectangle 1673">
            <a:extLst>
              <a:ext uri="{FF2B5EF4-FFF2-40B4-BE49-F238E27FC236}">
                <a16:creationId xmlns:a16="http://schemas.microsoft.com/office/drawing/2014/main" id="{17B2FE04-830E-4262-8AFC-87C0AF936BBA}"/>
              </a:ext>
            </a:extLst>
          </p:cNvPr>
          <p:cNvSpPr/>
          <p:nvPr/>
        </p:nvSpPr>
        <p:spPr>
          <a:xfrm rot="5400000">
            <a:off x="2333298" y="539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5" name="Rectangle 1674">
            <a:extLst>
              <a:ext uri="{FF2B5EF4-FFF2-40B4-BE49-F238E27FC236}">
                <a16:creationId xmlns:a16="http://schemas.microsoft.com/office/drawing/2014/main" id="{6F7CD21B-7CED-4E48-BC9A-F7718F37EDF4}"/>
              </a:ext>
            </a:extLst>
          </p:cNvPr>
          <p:cNvSpPr/>
          <p:nvPr/>
        </p:nvSpPr>
        <p:spPr>
          <a:xfrm rot="5400000">
            <a:off x="2333298" y="550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6" name="Rectangle 1675">
            <a:extLst>
              <a:ext uri="{FF2B5EF4-FFF2-40B4-BE49-F238E27FC236}">
                <a16:creationId xmlns:a16="http://schemas.microsoft.com/office/drawing/2014/main" id="{40EAC24B-B2B0-4DA1-B86B-F4F8A18AEEDF}"/>
              </a:ext>
            </a:extLst>
          </p:cNvPr>
          <p:cNvSpPr/>
          <p:nvPr/>
        </p:nvSpPr>
        <p:spPr>
          <a:xfrm rot="5400000">
            <a:off x="2333298" y="561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7" name="Rectangle 1676">
            <a:extLst>
              <a:ext uri="{FF2B5EF4-FFF2-40B4-BE49-F238E27FC236}">
                <a16:creationId xmlns:a16="http://schemas.microsoft.com/office/drawing/2014/main" id="{6BDB79BD-1136-431A-AC0A-E5966E5E0745}"/>
              </a:ext>
            </a:extLst>
          </p:cNvPr>
          <p:cNvSpPr/>
          <p:nvPr/>
        </p:nvSpPr>
        <p:spPr>
          <a:xfrm rot="5400000">
            <a:off x="2333298" y="572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8" name="Rectangle 1677">
            <a:extLst>
              <a:ext uri="{FF2B5EF4-FFF2-40B4-BE49-F238E27FC236}">
                <a16:creationId xmlns:a16="http://schemas.microsoft.com/office/drawing/2014/main" id="{F08E107B-011E-42BF-A13D-A095E972286F}"/>
              </a:ext>
            </a:extLst>
          </p:cNvPr>
          <p:cNvSpPr/>
          <p:nvPr/>
        </p:nvSpPr>
        <p:spPr>
          <a:xfrm rot="5400000">
            <a:off x="2333298" y="583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0" name="Rectangle 1679">
            <a:extLst>
              <a:ext uri="{FF2B5EF4-FFF2-40B4-BE49-F238E27FC236}">
                <a16:creationId xmlns:a16="http://schemas.microsoft.com/office/drawing/2014/main" id="{33A921CB-B3C8-4939-82F2-CA3FF6401006}"/>
              </a:ext>
            </a:extLst>
          </p:cNvPr>
          <p:cNvSpPr/>
          <p:nvPr/>
        </p:nvSpPr>
        <p:spPr>
          <a:xfrm rot="5400000">
            <a:off x="2333298" y="475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3" name="Rectangle 1682">
            <a:extLst>
              <a:ext uri="{FF2B5EF4-FFF2-40B4-BE49-F238E27FC236}">
                <a16:creationId xmlns:a16="http://schemas.microsoft.com/office/drawing/2014/main" id="{085B6232-C0E9-4928-96BA-2F1F6A1E6A9D}"/>
              </a:ext>
            </a:extLst>
          </p:cNvPr>
          <p:cNvSpPr/>
          <p:nvPr/>
        </p:nvSpPr>
        <p:spPr>
          <a:xfrm>
            <a:off x="3838715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4" name="Rectangle 1683">
            <a:extLst>
              <a:ext uri="{FF2B5EF4-FFF2-40B4-BE49-F238E27FC236}">
                <a16:creationId xmlns:a16="http://schemas.microsoft.com/office/drawing/2014/main" id="{5B160514-C055-4BD6-B121-3F2A22B96A8B}"/>
              </a:ext>
            </a:extLst>
          </p:cNvPr>
          <p:cNvSpPr/>
          <p:nvPr/>
        </p:nvSpPr>
        <p:spPr>
          <a:xfrm>
            <a:off x="7230307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5" name="Rectangle 1684">
            <a:extLst>
              <a:ext uri="{FF2B5EF4-FFF2-40B4-BE49-F238E27FC236}">
                <a16:creationId xmlns:a16="http://schemas.microsoft.com/office/drawing/2014/main" id="{C1CD910A-01EE-4E31-8257-BB1443685DC9}"/>
              </a:ext>
            </a:extLst>
          </p:cNvPr>
          <p:cNvSpPr/>
          <p:nvPr/>
        </p:nvSpPr>
        <p:spPr>
          <a:xfrm>
            <a:off x="7230307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6" name="Rectangle 1685">
            <a:extLst>
              <a:ext uri="{FF2B5EF4-FFF2-40B4-BE49-F238E27FC236}">
                <a16:creationId xmlns:a16="http://schemas.microsoft.com/office/drawing/2014/main" id="{D5BF46EF-9F6C-4F4F-A7A9-A3722E937862}"/>
              </a:ext>
            </a:extLst>
          </p:cNvPr>
          <p:cNvSpPr/>
          <p:nvPr/>
        </p:nvSpPr>
        <p:spPr>
          <a:xfrm>
            <a:off x="447122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7" name="Rectangle 1686">
            <a:extLst>
              <a:ext uri="{FF2B5EF4-FFF2-40B4-BE49-F238E27FC236}">
                <a16:creationId xmlns:a16="http://schemas.microsoft.com/office/drawing/2014/main" id="{106BD624-0C07-4227-BAF0-67EF21B5F441}"/>
              </a:ext>
            </a:extLst>
          </p:cNvPr>
          <p:cNvSpPr/>
          <p:nvPr/>
        </p:nvSpPr>
        <p:spPr>
          <a:xfrm>
            <a:off x="351871" y="207338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8" name="Rectangle 1687">
            <a:extLst>
              <a:ext uri="{FF2B5EF4-FFF2-40B4-BE49-F238E27FC236}">
                <a16:creationId xmlns:a16="http://schemas.microsoft.com/office/drawing/2014/main" id="{7DD2F0C9-C497-423F-8EAD-17F66B60D4EF}"/>
              </a:ext>
            </a:extLst>
          </p:cNvPr>
          <p:cNvSpPr/>
          <p:nvPr/>
        </p:nvSpPr>
        <p:spPr>
          <a:xfrm>
            <a:off x="447122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9" name="Rectangle 1688">
            <a:extLst>
              <a:ext uri="{FF2B5EF4-FFF2-40B4-BE49-F238E27FC236}">
                <a16:creationId xmlns:a16="http://schemas.microsoft.com/office/drawing/2014/main" id="{95CC8EE6-95D9-4A38-A032-17B257E49174}"/>
              </a:ext>
            </a:extLst>
          </p:cNvPr>
          <p:cNvSpPr/>
          <p:nvPr/>
        </p:nvSpPr>
        <p:spPr>
          <a:xfrm>
            <a:off x="351871" y="376502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0" name="Rectangle 1689">
            <a:extLst>
              <a:ext uri="{FF2B5EF4-FFF2-40B4-BE49-F238E27FC236}">
                <a16:creationId xmlns:a16="http://schemas.microsoft.com/office/drawing/2014/main" id="{C9551617-CEA4-4E81-AA1A-9ACEA0379F8B}"/>
              </a:ext>
            </a:extLst>
          </p:cNvPr>
          <p:cNvSpPr/>
          <p:nvPr/>
        </p:nvSpPr>
        <p:spPr>
          <a:xfrm>
            <a:off x="7230307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1" name="Rectangle 1690">
            <a:extLst>
              <a:ext uri="{FF2B5EF4-FFF2-40B4-BE49-F238E27FC236}">
                <a16:creationId xmlns:a16="http://schemas.microsoft.com/office/drawing/2014/main" id="{A12DAC39-2273-42D3-AFC1-C4BC807AA4F6}"/>
              </a:ext>
            </a:extLst>
          </p:cNvPr>
          <p:cNvSpPr/>
          <p:nvPr/>
        </p:nvSpPr>
        <p:spPr>
          <a:xfrm>
            <a:off x="7155796" y="374798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04FEB710-64D1-4198-9FFF-6732551736B1}"/>
              </a:ext>
            </a:extLst>
          </p:cNvPr>
          <p:cNvSpPr/>
          <p:nvPr/>
        </p:nvSpPr>
        <p:spPr>
          <a:xfrm>
            <a:off x="7081285" y="383170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3" name="Rectangle 1692">
            <a:extLst>
              <a:ext uri="{FF2B5EF4-FFF2-40B4-BE49-F238E27FC236}">
                <a16:creationId xmlns:a16="http://schemas.microsoft.com/office/drawing/2014/main" id="{4212E6C9-6285-4ED8-A2B7-C8999CFC9423}"/>
              </a:ext>
            </a:extLst>
          </p:cNvPr>
          <p:cNvSpPr/>
          <p:nvPr/>
        </p:nvSpPr>
        <p:spPr>
          <a:xfrm>
            <a:off x="447122" y="534563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490028AC-D892-4454-B7FC-1917D53F25CE}"/>
              </a:ext>
            </a:extLst>
          </p:cNvPr>
          <p:cNvSpPr/>
          <p:nvPr/>
        </p:nvSpPr>
        <p:spPr>
          <a:xfrm rot="5400000">
            <a:off x="5728859" y="4859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9" name="Rectangle 1708">
            <a:extLst>
              <a:ext uri="{FF2B5EF4-FFF2-40B4-BE49-F238E27FC236}">
                <a16:creationId xmlns:a16="http://schemas.microsoft.com/office/drawing/2014/main" id="{7A7A62DB-6367-4AEA-B4B7-4A907D6DE503}"/>
              </a:ext>
            </a:extLst>
          </p:cNvPr>
          <p:cNvSpPr/>
          <p:nvPr/>
        </p:nvSpPr>
        <p:spPr>
          <a:xfrm rot="5400000">
            <a:off x="5728859" y="4967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54615624-1B5A-4FD2-8DA8-C1B9E3D93C75}"/>
              </a:ext>
            </a:extLst>
          </p:cNvPr>
          <p:cNvSpPr/>
          <p:nvPr/>
        </p:nvSpPr>
        <p:spPr>
          <a:xfrm rot="5400000">
            <a:off x="5728859" y="5075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718" name="Group 1717">
            <a:extLst>
              <a:ext uri="{FF2B5EF4-FFF2-40B4-BE49-F238E27FC236}">
                <a16:creationId xmlns:a16="http://schemas.microsoft.com/office/drawing/2014/main" id="{CB822F92-DB04-4335-83F6-1301C0D8569F}"/>
              </a:ext>
            </a:extLst>
          </p:cNvPr>
          <p:cNvGrpSpPr/>
          <p:nvPr/>
        </p:nvGrpSpPr>
        <p:grpSpPr>
          <a:xfrm>
            <a:off x="8631276" y="5345680"/>
            <a:ext cx="216000" cy="1080000"/>
            <a:chOff x="9838839" y="5583425"/>
            <a:chExt cx="216000" cy="1080000"/>
          </a:xfrm>
        </p:grpSpPr>
        <p:sp>
          <p:nvSpPr>
            <p:cNvPr id="1716" name="Rectangle 1715">
              <a:extLst>
                <a:ext uri="{FF2B5EF4-FFF2-40B4-BE49-F238E27FC236}">
                  <a16:creationId xmlns:a16="http://schemas.microsoft.com/office/drawing/2014/main" id="{FC9C0BCC-1066-4BE8-910F-76B44E5E6641}"/>
                </a:ext>
              </a:extLst>
            </p:cNvPr>
            <p:cNvSpPr/>
            <p:nvPr/>
          </p:nvSpPr>
          <p:spPr>
            <a:xfrm>
              <a:off x="9838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7" name="Rectangle 1716">
              <a:extLst>
                <a:ext uri="{FF2B5EF4-FFF2-40B4-BE49-F238E27FC236}">
                  <a16:creationId xmlns:a16="http://schemas.microsoft.com/office/drawing/2014/main" id="{8942ED26-0EDC-47CD-817D-81AF428FACA2}"/>
                </a:ext>
              </a:extLst>
            </p:cNvPr>
            <p:cNvSpPr/>
            <p:nvPr/>
          </p:nvSpPr>
          <p:spPr>
            <a:xfrm>
              <a:off x="9946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722" name="Group 1721">
            <a:extLst>
              <a:ext uri="{FF2B5EF4-FFF2-40B4-BE49-F238E27FC236}">
                <a16:creationId xmlns:a16="http://schemas.microsoft.com/office/drawing/2014/main" id="{049E665D-5576-4392-8353-3ABC79370009}"/>
              </a:ext>
            </a:extLst>
          </p:cNvPr>
          <p:cNvGrpSpPr/>
          <p:nvPr/>
        </p:nvGrpSpPr>
        <p:grpSpPr>
          <a:xfrm>
            <a:off x="9385601" y="5342505"/>
            <a:ext cx="324000" cy="1080000"/>
            <a:chOff x="8746639" y="5866000"/>
            <a:chExt cx="324000" cy="1080000"/>
          </a:xfrm>
        </p:grpSpPr>
        <p:sp>
          <p:nvSpPr>
            <p:cNvPr id="1719" name="Rectangle 1718">
              <a:extLst>
                <a:ext uri="{FF2B5EF4-FFF2-40B4-BE49-F238E27FC236}">
                  <a16:creationId xmlns:a16="http://schemas.microsoft.com/office/drawing/2014/main" id="{27ADDECC-F29B-4549-AF0B-CE3CEE37B8DD}"/>
                </a:ext>
              </a:extLst>
            </p:cNvPr>
            <p:cNvSpPr/>
            <p:nvPr/>
          </p:nvSpPr>
          <p:spPr>
            <a:xfrm>
              <a:off x="8746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0" name="Rectangle 1719">
              <a:extLst>
                <a:ext uri="{FF2B5EF4-FFF2-40B4-BE49-F238E27FC236}">
                  <a16:creationId xmlns:a16="http://schemas.microsoft.com/office/drawing/2014/main" id="{BC628D95-6AD7-48DE-8A09-BE88A59757C3}"/>
                </a:ext>
              </a:extLst>
            </p:cNvPr>
            <p:cNvSpPr/>
            <p:nvPr/>
          </p:nvSpPr>
          <p:spPr>
            <a:xfrm>
              <a:off x="8854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1" name="Rectangle 1720">
              <a:extLst>
                <a:ext uri="{FF2B5EF4-FFF2-40B4-BE49-F238E27FC236}">
                  <a16:creationId xmlns:a16="http://schemas.microsoft.com/office/drawing/2014/main" id="{3369AD5E-1BCB-4996-B2FD-E827226A0227}"/>
                </a:ext>
              </a:extLst>
            </p:cNvPr>
            <p:cNvSpPr/>
            <p:nvPr/>
          </p:nvSpPr>
          <p:spPr>
            <a:xfrm>
              <a:off x="8962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</p:spTree>
    <p:extLst>
      <p:ext uri="{BB962C8B-B14F-4D97-AF65-F5344CB8AC3E}">
        <p14:creationId xmlns:p14="http://schemas.microsoft.com/office/powerpoint/2010/main" val="981746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4" name="Group 1713">
            <a:extLst>
              <a:ext uri="{FF2B5EF4-FFF2-40B4-BE49-F238E27FC236}">
                <a16:creationId xmlns:a16="http://schemas.microsoft.com/office/drawing/2014/main" id="{919C79D8-9647-499F-9559-45DFE585CF4D}"/>
              </a:ext>
            </a:extLst>
          </p:cNvPr>
          <p:cNvGrpSpPr/>
          <p:nvPr/>
        </p:nvGrpSpPr>
        <p:grpSpPr>
          <a:xfrm>
            <a:off x="3689693" y="5345636"/>
            <a:ext cx="1229022" cy="1247434"/>
            <a:chOff x="7233685" y="3816669"/>
            <a:chExt cx="1229022" cy="1247434"/>
          </a:xfrm>
        </p:grpSpPr>
        <p:sp>
          <p:nvSpPr>
            <p:cNvPr id="1711" name="Rectangle 1710">
              <a:extLst>
                <a:ext uri="{FF2B5EF4-FFF2-40B4-BE49-F238E27FC236}">
                  <a16:creationId xmlns:a16="http://schemas.microsoft.com/office/drawing/2014/main" id="{769FA7BB-0145-455F-BBF0-42E380BEE5E8}"/>
                </a:ext>
              </a:extLst>
            </p:cNvPr>
            <p:cNvSpPr/>
            <p:nvPr/>
          </p:nvSpPr>
          <p:spPr>
            <a:xfrm>
              <a:off x="7382707" y="3816669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2" name="Rectangle 1711">
              <a:extLst>
                <a:ext uri="{FF2B5EF4-FFF2-40B4-BE49-F238E27FC236}">
                  <a16:creationId xmlns:a16="http://schemas.microsoft.com/office/drawing/2014/main" id="{3F518788-CA2E-48AF-9187-F8EB99C8336A}"/>
                </a:ext>
              </a:extLst>
            </p:cNvPr>
            <p:cNvSpPr/>
            <p:nvPr/>
          </p:nvSpPr>
          <p:spPr>
            <a:xfrm>
              <a:off x="7308196" y="3900386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3" name="Rectangle 1712">
              <a:extLst>
                <a:ext uri="{FF2B5EF4-FFF2-40B4-BE49-F238E27FC236}">
                  <a16:creationId xmlns:a16="http://schemas.microsoft.com/office/drawing/2014/main" id="{21B93C0D-B146-4965-8435-8230536D3BB8}"/>
                </a:ext>
              </a:extLst>
            </p:cNvPr>
            <p:cNvSpPr/>
            <p:nvPr/>
          </p:nvSpPr>
          <p:spPr>
            <a:xfrm>
              <a:off x="7233685" y="3984103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10F94B08-82D7-4DEF-A96A-5D07068AB185}"/>
              </a:ext>
            </a:extLst>
          </p:cNvPr>
          <p:cNvSpPr/>
          <p:nvPr/>
        </p:nvSpPr>
        <p:spPr>
          <a:xfrm rot="5400000">
            <a:off x="2333298" y="485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8" name="Picture 1617">
            <a:extLst>
              <a:ext uri="{FF2B5EF4-FFF2-40B4-BE49-F238E27FC236}">
                <a16:creationId xmlns:a16="http://schemas.microsoft.com/office/drawing/2014/main" id="{68EE1BB4-F200-4BB3-AB02-EFA71673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916" y="295227"/>
            <a:ext cx="1103472" cy="110347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83EEDF0-FEA5-47CD-A5C2-3DA2E85A8F3D}"/>
              </a:ext>
            </a:extLst>
          </p:cNvPr>
          <p:cNvSpPr/>
          <p:nvPr/>
        </p:nvSpPr>
        <p:spPr>
          <a:xfrm>
            <a:off x="1650115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26B43988-DF83-4113-B731-FA2E2D70907D}"/>
              </a:ext>
            </a:extLst>
          </p:cNvPr>
          <p:cNvCxnSpPr>
            <a:cxnSpLocks/>
          </p:cNvCxnSpPr>
          <p:nvPr/>
        </p:nvCxnSpPr>
        <p:spPr>
          <a:xfrm>
            <a:off x="928024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716C43E1-295E-4D8B-BFAA-4828880C7FE9}"/>
              </a:ext>
            </a:extLst>
          </p:cNvPr>
          <p:cNvSpPr txBox="1"/>
          <p:nvPr/>
        </p:nvSpPr>
        <p:spPr>
          <a:xfrm>
            <a:off x="125645" y="705415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FA498193-8B66-495E-B800-888E047D34C9}"/>
              </a:ext>
            </a:extLst>
          </p:cNvPr>
          <p:cNvSpPr/>
          <p:nvPr/>
        </p:nvSpPr>
        <p:spPr>
          <a:xfrm>
            <a:off x="5041708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8" name="Picture 267">
            <a:extLst>
              <a:ext uri="{FF2B5EF4-FFF2-40B4-BE49-F238E27FC236}">
                <a16:creationId xmlns:a16="http://schemas.microsoft.com/office/drawing/2014/main" id="{4902989D-95DA-4492-9EEB-F7A2BF2F0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295227"/>
            <a:ext cx="1097375" cy="1097375"/>
          </a:xfrm>
          <a:prstGeom prst="rect">
            <a:avLst/>
          </a:prstGeom>
        </p:spPr>
      </p:pic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C78432E4-6FDB-431A-A10C-E4212B62D5E7}"/>
              </a:ext>
            </a:extLst>
          </p:cNvPr>
          <p:cNvCxnSpPr>
            <a:cxnSpLocks/>
          </p:cNvCxnSpPr>
          <p:nvPr/>
        </p:nvCxnSpPr>
        <p:spPr>
          <a:xfrm>
            <a:off x="4319617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2753CF16-FF30-4E8D-8244-F4D12E281A3E}"/>
              </a:ext>
            </a:extLst>
          </p:cNvPr>
          <p:cNvSpPr txBox="1"/>
          <p:nvPr/>
        </p:nvSpPr>
        <p:spPr>
          <a:xfrm>
            <a:off x="3520444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BCF07863-D4A6-4059-B538-F08247F7E256}"/>
              </a:ext>
            </a:extLst>
          </p:cNvPr>
          <p:cNvSpPr/>
          <p:nvPr/>
        </p:nvSpPr>
        <p:spPr>
          <a:xfrm>
            <a:off x="8433300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7" name="Picture 386">
            <a:extLst>
              <a:ext uri="{FF2B5EF4-FFF2-40B4-BE49-F238E27FC236}">
                <a16:creationId xmlns:a16="http://schemas.microsoft.com/office/drawing/2014/main" id="{A2BBD934-CEC4-4BB6-A2EA-D2C352F6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295227"/>
            <a:ext cx="1097375" cy="1097375"/>
          </a:xfrm>
          <a:prstGeom prst="rect">
            <a:avLst/>
          </a:prstGeom>
        </p:spPr>
      </p:pic>
      <p:sp>
        <p:nvSpPr>
          <p:cNvPr id="430" name="Rectangle 429">
            <a:extLst>
              <a:ext uri="{FF2B5EF4-FFF2-40B4-BE49-F238E27FC236}">
                <a16:creationId xmlns:a16="http://schemas.microsoft.com/office/drawing/2014/main" id="{91D2D57C-F7B8-431C-9B8B-2F2ED6972F7F}"/>
              </a:ext>
            </a:extLst>
          </p:cNvPr>
          <p:cNvSpPr/>
          <p:nvPr/>
        </p:nvSpPr>
        <p:spPr>
          <a:xfrm>
            <a:off x="8630482" y="945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130564E1-8516-4CCA-A8AA-DA07EF179049}"/>
              </a:ext>
            </a:extLst>
          </p:cNvPr>
          <p:cNvSpPr/>
          <p:nvPr/>
        </p:nvSpPr>
        <p:spPr>
          <a:xfrm>
            <a:off x="8630482" y="1053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00324ABE-11C0-4143-A6AF-778F945BBA98}"/>
              </a:ext>
            </a:extLst>
          </p:cNvPr>
          <p:cNvSpPr/>
          <p:nvPr/>
        </p:nvSpPr>
        <p:spPr>
          <a:xfrm>
            <a:off x="8630482" y="116160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686D6B19-84F9-4E61-8956-F9E2181746A2}"/>
              </a:ext>
            </a:extLst>
          </p:cNvPr>
          <p:cNvSpPr/>
          <p:nvPr/>
        </p:nvSpPr>
        <p:spPr>
          <a:xfrm>
            <a:off x="8630482" y="1269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1024F18A-7184-4598-949B-306D0BFB7B6A}"/>
              </a:ext>
            </a:extLst>
          </p:cNvPr>
          <p:cNvCxnSpPr>
            <a:cxnSpLocks/>
          </p:cNvCxnSpPr>
          <p:nvPr/>
        </p:nvCxnSpPr>
        <p:spPr>
          <a:xfrm>
            <a:off x="7711209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D864D2A6-B513-4DA8-8A1C-EA2F656F0251}"/>
              </a:ext>
            </a:extLst>
          </p:cNvPr>
          <p:cNvSpPr txBox="1"/>
          <p:nvPr/>
        </p:nvSpPr>
        <p:spPr>
          <a:xfrm>
            <a:off x="6912036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44" name="Oval 743">
            <a:extLst>
              <a:ext uri="{FF2B5EF4-FFF2-40B4-BE49-F238E27FC236}">
                <a16:creationId xmlns:a16="http://schemas.microsoft.com/office/drawing/2014/main" id="{0A3E11D6-7E31-41FC-BF00-928DC12E48D2}"/>
              </a:ext>
            </a:extLst>
          </p:cNvPr>
          <p:cNvSpPr/>
          <p:nvPr/>
        </p:nvSpPr>
        <p:spPr>
          <a:xfrm>
            <a:off x="1650115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46" name="Picture 745">
            <a:extLst>
              <a:ext uri="{FF2B5EF4-FFF2-40B4-BE49-F238E27FC236}">
                <a16:creationId xmlns:a16="http://schemas.microsoft.com/office/drawing/2014/main" id="{FC134D5A-589A-4D7E-AD5D-3E0422764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1976595"/>
            <a:ext cx="1097375" cy="1097375"/>
          </a:xfrm>
          <a:prstGeom prst="rect">
            <a:avLst/>
          </a:prstGeom>
        </p:spPr>
      </p:pic>
      <p:cxnSp>
        <p:nvCxnSpPr>
          <p:cNvPr id="742" name="Straight Connector 741">
            <a:extLst>
              <a:ext uri="{FF2B5EF4-FFF2-40B4-BE49-F238E27FC236}">
                <a16:creationId xmlns:a16="http://schemas.microsoft.com/office/drawing/2014/main" id="{5C137BB9-6E0C-4E85-978B-382AD5108108}"/>
              </a:ext>
            </a:extLst>
          </p:cNvPr>
          <p:cNvCxnSpPr>
            <a:cxnSpLocks/>
          </p:cNvCxnSpPr>
          <p:nvPr/>
        </p:nvCxnSpPr>
        <p:spPr>
          <a:xfrm>
            <a:off x="928024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3" name="TextBox 742">
            <a:extLst>
              <a:ext uri="{FF2B5EF4-FFF2-40B4-BE49-F238E27FC236}">
                <a16:creationId xmlns:a16="http://schemas.microsoft.com/office/drawing/2014/main" id="{817372C2-E520-42A4-AD06-AE2F2AC5230D}"/>
              </a:ext>
            </a:extLst>
          </p:cNvPr>
          <p:cNvSpPr txBox="1"/>
          <p:nvPr/>
        </p:nvSpPr>
        <p:spPr>
          <a:xfrm>
            <a:off x="61468" y="238678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24DF7CF6-7B3A-4098-91B8-5C3AE91C9D82}"/>
              </a:ext>
            </a:extLst>
          </p:cNvPr>
          <p:cNvSpPr/>
          <p:nvPr/>
        </p:nvSpPr>
        <p:spPr>
          <a:xfrm>
            <a:off x="5041708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28" name="Picture 627">
            <a:extLst>
              <a:ext uri="{FF2B5EF4-FFF2-40B4-BE49-F238E27FC236}">
                <a16:creationId xmlns:a16="http://schemas.microsoft.com/office/drawing/2014/main" id="{577EB59D-189E-44D3-9EF2-849D4ABF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1976595"/>
            <a:ext cx="1097375" cy="1097375"/>
          </a:xfrm>
          <a:prstGeom prst="rect">
            <a:avLst/>
          </a:prstGeom>
        </p:spPr>
      </p:pic>
      <p:sp>
        <p:nvSpPr>
          <p:cNvPr id="693" name="Rectangle 692">
            <a:extLst>
              <a:ext uri="{FF2B5EF4-FFF2-40B4-BE49-F238E27FC236}">
                <a16:creationId xmlns:a16="http://schemas.microsoft.com/office/drawing/2014/main" id="{DF2C6456-5DF2-40A7-B9BA-FE9901383FF9}"/>
              </a:ext>
            </a:extLst>
          </p:cNvPr>
          <p:cNvSpPr/>
          <p:nvPr/>
        </p:nvSpPr>
        <p:spPr>
          <a:xfrm>
            <a:off x="5454890" y="241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9F92EDFF-D8D8-40E8-B24C-0561F5627D64}"/>
              </a:ext>
            </a:extLst>
          </p:cNvPr>
          <p:cNvSpPr/>
          <p:nvPr/>
        </p:nvSpPr>
        <p:spPr>
          <a:xfrm>
            <a:off x="5454890" y="2521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37DB6E48-9604-4847-990F-6EA1DE9F1DE0}"/>
              </a:ext>
            </a:extLst>
          </p:cNvPr>
          <p:cNvSpPr/>
          <p:nvPr/>
        </p:nvSpPr>
        <p:spPr>
          <a:xfrm>
            <a:off x="5454890" y="2629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5187F24B-9A93-4B22-8518-00B7FB792DB7}"/>
              </a:ext>
            </a:extLst>
          </p:cNvPr>
          <p:cNvSpPr/>
          <p:nvPr/>
        </p:nvSpPr>
        <p:spPr>
          <a:xfrm>
            <a:off x="5454890" y="2737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25D34B4E-B596-4464-BB9B-29B447DD506D}"/>
              </a:ext>
            </a:extLst>
          </p:cNvPr>
          <p:cNvSpPr/>
          <p:nvPr/>
        </p:nvSpPr>
        <p:spPr>
          <a:xfrm>
            <a:off x="5454890" y="284535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7D9F6CAA-C78A-4492-8C6D-23B3945EAC9F}"/>
              </a:ext>
            </a:extLst>
          </p:cNvPr>
          <p:cNvSpPr/>
          <p:nvPr/>
        </p:nvSpPr>
        <p:spPr>
          <a:xfrm>
            <a:off x="5454890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98E71671-3C62-4A68-9D53-26C647EB96F9}"/>
              </a:ext>
            </a:extLst>
          </p:cNvPr>
          <p:cNvCxnSpPr>
            <a:cxnSpLocks/>
          </p:cNvCxnSpPr>
          <p:nvPr/>
        </p:nvCxnSpPr>
        <p:spPr>
          <a:xfrm>
            <a:off x="4319617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5" name="TextBox 624">
            <a:extLst>
              <a:ext uri="{FF2B5EF4-FFF2-40B4-BE49-F238E27FC236}">
                <a16:creationId xmlns:a16="http://schemas.microsoft.com/office/drawing/2014/main" id="{3E437691-CBC3-41B6-A24A-52186F282141}"/>
              </a:ext>
            </a:extLst>
          </p:cNvPr>
          <p:cNvSpPr txBox="1"/>
          <p:nvPr/>
        </p:nvSpPr>
        <p:spPr>
          <a:xfrm>
            <a:off x="3512429" y="2386783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27408EC8-AB7D-460F-AD65-3DE71E6171A5}"/>
              </a:ext>
            </a:extLst>
          </p:cNvPr>
          <p:cNvSpPr/>
          <p:nvPr/>
        </p:nvSpPr>
        <p:spPr>
          <a:xfrm>
            <a:off x="8433300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0" name="Picture 509">
            <a:extLst>
              <a:ext uri="{FF2B5EF4-FFF2-40B4-BE49-F238E27FC236}">
                <a16:creationId xmlns:a16="http://schemas.microsoft.com/office/drawing/2014/main" id="{E5E2F690-33AD-4661-9A87-45D83762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1976595"/>
            <a:ext cx="1097375" cy="1097375"/>
          </a:xfrm>
          <a:prstGeom prst="rect">
            <a:avLst/>
          </a:prstGeom>
        </p:spPr>
      </p:pic>
      <p:sp>
        <p:nvSpPr>
          <p:cNvPr id="528" name="Rectangle 527">
            <a:extLst>
              <a:ext uri="{FF2B5EF4-FFF2-40B4-BE49-F238E27FC236}">
                <a16:creationId xmlns:a16="http://schemas.microsoft.com/office/drawing/2014/main" id="{8D4DB4A9-4EB7-457A-AB77-837DF8BA59E8}"/>
              </a:ext>
            </a:extLst>
          </p:cNvPr>
          <p:cNvSpPr/>
          <p:nvPr/>
        </p:nvSpPr>
        <p:spPr>
          <a:xfrm>
            <a:off x="9170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B5EA02B9-99F7-447B-B431-9E4CFFAC2844}"/>
              </a:ext>
            </a:extLst>
          </p:cNvPr>
          <p:cNvSpPr/>
          <p:nvPr/>
        </p:nvSpPr>
        <p:spPr>
          <a:xfrm>
            <a:off x="9278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25BB3A89-5FD0-41EB-B7F3-A3D7945DC940}"/>
              </a:ext>
            </a:extLst>
          </p:cNvPr>
          <p:cNvSpPr/>
          <p:nvPr/>
        </p:nvSpPr>
        <p:spPr>
          <a:xfrm>
            <a:off x="9386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11EB3A93-9B9F-4FC3-818A-6C5FD89A9F70}"/>
              </a:ext>
            </a:extLst>
          </p:cNvPr>
          <p:cNvSpPr/>
          <p:nvPr/>
        </p:nvSpPr>
        <p:spPr>
          <a:xfrm>
            <a:off x="9494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C126737B-A09F-44AC-A032-0CA54AF6973B}"/>
              </a:ext>
            </a:extLst>
          </p:cNvPr>
          <p:cNvCxnSpPr>
            <a:cxnSpLocks/>
          </p:cNvCxnSpPr>
          <p:nvPr/>
        </p:nvCxnSpPr>
        <p:spPr>
          <a:xfrm>
            <a:off x="7711209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7" name="TextBox 506">
            <a:extLst>
              <a:ext uri="{FF2B5EF4-FFF2-40B4-BE49-F238E27FC236}">
                <a16:creationId xmlns:a16="http://schemas.microsoft.com/office/drawing/2014/main" id="{72B1ACCA-2CB3-4909-9F15-804B6D6E8E57}"/>
              </a:ext>
            </a:extLst>
          </p:cNvPr>
          <p:cNvSpPr txBox="1"/>
          <p:nvPr/>
        </p:nvSpPr>
        <p:spPr>
          <a:xfrm>
            <a:off x="6916043" y="2386783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02" name="Oval 1101">
            <a:extLst>
              <a:ext uri="{FF2B5EF4-FFF2-40B4-BE49-F238E27FC236}">
                <a16:creationId xmlns:a16="http://schemas.microsoft.com/office/drawing/2014/main" id="{BB7127DF-674F-43AB-8D51-2ADA22577F81}"/>
              </a:ext>
            </a:extLst>
          </p:cNvPr>
          <p:cNvSpPr/>
          <p:nvPr/>
        </p:nvSpPr>
        <p:spPr>
          <a:xfrm>
            <a:off x="1650115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A6CFA152-C36A-458B-B8CF-B962EBA7C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3657963"/>
            <a:ext cx="1097375" cy="1097375"/>
          </a:xfrm>
          <a:prstGeom prst="rect">
            <a:avLst/>
          </a:prstGeom>
        </p:spPr>
      </p:pic>
      <p:sp>
        <p:nvSpPr>
          <p:cNvPr id="1135" name="Rectangle 1134">
            <a:extLst>
              <a:ext uri="{FF2B5EF4-FFF2-40B4-BE49-F238E27FC236}">
                <a16:creationId xmlns:a16="http://schemas.microsoft.com/office/drawing/2014/main" id="{CE54140D-613D-4799-89E5-E037FA89F938}"/>
              </a:ext>
            </a:extLst>
          </p:cNvPr>
          <p:cNvSpPr/>
          <p:nvPr/>
        </p:nvSpPr>
        <p:spPr>
          <a:xfrm>
            <a:off x="2282672" y="38790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544803CC-85B5-4DCC-A963-A0DAD56BEF26}"/>
              </a:ext>
            </a:extLst>
          </p:cNvPr>
          <p:cNvSpPr/>
          <p:nvPr/>
        </p:nvSpPr>
        <p:spPr>
          <a:xfrm>
            <a:off x="2819297" y="4206843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D1E7BD87-131C-4A58-99DB-F4A107578E36}"/>
              </a:ext>
            </a:extLst>
          </p:cNvPr>
          <p:cNvSpPr/>
          <p:nvPr/>
        </p:nvSpPr>
        <p:spPr>
          <a:xfrm>
            <a:off x="1847297" y="46323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CDC9A4D9-FD2F-4DDE-965D-A60BB0CEAC61}"/>
              </a:ext>
            </a:extLst>
          </p:cNvPr>
          <p:cNvSpPr/>
          <p:nvPr/>
        </p:nvSpPr>
        <p:spPr>
          <a:xfrm>
            <a:off x="2279147" y="45307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EF16155-D265-41A0-9EE5-BB2DFA9746E1}"/>
              </a:ext>
            </a:extLst>
          </p:cNvPr>
          <p:cNvSpPr/>
          <p:nvPr/>
        </p:nvSpPr>
        <p:spPr>
          <a:xfrm>
            <a:off x="2713378" y="36655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32804657-56F3-489C-B023-27B587BA789E}"/>
              </a:ext>
            </a:extLst>
          </p:cNvPr>
          <p:cNvSpPr/>
          <p:nvPr/>
        </p:nvSpPr>
        <p:spPr>
          <a:xfrm>
            <a:off x="2066522" y="4208482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B5663170-0F56-4528-ACC4-6C1AD5BC6EBD}"/>
              </a:ext>
            </a:extLst>
          </p:cNvPr>
          <p:cNvSpPr/>
          <p:nvPr/>
        </p:nvSpPr>
        <p:spPr>
          <a:xfrm>
            <a:off x="2607910" y="40989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FE375960-E4E3-43BC-956D-2030CECD0AC4}"/>
              </a:ext>
            </a:extLst>
          </p:cNvPr>
          <p:cNvSpPr/>
          <p:nvPr/>
        </p:nvSpPr>
        <p:spPr>
          <a:xfrm>
            <a:off x="1847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7E13D23C-EA4B-4D92-AEDA-AAC48B230BAB}"/>
              </a:ext>
            </a:extLst>
          </p:cNvPr>
          <p:cNvSpPr/>
          <p:nvPr/>
        </p:nvSpPr>
        <p:spPr>
          <a:xfrm>
            <a:off x="1955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41052D51-D4AC-4667-A5F4-A644A4647A4F}"/>
              </a:ext>
            </a:extLst>
          </p:cNvPr>
          <p:cNvSpPr/>
          <p:nvPr/>
        </p:nvSpPr>
        <p:spPr>
          <a:xfrm>
            <a:off x="2063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1203FA53-3D92-4D80-9741-32E985ED65BF}"/>
              </a:ext>
            </a:extLst>
          </p:cNvPr>
          <p:cNvSpPr/>
          <p:nvPr/>
        </p:nvSpPr>
        <p:spPr>
          <a:xfrm>
            <a:off x="2501747" y="43180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66BE9BA-A0D5-45A8-9069-75DDAE9AE190}"/>
              </a:ext>
            </a:extLst>
          </p:cNvPr>
          <p:cNvSpPr/>
          <p:nvPr/>
        </p:nvSpPr>
        <p:spPr>
          <a:xfrm>
            <a:off x="2819297" y="43148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70CBA4C5-6188-4D34-99A2-94D1CC1E862B}"/>
              </a:ext>
            </a:extLst>
          </p:cNvPr>
          <p:cNvCxnSpPr>
            <a:cxnSpLocks/>
          </p:cNvCxnSpPr>
          <p:nvPr/>
        </p:nvCxnSpPr>
        <p:spPr>
          <a:xfrm>
            <a:off x="928024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7725C51-6F54-484C-9E2C-27ABD25DDC0C}"/>
              </a:ext>
            </a:extLst>
          </p:cNvPr>
          <p:cNvSpPr txBox="1"/>
          <p:nvPr/>
        </p:nvSpPr>
        <p:spPr>
          <a:xfrm>
            <a:off x="61421" y="4068151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84" name="Oval 983">
            <a:extLst>
              <a:ext uri="{FF2B5EF4-FFF2-40B4-BE49-F238E27FC236}">
                <a16:creationId xmlns:a16="http://schemas.microsoft.com/office/drawing/2014/main" id="{24587199-9FD1-494C-A9D6-47EEB7A45E08}"/>
              </a:ext>
            </a:extLst>
          </p:cNvPr>
          <p:cNvSpPr/>
          <p:nvPr/>
        </p:nvSpPr>
        <p:spPr>
          <a:xfrm>
            <a:off x="5041708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86" name="Picture 985">
            <a:extLst>
              <a:ext uri="{FF2B5EF4-FFF2-40B4-BE49-F238E27FC236}">
                <a16:creationId xmlns:a16="http://schemas.microsoft.com/office/drawing/2014/main" id="{DECFA9CA-29B2-429D-9A3F-6010622E4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3657963"/>
            <a:ext cx="1097375" cy="1097375"/>
          </a:xfrm>
          <a:prstGeom prst="rect">
            <a:avLst/>
          </a:prstGeom>
        </p:spPr>
      </p:pic>
      <p:sp>
        <p:nvSpPr>
          <p:cNvPr id="1096" name="Rectangle 1095">
            <a:extLst>
              <a:ext uri="{FF2B5EF4-FFF2-40B4-BE49-F238E27FC236}">
                <a16:creationId xmlns:a16="http://schemas.microsoft.com/office/drawing/2014/main" id="{B375C263-CE6F-48C8-BF17-2A90D6A48860}"/>
              </a:ext>
            </a:extLst>
          </p:cNvPr>
          <p:cNvSpPr/>
          <p:nvPr/>
        </p:nvSpPr>
        <p:spPr>
          <a:xfrm>
            <a:off x="5994890" y="366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565F82EF-C82C-4C00-A2C0-D3D1D4A19B43}"/>
              </a:ext>
            </a:extLst>
          </p:cNvPr>
          <p:cNvSpPr/>
          <p:nvPr/>
        </p:nvSpPr>
        <p:spPr>
          <a:xfrm>
            <a:off x="5994890" y="377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35FEC451-9850-429E-882D-D2A964D4F7E0}"/>
              </a:ext>
            </a:extLst>
          </p:cNvPr>
          <p:cNvSpPr/>
          <p:nvPr/>
        </p:nvSpPr>
        <p:spPr>
          <a:xfrm>
            <a:off x="5994890" y="387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3E2CF7B0-81E9-471D-95D9-18FEC0BE4D51}"/>
              </a:ext>
            </a:extLst>
          </p:cNvPr>
          <p:cNvSpPr/>
          <p:nvPr/>
        </p:nvSpPr>
        <p:spPr>
          <a:xfrm>
            <a:off x="5994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27B6439A-CAAC-4ECE-B077-9D381EC16F5B}"/>
              </a:ext>
            </a:extLst>
          </p:cNvPr>
          <p:cNvSpPr/>
          <p:nvPr/>
        </p:nvSpPr>
        <p:spPr>
          <a:xfrm>
            <a:off x="6102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23C01885-7AE8-4763-8F3E-4855165A5981}"/>
              </a:ext>
            </a:extLst>
          </p:cNvPr>
          <p:cNvSpPr/>
          <p:nvPr/>
        </p:nvSpPr>
        <p:spPr>
          <a:xfrm>
            <a:off x="5994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EE24EF69-D8AC-4FDB-8B45-5E2890833622}"/>
              </a:ext>
            </a:extLst>
          </p:cNvPr>
          <p:cNvSpPr/>
          <p:nvPr/>
        </p:nvSpPr>
        <p:spPr>
          <a:xfrm>
            <a:off x="6102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9498D738-8F57-4971-B06C-62360A572C84}"/>
              </a:ext>
            </a:extLst>
          </p:cNvPr>
          <p:cNvSpPr/>
          <p:nvPr/>
        </p:nvSpPr>
        <p:spPr>
          <a:xfrm>
            <a:off x="5994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64E68F5-8B07-4DF0-884A-3F9DCF603DFE}"/>
              </a:ext>
            </a:extLst>
          </p:cNvPr>
          <p:cNvSpPr/>
          <p:nvPr/>
        </p:nvSpPr>
        <p:spPr>
          <a:xfrm>
            <a:off x="6102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63778FD-0B5C-4118-8F86-52C1CD69289F}"/>
              </a:ext>
            </a:extLst>
          </p:cNvPr>
          <p:cNvSpPr/>
          <p:nvPr/>
        </p:nvSpPr>
        <p:spPr>
          <a:xfrm>
            <a:off x="5994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B8DC3B2-9557-4E68-BD00-BD330844090F}"/>
              </a:ext>
            </a:extLst>
          </p:cNvPr>
          <p:cNvSpPr/>
          <p:nvPr/>
        </p:nvSpPr>
        <p:spPr>
          <a:xfrm>
            <a:off x="6102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E105EDA5-312F-46EF-9929-48D93F6901D9}"/>
              </a:ext>
            </a:extLst>
          </p:cNvPr>
          <p:cNvSpPr/>
          <p:nvPr/>
        </p:nvSpPr>
        <p:spPr>
          <a:xfrm>
            <a:off x="5994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37914B8D-E342-4276-A8C7-0B35C80DE501}"/>
              </a:ext>
            </a:extLst>
          </p:cNvPr>
          <p:cNvSpPr/>
          <p:nvPr/>
        </p:nvSpPr>
        <p:spPr>
          <a:xfrm>
            <a:off x="6102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34EAD3DF-025E-42DD-9729-D3E187DBC164}"/>
              </a:ext>
            </a:extLst>
          </p:cNvPr>
          <p:cNvSpPr/>
          <p:nvPr/>
        </p:nvSpPr>
        <p:spPr>
          <a:xfrm>
            <a:off x="5994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5ACD9512-4416-4770-BF30-F321CF59E7CA}"/>
              </a:ext>
            </a:extLst>
          </p:cNvPr>
          <p:cNvSpPr/>
          <p:nvPr/>
        </p:nvSpPr>
        <p:spPr>
          <a:xfrm>
            <a:off x="6102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630F7D84-00B6-4D17-864F-99F056AE9BF0}"/>
              </a:ext>
            </a:extLst>
          </p:cNvPr>
          <p:cNvSpPr/>
          <p:nvPr/>
        </p:nvSpPr>
        <p:spPr>
          <a:xfrm>
            <a:off x="5994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556C3E75-7AC4-44EC-8227-344566D5B1C3}"/>
              </a:ext>
            </a:extLst>
          </p:cNvPr>
          <p:cNvSpPr/>
          <p:nvPr/>
        </p:nvSpPr>
        <p:spPr>
          <a:xfrm>
            <a:off x="6102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EEE20F67-A1F6-4B56-9B41-6C00F58E0131}"/>
              </a:ext>
            </a:extLst>
          </p:cNvPr>
          <p:cNvCxnSpPr>
            <a:cxnSpLocks/>
          </p:cNvCxnSpPr>
          <p:nvPr/>
        </p:nvCxnSpPr>
        <p:spPr>
          <a:xfrm>
            <a:off x="4319617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3" name="TextBox 982">
            <a:extLst>
              <a:ext uri="{FF2B5EF4-FFF2-40B4-BE49-F238E27FC236}">
                <a16:creationId xmlns:a16="http://schemas.microsoft.com/office/drawing/2014/main" id="{D2190AFD-5F38-464E-A352-96CB66EF8C17}"/>
              </a:ext>
            </a:extLst>
          </p:cNvPr>
          <p:cNvSpPr txBox="1"/>
          <p:nvPr/>
        </p:nvSpPr>
        <p:spPr>
          <a:xfrm>
            <a:off x="3500407" y="406815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66" name="Oval 865">
            <a:extLst>
              <a:ext uri="{FF2B5EF4-FFF2-40B4-BE49-F238E27FC236}">
                <a16:creationId xmlns:a16="http://schemas.microsoft.com/office/drawing/2014/main" id="{EB1F8F95-A269-4BA7-9228-64475D167387}"/>
              </a:ext>
            </a:extLst>
          </p:cNvPr>
          <p:cNvSpPr/>
          <p:nvPr/>
        </p:nvSpPr>
        <p:spPr>
          <a:xfrm>
            <a:off x="8433300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68" name="Picture 867">
            <a:extLst>
              <a:ext uri="{FF2B5EF4-FFF2-40B4-BE49-F238E27FC236}">
                <a16:creationId xmlns:a16="http://schemas.microsoft.com/office/drawing/2014/main" id="{158B28F6-6A0C-4359-B4CD-5FDCF22F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3657963"/>
            <a:ext cx="1097375" cy="1097375"/>
          </a:xfrm>
          <a:prstGeom prst="rect">
            <a:avLst/>
          </a:prstGeom>
        </p:spPr>
      </p:pic>
      <p:sp>
        <p:nvSpPr>
          <p:cNvPr id="960" name="Rectangle 959">
            <a:extLst>
              <a:ext uri="{FF2B5EF4-FFF2-40B4-BE49-F238E27FC236}">
                <a16:creationId xmlns:a16="http://schemas.microsoft.com/office/drawing/2014/main" id="{606787C8-B96D-466F-98A6-0A6B1EFC49FF}"/>
              </a:ext>
            </a:extLst>
          </p:cNvPr>
          <p:cNvSpPr/>
          <p:nvPr/>
        </p:nvSpPr>
        <p:spPr>
          <a:xfrm>
            <a:off x="9602482" y="387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DEC331FC-FFA2-4B49-9BE7-141F09C67B65}"/>
              </a:ext>
            </a:extLst>
          </p:cNvPr>
          <p:cNvSpPr/>
          <p:nvPr/>
        </p:nvSpPr>
        <p:spPr>
          <a:xfrm>
            <a:off x="9602482" y="3987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03C62B5D-4808-4D54-9094-5A6DAB3468A9}"/>
              </a:ext>
            </a:extLst>
          </p:cNvPr>
          <p:cNvSpPr/>
          <p:nvPr/>
        </p:nvSpPr>
        <p:spPr>
          <a:xfrm>
            <a:off x="9602482" y="409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64AD29C4-DB7F-4EE6-B1C8-914980548E3D}"/>
              </a:ext>
            </a:extLst>
          </p:cNvPr>
          <p:cNvSpPr/>
          <p:nvPr/>
        </p:nvSpPr>
        <p:spPr>
          <a:xfrm>
            <a:off x="9602482" y="4203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D909974D-171D-4018-A50C-3724E6B0E3C5}"/>
              </a:ext>
            </a:extLst>
          </p:cNvPr>
          <p:cNvSpPr/>
          <p:nvPr/>
        </p:nvSpPr>
        <p:spPr>
          <a:xfrm>
            <a:off x="9494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21F5275E-FB2B-4386-9A83-E1ADCEF12473}"/>
              </a:ext>
            </a:extLst>
          </p:cNvPr>
          <p:cNvSpPr/>
          <p:nvPr/>
        </p:nvSpPr>
        <p:spPr>
          <a:xfrm>
            <a:off x="9602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9" name="Rectangle 908">
            <a:extLst>
              <a:ext uri="{FF2B5EF4-FFF2-40B4-BE49-F238E27FC236}">
                <a16:creationId xmlns:a16="http://schemas.microsoft.com/office/drawing/2014/main" id="{39915276-963C-4287-B4D9-9BC7E1086132}"/>
              </a:ext>
            </a:extLst>
          </p:cNvPr>
          <p:cNvSpPr/>
          <p:nvPr/>
        </p:nvSpPr>
        <p:spPr>
          <a:xfrm>
            <a:off x="9494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7FE4FA75-E491-43C9-834D-AE630C26D46B}"/>
              </a:ext>
            </a:extLst>
          </p:cNvPr>
          <p:cNvSpPr/>
          <p:nvPr/>
        </p:nvSpPr>
        <p:spPr>
          <a:xfrm>
            <a:off x="9602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85370848-BFFA-4732-A12A-FCF2502372A9}"/>
              </a:ext>
            </a:extLst>
          </p:cNvPr>
          <p:cNvSpPr/>
          <p:nvPr/>
        </p:nvSpPr>
        <p:spPr>
          <a:xfrm>
            <a:off x="9494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4C2CADD4-23ED-4C25-B786-D830E87A9D62}"/>
              </a:ext>
            </a:extLst>
          </p:cNvPr>
          <p:cNvSpPr/>
          <p:nvPr/>
        </p:nvSpPr>
        <p:spPr>
          <a:xfrm>
            <a:off x="9602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9" name="Rectangle 888">
            <a:extLst>
              <a:ext uri="{FF2B5EF4-FFF2-40B4-BE49-F238E27FC236}">
                <a16:creationId xmlns:a16="http://schemas.microsoft.com/office/drawing/2014/main" id="{68BFDD29-2414-4F19-844B-6FD798A2376B}"/>
              </a:ext>
            </a:extLst>
          </p:cNvPr>
          <p:cNvSpPr/>
          <p:nvPr/>
        </p:nvSpPr>
        <p:spPr>
          <a:xfrm>
            <a:off x="9494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9F2AEEE5-2A67-49A6-99C0-8F1AA56510ED}"/>
              </a:ext>
            </a:extLst>
          </p:cNvPr>
          <p:cNvSpPr/>
          <p:nvPr/>
        </p:nvSpPr>
        <p:spPr>
          <a:xfrm>
            <a:off x="9602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C4AAA021-1940-46EC-A94F-A75D00698F4C}"/>
              </a:ext>
            </a:extLst>
          </p:cNvPr>
          <p:cNvCxnSpPr>
            <a:cxnSpLocks/>
          </p:cNvCxnSpPr>
          <p:nvPr/>
        </p:nvCxnSpPr>
        <p:spPr>
          <a:xfrm>
            <a:off x="7711209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5" name="TextBox 864">
            <a:extLst>
              <a:ext uri="{FF2B5EF4-FFF2-40B4-BE49-F238E27FC236}">
                <a16:creationId xmlns:a16="http://schemas.microsoft.com/office/drawing/2014/main" id="{61D6758E-C829-4F38-80B7-82187C50231E}"/>
              </a:ext>
            </a:extLst>
          </p:cNvPr>
          <p:cNvSpPr txBox="1"/>
          <p:nvPr/>
        </p:nvSpPr>
        <p:spPr>
          <a:xfrm>
            <a:off x="6803347" y="406815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60" name="Oval 1459">
            <a:extLst>
              <a:ext uri="{FF2B5EF4-FFF2-40B4-BE49-F238E27FC236}">
                <a16:creationId xmlns:a16="http://schemas.microsoft.com/office/drawing/2014/main" id="{52EC90B1-EAC9-4A90-9D32-8C77A6B45582}"/>
              </a:ext>
            </a:extLst>
          </p:cNvPr>
          <p:cNvSpPr/>
          <p:nvPr/>
        </p:nvSpPr>
        <p:spPr>
          <a:xfrm>
            <a:off x="1650115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A0D5579A-44EC-4B75-9F1D-F3789644C9F5}"/>
              </a:ext>
            </a:extLst>
          </p:cNvPr>
          <p:cNvCxnSpPr>
            <a:cxnSpLocks/>
          </p:cNvCxnSpPr>
          <p:nvPr/>
        </p:nvCxnSpPr>
        <p:spPr>
          <a:xfrm>
            <a:off x="928024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9" name="TextBox 1458">
            <a:extLst>
              <a:ext uri="{FF2B5EF4-FFF2-40B4-BE49-F238E27FC236}">
                <a16:creationId xmlns:a16="http://schemas.microsoft.com/office/drawing/2014/main" id="{E7BC66BF-C41D-4191-947A-208AC0AAE61E}"/>
              </a:ext>
            </a:extLst>
          </p:cNvPr>
          <p:cNvSpPr txBox="1"/>
          <p:nvPr/>
        </p:nvSpPr>
        <p:spPr>
          <a:xfrm>
            <a:off x="120836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2" name="Oval 1341">
            <a:extLst>
              <a:ext uri="{FF2B5EF4-FFF2-40B4-BE49-F238E27FC236}">
                <a16:creationId xmlns:a16="http://schemas.microsoft.com/office/drawing/2014/main" id="{64EAE731-83E0-4A15-B993-768E4CF10A0A}"/>
              </a:ext>
            </a:extLst>
          </p:cNvPr>
          <p:cNvSpPr/>
          <p:nvPr/>
        </p:nvSpPr>
        <p:spPr>
          <a:xfrm>
            <a:off x="5041708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44" name="Picture 1343">
            <a:extLst>
              <a:ext uri="{FF2B5EF4-FFF2-40B4-BE49-F238E27FC236}">
                <a16:creationId xmlns:a16="http://schemas.microsoft.com/office/drawing/2014/main" id="{B2F65156-FEF2-4CBF-814E-6D3BA8809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5339330"/>
            <a:ext cx="1097375" cy="1097375"/>
          </a:xfrm>
          <a:prstGeom prst="rect">
            <a:avLst/>
          </a:prstGeom>
        </p:spPr>
      </p:pic>
      <p:sp>
        <p:nvSpPr>
          <p:cNvPr id="1417" name="Rectangle 1416">
            <a:extLst>
              <a:ext uri="{FF2B5EF4-FFF2-40B4-BE49-F238E27FC236}">
                <a16:creationId xmlns:a16="http://schemas.microsoft.com/office/drawing/2014/main" id="{DC0C41B9-9AD5-46A9-A09F-13A291875357}"/>
              </a:ext>
            </a:extLst>
          </p:cNvPr>
          <p:cNvSpPr/>
          <p:nvPr/>
        </p:nvSpPr>
        <p:spPr>
          <a:xfrm>
            <a:off x="524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8" name="Rectangle 1417">
            <a:extLst>
              <a:ext uri="{FF2B5EF4-FFF2-40B4-BE49-F238E27FC236}">
                <a16:creationId xmlns:a16="http://schemas.microsoft.com/office/drawing/2014/main" id="{53943CA3-B4A7-47D7-A09A-56D03E5D2609}"/>
              </a:ext>
            </a:extLst>
          </p:cNvPr>
          <p:cNvSpPr/>
          <p:nvPr/>
        </p:nvSpPr>
        <p:spPr>
          <a:xfrm>
            <a:off x="535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C845B9F8-00E7-42E9-B71E-CE83E17DE4B0}"/>
              </a:ext>
            </a:extLst>
          </p:cNvPr>
          <p:cNvSpPr/>
          <p:nvPr/>
        </p:nvSpPr>
        <p:spPr>
          <a:xfrm>
            <a:off x="5458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0" name="Rectangle 1419">
            <a:extLst>
              <a:ext uri="{FF2B5EF4-FFF2-40B4-BE49-F238E27FC236}">
                <a16:creationId xmlns:a16="http://schemas.microsoft.com/office/drawing/2014/main" id="{C5F95E57-0747-46D5-A1FA-F7EE48B4A943}"/>
              </a:ext>
            </a:extLst>
          </p:cNvPr>
          <p:cNvSpPr/>
          <p:nvPr/>
        </p:nvSpPr>
        <p:spPr>
          <a:xfrm>
            <a:off x="5566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1" name="Rectangle 1420">
            <a:extLst>
              <a:ext uri="{FF2B5EF4-FFF2-40B4-BE49-F238E27FC236}">
                <a16:creationId xmlns:a16="http://schemas.microsoft.com/office/drawing/2014/main" id="{A1CAD99A-C63F-4450-9C2C-F822F20EF6FA}"/>
              </a:ext>
            </a:extLst>
          </p:cNvPr>
          <p:cNvSpPr/>
          <p:nvPr/>
        </p:nvSpPr>
        <p:spPr>
          <a:xfrm>
            <a:off x="5674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0E0985A-12EC-4E14-B00D-7EB7227FE0D3}"/>
              </a:ext>
            </a:extLst>
          </p:cNvPr>
          <p:cNvSpPr/>
          <p:nvPr/>
        </p:nvSpPr>
        <p:spPr>
          <a:xfrm>
            <a:off x="578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3" name="Rectangle 1422">
            <a:extLst>
              <a:ext uri="{FF2B5EF4-FFF2-40B4-BE49-F238E27FC236}">
                <a16:creationId xmlns:a16="http://schemas.microsoft.com/office/drawing/2014/main" id="{B141D32F-E096-48AE-849A-9CFA3EDA190C}"/>
              </a:ext>
            </a:extLst>
          </p:cNvPr>
          <p:cNvSpPr/>
          <p:nvPr/>
        </p:nvSpPr>
        <p:spPr>
          <a:xfrm>
            <a:off x="589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DE5A6466-DBB7-4667-9319-85A72013C082}"/>
              </a:ext>
            </a:extLst>
          </p:cNvPr>
          <p:cNvSpPr/>
          <p:nvPr/>
        </p:nvSpPr>
        <p:spPr>
          <a:xfrm>
            <a:off x="524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8" name="Rectangle 1407">
            <a:extLst>
              <a:ext uri="{FF2B5EF4-FFF2-40B4-BE49-F238E27FC236}">
                <a16:creationId xmlns:a16="http://schemas.microsoft.com/office/drawing/2014/main" id="{9FDE6C2F-158E-4AD7-9DE1-9B7D534ABBA3}"/>
              </a:ext>
            </a:extLst>
          </p:cNvPr>
          <p:cNvSpPr/>
          <p:nvPr/>
        </p:nvSpPr>
        <p:spPr>
          <a:xfrm>
            <a:off x="535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9" name="Rectangle 1408">
            <a:extLst>
              <a:ext uri="{FF2B5EF4-FFF2-40B4-BE49-F238E27FC236}">
                <a16:creationId xmlns:a16="http://schemas.microsoft.com/office/drawing/2014/main" id="{1FDB30B8-884B-48BC-BF82-03158F10ED28}"/>
              </a:ext>
            </a:extLst>
          </p:cNvPr>
          <p:cNvSpPr/>
          <p:nvPr/>
        </p:nvSpPr>
        <p:spPr>
          <a:xfrm>
            <a:off x="5458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0" name="Rectangle 1409">
            <a:extLst>
              <a:ext uri="{FF2B5EF4-FFF2-40B4-BE49-F238E27FC236}">
                <a16:creationId xmlns:a16="http://schemas.microsoft.com/office/drawing/2014/main" id="{3D0D726A-1002-4097-8ACC-3F7F33078317}"/>
              </a:ext>
            </a:extLst>
          </p:cNvPr>
          <p:cNvSpPr/>
          <p:nvPr/>
        </p:nvSpPr>
        <p:spPr>
          <a:xfrm>
            <a:off x="5566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1" name="Rectangle 1410">
            <a:extLst>
              <a:ext uri="{FF2B5EF4-FFF2-40B4-BE49-F238E27FC236}">
                <a16:creationId xmlns:a16="http://schemas.microsoft.com/office/drawing/2014/main" id="{E01D74AD-8C28-4F14-9DDC-E87E39B63990}"/>
              </a:ext>
            </a:extLst>
          </p:cNvPr>
          <p:cNvSpPr/>
          <p:nvPr/>
        </p:nvSpPr>
        <p:spPr>
          <a:xfrm>
            <a:off x="5674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2" name="Rectangle 1411">
            <a:extLst>
              <a:ext uri="{FF2B5EF4-FFF2-40B4-BE49-F238E27FC236}">
                <a16:creationId xmlns:a16="http://schemas.microsoft.com/office/drawing/2014/main" id="{11055A4E-DCF0-447F-B286-13F8E65B7DFE}"/>
              </a:ext>
            </a:extLst>
          </p:cNvPr>
          <p:cNvSpPr/>
          <p:nvPr/>
        </p:nvSpPr>
        <p:spPr>
          <a:xfrm>
            <a:off x="578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3" name="Rectangle 1412">
            <a:extLst>
              <a:ext uri="{FF2B5EF4-FFF2-40B4-BE49-F238E27FC236}">
                <a16:creationId xmlns:a16="http://schemas.microsoft.com/office/drawing/2014/main" id="{4B9F465D-8F77-4914-BF38-E5EB29B84445}"/>
              </a:ext>
            </a:extLst>
          </p:cNvPr>
          <p:cNvSpPr/>
          <p:nvPr/>
        </p:nvSpPr>
        <p:spPr>
          <a:xfrm>
            <a:off x="589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7" name="Rectangle 1396">
            <a:extLst>
              <a:ext uri="{FF2B5EF4-FFF2-40B4-BE49-F238E27FC236}">
                <a16:creationId xmlns:a16="http://schemas.microsoft.com/office/drawing/2014/main" id="{51E060A0-1E6F-432D-BFF8-A1C54546D6E9}"/>
              </a:ext>
            </a:extLst>
          </p:cNvPr>
          <p:cNvSpPr/>
          <p:nvPr/>
        </p:nvSpPr>
        <p:spPr>
          <a:xfrm>
            <a:off x="524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8" name="Rectangle 1397">
            <a:extLst>
              <a:ext uri="{FF2B5EF4-FFF2-40B4-BE49-F238E27FC236}">
                <a16:creationId xmlns:a16="http://schemas.microsoft.com/office/drawing/2014/main" id="{37E73E28-95FF-420D-B334-970C8AF9BD38}"/>
              </a:ext>
            </a:extLst>
          </p:cNvPr>
          <p:cNvSpPr/>
          <p:nvPr/>
        </p:nvSpPr>
        <p:spPr>
          <a:xfrm>
            <a:off x="535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9" name="Rectangle 1398">
            <a:extLst>
              <a:ext uri="{FF2B5EF4-FFF2-40B4-BE49-F238E27FC236}">
                <a16:creationId xmlns:a16="http://schemas.microsoft.com/office/drawing/2014/main" id="{205BFE94-B7BE-4101-82A6-6D5C11B70CCC}"/>
              </a:ext>
            </a:extLst>
          </p:cNvPr>
          <p:cNvSpPr/>
          <p:nvPr/>
        </p:nvSpPr>
        <p:spPr>
          <a:xfrm>
            <a:off x="5458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0" name="Rectangle 1399">
            <a:extLst>
              <a:ext uri="{FF2B5EF4-FFF2-40B4-BE49-F238E27FC236}">
                <a16:creationId xmlns:a16="http://schemas.microsoft.com/office/drawing/2014/main" id="{28C15FA1-C342-4222-8004-FB94B104FFA6}"/>
              </a:ext>
            </a:extLst>
          </p:cNvPr>
          <p:cNvSpPr/>
          <p:nvPr/>
        </p:nvSpPr>
        <p:spPr>
          <a:xfrm>
            <a:off x="5566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1" name="Rectangle 1400">
            <a:extLst>
              <a:ext uri="{FF2B5EF4-FFF2-40B4-BE49-F238E27FC236}">
                <a16:creationId xmlns:a16="http://schemas.microsoft.com/office/drawing/2014/main" id="{12DF38AD-C0D7-4299-A8F4-1E40944268D9}"/>
              </a:ext>
            </a:extLst>
          </p:cNvPr>
          <p:cNvSpPr/>
          <p:nvPr/>
        </p:nvSpPr>
        <p:spPr>
          <a:xfrm>
            <a:off x="5674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2" name="Rectangle 1401">
            <a:extLst>
              <a:ext uri="{FF2B5EF4-FFF2-40B4-BE49-F238E27FC236}">
                <a16:creationId xmlns:a16="http://schemas.microsoft.com/office/drawing/2014/main" id="{A44D1CA5-A479-429F-94D7-B2582B04F116}"/>
              </a:ext>
            </a:extLst>
          </p:cNvPr>
          <p:cNvSpPr/>
          <p:nvPr/>
        </p:nvSpPr>
        <p:spPr>
          <a:xfrm>
            <a:off x="578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7D2B9D80-51B8-42A1-815E-EF4F191909A3}"/>
              </a:ext>
            </a:extLst>
          </p:cNvPr>
          <p:cNvSpPr/>
          <p:nvPr/>
        </p:nvSpPr>
        <p:spPr>
          <a:xfrm>
            <a:off x="589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340" name="Straight Connector 1339">
            <a:extLst>
              <a:ext uri="{FF2B5EF4-FFF2-40B4-BE49-F238E27FC236}">
                <a16:creationId xmlns:a16="http://schemas.microsoft.com/office/drawing/2014/main" id="{42A6CAE8-8928-479F-A032-2534D87D6AAF}"/>
              </a:ext>
            </a:extLst>
          </p:cNvPr>
          <p:cNvCxnSpPr>
            <a:cxnSpLocks/>
          </p:cNvCxnSpPr>
          <p:nvPr/>
        </p:nvCxnSpPr>
        <p:spPr>
          <a:xfrm>
            <a:off x="4319617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1" name="TextBox 1340">
            <a:extLst>
              <a:ext uri="{FF2B5EF4-FFF2-40B4-BE49-F238E27FC236}">
                <a16:creationId xmlns:a16="http://schemas.microsoft.com/office/drawing/2014/main" id="{9D9E430C-4D54-460D-BF8A-DCEF7825550A}"/>
              </a:ext>
            </a:extLst>
          </p:cNvPr>
          <p:cNvSpPr txBox="1"/>
          <p:nvPr/>
        </p:nvSpPr>
        <p:spPr>
          <a:xfrm>
            <a:off x="3366379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24" name="Oval 1223">
            <a:extLst>
              <a:ext uri="{FF2B5EF4-FFF2-40B4-BE49-F238E27FC236}">
                <a16:creationId xmlns:a16="http://schemas.microsoft.com/office/drawing/2014/main" id="{BE848F04-BE49-4F17-B554-3AE517DE61B9}"/>
              </a:ext>
            </a:extLst>
          </p:cNvPr>
          <p:cNvSpPr/>
          <p:nvPr/>
        </p:nvSpPr>
        <p:spPr>
          <a:xfrm>
            <a:off x="8433300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225" name="Picture 1224">
            <a:extLst>
              <a:ext uri="{FF2B5EF4-FFF2-40B4-BE49-F238E27FC236}">
                <a16:creationId xmlns:a16="http://schemas.microsoft.com/office/drawing/2014/main" id="{59700988-1CBA-47FC-BC9A-E432FD076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926" y="5339330"/>
            <a:ext cx="1097375" cy="1097375"/>
          </a:xfrm>
          <a:prstGeom prst="rect">
            <a:avLst/>
          </a:prstGeom>
        </p:spPr>
      </p:pic>
      <p:pic>
        <p:nvPicPr>
          <p:cNvPr id="1226" name="Picture 1225">
            <a:extLst>
              <a:ext uri="{FF2B5EF4-FFF2-40B4-BE49-F238E27FC236}">
                <a16:creationId xmlns:a16="http://schemas.microsoft.com/office/drawing/2014/main" id="{0A70712E-CA44-4EC0-9E40-AE898376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5339330"/>
            <a:ext cx="1097375" cy="1097375"/>
          </a:xfrm>
          <a:prstGeom prst="rect">
            <a:avLst/>
          </a:prstGeom>
        </p:spPr>
      </p:pic>
      <p:sp>
        <p:nvSpPr>
          <p:cNvPr id="1227" name="Rectangle 1226">
            <a:extLst>
              <a:ext uri="{FF2B5EF4-FFF2-40B4-BE49-F238E27FC236}">
                <a16:creationId xmlns:a16="http://schemas.microsoft.com/office/drawing/2014/main" id="{BACFE632-D69E-40F0-AED5-292EC9BA27EF}"/>
              </a:ext>
            </a:extLst>
          </p:cNvPr>
          <p:cNvSpPr/>
          <p:nvPr/>
        </p:nvSpPr>
        <p:spPr>
          <a:xfrm>
            <a:off x="7555705" y="5345636"/>
            <a:ext cx="754601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1" name="Rectangle 1280">
            <a:extLst>
              <a:ext uri="{FF2B5EF4-FFF2-40B4-BE49-F238E27FC236}">
                <a16:creationId xmlns:a16="http://schemas.microsoft.com/office/drawing/2014/main" id="{BD90B60D-CC7B-4695-9716-487E35748964}"/>
              </a:ext>
            </a:extLst>
          </p:cNvPr>
          <p:cNvSpPr/>
          <p:nvPr/>
        </p:nvSpPr>
        <p:spPr>
          <a:xfrm>
            <a:off x="8846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12C9CCBB-DC9C-4FBA-A6F3-80EAFE63D7A7}"/>
              </a:ext>
            </a:extLst>
          </p:cNvPr>
          <p:cNvSpPr/>
          <p:nvPr/>
        </p:nvSpPr>
        <p:spPr>
          <a:xfrm>
            <a:off x="8954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3" name="Rectangle 1282">
            <a:extLst>
              <a:ext uri="{FF2B5EF4-FFF2-40B4-BE49-F238E27FC236}">
                <a16:creationId xmlns:a16="http://schemas.microsoft.com/office/drawing/2014/main" id="{29152467-AD3A-44D8-A3B8-638D400C8756}"/>
              </a:ext>
            </a:extLst>
          </p:cNvPr>
          <p:cNvSpPr/>
          <p:nvPr/>
        </p:nvSpPr>
        <p:spPr>
          <a:xfrm>
            <a:off x="9062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4" name="Rectangle 1283">
            <a:extLst>
              <a:ext uri="{FF2B5EF4-FFF2-40B4-BE49-F238E27FC236}">
                <a16:creationId xmlns:a16="http://schemas.microsoft.com/office/drawing/2014/main" id="{BC326C4F-727B-45AB-A18A-2AD8796F209F}"/>
              </a:ext>
            </a:extLst>
          </p:cNvPr>
          <p:cNvSpPr/>
          <p:nvPr/>
        </p:nvSpPr>
        <p:spPr>
          <a:xfrm>
            <a:off x="9170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5" name="Rectangle 1284">
            <a:extLst>
              <a:ext uri="{FF2B5EF4-FFF2-40B4-BE49-F238E27FC236}">
                <a16:creationId xmlns:a16="http://schemas.microsoft.com/office/drawing/2014/main" id="{27F003CC-4740-481A-8342-FF0D6A080372}"/>
              </a:ext>
            </a:extLst>
          </p:cNvPr>
          <p:cNvSpPr/>
          <p:nvPr/>
        </p:nvSpPr>
        <p:spPr>
          <a:xfrm>
            <a:off x="9278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1" name="Rectangle 1270">
            <a:extLst>
              <a:ext uri="{FF2B5EF4-FFF2-40B4-BE49-F238E27FC236}">
                <a16:creationId xmlns:a16="http://schemas.microsoft.com/office/drawing/2014/main" id="{BD4D673A-CCA7-4A6C-B354-6E33567C2E63}"/>
              </a:ext>
            </a:extLst>
          </p:cNvPr>
          <p:cNvSpPr/>
          <p:nvPr/>
        </p:nvSpPr>
        <p:spPr>
          <a:xfrm>
            <a:off x="8846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2" name="Rectangle 1271">
            <a:extLst>
              <a:ext uri="{FF2B5EF4-FFF2-40B4-BE49-F238E27FC236}">
                <a16:creationId xmlns:a16="http://schemas.microsoft.com/office/drawing/2014/main" id="{7387C2E3-0EA9-4D23-93F9-9326FFFB8D8F}"/>
              </a:ext>
            </a:extLst>
          </p:cNvPr>
          <p:cNvSpPr/>
          <p:nvPr/>
        </p:nvSpPr>
        <p:spPr>
          <a:xfrm>
            <a:off x="8954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3" name="Rectangle 1272">
            <a:extLst>
              <a:ext uri="{FF2B5EF4-FFF2-40B4-BE49-F238E27FC236}">
                <a16:creationId xmlns:a16="http://schemas.microsoft.com/office/drawing/2014/main" id="{60B88C22-3300-4ADA-88FE-66062A63BDBA}"/>
              </a:ext>
            </a:extLst>
          </p:cNvPr>
          <p:cNvSpPr/>
          <p:nvPr/>
        </p:nvSpPr>
        <p:spPr>
          <a:xfrm>
            <a:off x="9062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607CAE9D-7459-4493-9FBC-A9F286CE5DC0}"/>
              </a:ext>
            </a:extLst>
          </p:cNvPr>
          <p:cNvSpPr/>
          <p:nvPr/>
        </p:nvSpPr>
        <p:spPr>
          <a:xfrm>
            <a:off x="9170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EC25C9EE-5476-4B25-9BFA-F89C4100FC26}"/>
              </a:ext>
            </a:extLst>
          </p:cNvPr>
          <p:cNvSpPr/>
          <p:nvPr/>
        </p:nvSpPr>
        <p:spPr>
          <a:xfrm>
            <a:off x="9278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1" name="Rectangle 1260">
            <a:extLst>
              <a:ext uri="{FF2B5EF4-FFF2-40B4-BE49-F238E27FC236}">
                <a16:creationId xmlns:a16="http://schemas.microsoft.com/office/drawing/2014/main" id="{402E27D0-FF66-47B5-9181-DF450527DEB3}"/>
              </a:ext>
            </a:extLst>
          </p:cNvPr>
          <p:cNvSpPr/>
          <p:nvPr/>
        </p:nvSpPr>
        <p:spPr>
          <a:xfrm>
            <a:off x="8846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2" name="Rectangle 1261">
            <a:extLst>
              <a:ext uri="{FF2B5EF4-FFF2-40B4-BE49-F238E27FC236}">
                <a16:creationId xmlns:a16="http://schemas.microsoft.com/office/drawing/2014/main" id="{E5A33946-40F3-4C6A-976C-8242AED1F3F0}"/>
              </a:ext>
            </a:extLst>
          </p:cNvPr>
          <p:cNvSpPr/>
          <p:nvPr/>
        </p:nvSpPr>
        <p:spPr>
          <a:xfrm>
            <a:off x="8954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3" name="Rectangle 1262">
            <a:extLst>
              <a:ext uri="{FF2B5EF4-FFF2-40B4-BE49-F238E27FC236}">
                <a16:creationId xmlns:a16="http://schemas.microsoft.com/office/drawing/2014/main" id="{4BD7A524-5389-482B-8782-1055195116B9}"/>
              </a:ext>
            </a:extLst>
          </p:cNvPr>
          <p:cNvSpPr/>
          <p:nvPr/>
        </p:nvSpPr>
        <p:spPr>
          <a:xfrm>
            <a:off x="9062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45303513-911B-4A15-B691-DEA482641222}"/>
              </a:ext>
            </a:extLst>
          </p:cNvPr>
          <p:cNvSpPr/>
          <p:nvPr/>
        </p:nvSpPr>
        <p:spPr>
          <a:xfrm>
            <a:off x="9170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28844681-038D-44C5-9D95-D064801B8D40}"/>
              </a:ext>
            </a:extLst>
          </p:cNvPr>
          <p:cNvSpPr/>
          <p:nvPr/>
        </p:nvSpPr>
        <p:spPr>
          <a:xfrm>
            <a:off x="9278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1" name="Rectangle 1250">
            <a:extLst>
              <a:ext uri="{FF2B5EF4-FFF2-40B4-BE49-F238E27FC236}">
                <a16:creationId xmlns:a16="http://schemas.microsoft.com/office/drawing/2014/main" id="{16402A4D-63E3-414B-B46D-1F2BA971B1B7}"/>
              </a:ext>
            </a:extLst>
          </p:cNvPr>
          <p:cNvSpPr/>
          <p:nvPr/>
        </p:nvSpPr>
        <p:spPr>
          <a:xfrm>
            <a:off x="8846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EBFD6676-9F0E-4773-8FC7-A6E1F0231B86}"/>
              </a:ext>
            </a:extLst>
          </p:cNvPr>
          <p:cNvSpPr/>
          <p:nvPr/>
        </p:nvSpPr>
        <p:spPr>
          <a:xfrm>
            <a:off x="8954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3" name="Rectangle 1252">
            <a:extLst>
              <a:ext uri="{FF2B5EF4-FFF2-40B4-BE49-F238E27FC236}">
                <a16:creationId xmlns:a16="http://schemas.microsoft.com/office/drawing/2014/main" id="{C6DAA4E3-B7E6-46E9-A1F8-453417931CE6}"/>
              </a:ext>
            </a:extLst>
          </p:cNvPr>
          <p:cNvSpPr/>
          <p:nvPr/>
        </p:nvSpPr>
        <p:spPr>
          <a:xfrm>
            <a:off x="9062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4" name="Rectangle 1253">
            <a:extLst>
              <a:ext uri="{FF2B5EF4-FFF2-40B4-BE49-F238E27FC236}">
                <a16:creationId xmlns:a16="http://schemas.microsoft.com/office/drawing/2014/main" id="{885D862F-4D99-45B6-9154-6B524CBD57BA}"/>
              </a:ext>
            </a:extLst>
          </p:cNvPr>
          <p:cNvSpPr/>
          <p:nvPr/>
        </p:nvSpPr>
        <p:spPr>
          <a:xfrm>
            <a:off x="9170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5" name="Rectangle 1254">
            <a:extLst>
              <a:ext uri="{FF2B5EF4-FFF2-40B4-BE49-F238E27FC236}">
                <a16:creationId xmlns:a16="http://schemas.microsoft.com/office/drawing/2014/main" id="{97D2C2ED-4AFF-453F-A96D-F7045EB6A799}"/>
              </a:ext>
            </a:extLst>
          </p:cNvPr>
          <p:cNvSpPr/>
          <p:nvPr/>
        </p:nvSpPr>
        <p:spPr>
          <a:xfrm>
            <a:off x="9278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1" name="Rectangle 1240">
            <a:extLst>
              <a:ext uri="{FF2B5EF4-FFF2-40B4-BE49-F238E27FC236}">
                <a16:creationId xmlns:a16="http://schemas.microsoft.com/office/drawing/2014/main" id="{2E05B16C-4D7B-4170-A2D7-E6ACE79B1ADE}"/>
              </a:ext>
            </a:extLst>
          </p:cNvPr>
          <p:cNvSpPr/>
          <p:nvPr/>
        </p:nvSpPr>
        <p:spPr>
          <a:xfrm>
            <a:off x="8846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2" name="Rectangle 1241">
            <a:extLst>
              <a:ext uri="{FF2B5EF4-FFF2-40B4-BE49-F238E27FC236}">
                <a16:creationId xmlns:a16="http://schemas.microsoft.com/office/drawing/2014/main" id="{33C76F9E-9E69-4ED2-A9BD-A4304B628458}"/>
              </a:ext>
            </a:extLst>
          </p:cNvPr>
          <p:cNvSpPr/>
          <p:nvPr/>
        </p:nvSpPr>
        <p:spPr>
          <a:xfrm>
            <a:off x="8954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E81AC5C3-99A5-43A4-8D34-07A561DB2FB7}"/>
              </a:ext>
            </a:extLst>
          </p:cNvPr>
          <p:cNvSpPr/>
          <p:nvPr/>
        </p:nvSpPr>
        <p:spPr>
          <a:xfrm>
            <a:off x="9062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4" name="Rectangle 1243">
            <a:extLst>
              <a:ext uri="{FF2B5EF4-FFF2-40B4-BE49-F238E27FC236}">
                <a16:creationId xmlns:a16="http://schemas.microsoft.com/office/drawing/2014/main" id="{49C56F3F-F968-410F-8F70-4579FFC90CDE}"/>
              </a:ext>
            </a:extLst>
          </p:cNvPr>
          <p:cNvSpPr/>
          <p:nvPr/>
        </p:nvSpPr>
        <p:spPr>
          <a:xfrm>
            <a:off x="9170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5" name="Rectangle 1244">
            <a:extLst>
              <a:ext uri="{FF2B5EF4-FFF2-40B4-BE49-F238E27FC236}">
                <a16:creationId xmlns:a16="http://schemas.microsoft.com/office/drawing/2014/main" id="{51A4E026-464C-403B-A80B-B546B7D14071}"/>
              </a:ext>
            </a:extLst>
          </p:cNvPr>
          <p:cNvSpPr/>
          <p:nvPr/>
        </p:nvSpPr>
        <p:spPr>
          <a:xfrm>
            <a:off x="9278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222" name="Straight Connector 1221">
            <a:extLst>
              <a:ext uri="{FF2B5EF4-FFF2-40B4-BE49-F238E27FC236}">
                <a16:creationId xmlns:a16="http://schemas.microsoft.com/office/drawing/2014/main" id="{7D218EB1-05DC-45E0-9032-3B186BCF7766}"/>
              </a:ext>
            </a:extLst>
          </p:cNvPr>
          <p:cNvCxnSpPr>
            <a:cxnSpLocks/>
          </p:cNvCxnSpPr>
          <p:nvPr/>
        </p:nvCxnSpPr>
        <p:spPr>
          <a:xfrm>
            <a:off x="7711209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D73D542-8CA7-4C23-9F06-83A3A5126D6F}"/>
              </a:ext>
            </a:extLst>
          </p:cNvPr>
          <p:cNvSpPr txBox="1"/>
          <p:nvPr/>
        </p:nvSpPr>
        <p:spPr>
          <a:xfrm>
            <a:off x="6912036" y="5749518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5" name="TextBox 1574">
            <a:extLst>
              <a:ext uri="{FF2B5EF4-FFF2-40B4-BE49-F238E27FC236}">
                <a16:creationId xmlns:a16="http://schemas.microsoft.com/office/drawing/2014/main" id="{22D45664-8D0F-4942-AEB5-D5F2D9377FAC}"/>
              </a:ext>
            </a:extLst>
          </p:cNvPr>
          <p:cNvSpPr txBox="1"/>
          <p:nvPr/>
        </p:nvSpPr>
        <p:spPr>
          <a:xfrm>
            <a:off x="3189128" y="-22714"/>
            <a:ext cx="3530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диаграмманы ондук </a:t>
            </a:r>
            <a:r>
              <a:rPr lang="ky-KG" sz="1200" dirty="0"/>
              <a:t>бөлчөк</a:t>
            </a:r>
            <a:r>
              <a:rPr lang="ru-RU" sz="1200" dirty="0"/>
              <a:t> түрүндө туйунт</a:t>
            </a:r>
            <a:endParaRPr lang="en-GB" sz="12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C29DD35-B60B-4E69-99D1-E74B981C6610}"/>
              </a:ext>
            </a:extLst>
          </p:cNvPr>
          <p:cNvSpPr/>
          <p:nvPr/>
        </p:nvSpPr>
        <p:spPr>
          <a:xfrm>
            <a:off x="1851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60FA73A-FAD5-4C28-86F5-E51DA5B620F4}"/>
              </a:ext>
            </a:extLst>
          </p:cNvPr>
          <p:cNvSpPr/>
          <p:nvPr/>
        </p:nvSpPr>
        <p:spPr>
          <a:xfrm>
            <a:off x="1959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3790D35-AA0E-46FF-BE20-13DB8244C005}"/>
              </a:ext>
            </a:extLst>
          </p:cNvPr>
          <p:cNvSpPr/>
          <p:nvPr/>
        </p:nvSpPr>
        <p:spPr>
          <a:xfrm>
            <a:off x="2067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6A405E7-4E08-485C-973F-D181E95B7A2E}"/>
              </a:ext>
            </a:extLst>
          </p:cNvPr>
          <p:cNvSpPr/>
          <p:nvPr/>
        </p:nvSpPr>
        <p:spPr>
          <a:xfrm>
            <a:off x="2175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8" name="Rectangle 1577">
            <a:extLst>
              <a:ext uri="{FF2B5EF4-FFF2-40B4-BE49-F238E27FC236}">
                <a16:creationId xmlns:a16="http://schemas.microsoft.com/office/drawing/2014/main" id="{2C10B6E6-158A-4D63-8E4D-35BCDFF880C5}"/>
              </a:ext>
            </a:extLst>
          </p:cNvPr>
          <p:cNvSpPr/>
          <p:nvPr/>
        </p:nvSpPr>
        <p:spPr>
          <a:xfrm>
            <a:off x="5241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9" name="Rectangle 1578">
            <a:extLst>
              <a:ext uri="{FF2B5EF4-FFF2-40B4-BE49-F238E27FC236}">
                <a16:creationId xmlns:a16="http://schemas.microsoft.com/office/drawing/2014/main" id="{04CB6495-0C6C-4772-8A7B-6FD6D97D019B}"/>
              </a:ext>
            </a:extLst>
          </p:cNvPr>
          <p:cNvSpPr/>
          <p:nvPr/>
        </p:nvSpPr>
        <p:spPr>
          <a:xfrm>
            <a:off x="5349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1" name="Rectangle 1600">
            <a:extLst>
              <a:ext uri="{FF2B5EF4-FFF2-40B4-BE49-F238E27FC236}">
                <a16:creationId xmlns:a16="http://schemas.microsoft.com/office/drawing/2014/main" id="{BAFFFC48-FFCE-4291-91E7-E11E5495FA3A}"/>
              </a:ext>
            </a:extLst>
          </p:cNvPr>
          <p:cNvSpPr/>
          <p:nvPr/>
        </p:nvSpPr>
        <p:spPr>
          <a:xfrm>
            <a:off x="5239684" y="30157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103B76F1-98F5-4F19-99EC-3C2DD9F860D3}"/>
              </a:ext>
            </a:extLst>
          </p:cNvPr>
          <p:cNvSpPr/>
          <p:nvPr/>
        </p:nvSpPr>
        <p:spPr>
          <a:xfrm>
            <a:off x="1847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28B983FD-C7C9-473C-A16C-0CD7955826EF}"/>
              </a:ext>
            </a:extLst>
          </p:cNvPr>
          <p:cNvSpPr/>
          <p:nvPr/>
        </p:nvSpPr>
        <p:spPr>
          <a:xfrm>
            <a:off x="1955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5" name="Rectangle 1604">
            <a:extLst>
              <a:ext uri="{FF2B5EF4-FFF2-40B4-BE49-F238E27FC236}">
                <a16:creationId xmlns:a16="http://schemas.microsoft.com/office/drawing/2014/main" id="{98F315ED-B5D2-4BE6-9304-DF7F5CECB593}"/>
              </a:ext>
            </a:extLst>
          </p:cNvPr>
          <p:cNvSpPr/>
          <p:nvPr/>
        </p:nvSpPr>
        <p:spPr>
          <a:xfrm>
            <a:off x="2063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6" name="Picture 1615">
            <a:extLst>
              <a:ext uri="{FF2B5EF4-FFF2-40B4-BE49-F238E27FC236}">
                <a16:creationId xmlns:a16="http://schemas.microsoft.com/office/drawing/2014/main" id="{E3F60165-3538-4397-AFC6-AE8872509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1976595"/>
            <a:ext cx="1097375" cy="1103472"/>
          </a:xfrm>
          <a:prstGeom prst="rect">
            <a:avLst/>
          </a:prstGeom>
        </p:spPr>
      </p:pic>
      <p:pic>
        <p:nvPicPr>
          <p:cNvPr id="1617" name="Picture 1616">
            <a:extLst>
              <a:ext uri="{FF2B5EF4-FFF2-40B4-BE49-F238E27FC236}">
                <a16:creationId xmlns:a16="http://schemas.microsoft.com/office/drawing/2014/main" id="{9D80B98F-9043-402D-9EE0-456C136DB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3" y="300319"/>
            <a:ext cx="1097375" cy="1103472"/>
          </a:xfrm>
          <a:prstGeom prst="rect">
            <a:avLst/>
          </a:prstGeom>
        </p:spPr>
      </p:pic>
      <p:sp>
        <p:nvSpPr>
          <p:cNvPr id="1631" name="Rectangle 1630">
            <a:extLst>
              <a:ext uri="{FF2B5EF4-FFF2-40B4-BE49-F238E27FC236}">
                <a16:creationId xmlns:a16="http://schemas.microsoft.com/office/drawing/2014/main" id="{2847518D-C59D-486F-8286-E84265CA783A}"/>
              </a:ext>
            </a:extLst>
          </p:cNvPr>
          <p:cNvSpPr/>
          <p:nvPr/>
        </p:nvSpPr>
        <p:spPr>
          <a:xfrm>
            <a:off x="8630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2" name="Rectangle 1631">
            <a:extLst>
              <a:ext uri="{FF2B5EF4-FFF2-40B4-BE49-F238E27FC236}">
                <a16:creationId xmlns:a16="http://schemas.microsoft.com/office/drawing/2014/main" id="{78C1DEED-3EEF-46AC-BC97-90C25F041FC1}"/>
              </a:ext>
            </a:extLst>
          </p:cNvPr>
          <p:cNvSpPr/>
          <p:nvPr/>
        </p:nvSpPr>
        <p:spPr>
          <a:xfrm>
            <a:off x="8738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8B70FE78-01C7-4E09-BAF6-F7E51472E501}"/>
              </a:ext>
            </a:extLst>
          </p:cNvPr>
          <p:cNvSpPr/>
          <p:nvPr/>
        </p:nvSpPr>
        <p:spPr>
          <a:xfrm>
            <a:off x="8846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4" name="Rectangle 1633">
            <a:extLst>
              <a:ext uri="{FF2B5EF4-FFF2-40B4-BE49-F238E27FC236}">
                <a16:creationId xmlns:a16="http://schemas.microsoft.com/office/drawing/2014/main" id="{87D068AF-5EDF-499A-B981-607D09EE0EA3}"/>
              </a:ext>
            </a:extLst>
          </p:cNvPr>
          <p:cNvSpPr/>
          <p:nvPr/>
        </p:nvSpPr>
        <p:spPr>
          <a:xfrm>
            <a:off x="8954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5" name="Rectangle 1634">
            <a:extLst>
              <a:ext uri="{FF2B5EF4-FFF2-40B4-BE49-F238E27FC236}">
                <a16:creationId xmlns:a16="http://schemas.microsoft.com/office/drawing/2014/main" id="{448B44D5-09CB-419F-BE16-D8FF2D3C5928}"/>
              </a:ext>
            </a:extLst>
          </p:cNvPr>
          <p:cNvSpPr/>
          <p:nvPr/>
        </p:nvSpPr>
        <p:spPr>
          <a:xfrm>
            <a:off x="9062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43" name="Picture 1642">
            <a:extLst>
              <a:ext uri="{FF2B5EF4-FFF2-40B4-BE49-F238E27FC236}">
                <a16:creationId xmlns:a16="http://schemas.microsoft.com/office/drawing/2014/main" id="{51EA24A0-97A6-422D-A9B8-87E127C26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3657963"/>
            <a:ext cx="1097375" cy="1103472"/>
          </a:xfrm>
          <a:prstGeom prst="rect">
            <a:avLst/>
          </a:prstGeom>
        </p:spPr>
      </p:pic>
      <p:sp>
        <p:nvSpPr>
          <p:cNvPr id="1645" name="Rectangle 1644">
            <a:extLst>
              <a:ext uri="{FF2B5EF4-FFF2-40B4-BE49-F238E27FC236}">
                <a16:creationId xmlns:a16="http://schemas.microsoft.com/office/drawing/2014/main" id="{7CE174A3-EB57-4F0F-9494-CD9BCE3238A7}"/>
              </a:ext>
            </a:extLst>
          </p:cNvPr>
          <p:cNvSpPr/>
          <p:nvPr/>
        </p:nvSpPr>
        <p:spPr>
          <a:xfrm>
            <a:off x="523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6" name="Rectangle 1645">
            <a:extLst>
              <a:ext uri="{FF2B5EF4-FFF2-40B4-BE49-F238E27FC236}">
                <a16:creationId xmlns:a16="http://schemas.microsoft.com/office/drawing/2014/main" id="{034A11AD-85E7-4E6C-B423-21ADCE9EA31F}"/>
              </a:ext>
            </a:extLst>
          </p:cNvPr>
          <p:cNvSpPr/>
          <p:nvPr/>
        </p:nvSpPr>
        <p:spPr>
          <a:xfrm>
            <a:off x="534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92386D74-0400-4181-A159-B72B122FFD32}"/>
              </a:ext>
            </a:extLst>
          </p:cNvPr>
          <p:cNvSpPr/>
          <p:nvPr/>
        </p:nvSpPr>
        <p:spPr>
          <a:xfrm>
            <a:off x="5454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8" name="Rectangle 1647">
            <a:extLst>
              <a:ext uri="{FF2B5EF4-FFF2-40B4-BE49-F238E27FC236}">
                <a16:creationId xmlns:a16="http://schemas.microsoft.com/office/drawing/2014/main" id="{C1191E4F-C9EB-4ECF-AC3C-67EADFB6E522}"/>
              </a:ext>
            </a:extLst>
          </p:cNvPr>
          <p:cNvSpPr/>
          <p:nvPr/>
        </p:nvSpPr>
        <p:spPr>
          <a:xfrm>
            <a:off x="5562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9" name="Rectangle 1648">
            <a:extLst>
              <a:ext uri="{FF2B5EF4-FFF2-40B4-BE49-F238E27FC236}">
                <a16:creationId xmlns:a16="http://schemas.microsoft.com/office/drawing/2014/main" id="{1C73E28F-EE5E-4055-BC17-77F89141A4A2}"/>
              </a:ext>
            </a:extLst>
          </p:cNvPr>
          <p:cNvSpPr/>
          <p:nvPr/>
        </p:nvSpPr>
        <p:spPr>
          <a:xfrm>
            <a:off x="5670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0" name="Rectangle 1649">
            <a:extLst>
              <a:ext uri="{FF2B5EF4-FFF2-40B4-BE49-F238E27FC236}">
                <a16:creationId xmlns:a16="http://schemas.microsoft.com/office/drawing/2014/main" id="{112527FE-746B-4912-AE1C-A81A72F670EE}"/>
              </a:ext>
            </a:extLst>
          </p:cNvPr>
          <p:cNvSpPr/>
          <p:nvPr/>
        </p:nvSpPr>
        <p:spPr>
          <a:xfrm>
            <a:off x="577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1" name="Rectangle 1650">
            <a:extLst>
              <a:ext uri="{FF2B5EF4-FFF2-40B4-BE49-F238E27FC236}">
                <a16:creationId xmlns:a16="http://schemas.microsoft.com/office/drawing/2014/main" id="{3BB3C932-B417-4DD2-90F0-755BEFD11084}"/>
              </a:ext>
            </a:extLst>
          </p:cNvPr>
          <p:cNvSpPr/>
          <p:nvPr/>
        </p:nvSpPr>
        <p:spPr>
          <a:xfrm>
            <a:off x="588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8" name="Rectangle 1657">
            <a:extLst>
              <a:ext uri="{FF2B5EF4-FFF2-40B4-BE49-F238E27FC236}">
                <a16:creationId xmlns:a16="http://schemas.microsoft.com/office/drawing/2014/main" id="{7E4A146A-470A-42CA-B667-2BE5C335A970}"/>
              </a:ext>
            </a:extLst>
          </p:cNvPr>
          <p:cNvSpPr/>
          <p:nvPr/>
        </p:nvSpPr>
        <p:spPr>
          <a:xfrm>
            <a:off x="8631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9" name="Rectangle 1658">
            <a:extLst>
              <a:ext uri="{FF2B5EF4-FFF2-40B4-BE49-F238E27FC236}">
                <a16:creationId xmlns:a16="http://schemas.microsoft.com/office/drawing/2014/main" id="{19BFF49F-DB67-449D-A24B-6376C873AA53}"/>
              </a:ext>
            </a:extLst>
          </p:cNvPr>
          <p:cNvSpPr/>
          <p:nvPr/>
        </p:nvSpPr>
        <p:spPr>
          <a:xfrm>
            <a:off x="8739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0" name="Rectangle 1669">
            <a:extLst>
              <a:ext uri="{FF2B5EF4-FFF2-40B4-BE49-F238E27FC236}">
                <a16:creationId xmlns:a16="http://schemas.microsoft.com/office/drawing/2014/main" id="{105C193F-15F2-4857-968C-3F6876F957E3}"/>
              </a:ext>
            </a:extLst>
          </p:cNvPr>
          <p:cNvSpPr/>
          <p:nvPr/>
        </p:nvSpPr>
        <p:spPr>
          <a:xfrm rot="5400000">
            <a:off x="2333298" y="496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1" name="Rectangle 1670">
            <a:extLst>
              <a:ext uri="{FF2B5EF4-FFF2-40B4-BE49-F238E27FC236}">
                <a16:creationId xmlns:a16="http://schemas.microsoft.com/office/drawing/2014/main" id="{82FB0884-B5EE-40E4-8717-EFAFAAD1D508}"/>
              </a:ext>
            </a:extLst>
          </p:cNvPr>
          <p:cNvSpPr/>
          <p:nvPr/>
        </p:nvSpPr>
        <p:spPr>
          <a:xfrm rot="5400000">
            <a:off x="2333298" y="507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2" name="Rectangle 1671">
            <a:extLst>
              <a:ext uri="{FF2B5EF4-FFF2-40B4-BE49-F238E27FC236}">
                <a16:creationId xmlns:a16="http://schemas.microsoft.com/office/drawing/2014/main" id="{AAB0C7AE-EEEC-40AF-B030-A7D60B8F0E32}"/>
              </a:ext>
            </a:extLst>
          </p:cNvPr>
          <p:cNvSpPr/>
          <p:nvPr/>
        </p:nvSpPr>
        <p:spPr>
          <a:xfrm rot="5400000">
            <a:off x="2333298" y="518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3" name="Rectangle 1672">
            <a:extLst>
              <a:ext uri="{FF2B5EF4-FFF2-40B4-BE49-F238E27FC236}">
                <a16:creationId xmlns:a16="http://schemas.microsoft.com/office/drawing/2014/main" id="{51CC67F6-5D93-487F-9976-1DE4967478C5}"/>
              </a:ext>
            </a:extLst>
          </p:cNvPr>
          <p:cNvSpPr/>
          <p:nvPr/>
        </p:nvSpPr>
        <p:spPr>
          <a:xfrm rot="5400000">
            <a:off x="2333298" y="529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4" name="Rectangle 1673">
            <a:extLst>
              <a:ext uri="{FF2B5EF4-FFF2-40B4-BE49-F238E27FC236}">
                <a16:creationId xmlns:a16="http://schemas.microsoft.com/office/drawing/2014/main" id="{17B2FE04-830E-4262-8AFC-87C0AF936BBA}"/>
              </a:ext>
            </a:extLst>
          </p:cNvPr>
          <p:cNvSpPr/>
          <p:nvPr/>
        </p:nvSpPr>
        <p:spPr>
          <a:xfrm rot="5400000">
            <a:off x="2333298" y="539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5" name="Rectangle 1674">
            <a:extLst>
              <a:ext uri="{FF2B5EF4-FFF2-40B4-BE49-F238E27FC236}">
                <a16:creationId xmlns:a16="http://schemas.microsoft.com/office/drawing/2014/main" id="{6F7CD21B-7CED-4E48-BC9A-F7718F37EDF4}"/>
              </a:ext>
            </a:extLst>
          </p:cNvPr>
          <p:cNvSpPr/>
          <p:nvPr/>
        </p:nvSpPr>
        <p:spPr>
          <a:xfrm rot="5400000">
            <a:off x="2333298" y="550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6" name="Rectangle 1675">
            <a:extLst>
              <a:ext uri="{FF2B5EF4-FFF2-40B4-BE49-F238E27FC236}">
                <a16:creationId xmlns:a16="http://schemas.microsoft.com/office/drawing/2014/main" id="{40EAC24B-B2B0-4DA1-B86B-F4F8A18AEEDF}"/>
              </a:ext>
            </a:extLst>
          </p:cNvPr>
          <p:cNvSpPr/>
          <p:nvPr/>
        </p:nvSpPr>
        <p:spPr>
          <a:xfrm rot="5400000">
            <a:off x="2333298" y="561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7" name="Rectangle 1676">
            <a:extLst>
              <a:ext uri="{FF2B5EF4-FFF2-40B4-BE49-F238E27FC236}">
                <a16:creationId xmlns:a16="http://schemas.microsoft.com/office/drawing/2014/main" id="{6BDB79BD-1136-431A-AC0A-E5966E5E0745}"/>
              </a:ext>
            </a:extLst>
          </p:cNvPr>
          <p:cNvSpPr/>
          <p:nvPr/>
        </p:nvSpPr>
        <p:spPr>
          <a:xfrm rot="5400000">
            <a:off x="2333298" y="572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8" name="Rectangle 1677">
            <a:extLst>
              <a:ext uri="{FF2B5EF4-FFF2-40B4-BE49-F238E27FC236}">
                <a16:creationId xmlns:a16="http://schemas.microsoft.com/office/drawing/2014/main" id="{F08E107B-011E-42BF-A13D-A095E972286F}"/>
              </a:ext>
            </a:extLst>
          </p:cNvPr>
          <p:cNvSpPr/>
          <p:nvPr/>
        </p:nvSpPr>
        <p:spPr>
          <a:xfrm rot="5400000">
            <a:off x="2333298" y="583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0" name="Rectangle 1679">
            <a:extLst>
              <a:ext uri="{FF2B5EF4-FFF2-40B4-BE49-F238E27FC236}">
                <a16:creationId xmlns:a16="http://schemas.microsoft.com/office/drawing/2014/main" id="{33A921CB-B3C8-4939-82F2-CA3FF6401006}"/>
              </a:ext>
            </a:extLst>
          </p:cNvPr>
          <p:cNvSpPr/>
          <p:nvPr/>
        </p:nvSpPr>
        <p:spPr>
          <a:xfrm rot="5400000">
            <a:off x="2333298" y="475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3" name="Rectangle 1682">
            <a:extLst>
              <a:ext uri="{FF2B5EF4-FFF2-40B4-BE49-F238E27FC236}">
                <a16:creationId xmlns:a16="http://schemas.microsoft.com/office/drawing/2014/main" id="{085B6232-C0E9-4928-96BA-2F1F6A1E6A9D}"/>
              </a:ext>
            </a:extLst>
          </p:cNvPr>
          <p:cNvSpPr/>
          <p:nvPr/>
        </p:nvSpPr>
        <p:spPr>
          <a:xfrm>
            <a:off x="3838715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4" name="Rectangle 1683">
            <a:extLst>
              <a:ext uri="{FF2B5EF4-FFF2-40B4-BE49-F238E27FC236}">
                <a16:creationId xmlns:a16="http://schemas.microsoft.com/office/drawing/2014/main" id="{5B160514-C055-4BD6-B121-3F2A22B96A8B}"/>
              </a:ext>
            </a:extLst>
          </p:cNvPr>
          <p:cNvSpPr/>
          <p:nvPr/>
        </p:nvSpPr>
        <p:spPr>
          <a:xfrm>
            <a:off x="7230307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5" name="Rectangle 1684">
            <a:extLst>
              <a:ext uri="{FF2B5EF4-FFF2-40B4-BE49-F238E27FC236}">
                <a16:creationId xmlns:a16="http://schemas.microsoft.com/office/drawing/2014/main" id="{C1CD910A-01EE-4E31-8257-BB1443685DC9}"/>
              </a:ext>
            </a:extLst>
          </p:cNvPr>
          <p:cNvSpPr/>
          <p:nvPr/>
        </p:nvSpPr>
        <p:spPr>
          <a:xfrm>
            <a:off x="7230307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6" name="Rectangle 1685">
            <a:extLst>
              <a:ext uri="{FF2B5EF4-FFF2-40B4-BE49-F238E27FC236}">
                <a16:creationId xmlns:a16="http://schemas.microsoft.com/office/drawing/2014/main" id="{D5BF46EF-9F6C-4F4F-A7A9-A3722E937862}"/>
              </a:ext>
            </a:extLst>
          </p:cNvPr>
          <p:cNvSpPr/>
          <p:nvPr/>
        </p:nvSpPr>
        <p:spPr>
          <a:xfrm>
            <a:off x="447122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7" name="Rectangle 1686">
            <a:extLst>
              <a:ext uri="{FF2B5EF4-FFF2-40B4-BE49-F238E27FC236}">
                <a16:creationId xmlns:a16="http://schemas.microsoft.com/office/drawing/2014/main" id="{106BD624-0C07-4227-BAF0-67EF21B5F441}"/>
              </a:ext>
            </a:extLst>
          </p:cNvPr>
          <p:cNvSpPr/>
          <p:nvPr/>
        </p:nvSpPr>
        <p:spPr>
          <a:xfrm>
            <a:off x="351871" y="207338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8" name="Rectangle 1687">
            <a:extLst>
              <a:ext uri="{FF2B5EF4-FFF2-40B4-BE49-F238E27FC236}">
                <a16:creationId xmlns:a16="http://schemas.microsoft.com/office/drawing/2014/main" id="{7DD2F0C9-C497-423F-8EAD-17F66B60D4EF}"/>
              </a:ext>
            </a:extLst>
          </p:cNvPr>
          <p:cNvSpPr/>
          <p:nvPr/>
        </p:nvSpPr>
        <p:spPr>
          <a:xfrm>
            <a:off x="447122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9" name="Rectangle 1688">
            <a:extLst>
              <a:ext uri="{FF2B5EF4-FFF2-40B4-BE49-F238E27FC236}">
                <a16:creationId xmlns:a16="http://schemas.microsoft.com/office/drawing/2014/main" id="{95CC8EE6-95D9-4A38-A032-17B257E49174}"/>
              </a:ext>
            </a:extLst>
          </p:cNvPr>
          <p:cNvSpPr/>
          <p:nvPr/>
        </p:nvSpPr>
        <p:spPr>
          <a:xfrm>
            <a:off x="351871" y="376502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0" name="Rectangle 1689">
            <a:extLst>
              <a:ext uri="{FF2B5EF4-FFF2-40B4-BE49-F238E27FC236}">
                <a16:creationId xmlns:a16="http://schemas.microsoft.com/office/drawing/2014/main" id="{C9551617-CEA4-4E81-AA1A-9ACEA0379F8B}"/>
              </a:ext>
            </a:extLst>
          </p:cNvPr>
          <p:cNvSpPr/>
          <p:nvPr/>
        </p:nvSpPr>
        <p:spPr>
          <a:xfrm>
            <a:off x="7230307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1" name="Rectangle 1690">
            <a:extLst>
              <a:ext uri="{FF2B5EF4-FFF2-40B4-BE49-F238E27FC236}">
                <a16:creationId xmlns:a16="http://schemas.microsoft.com/office/drawing/2014/main" id="{A12DAC39-2273-42D3-AFC1-C4BC807AA4F6}"/>
              </a:ext>
            </a:extLst>
          </p:cNvPr>
          <p:cNvSpPr/>
          <p:nvPr/>
        </p:nvSpPr>
        <p:spPr>
          <a:xfrm>
            <a:off x="7155796" y="374798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04FEB710-64D1-4198-9FFF-6732551736B1}"/>
              </a:ext>
            </a:extLst>
          </p:cNvPr>
          <p:cNvSpPr/>
          <p:nvPr/>
        </p:nvSpPr>
        <p:spPr>
          <a:xfrm>
            <a:off x="7081285" y="383170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3" name="Rectangle 1692">
            <a:extLst>
              <a:ext uri="{FF2B5EF4-FFF2-40B4-BE49-F238E27FC236}">
                <a16:creationId xmlns:a16="http://schemas.microsoft.com/office/drawing/2014/main" id="{4212E6C9-6285-4ED8-A2B7-C8999CFC9423}"/>
              </a:ext>
            </a:extLst>
          </p:cNvPr>
          <p:cNvSpPr/>
          <p:nvPr/>
        </p:nvSpPr>
        <p:spPr>
          <a:xfrm>
            <a:off x="447122" y="534563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490028AC-D892-4454-B7FC-1917D53F25CE}"/>
              </a:ext>
            </a:extLst>
          </p:cNvPr>
          <p:cNvSpPr/>
          <p:nvPr/>
        </p:nvSpPr>
        <p:spPr>
          <a:xfrm rot="5400000">
            <a:off x="5728859" y="4859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9" name="Rectangle 1708">
            <a:extLst>
              <a:ext uri="{FF2B5EF4-FFF2-40B4-BE49-F238E27FC236}">
                <a16:creationId xmlns:a16="http://schemas.microsoft.com/office/drawing/2014/main" id="{7A7A62DB-6367-4AEA-B4B7-4A907D6DE503}"/>
              </a:ext>
            </a:extLst>
          </p:cNvPr>
          <p:cNvSpPr/>
          <p:nvPr/>
        </p:nvSpPr>
        <p:spPr>
          <a:xfrm rot="5400000">
            <a:off x="5728859" y="4967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54615624-1B5A-4FD2-8DA8-C1B9E3D93C75}"/>
              </a:ext>
            </a:extLst>
          </p:cNvPr>
          <p:cNvSpPr/>
          <p:nvPr/>
        </p:nvSpPr>
        <p:spPr>
          <a:xfrm rot="5400000">
            <a:off x="5728859" y="5075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718" name="Group 1717">
            <a:extLst>
              <a:ext uri="{FF2B5EF4-FFF2-40B4-BE49-F238E27FC236}">
                <a16:creationId xmlns:a16="http://schemas.microsoft.com/office/drawing/2014/main" id="{CB822F92-DB04-4335-83F6-1301C0D8569F}"/>
              </a:ext>
            </a:extLst>
          </p:cNvPr>
          <p:cNvGrpSpPr/>
          <p:nvPr/>
        </p:nvGrpSpPr>
        <p:grpSpPr>
          <a:xfrm>
            <a:off x="8631276" y="5345680"/>
            <a:ext cx="216000" cy="1080000"/>
            <a:chOff x="9838839" y="5583425"/>
            <a:chExt cx="216000" cy="1080000"/>
          </a:xfrm>
        </p:grpSpPr>
        <p:sp>
          <p:nvSpPr>
            <p:cNvPr id="1716" name="Rectangle 1715">
              <a:extLst>
                <a:ext uri="{FF2B5EF4-FFF2-40B4-BE49-F238E27FC236}">
                  <a16:creationId xmlns:a16="http://schemas.microsoft.com/office/drawing/2014/main" id="{FC9C0BCC-1066-4BE8-910F-76B44E5E6641}"/>
                </a:ext>
              </a:extLst>
            </p:cNvPr>
            <p:cNvSpPr/>
            <p:nvPr/>
          </p:nvSpPr>
          <p:spPr>
            <a:xfrm>
              <a:off x="9838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7" name="Rectangle 1716">
              <a:extLst>
                <a:ext uri="{FF2B5EF4-FFF2-40B4-BE49-F238E27FC236}">
                  <a16:creationId xmlns:a16="http://schemas.microsoft.com/office/drawing/2014/main" id="{8942ED26-0EDC-47CD-817D-81AF428FACA2}"/>
                </a:ext>
              </a:extLst>
            </p:cNvPr>
            <p:cNvSpPr/>
            <p:nvPr/>
          </p:nvSpPr>
          <p:spPr>
            <a:xfrm>
              <a:off x="9946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722" name="Group 1721">
            <a:extLst>
              <a:ext uri="{FF2B5EF4-FFF2-40B4-BE49-F238E27FC236}">
                <a16:creationId xmlns:a16="http://schemas.microsoft.com/office/drawing/2014/main" id="{049E665D-5576-4392-8353-3ABC79370009}"/>
              </a:ext>
            </a:extLst>
          </p:cNvPr>
          <p:cNvGrpSpPr/>
          <p:nvPr/>
        </p:nvGrpSpPr>
        <p:grpSpPr>
          <a:xfrm>
            <a:off x="9385601" y="5342505"/>
            <a:ext cx="324000" cy="1080000"/>
            <a:chOff x="8746639" y="5866000"/>
            <a:chExt cx="324000" cy="1080000"/>
          </a:xfrm>
        </p:grpSpPr>
        <p:sp>
          <p:nvSpPr>
            <p:cNvPr id="1719" name="Rectangle 1718">
              <a:extLst>
                <a:ext uri="{FF2B5EF4-FFF2-40B4-BE49-F238E27FC236}">
                  <a16:creationId xmlns:a16="http://schemas.microsoft.com/office/drawing/2014/main" id="{27ADDECC-F29B-4549-AF0B-CE3CEE37B8DD}"/>
                </a:ext>
              </a:extLst>
            </p:cNvPr>
            <p:cNvSpPr/>
            <p:nvPr/>
          </p:nvSpPr>
          <p:spPr>
            <a:xfrm>
              <a:off x="8746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0" name="Rectangle 1719">
              <a:extLst>
                <a:ext uri="{FF2B5EF4-FFF2-40B4-BE49-F238E27FC236}">
                  <a16:creationId xmlns:a16="http://schemas.microsoft.com/office/drawing/2014/main" id="{BC628D95-6AD7-48DE-8A09-BE88A59757C3}"/>
                </a:ext>
              </a:extLst>
            </p:cNvPr>
            <p:cNvSpPr/>
            <p:nvPr/>
          </p:nvSpPr>
          <p:spPr>
            <a:xfrm>
              <a:off x="8854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1" name="Rectangle 1720">
              <a:extLst>
                <a:ext uri="{FF2B5EF4-FFF2-40B4-BE49-F238E27FC236}">
                  <a16:creationId xmlns:a16="http://schemas.microsoft.com/office/drawing/2014/main" id="{3369AD5E-1BCB-4996-B2FD-E827226A0227}"/>
                </a:ext>
              </a:extLst>
            </p:cNvPr>
            <p:cNvSpPr/>
            <p:nvPr/>
          </p:nvSpPr>
          <p:spPr>
            <a:xfrm>
              <a:off x="8962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AFF8173-EEE5-59F8-7317-AB9B51099C5F}"/>
              </a:ext>
            </a:extLst>
          </p:cNvPr>
          <p:cNvSpPr txBox="1"/>
          <p:nvPr/>
        </p:nvSpPr>
        <p:spPr>
          <a:xfrm>
            <a:off x="1438564" y="1438275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9A70AB-2D58-91AA-EBAD-52F849CA5D4E}"/>
              </a:ext>
            </a:extLst>
          </p:cNvPr>
          <p:cNvSpPr txBox="1"/>
          <p:nvPr/>
        </p:nvSpPr>
        <p:spPr>
          <a:xfrm>
            <a:off x="4837084" y="1438275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1.1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5C0F9-848E-0B61-1D24-0DA2951FB9C4}"/>
              </a:ext>
            </a:extLst>
          </p:cNvPr>
          <p:cNvSpPr txBox="1"/>
          <p:nvPr/>
        </p:nvSpPr>
        <p:spPr>
          <a:xfrm>
            <a:off x="8157858" y="143827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1.04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63147-52E8-347C-6E95-C523C43370A4}"/>
              </a:ext>
            </a:extLst>
          </p:cNvPr>
          <p:cNvSpPr txBox="1"/>
          <p:nvPr/>
        </p:nvSpPr>
        <p:spPr>
          <a:xfrm>
            <a:off x="1438565" y="3129915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2.3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1FBD7-1927-2B23-C3C7-2D0236E80A58}"/>
              </a:ext>
            </a:extLst>
          </p:cNvPr>
          <p:cNvSpPr txBox="1"/>
          <p:nvPr/>
        </p:nvSpPr>
        <p:spPr>
          <a:xfrm>
            <a:off x="4759339" y="312991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670CF-3AAB-216E-E424-C56964921CA3}"/>
              </a:ext>
            </a:extLst>
          </p:cNvPr>
          <p:cNvSpPr txBox="1"/>
          <p:nvPr/>
        </p:nvSpPr>
        <p:spPr>
          <a:xfrm>
            <a:off x="8157858" y="312991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1.54</a:t>
            </a:r>
          </a:p>
        </p:txBody>
      </p:sp>
    </p:spTree>
    <p:extLst>
      <p:ext uri="{BB962C8B-B14F-4D97-AF65-F5344CB8AC3E}">
        <p14:creationId xmlns:p14="http://schemas.microsoft.com/office/powerpoint/2010/main" val="420441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4" name="Group 1713">
            <a:extLst>
              <a:ext uri="{FF2B5EF4-FFF2-40B4-BE49-F238E27FC236}">
                <a16:creationId xmlns:a16="http://schemas.microsoft.com/office/drawing/2014/main" id="{919C79D8-9647-499F-9559-45DFE585CF4D}"/>
              </a:ext>
            </a:extLst>
          </p:cNvPr>
          <p:cNvGrpSpPr/>
          <p:nvPr/>
        </p:nvGrpSpPr>
        <p:grpSpPr>
          <a:xfrm>
            <a:off x="3689693" y="5345636"/>
            <a:ext cx="1229022" cy="1247434"/>
            <a:chOff x="7233685" y="3816669"/>
            <a:chExt cx="1229022" cy="1247434"/>
          </a:xfrm>
        </p:grpSpPr>
        <p:sp>
          <p:nvSpPr>
            <p:cNvPr id="1711" name="Rectangle 1710">
              <a:extLst>
                <a:ext uri="{FF2B5EF4-FFF2-40B4-BE49-F238E27FC236}">
                  <a16:creationId xmlns:a16="http://schemas.microsoft.com/office/drawing/2014/main" id="{769FA7BB-0145-455F-BBF0-42E380BEE5E8}"/>
                </a:ext>
              </a:extLst>
            </p:cNvPr>
            <p:cNvSpPr/>
            <p:nvPr/>
          </p:nvSpPr>
          <p:spPr>
            <a:xfrm>
              <a:off x="7382707" y="3816669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2" name="Rectangle 1711">
              <a:extLst>
                <a:ext uri="{FF2B5EF4-FFF2-40B4-BE49-F238E27FC236}">
                  <a16:creationId xmlns:a16="http://schemas.microsoft.com/office/drawing/2014/main" id="{3F518788-CA2E-48AF-9187-F8EB99C8336A}"/>
                </a:ext>
              </a:extLst>
            </p:cNvPr>
            <p:cNvSpPr/>
            <p:nvPr/>
          </p:nvSpPr>
          <p:spPr>
            <a:xfrm>
              <a:off x="7308196" y="3900386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3" name="Rectangle 1712">
              <a:extLst>
                <a:ext uri="{FF2B5EF4-FFF2-40B4-BE49-F238E27FC236}">
                  <a16:creationId xmlns:a16="http://schemas.microsoft.com/office/drawing/2014/main" id="{21B93C0D-B146-4965-8435-8230536D3BB8}"/>
                </a:ext>
              </a:extLst>
            </p:cNvPr>
            <p:cNvSpPr/>
            <p:nvPr/>
          </p:nvSpPr>
          <p:spPr>
            <a:xfrm>
              <a:off x="7233685" y="3984103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10F94B08-82D7-4DEF-A96A-5D07068AB185}"/>
              </a:ext>
            </a:extLst>
          </p:cNvPr>
          <p:cNvSpPr/>
          <p:nvPr/>
        </p:nvSpPr>
        <p:spPr>
          <a:xfrm rot="5400000">
            <a:off x="2333298" y="485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8" name="Picture 1617">
            <a:extLst>
              <a:ext uri="{FF2B5EF4-FFF2-40B4-BE49-F238E27FC236}">
                <a16:creationId xmlns:a16="http://schemas.microsoft.com/office/drawing/2014/main" id="{68EE1BB4-F200-4BB3-AB02-EFA71673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916" y="295227"/>
            <a:ext cx="1103472" cy="110347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83EEDF0-FEA5-47CD-A5C2-3DA2E85A8F3D}"/>
              </a:ext>
            </a:extLst>
          </p:cNvPr>
          <p:cNvSpPr/>
          <p:nvPr/>
        </p:nvSpPr>
        <p:spPr>
          <a:xfrm>
            <a:off x="1650115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26B43988-DF83-4113-B731-FA2E2D70907D}"/>
              </a:ext>
            </a:extLst>
          </p:cNvPr>
          <p:cNvCxnSpPr>
            <a:cxnSpLocks/>
          </p:cNvCxnSpPr>
          <p:nvPr/>
        </p:nvCxnSpPr>
        <p:spPr>
          <a:xfrm>
            <a:off x="928024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716C43E1-295E-4D8B-BFAA-4828880C7FE9}"/>
              </a:ext>
            </a:extLst>
          </p:cNvPr>
          <p:cNvSpPr txBox="1"/>
          <p:nvPr/>
        </p:nvSpPr>
        <p:spPr>
          <a:xfrm>
            <a:off x="125645" y="705415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FA498193-8B66-495E-B800-888E047D34C9}"/>
              </a:ext>
            </a:extLst>
          </p:cNvPr>
          <p:cNvSpPr/>
          <p:nvPr/>
        </p:nvSpPr>
        <p:spPr>
          <a:xfrm>
            <a:off x="5041708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8" name="Picture 267">
            <a:extLst>
              <a:ext uri="{FF2B5EF4-FFF2-40B4-BE49-F238E27FC236}">
                <a16:creationId xmlns:a16="http://schemas.microsoft.com/office/drawing/2014/main" id="{4902989D-95DA-4492-9EEB-F7A2BF2F0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295227"/>
            <a:ext cx="1097375" cy="1097375"/>
          </a:xfrm>
          <a:prstGeom prst="rect">
            <a:avLst/>
          </a:prstGeom>
        </p:spPr>
      </p:pic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C78432E4-6FDB-431A-A10C-E4212B62D5E7}"/>
              </a:ext>
            </a:extLst>
          </p:cNvPr>
          <p:cNvCxnSpPr>
            <a:cxnSpLocks/>
          </p:cNvCxnSpPr>
          <p:nvPr/>
        </p:nvCxnSpPr>
        <p:spPr>
          <a:xfrm>
            <a:off x="4319617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2753CF16-FF30-4E8D-8244-F4D12E281A3E}"/>
              </a:ext>
            </a:extLst>
          </p:cNvPr>
          <p:cNvSpPr txBox="1"/>
          <p:nvPr/>
        </p:nvSpPr>
        <p:spPr>
          <a:xfrm>
            <a:off x="3520444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BCF07863-D4A6-4059-B538-F08247F7E256}"/>
              </a:ext>
            </a:extLst>
          </p:cNvPr>
          <p:cNvSpPr/>
          <p:nvPr/>
        </p:nvSpPr>
        <p:spPr>
          <a:xfrm>
            <a:off x="8433300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7" name="Picture 386">
            <a:extLst>
              <a:ext uri="{FF2B5EF4-FFF2-40B4-BE49-F238E27FC236}">
                <a16:creationId xmlns:a16="http://schemas.microsoft.com/office/drawing/2014/main" id="{A2BBD934-CEC4-4BB6-A2EA-D2C352F6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295227"/>
            <a:ext cx="1097375" cy="1097375"/>
          </a:xfrm>
          <a:prstGeom prst="rect">
            <a:avLst/>
          </a:prstGeom>
        </p:spPr>
      </p:pic>
      <p:sp>
        <p:nvSpPr>
          <p:cNvPr id="430" name="Rectangle 429">
            <a:extLst>
              <a:ext uri="{FF2B5EF4-FFF2-40B4-BE49-F238E27FC236}">
                <a16:creationId xmlns:a16="http://schemas.microsoft.com/office/drawing/2014/main" id="{91D2D57C-F7B8-431C-9B8B-2F2ED6972F7F}"/>
              </a:ext>
            </a:extLst>
          </p:cNvPr>
          <p:cNvSpPr/>
          <p:nvPr/>
        </p:nvSpPr>
        <p:spPr>
          <a:xfrm>
            <a:off x="8630482" y="945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130564E1-8516-4CCA-A8AA-DA07EF179049}"/>
              </a:ext>
            </a:extLst>
          </p:cNvPr>
          <p:cNvSpPr/>
          <p:nvPr/>
        </p:nvSpPr>
        <p:spPr>
          <a:xfrm>
            <a:off x="8630482" y="1053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00324ABE-11C0-4143-A6AF-778F945BBA98}"/>
              </a:ext>
            </a:extLst>
          </p:cNvPr>
          <p:cNvSpPr/>
          <p:nvPr/>
        </p:nvSpPr>
        <p:spPr>
          <a:xfrm>
            <a:off x="8630482" y="116160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686D6B19-84F9-4E61-8956-F9E2181746A2}"/>
              </a:ext>
            </a:extLst>
          </p:cNvPr>
          <p:cNvSpPr/>
          <p:nvPr/>
        </p:nvSpPr>
        <p:spPr>
          <a:xfrm>
            <a:off x="8630482" y="1269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1024F18A-7184-4598-949B-306D0BFB7B6A}"/>
              </a:ext>
            </a:extLst>
          </p:cNvPr>
          <p:cNvCxnSpPr>
            <a:cxnSpLocks/>
          </p:cNvCxnSpPr>
          <p:nvPr/>
        </p:nvCxnSpPr>
        <p:spPr>
          <a:xfrm>
            <a:off x="7711209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D864D2A6-B513-4DA8-8A1C-EA2F656F0251}"/>
              </a:ext>
            </a:extLst>
          </p:cNvPr>
          <p:cNvSpPr txBox="1"/>
          <p:nvPr/>
        </p:nvSpPr>
        <p:spPr>
          <a:xfrm>
            <a:off x="6912036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44" name="Oval 743">
            <a:extLst>
              <a:ext uri="{FF2B5EF4-FFF2-40B4-BE49-F238E27FC236}">
                <a16:creationId xmlns:a16="http://schemas.microsoft.com/office/drawing/2014/main" id="{0A3E11D6-7E31-41FC-BF00-928DC12E48D2}"/>
              </a:ext>
            </a:extLst>
          </p:cNvPr>
          <p:cNvSpPr/>
          <p:nvPr/>
        </p:nvSpPr>
        <p:spPr>
          <a:xfrm>
            <a:off x="1650115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46" name="Picture 745">
            <a:extLst>
              <a:ext uri="{FF2B5EF4-FFF2-40B4-BE49-F238E27FC236}">
                <a16:creationId xmlns:a16="http://schemas.microsoft.com/office/drawing/2014/main" id="{FC134D5A-589A-4D7E-AD5D-3E0422764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1976595"/>
            <a:ext cx="1097375" cy="1097375"/>
          </a:xfrm>
          <a:prstGeom prst="rect">
            <a:avLst/>
          </a:prstGeom>
        </p:spPr>
      </p:pic>
      <p:cxnSp>
        <p:nvCxnSpPr>
          <p:cNvPr id="742" name="Straight Connector 741">
            <a:extLst>
              <a:ext uri="{FF2B5EF4-FFF2-40B4-BE49-F238E27FC236}">
                <a16:creationId xmlns:a16="http://schemas.microsoft.com/office/drawing/2014/main" id="{5C137BB9-6E0C-4E85-978B-382AD5108108}"/>
              </a:ext>
            </a:extLst>
          </p:cNvPr>
          <p:cNvCxnSpPr>
            <a:cxnSpLocks/>
          </p:cNvCxnSpPr>
          <p:nvPr/>
        </p:nvCxnSpPr>
        <p:spPr>
          <a:xfrm>
            <a:off x="928024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3" name="TextBox 742">
            <a:extLst>
              <a:ext uri="{FF2B5EF4-FFF2-40B4-BE49-F238E27FC236}">
                <a16:creationId xmlns:a16="http://schemas.microsoft.com/office/drawing/2014/main" id="{817372C2-E520-42A4-AD06-AE2F2AC5230D}"/>
              </a:ext>
            </a:extLst>
          </p:cNvPr>
          <p:cNvSpPr txBox="1"/>
          <p:nvPr/>
        </p:nvSpPr>
        <p:spPr>
          <a:xfrm>
            <a:off x="61468" y="238678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24DF7CF6-7B3A-4098-91B8-5C3AE91C9D82}"/>
              </a:ext>
            </a:extLst>
          </p:cNvPr>
          <p:cNvSpPr/>
          <p:nvPr/>
        </p:nvSpPr>
        <p:spPr>
          <a:xfrm>
            <a:off x="5041708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28" name="Picture 627">
            <a:extLst>
              <a:ext uri="{FF2B5EF4-FFF2-40B4-BE49-F238E27FC236}">
                <a16:creationId xmlns:a16="http://schemas.microsoft.com/office/drawing/2014/main" id="{577EB59D-189E-44D3-9EF2-849D4ABF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1976595"/>
            <a:ext cx="1097375" cy="1097375"/>
          </a:xfrm>
          <a:prstGeom prst="rect">
            <a:avLst/>
          </a:prstGeom>
        </p:spPr>
      </p:pic>
      <p:sp>
        <p:nvSpPr>
          <p:cNvPr id="693" name="Rectangle 692">
            <a:extLst>
              <a:ext uri="{FF2B5EF4-FFF2-40B4-BE49-F238E27FC236}">
                <a16:creationId xmlns:a16="http://schemas.microsoft.com/office/drawing/2014/main" id="{DF2C6456-5DF2-40A7-B9BA-FE9901383FF9}"/>
              </a:ext>
            </a:extLst>
          </p:cNvPr>
          <p:cNvSpPr/>
          <p:nvPr/>
        </p:nvSpPr>
        <p:spPr>
          <a:xfrm>
            <a:off x="5454890" y="241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9F92EDFF-D8D8-40E8-B24C-0561F5627D64}"/>
              </a:ext>
            </a:extLst>
          </p:cNvPr>
          <p:cNvSpPr/>
          <p:nvPr/>
        </p:nvSpPr>
        <p:spPr>
          <a:xfrm>
            <a:off x="5454890" y="2521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37DB6E48-9604-4847-990F-6EA1DE9F1DE0}"/>
              </a:ext>
            </a:extLst>
          </p:cNvPr>
          <p:cNvSpPr/>
          <p:nvPr/>
        </p:nvSpPr>
        <p:spPr>
          <a:xfrm>
            <a:off x="5454890" y="2629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5187F24B-9A93-4B22-8518-00B7FB792DB7}"/>
              </a:ext>
            </a:extLst>
          </p:cNvPr>
          <p:cNvSpPr/>
          <p:nvPr/>
        </p:nvSpPr>
        <p:spPr>
          <a:xfrm>
            <a:off x="5454890" y="2737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25D34B4E-B596-4464-BB9B-29B447DD506D}"/>
              </a:ext>
            </a:extLst>
          </p:cNvPr>
          <p:cNvSpPr/>
          <p:nvPr/>
        </p:nvSpPr>
        <p:spPr>
          <a:xfrm>
            <a:off x="5454890" y="284535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7D9F6CAA-C78A-4492-8C6D-23B3945EAC9F}"/>
              </a:ext>
            </a:extLst>
          </p:cNvPr>
          <p:cNvSpPr/>
          <p:nvPr/>
        </p:nvSpPr>
        <p:spPr>
          <a:xfrm>
            <a:off x="5454890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98E71671-3C62-4A68-9D53-26C647EB96F9}"/>
              </a:ext>
            </a:extLst>
          </p:cNvPr>
          <p:cNvCxnSpPr>
            <a:cxnSpLocks/>
          </p:cNvCxnSpPr>
          <p:nvPr/>
        </p:nvCxnSpPr>
        <p:spPr>
          <a:xfrm>
            <a:off x="4319617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5" name="TextBox 624">
            <a:extLst>
              <a:ext uri="{FF2B5EF4-FFF2-40B4-BE49-F238E27FC236}">
                <a16:creationId xmlns:a16="http://schemas.microsoft.com/office/drawing/2014/main" id="{3E437691-CBC3-41B6-A24A-52186F282141}"/>
              </a:ext>
            </a:extLst>
          </p:cNvPr>
          <p:cNvSpPr txBox="1"/>
          <p:nvPr/>
        </p:nvSpPr>
        <p:spPr>
          <a:xfrm>
            <a:off x="3512429" y="2386783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27408EC8-AB7D-460F-AD65-3DE71E6171A5}"/>
              </a:ext>
            </a:extLst>
          </p:cNvPr>
          <p:cNvSpPr/>
          <p:nvPr/>
        </p:nvSpPr>
        <p:spPr>
          <a:xfrm>
            <a:off x="8433300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0" name="Picture 509">
            <a:extLst>
              <a:ext uri="{FF2B5EF4-FFF2-40B4-BE49-F238E27FC236}">
                <a16:creationId xmlns:a16="http://schemas.microsoft.com/office/drawing/2014/main" id="{E5E2F690-33AD-4661-9A87-45D83762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1976595"/>
            <a:ext cx="1097375" cy="1097375"/>
          </a:xfrm>
          <a:prstGeom prst="rect">
            <a:avLst/>
          </a:prstGeom>
        </p:spPr>
      </p:pic>
      <p:sp>
        <p:nvSpPr>
          <p:cNvPr id="528" name="Rectangle 527">
            <a:extLst>
              <a:ext uri="{FF2B5EF4-FFF2-40B4-BE49-F238E27FC236}">
                <a16:creationId xmlns:a16="http://schemas.microsoft.com/office/drawing/2014/main" id="{8D4DB4A9-4EB7-457A-AB77-837DF8BA59E8}"/>
              </a:ext>
            </a:extLst>
          </p:cNvPr>
          <p:cNvSpPr/>
          <p:nvPr/>
        </p:nvSpPr>
        <p:spPr>
          <a:xfrm>
            <a:off x="9170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B5EA02B9-99F7-447B-B431-9E4CFFAC2844}"/>
              </a:ext>
            </a:extLst>
          </p:cNvPr>
          <p:cNvSpPr/>
          <p:nvPr/>
        </p:nvSpPr>
        <p:spPr>
          <a:xfrm>
            <a:off x="9278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25BB3A89-5FD0-41EB-B7F3-A3D7945DC940}"/>
              </a:ext>
            </a:extLst>
          </p:cNvPr>
          <p:cNvSpPr/>
          <p:nvPr/>
        </p:nvSpPr>
        <p:spPr>
          <a:xfrm>
            <a:off x="9386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11EB3A93-9B9F-4FC3-818A-6C5FD89A9F70}"/>
              </a:ext>
            </a:extLst>
          </p:cNvPr>
          <p:cNvSpPr/>
          <p:nvPr/>
        </p:nvSpPr>
        <p:spPr>
          <a:xfrm>
            <a:off x="9494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C126737B-A09F-44AC-A032-0CA54AF6973B}"/>
              </a:ext>
            </a:extLst>
          </p:cNvPr>
          <p:cNvCxnSpPr>
            <a:cxnSpLocks/>
          </p:cNvCxnSpPr>
          <p:nvPr/>
        </p:nvCxnSpPr>
        <p:spPr>
          <a:xfrm>
            <a:off x="7711209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7" name="TextBox 506">
            <a:extLst>
              <a:ext uri="{FF2B5EF4-FFF2-40B4-BE49-F238E27FC236}">
                <a16:creationId xmlns:a16="http://schemas.microsoft.com/office/drawing/2014/main" id="{72B1ACCA-2CB3-4909-9F15-804B6D6E8E57}"/>
              </a:ext>
            </a:extLst>
          </p:cNvPr>
          <p:cNvSpPr txBox="1"/>
          <p:nvPr/>
        </p:nvSpPr>
        <p:spPr>
          <a:xfrm>
            <a:off x="6916043" y="2386783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02" name="Oval 1101">
            <a:extLst>
              <a:ext uri="{FF2B5EF4-FFF2-40B4-BE49-F238E27FC236}">
                <a16:creationId xmlns:a16="http://schemas.microsoft.com/office/drawing/2014/main" id="{BB7127DF-674F-43AB-8D51-2ADA22577F81}"/>
              </a:ext>
            </a:extLst>
          </p:cNvPr>
          <p:cNvSpPr/>
          <p:nvPr/>
        </p:nvSpPr>
        <p:spPr>
          <a:xfrm>
            <a:off x="1650115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A6CFA152-C36A-458B-B8CF-B962EBA7C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3657963"/>
            <a:ext cx="1097375" cy="1097375"/>
          </a:xfrm>
          <a:prstGeom prst="rect">
            <a:avLst/>
          </a:prstGeom>
        </p:spPr>
      </p:pic>
      <p:sp>
        <p:nvSpPr>
          <p:cNvPr id="1135" name="Rectangle 1134">
            <a:extLst>
              <a:ext uri="{FF2B5EF4-FFF2-40B4-BE49-F238E27FC236}">
                <a16:creationId xmlns:a16="http://schemas.microsoft.com/office/drawing/2014/main" id="{CE54140D-613D-4799-89E5-E037FA89F938}"/>
              </a:ext>
            </a:extLst>
          </p:cNvPr>
          <p:cNvSpPr/>
          <p:nvPr/>
        </p:nvSpPr>
        <p:spPr>
          <a:xfrm>
            <a:off x="2282672" y="38790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544803CC-85B5-4DCC-A963-A0DAD56BEF26}"/>
              </a:ext>
            </a:extLst>
          </p:cNvPr>
          <p:cNvSpPr/>
          <p:nvPr/>
        </p:nvSpPr>
        <p:spPr>
          <a:xfrm>
            <a:off x="2819297" y="4206843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D1E7BD87-131C-4A58-99DB-F4A107578E36}"/>
              </a:ext>
            </a:extLst>
          </p:cNvPr>
          <p:cNvSpPr/>
          <p:nvPr/>
        </p:nvSpPr>
        <p:spPr>
          <a:xfrm>
            <a:off x="1847297" y="46323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CDC9A4D9-FD2F-4DDE-965D-A60BB0CEAC61}"/>
              </a:ext>
            </a:extLst>
          </p:cNvPr>
          <p:cNvSpPr/>
          <p:nvPr/>
        </p:nvSpPr>
        <p:spPr>
          <a:xfrm>
            <a:off x="2279147" y="45307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EF16155-D265-41A0-9EE5-BB2DFA9746E1}"/>
              </a:ext>
            </a:extLst>
          </p:cNvPr>
          <p:cNvSpPr/>
          <p:nvPr/>
        </p:nvSpPr>
        <p:spPr>
          <a:xfrm>
            <a:off x="2713378" y="36655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32804657-56F3-489C-B023-27B587BA789E}"/>
              </a:ext>
            </a:extLst>
          </p:cNvPr>
          <p:cNvSpPr/>
          <p:nvPr/>
        </p:nvSpPr>
        <p:spPr>
          <a:xfrm>
            <a:off x="2066522" y="4208482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B5663170-0F56-4528-ACC4-6C1AD5BC6EBD}"/>
              </a:ext>
            </a:extLst>
          </p:cNvPr>
          <p:cNvSpPr/>
          <p:nvPr/>
        </p:nvSpPr>
        <p:spPr>
          <a:xfrm>
            <a:off x="2607910" y="40989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FE375960-E4E3-43BC-956D-2030CECD0AC4}"/>
              </a:ext>
            </a:extLst>
          </p:cNvPr>
          <p:cNvSpPr/>
          <p:nvPr/>
        </p:nvSpPr>
        <p:spPr>
          <a:xfrm>
            <a:off x="1847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7E13D23C-EA4B-4D92-AEDA-AAC48B230BAB}"/>
              </a:ext>
            </a:extLst>
          </p:cNvPr>
          <p:cNvSpPr/>
          <p:nvPr/>
        </p:nvSpPr>
        <p:spPr>
          <a:xfrm>
            <a:off x="1955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41052D51-D4AC-4667-A5F4-A644A4647A4F}"/>
              </a:ext>
            </a:extLst>
          </p:cNvPr>
          <p:cNvSpPr/>
          <p:nvPr/>
        </p:nvSpPr>
        <p:spPr>
          <a:xfrm>
            <a:off x="2063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1203FA53-3D92-4D80-9741-32E985ED65BF}"/>
              </a:ext>
            </a:extLst>
          </p:cNvPr>
          <p:cNvSpPr/>
          <p:nvPr/>
        </p:nvSpPr>
        <p:spPr>
          <a:xfrm>
            <a:off x="2501747" y="43180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66BE9BA-A0D5-45A8-9069-75DDAE9AE190}"/>
              </a:ext>
            </a:extLst>
          </p:cNvPr>
          <p:cNvSpPr/>
          <p:nvPr/>
        </p:nvSpPr>
        <p:spPr>
          <a:xfrm>
            <a:off x="2819297" y="43148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70CBA4C5-6188-4D34-99A2-94D1CC1E862B}"/>
              </a:ext>
            </a:extLst>
          </p:cNvPr>
          <p:cNvCxnSpPr>
            <a:cxnSpLocks/>
          </p:cNvCxnSpPr>
          <p:nvPr/>
        </p:nvCxnSpPr>
        <p:spPr>
          <a:xfrm>
            <a:off x="928024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7725C51-6F54-484C-9E2C-27ABD25DDC0C}"/>
              </a:ext>
            </a:extLst>
          </p:cNvPr>
          <p:cNvSpPr txBox="1"/>
          <p:nvPr/>
        </p:nvSpPr>
        <p:spPr>
          <a:xfrm>
            <a:off x="61421" y="4068151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84" name="Oval 983">
            <a:extLst>
              <a:ext uri="{FF2B5EF4-FFF2-40B4-BE49-F238E27FC236}">
                <a16:creationId xmlns:a16="http://schemas.microsoft.com/office/drawing/2014/main" id="{24587199-9FD1-494C-A9D6-47EEB7A45E08}"/>
              </a:ext>
            </a:extLst>
          </p:cNvPr>
          <p:cNvSpPr/>
          <p:nvPr/>
        </p:nvSpPr>
        <p:spPr>
          <a:xfrm>
            <a:off x="5041708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86" name="Picture 985">
            <a:extLst>
              <a:ext uri="{FF2B5EF4-FFF2-40B4-BE49-F238E27FC236}">
                <a16:creationId xmlns:a16="http://schemas.microsoft.com/office/drawing/2014/main" id="{DECFA9CA-29B2-429D-9A3F-6010622E4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3657963"/>
            <a:ext cx="1097375" cy="1097375"/>
          </a:xfrm>
          <a:prstGeom prst="rect">
            <a:avLst/>
          </a:prstGeom>
        </p:spPr>
      </p:pic>
      <p:sp>
        <p:nvSpPr>
          <p:cNvPr id="1096" name="Rectangle 1095">
            <a:extLst>
              <a:ext uri="{FF2B5EF4-FFF2-40B4-BE49-F238E27FC236}">
                <a16:creationId xmlns:a16="http://schemas.microsoft.com/office/drawing/2014/main" id="{B375C263-CE6F-48C8-BF17-2A90D6A48860}"/>
              </a:ext>
            </a:extLst>
          </p:cNvPr>
          <p:cNvSpPr/>
          <p:nvPr/>
        </p:nvSpPr>
        <p:spPr>
          <a:xfrm>
            <a:off x="5994890" y="366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565F82EF-C82C-4C00-A2C0-D3D1D4A19B43}"/>
              </a:ext>
            </a:extLst>
          </p:cNvPr>
          <p:cNvSpPr/>
          <p:nvPr/>
        </p:nvSpPr>
        <p:spPr>
          <a:xfrm>
            <a:off x="5994890" y="377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35FEC451-9850-429E-882D-D2A964D4F7E0}"/>
              </a:ext>
            </a:extLst>
          </p:cNvPr>
          <p:cNvSpPr/>
          <p:nvPr/>
        </p:nvSpPr>
        <p:spPr>
          <a:xfrm>
            <a:off x="5994890" y="387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3E2CF7B0-81E9-471D-95D9-18FEC0BE4D51}"/>
              </a:ext>
            </a:extLst>
          </p:cNvPr>
          <p:cNvSpPr/>
          <p:nvPr/>
        </p:nvSpPr>
        <p:spPr>
          <a:xfrm>
            <a:off x="5994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27B6439A-CAAC-4ECE-B077-9D381EC16F5B}"/>
              </a:ext>
            </a:extLst>
          </p:cNvPr>
          <p:cNvSpPr/>
          <p:nvPr/>
        </p:nvSpPr>
        <p:spPr>
          <a:xfrm>
            <a:off x="6102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23C01885-7AE8-4763-8F3E-4855165A5981}"/>
              </a:ext>
            </a:extLst>
          </p:cNvPr>
          <p:cNvSpPr/>
          <p:nvPr/>
        </p:nvSpPr>
        <p:spPr>
          <a:xfrm>
            <a:off x="5994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EE24EF69-D8AC-4FDB-8B45-5E2890833622}"/>
              </a:ext>
            </a:extLst>
          </p:cNvPr>
          <p:cNvSpPr/>
          <p:nvPr/>
        </p:nvSpPr>
        <p:spPr>
          <a:xfrm>
            <a:off x="6102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9498D738-8F57-4971-B06C-62360A572C84}"/>
              </a:ext>
            </a:extLst>
          </p:cNvPr>
          <p:cNvSpPr/>
          <p:nvPr/>
        </p:nvSpPr>
        <p:spPr>
          <a:xfrm>
            <a:off x="5994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64E68F5-8B07-4DF0-884A-3F9DCF603DFE}"/>
              </a:ext>
            </a:extLst>
          </p:cNvPr>
          <p:cNvSpPr/>
          <p:nvPr/>
        </p:nvSpPr>
        <p:spPr>
          <a:xfrm>
            <a:off x="6102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63778FD-0B5C-4118-8F86-52C1CD69289F}"/>
              </a:ext>
            </a:extLst>
          </p:cNvPr>
          <p:cNvSpPr/>
          <p:nvPr/>
        </p:nvSpPr>
        <p:spPr>
          <a:xfrm>
            <a:off x="5994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B8DC3B2-9557-4E68-BD00-BD330844090F}"/>
              </a:ext>
            </a:extLst>
          </p:cNvPr>
          <p:cNvSpPr/>
          <p:nvPr/>
        </p:nvSpPr>
        <p:spPr>
          <a:xfrm>
            <a:off x="6102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E105EDA5-312F-46EF-9929-48D93F6901D9}"/>
              </a:ext>
            </a:extLst>
          </p:cNvPr>
          <p:cNvSpPr/>
          <p:nvPr/>
        </p:nvSpPr>
        <p:spPr>
          <a:xfrm>
            <a:off x="5994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37914B8D-E342-4276-A8C7-0B35C80DE501}"/>
              </a:ext>
            </a:extLst>
          </p:cNvPr>
          <p:cNvSpPr/>
          <p:nvPr/>
        </p:nvSpPr>
        <p:spPr>
          <a:xfrm>
            <a:off x="6102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34EAD3DF-025E-42DD-9729-D3E187DBC164}"/>
              </a:ext>
            </a:extLst>
          </p:cNvPr>
          <p:cNvSpPr/>
          <p:nvPr/>
        </p:nvSpPr>
        <p:spPr>
          <a:xfrm>
            <a:off x="5994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5ACD9512-4416-4770-BF30-F321CF59E7CA}"/>
              </a:ext>
            </a:extLst>
          </p:cNvPr>
          <p:cNvSpPr/>
          <p:nvPr/>
        </p:nvSpPr>
        <p:spPr>
          <a:xfrm>
            <a:off x="6102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630F7D84-00B6-4D17-864F-99F056AE9BF0}"/>
              </a:ext>
            </a:extLst>
          </p:cNvPr>
          <p:cNvSpPr/>
          <p:nvPr/>
        </p:nvSpPr>
        <p:spPr>
          <a:xfrm>
            <a:off x="5994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556C3E75-7AC4-44EC-8227-344566D5B1C3}"/>
              </a:ext>
            </a:extLst>
          </p:cNvPr>
          <p:cNvSpPr/>
          <p:nvPr/>
        </p:nvSpPr>
        <p:spPr>
          <a:xfrm>
            <a:off x="6102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EEE20F67-A1F6-4B56-9B41-6C00F58E0131}"/>
              </a:ext>
            </a:extLst>
          </p:cNvPr>
          <p:cNvCxnSpPr>
            <a:cxnSpLocks/>
          </p:cNvCxnSpPr>
          <p:nvPr/>
        </p:nvCxnSpPr>
        <p:spPr>
          <a:xfrm>
            <a:off x="4319617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3" name="TextBox 982">
            <a:extLst>
              <a:ext uri="{FF2B5EF4-FFF2-40B4-BE49-F238E27FC236}">
                <a16:creationId xmlns:a16="http://schemas.microsoft.com/office/drawing/2014/main" id="{D2190AFD-5F38-464E-A352-96CB66EF8C17}"/>
              </a:ext>
            </a:extLst>
          </p:cNvPr>
          <p:cNvSpPr txBox="1"/>
          <p:nvPr/>
        </p:nvSpPr>
        <p:spPr>
          <a:xfrm>
            <a:off x="3500407" y="406815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66" name="Oval 865">
            <a:extLst>
              <a:ext uri="{FF2B5EF4-FFF2-40B4-BE49-F238E27FC236}">
                <a16:creationId xmlns:a16="http://schemas.microsoft.com/office/drawing/2014/main" id="{EB1F8F95-A269-4BA7-9228-64475D167387}"/>
              </a:ext>
            </a:extLst>
          </p:cNvPr>
          <p:cNvSpPr/>
          <p:nvPr/>
        </p:nvSpPr>
        <p:spPr>
          <a:xfrm>
            <a:off x="8433300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68" name="Picture 867">
            <a:extLst>
              <a:ext uri="{FF2B5EF4-FFF2-40B4-BE49-F238E27FC236}">
                <a16:creationId xmlns:a16="http://schemas.microsoft.com/office/drawing/2014/main" id="{158B28F6-6A0C-4359-B4CD-5FDCF22F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3657963"/>
            <a:ext cx="1097375" cy="1097375"/>
          </a:xfrm>
          <a:prstGeom prst="rect">
            <a:avLst/>
          </a:prstGeom>
        </p:spPr>
      </p:pic>
      <p:sp>
        <p:nvSpPr>
          <p:cNvPr id="960" name="Rectangle 959">
            <a:extLst>
              <a:ext uri="{FF2B5EF4-FFF2-40B4-BE49-F238E27FC236}">
                <a16:creationId xmlns:a16="http://schemas.microsoft.com/office/drawing/2014/main" id="{606787C8-B96D-466F-98A6-0A6B1EFC49FF}"/>
              </a:ext>
            </a:extLst>
          </p:cNvPr>
          <p:cNvSpPr/>
          <p:nvPr/>
        </p:nvSpPr>
        <p:spPr>
          <a:xfrm>
            <a:off x="9602482" y="387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DEC331FC-FFA2-4B49-9BE7-141F09C67B65}"/>
              </a:ext>
            </a:extLst>
          </p:cNvPr>
          <p:cNvSpPr/>
          <p:nvPr/>
        </p:nvSpPr>
        <p:spPr>
          <a:xfrm>
            <a:off x="9602482" y="3987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03C62B5D-4808-4D54-9094-5A6DAB3468A9}"/>
              </a:ext>
            </a:extLst>
          </p:cNvPr>
          <p:cNvSpPr/>
          <p:nvPr/>
        </p:nvSpPr>
        <p:spPr>
          <a:xfrm>
            <a:off x="9602482" y="409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64AD29C4-DB7F-4EE6-B1C8-914980548E3D}"/>
              </a:ext>
            </a:extLst>
          </p:cNvPr>
          <p:cNvSpPr/>
          <p:nvPr/>
        </p:nvSpPr>
        <p:spPr>
          <a:xfrm>
            <a:off x="9602482" y="4203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D909974D-171D-4018-A50C-3724E6B0E3C5}"/>
              </a:ext>
            </a:extLst>
          </p:cNvPr>
          <p:cNvSpPr/>
          <p:nvPr/>
        </p:nvSpPr>
        <p:spPr>
          <a:xfrm>
            <a:off x="9494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21F5275E-FB2B-4386-9A83-E1ADCEF12473}"/>
              </a:ext>
            </a:extLst>
          </p:cNvPr>
          <p:cNvSpPr/>
          <p:nvPr/>
        </p:nvSpPr>
        <p:spPr>
          <a:xfrm>
            <a:off x="9602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9" name="Rectangle 908">
            <a:extLst>
              <a:ext uri="{FF2B5EF4-FFF2-40B4-BE49-F238E27FC236}">
                <a16:creationId xmlns:a16="http://schemas.microsoft.com/office/drawing/2014/main" id="{39915276-963C-4287-B4D9-9BC7E1086132}"/>
              </a:ext>
            </a:extLst>
          </p:cNvPr>
          <p:cNvSpPr/>
          <p:nvPr/>
        </p:nvSpPr>
        <p:spPr>
          <a:xfrm>
            <a:off x="9494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7FE4FA75-E491-43C9-834D-AE630C26D46B}"/>
              </a:ext>
            </a:extLst>
          </p:cNvPr>
          <p:cNvSpPr/>
          <p:nvPr/>
        </p:nvSpPr>
        <p:spPr>
          <a:xfrm>
            <a:off x="9602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85370848-BFFA-4732-A12A-FCF2502372A9}"/>
              </a:ext>
            </a:extLst>
          </p:cNvPr>
          <p:cNvSpPr/>
          <p:nvPr/>
        </p:nvSpPr>
        <p:spPr>
          <a:xfrm>
            <a:off x="9494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4C2CADD4-23ED-4C25-B786-D830E87A9D62}"/>
              </a:ext>
            </a:extLst>
          </p:cNvPr>
          <p:cNvSpPr/>
          <p:nvPr/>
        </p:nvSpPr>
        <p:spPr>
          <a:xfrm>
            <a:off x="9602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9" name="Rectangle 888">
            <a:extLst>
              <a:ext uri="{FF2B5EF4-FFF2-40B4-BE49-F238E27FC236}">
                <a16:creationId xmlns:a16="http://schemas.microsoft.com/office/drawing/2014/main" id="{68BFDD29-2414-4F19-844B-6FD798A2376B}"/>
              </a:ext>
            </a:extLst>
          </p:cNvPr>
          <p:cNvSpPr/>
          <p:nvPr/>
        </p:nvSpPr>
        <p:spPr>
          <a:xfrm>
            <a:off x="9494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9F2AEEE5-2A67-49A6-99C0-8F1AA56510ED}"/>
              </a:ext>
            </a:extLst>
          </p:cNvPr>
          <p:cNvSpPr/>
          <p:nvPr/>
        </p:nvSpPr>
        <p:spPr>
          <a:xfrm>
            <a:off x="9602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C4AAA021-1940-46EC-A94F-A75D00698F4C}"/>
              </a:ext>
            </a:extLst>
          </p:cNvPr>
          <p:cNvCxnSpPr>
            <a:cxnSpLocks/>
          </p:cNvCxnSpPr>
          <p:nvPr/>
        </p:nvCxnSpPr>
        <p:spPr>
          <a:xfrm>
            <a:off x="7711209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5" name="TextBox 864">
            <a:extLst>
              <a:ext uri="{FF2B5EF4-FFF2-40B4-BE49-F238E27FC236}">
                <a16:creationId xmlns:a16="http://schemas.microsoft.com/office/drawing/2014/main" id="{61D6758E-C829-4F38-80B7-82187C50231E}"/>
              </a:ext>
            </a:extLst>
          </p:cNvPr>
          <p:cNvSpPr txBox="1"/>
          <p:nvPr/>
        </p:nvSpPr>
        <p:spPr>
          <a:xfrm>
            <a:off x="6803347" y="406815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60" name="Oval 1459">
            <a:extLst>
              <a:ext uri="{FF2B5EF4-FFF2-40B4-BE49-F238E27FC236}">
                <a16:creationId xmlns:a16="http://schemas.microsoft.com/office/drawing/2014/main" id="{52EC90B1-EAC9-4A90-9D32-8C77A6B45582}"/>
              </a:ext>
            </a:extLst>
          </p:cNvPr>
          <p:cNvSpPr/>
          <p:nvPr/>
        </p:nvSpPr>
        <p:spPr>
          <a:xfrm>
            <a:off x="1650115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A0D5579A-44EC-4B75-9F1D-F3789644C9F5}"/>
              </a:ext>
            </a:extLst>
          </p:cNvPr>
          <p:cNvCxnSpPr>
            <a:cxnSpLocks/>
          </p:cNvCxnSpPr>
          <p:nvPr/>
        </p:nvCxnSpPr>
        <p:spPr>
          <a:xfrm>
            <a:off x="928024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9" name="TextBox 1458">
            <a:extLst>
              <a:ext uri="{FF2B5EF4-FFF2-40B4-BE49-F238E27FC236}">
                <a16:creationId xmlns:a16="http://schemas.microsoft.com/office/drawing/2014/main" id="{E7BC66BF-C41D-4191-947A-208AC0AAE61E}"/>
              </a:ext>
            </a:extLst>
          </p:cNvPr>
          <p:cNvSpPr txBox="1"/>
          <p:nvPr/>
        </p:nvSpPr>
        <p:spPr>
          <a:xfrm>
            <a:off x="120836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2" name="Oval 1341">
            <a:extLst>
              <a:ext uri="{FF2B5EF4-FFF2-40B4-BE49-F238E27FC236}">
                <a16:creationId xmlns:a16="http://schemas.microsoft.com/office/drawing/2014/main" id="{64EAE731-83E0-4A15-B993-768E4CF10A0A}"/>
              </a:ext>
            </a:extLst>
          </p:cNvPr>
          <p:cNvSpPr/>
          <p:nvPr/>
        </p:nvSpPr>
        <p:spPr>
          <a:xfrm>
            <a:off x="5041708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44" name="Picture 1343">
            <a:extLst>
              <a:ext uri="{FF2B5EF4-FFF2-40B4-BE49-F238E27FC236}">
                <a16:creationId xmlns:a16="http://schemas.microsoft.com/office/drawing/2014/main" id="{B2F65156-FEF2-4CBF-814E-6D3BA8809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5339330"/>
            <a:ext cx="1097375" cy="1097375"/>
          </a:xfrm>
          <a:prstGeom prst="rect">
            <a:avLst/>
          </a:prstGeom>
        </p:spPr>
      </p:pic>
      <p:sp>
        <p:nvSpPr>
          <p:cNvPr id="1417" name="Rectangle 1416">
            <a:extLst>
              <a:ext uri="{FF2B5EF4-FFF2-40B4-BE49-F238E27FC236}">
                <a16:creationId xmlns:a16="http://schemas.microsoft.com/office/drawing/2014/main" id="{DC0C41B9-9AD5-46A9-A09F-13A291875357}"/>
              </a:ext>
            </a:extLst>
          </p:cNvPr>
          <p:cNvSpPr/>
          <p:nvPr/>
        </p:nvSpPr>
        <p:spPr>
          <a:xfrm>
            <a:off x="524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8" name="Rectangle 1417">
            <a:extLst>
              <a:ext uri="{FF2B5EF4-FFF2-40B4-BE49-F238E27FC236}">
                <a16:creationId xmlns:a16="http://schemas.microsoft.com/office/drawing/2014/main" id="{53943CA3-B4A7-47D7-A09A-56D03E5D2609}"/>
              </a:ext>
            </a:extLst>
          </p:cNvPr>
          <p:cNvSpPr/>
          <p:nvPr/>
        </p:nvSpPr>
        <p:spPr>
          <a:xfrm>
            <a:off x="535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C845B9F8-00E7-42E9-B71E-CE83E17DE4B0}"/>
              </a:ext>
            </a:extLst>
          </p:cNvPr>
          <p:cNvSpPr/>
          <p:nvPr/>
        </p:nvSpPr>
        <p:spPr>
          <a:xfrm>
            <a:off x="5458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0" name="Rectangle 1419">
            <a:extLst>
              <a:ext uri="{FF2B5EF4-FFF2-40B4-BE49-F238E27FC236}">
                <a16:creationId xmlns:a16="http://schemas.microsoft.com/office/drawing/2014/main" id="{C5F95E57-0747-46D5-A1FA-F7EE48B4A943}"/>
              </a:ext>
            </a:extLst>
          </p:cNvPr>
          <p:cNvSpPr/>
          <p:nvPr/>
        </p:nvSpPr>
        <p:spPr>
          <a:xfrm>
            <a:off x="5566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1" name="Rectangle 1420">
            <a:extLst>
              <a:ext uri="{FF2B5EF4-FFF2-40B4-BE49-F238E27FC236}">
                <a16:creationId xmlns:a16="http://schemas.microsoft.com/office/drawing/2014/main" id="{A1CAD99A-C63F-4450-9C2C-F822F20EF6FA}"/>
              </a:ext>
            </a:extLst>
          </p:cNvPr>
          <p:cNvSpPr/>
          <p:nvPr/>
        </p:nvSpPr>
        <p:spPr>
          <a:xfrm>
            <a:off x="5674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0E0985A-12EC-4E14-B00D-7EB7227FE0D3}"/>
              </a:ext>
            </a:extLst>
          </p:cNvPr>
          <p:cNvSpPr/>
          <p:nvPr/>
        </p:nvSpPr>
        <p:spPr>
          <a:xfrm>
            <a:off x="578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3" name="Rectangle 1422">
            <a:extLst>
              <a:ext uri="{FF2B5EF4-FFF2-40B4-BE49-F238E27FC236}">
                <a16:creationId xmlns:a16="http://schemas.microsoft.com/office/drawing/2014/main" id="{B141D32F-E096-48AE-849A-9CFA3EDA190C}"/>
              </a:ext>
            </a:extLst>
          </p:cNvPr>
          <p:cNvSpPr/>
          <p:nvPr/>
        </p:nvSpPr>
        <p:spPr>
          <a:xfrm>
            <a:off x="589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DE5A6466-DBB7-4667-9319-85A72013C082}"/>
              </a:ext>
            </a:extLst>
          </p:cNvPr>
          <p:cNvSpPr/>
          <p:nvPr/>
        </p:nvSpPr>
        <p:spPr>
          <a:xfrm>
            <a:off x="524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8" name="Rectangle 1407">
            <a:extLst>
              <a:ext uri="{FF2B5EF4-FFF2-40B4-BE49-F238E27FC236}">
                <a16:creationId xmlns:a16="http://schemas.microsoft.com/office/drawing/2014/main" id="{9FDE6C2F-158E-4AD7-9DE1-9B7D534ABBA3}"/>
              </a:ext>
            </a:extLst>
          </p:cNvPr>
          <p:cNvSpPr/>
          <p:nvPr/>
        </p:nvSpPr>
        <p:spPr>
          <a:xfrm>
            <a:off x="535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9" name="Rectangle 1408">
            <a:extLst>
              <a:ext uri="{FF2B5EF4-FFF2-40B4-BE49-F238E27FC236}">
                <a16:creationId xmlns:a16="http://schemas.microsoft.com/office/drawing/2014/main" id="{1FDB30B8-884B-48BC-BF82-03158F10ED28}"/>
              </a:ext>
            </a:extLst>
          </p:cNvPr>
          <p:cNvSpPr/>
          <p:nvPr/>
        </p:nvSpPr>
        <p:spPr>
          <a:xfrm>
            <a:off x="5458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0" name="Rectangle 1409">
            <a:extLst>
              <a:ext uri="{FF2B5EF4-FFF2-40B4-BE49-F238E27FC236}">
                <a16:creationId xmlns:a16="http://schemas.microsoft.com/office/drawing/2014/main" id="{3D0D726A-1002-4097-8ACC-3F7F33078317}"/>
              </a:ext>
            </a:extLst>
          </p:cNvPr>
          <p:cNvSpPr/>
          <p:nvPr/>
        </p:nvSpPr>
        <p:spPr>
          <a:xfrm>
            <a:off x="5566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1" name="Rectangle 1410">
            <a:extLst>
              <a:ext uri="{FF2B5EF4-FFF2-40B4-BE49-F238E27FC236}">
                <a16:creationId xmlns:a16="http://schemas.microsoft.com/office/drawing/2014/main" id="{E01D74AD-8C28-4F14-9DDC-E87E39B63990}"/>
              </a:ext>
            </a:extLst>
          </p:cNvPr>
          <p:cNvSpPr/>
          <p:nvPr/>
        </p:nvSpPr>
        <p:spPr>
          <a:xfrm>
            <a:off x="5674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2" name="Rectangle 1411">
            <a:extLst>
              <a:ext uri="{FF2B5EF4-FFF2-40B4-BE49-F238E27FC236}">
                <a16:creationId xmlns:a16="http://schemas.microsoft.com/office/drawing/2014/main" id="{11055A4E-DCF0-447F-B286-13F8E65B7DFE}"/>
              </a:ext>
            </a:extLst>
          </p:cNvPr>
          <p:cNvSpPr/>
          <p:nvPr/>
        </p:nvSpPr>
        <p:spPr>
          <a:xfrm>
            <a:off x="578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3" name="Rectangle 1412">
            <a:extLst>
              <a:ext uri="{FF2B5EF4-FFF2-40B4-BE49-F238E27FC236}">
                <a16:creationId xmlns:a16="http://schemas.microsoft.com/office/drawing/2014/main" id="{4B9F465D-8F77-4914-BF38-E5EB29B84445}"/>
              </a:ext>
            </a:extLst>
          </p:cNvPr>
          <p:cNvSpPr/>
          <p:nvPr/>
        </p:nvSpPr>
        <p:spPr>
          <a:xfrm>
            <a:off x="589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7" name="Rectangle 1396">
            <a:extLst>
              <a:ext uri="{FF2B5EF4-FFF2-40B4-BE49-F238E27FC236}">
                <a16:creationId xmlns:a16="http://schemas.microsoft.com/office/drawing/2014/main" id="{51E060A0-1E6F-432D-BFF8-A1C54546D6E9}"/>
              </a:ext>
            </a:extLst>
          </p:cNvPr>
          <p:cNvSpPr/>
          <p:nvPr/>
        </p:nvSpPr>
        <p:spPr>
          <a:xfrm>
            <a:off x="524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8" name="Rectangle 1397">
            <a:extLst>
              <a:ext uri="{FF2B5EF4-FFF2-40B4-BE49-F238E27FC236}">
                <a16:creationId xmlns:a16="http://schemas.microsoft.com/office/drawing/2014/main" id="{37E73E28-95FF-420D-B334-970C8AF9BD38}"/>
              </a:ext>
            </a:extLst>
          </p:cNvPr>
          <p:cNvSpPr/>
          <p:nvPr/>
        </p:nvSpPr>
        <p:spPr>
          <a:xfrm>
            <a:off x="535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9" name="Rectangle 1398">
            <a:extLst>
              <a:ext uri="{FF2B5EF4-FFF2-40B4-BE49-F238E27FC236}">
                <a16:creationId xmlns:a16="http://schemas.microsoft.com/office/drawing/2014/main" id="{205BFE94-B7BE-4101-82A6-6D5C11B70CCC}"/>
              </a:ext>
            </a:extLst>
          </p:cNvPr>
          <p:cNvSpPr/>
          <p:nvPr/>
        </p:nvSpPr>
        <p:spPr>
          <a:xfrm>
            <a:off x="5458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0" name="Rectangle 1399">
            <a:extLst>
              <a:ext uri="{FF2B5EF4-FFF2-40B4-BE49-F238E27FC236}">
                <a16:creationId xmlns:a16="http://schemas.microsoft.com/office/drawing/2014/main" id="{28C15FA1-C342-4222-8004-FB94B104FFA6}"/>
              </a:ext>
            </a:extLst>
          </p:cNvPr>
          <p:cNvSpPr/>
          <p:nvPr/>
        </p:nvSpPr>
        <p:spPr>
          <a:xfrm>
            <a:off x="5566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1" name="Rectangle 1400">
            <a:extLst>
              <a:ext uri="{FF2B5EF4-FFF2-40B4-BE49-F238E27FC236}">
                <a16:creationId xmlns:a16="http://schemas.microsoft.com/office/drawing/2014/main" id="{12DF38AD-C0D7-4299-A8F4-1E40944268D9}"/>
              </a:ext>
            </a:extLst>
          </p:cNvPr>
          <p:cNvSpPr/>
          <p:nvPr/>
        </p:nvSpPr>
        <p:spPr>
          <a:xfrm>
            <a:off x="5674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2" name="Rectangle 1401">
            <a:extLst>
              <a:ext uri="{FF2B5EF4-FFF2-40B4-BE49-F238E27FC236}">
                <a16:creationId xmlns:a16="http://schemas.microsoft.com/office/drawing/2014/main" id="{A44D1CA5-A479-429F-94D7-B2582B04F116}"/>
              </a:ext>
            </a:extLst>
          </p:cNvPr>
          <p:cNvSpPr/>
          <p:nvPr/>
        </p:nvSpPr>
        <p:spPr>
          <a:xfrm>
            <a:off x="578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7D2B9D80-51B8-42A1-815E-EF4F191909A3}"/>
              </a:ext>
            </a:extLst>
          </p:cNvPr>
          <p:cNvSpPr/>
          <p:nvPr/>
        </p:nvSpPr>
        <p:spPr>
          <a:xfrm>
            <a:off x="589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340" name="Straight Connector 1339">
            <a:extLst>
              <a:ext uri="{FF2B5EF4-FFF2-40B4-BE49-F238E27FC236}">
                <a16:creationId xmlns:a16="http://schemas.microsoft.com/office/drawing/2014/main" id="{42A6CAE8-8928-479F-A032-2534D87D6AAF}"/>
              </a:ext>
            </a:extLst>
          </p:cNvPr>
          <p:cNvCxnSpPr>
            <a:cxnSpLocks/>
          </p:cNvCxnSpPr>
          <p:nvPr/>
        </p:nvCxnSpPr>
        <p:spPr>
          <a:xfrm>
            <a:off x="4319617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1" name="TextBox 1340">
            <a:extLst>
              <a:ext uri="{FF2B5EF4-FFF2-40B4-BE49-F238E27FC236}">
                <a16:creationId xmlns:a16="http://schemas.microsoft.com/office/drawing/2014/main" id="{9D9E430C-4D54-460D-BF8A-DCEF7825550A}"/>
              </a:ext>
            </a:extLst>
          </p:cNvPr>
          <p:cNvSpPr txBox="1"/>
          <p:nvPr/>
        </p:nvSpPr>
        <p:spPr>
          <a:xfrm>
            <a:off x="3366379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24" name="Oval 1223">
            <a:extLst>
              <a:ext uri="{FF2B5EF4-FFF2-40B4-BE49-F238E27FC236}">
                <a16:creationId xmlns:a16="http://schemas.microsoft.com/office/drawing/2014/main" id="{BE848F04-BE49-4F17-B554-3AE517DE61B9}"/>
              </a:ext>
            </a:extLst>
          </p:cNvPr>
          <p:cNvSpPr/>
          <p:nvPr/>
        </p:nvSpPr>
        <p:spPr>
          <a:xfrm>
            <a:off x="8433300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225" name="Picture 1224">
            <a:extLst>
              <a:ext uri="{FF2B5EF4-FFF2-40B4-BE49-F238E27FC236}">
                <a16:creationId xmlns:a16="http://schemas.microsoft.com/office/drawing/2014/main" id="{59700988-1CBA-47FC-BC9A-E432FD076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926" y="5339330"/>
            <a:ext cx="1097375" cy="1097375"/>
          </a:xfrm>
          <a:prstGeom prst="rect">
            <a:avLst/>
          </a:prstGeom>
        </p:spPr>
      </p:pic>
      <p:pic>
        <p:nvPicPr>
          <p:cNvPr id="1226" name="Picture 1225">
            <a:extLst>
              <a:ext uri="{FF2B5EF4-FFF2-40B4-BE49-F238E27FC236}">
                <a16:creationId xmlns:a16="http://schemas.microsoft.com/office/drawing/2014/main" id="{0A70712E-CA44-4EC0-9E40-AE898376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5339330"/>
            <a:ext cx="1097375" cy="1097375"/>
          </a:xfrm>
          <a:prstGeom prst="rect">
            <a:avLst/>
          </a:prstGeom>
        </p:spPr>
      </p:pic>
      <p:sp>
        <p:nvSpPr>
          <p:cNvPr id="1227" name="Rectangle 1226">
            <a:extLst>
              <a:ext uri="{FF2B5EF4-FFF2-40B4-BE49-F238E27FC236}">
                <a16:creationId xmlns:a16="http://schemas.microsoft.com/office/drawing/2014/main" id="{BACFE632-D69E-40F0-AED5-292EC9BA27EF}"/>
              </a:ext>
            </a:extLst>
          </p:cNvPr>
          <p:cNvSpPr/>
          <p:nvPr/>
        </p:nvSpPr>
        <p:spPr>
          <a:xfrm>
            <a:off x="7555705" y="5345636"/>
            <a:ext cx="754601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1" name="Rectangle 1280">
            <a:extLst>
              <a:ext uri="{FF2B5EF4-FFF2-40B4-BE49-F238E27FC236}">
                <a16:creationId xmlns:a16="http://schemas.microsoft.com/office/drawing/2014/main" id="{BD90B60D-CC7B-4695-9716-487E35748964}"/>
              </a:ext>
            </a:extLst>
          </p:cNvPr>
          <p:cNvSpPr/>
          <p:nvPr/>
        </p:nvSpPr>
        <p:spPr>
          <a:xfrm>
            <a:off x="8846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12C9CCBB-DC9C-4FBA-A6F3-80EAFE63D7A7}"/>
              </a:ext>
            </a:extLst>
          </p:cNvPr>
          <p:cNvSpPr/>
          <p:nvPr/>
        </p:nvSpPr>
        <p:spPr>
          <a:xfrm>
            <a:off x="8954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3" name="Rectangle 1282">
            <a:extLst>
              <a:ext uri="{FF2B5EF4-FFF2-40B4-BE49-F238E27FC236}">
                <a16:creationId xmlns:a16="http://schemas.microsoft.com/office/drawing/2014/main" id="{29152467-AD3A-44D8-A3B8-638D400C8756}"/>
              </a:ext>
            </a:extLst>
          </p:cNvPr>
          <p:cNvSpPr/>
          <p:nvPr/>
        </p:nvSpPr>
        <p:spPr>
          <a:xfrm>
            <a:off x="9062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4" name="Rectangle 1283">
            <a:extLst>
              <a:ext uri="{FF2B5EF4-FFF2-40B4-BE49-F238E27FC236}">
                <a16:creationId xmlns:a16="http://schemas.microsoft.com/office/drawing/2014/main" id="{BC326C4F-727B-45AB-A18A-2AD8796F209F}"/>
              </a:ext>
            </a:extLst>
          </p:cNvPr>
          <p:cNvSpPr/>
          <p:nvPr/>
        </p:nvSpPr>
        <p:spPr>
          <a:xfrm>
            <a:off x="9170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5" name="Rectangle 1284">
            <a:extLst>
              <a:ext uri="{FF2B5EF4-FFF2-40B4-BE49-F238E27FC236}">
                <a16:creationId xmlns:a16="http://schemas.microsoft.com/office/drawing/2014/main" id="{27F003CC-4740-481A-8342-FF0D6A080372}"/>
              </a:ext>
            </a:extLst>
          </p:cNvPr>
          <p:cNvSpPr/>
          <p:nvPr/>
        </p:nvSpPr>
        <p:spPr>
          <a:xfrm>
            <a:off x="9278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1" name="Rectangle 1270">
            <a:extLst>
              <a:ext uri="{FF2B5EF4-FFF2-40B4-BE49-F238E27FC236}">
                <a16:creationId xmlns:a16="http://schemas.microsoft.com/office/drawing/2014/main" id="{BD4D673A-CCA7-4A6C-B354-6E33567C2E63}"/>
              </a:ext>
            </a:extLst>
          </p:cNvPr>
          <p:cNvSpPr/>
          <p:nvPr/>
        </p:nvSpPr>
        <p:spPr>
          <a:xfrm>
            <a:off x="8846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2" name="Rectangle 1271">
            <a:extLst>
              <a:ext uri="{FF2B5EF4-FFF2-40B4-BE49-F238E27FC236}">
                <a16:creationId xmlns:a16="http://schemas.microsoft.com/office/drawing/2014/main" id="{7387C2E3-0EA9-4D23-93F9-9326FFFB8D8F}"/>
              </a:ext>
            </a:extLst>
          </p:cNvPr>
          <p:cNvSpPr/>
          <p:nvPr/>
        </p:nvSpPr>
        <p:spPr>
          <a:xfrm>
            <a:off x="8954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3" name="Rectangle 1272">
            <a:extLst>
              <a:ext uri="{FF2B5EF4-FFF2-40B4-BE49-F238E27FC236}">
                <a16:creationId xmlns:a16="http://schemas.microsoft.com/office/drawing/2014/main" id="{60B88C22-3300-4ADA-88FE-66062A63BDBA}"/>
              </a:ext>
            </a:extLst>
          </p:cNvPr>
          <p:cNvSpPr/>
          <p:nvPr/>
        </p:nvSpPr>
        <p:spPr>
          <a:xfrm>
            <a:off x="9062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607CAE9D-7459-4493-9FBC-A9F286CE5DC0}"/>
              </a:ext>
            </a:extLst>
          </p:cNvPr>
          <p:cNvSpPr/>
          <p:nvPr/>
        </p:nvSpPr>
        <p:spPr>
          <a:xfrm>
            <a:off x="9170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EC25C9EE-5476-4B25-9BFA-F89C4100FC26}"/>
              </a:ext>
            </a:extLst>
          </p:cNvPr>
          <p:cNvSpPr/>
          <p:nvPr/>
        </p:nvSpPr>
        <p:spPr>
          <a:xfrm>
            <a:off x="9278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1" name="Rectangle 1260">
            <a:extLst>
              <a:ext uri="{FF2B5EF4-FFF2-40B4-BE49-F238E27FC236}">
                <a16:creationId xmlns:a16="http://schemas.microsoft.com/office/drawing/2014/main" id="{402E27D0-FF66-47B5-9181-DF450527DEB3}"/>
              </a:ext>
            </a:extLst>
          </p:cNvPr>
          <p:cNvSpPr/>
          <p:nvPr/>
        </p:nvSpPr>
        <p:spPr>
          <a:xfrm>
            <a:off x="8846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2" name="Rectangle 1261">
            <a:extLst>
              <a:ext uri="{FF2B5EF4-FFF2-40B4-BE49-F238E27FC236}">
                <a16:creationId xmlns:a16="http://schemas.microsoft.com/office/drawing/2014/main" id="{E5A33946-40F3-4C6A-976C-8242AED1F3F0}"/>
              </a:ext>
            </a:extLst>
          </p:cNvPr>
          <p:cNvSpPr/>
          <p:nvPr/>
        </p:nvSpPr>
        <p:spPr>
          <a:xfrm>
            <a:off x="8954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3" name="Rectangle 1262">
            <a:extLst>
              <a:ext uri="{FF2B5EF4-FFF2-40B4-BE49-F238E27FC236}">
                <a16:creationId xmlns:a16="http://schemas.microsoft.com/office/drawing/2014/main" id="{4BD7A524-5389-482B-8782-1055195116B9}"/>
              </a:ext>
            </a:extLst>
          </p:cNvPr>
          <p:cNvSpPr/>
          <p:nvPr/>
        </p:nvSpPr>
        <p:spPr>
          <a:xfrm>
            <a:off x="9062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45303513-911B-4A15-B691-DEA482641222}"/>
              </a:ext>
            </a:extLst>
          </p:cNvPr>
          <p:cNvSpPr/>
          <p:nvPr/>
        </p:nvSpPr>
        <p:spPr>
          <a:xfrm>
            <a:off x="9170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28844681-038D-44C5-9D95-D064801B8D40}"/>
              </a:ext>
            </a:extLst>
          </p:cNvPr>
          <p:cNvSpPr/>
          <p:nvPr/>
        </p:nvSpPr>
        <p:spPr>
          <a:xfrm>
            <a:off x="9278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1" name="Rectangle 1250">
            <a:extLst>
              <a:ext uri="{FF2B5EF4-FFF2-40B4-BE49-F238E27FC236}">
                <a16:creationId xmlns:a16="http://schemas.microsoft.com/office/drawing/2014/main" id="{16402A4D-63E3-414B-B46D-1F2BA971B1B7}"/>
              </a:ext>
            </a:extLst>
          </p:cNvPr>
          <p:cNvSpPr/>
          <p:nvPr/>
        </p:nvSpPr>
        <p:spPr>
          <a:xfrm>
            <a:off x="8846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EBFD6676-9F0E-4773-8FC7-A6E1F0231B86}"/>
              </a:ext>
            </a:extLst>
          </p:cNvPr>
          <p:cNvSpPr/>
          <p:nvPr/>
        </p:nvSpPr>
        <p:spPr>
          <a:xfrm>
            <a:off x="8954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3" name="Rectangle 1252">
            <a:extLst>
              <a:ext uri="{FF2B5EF4-FFF2-40B4-BE49-F238E27FC236}">
                <a16:creationId xmlns:a16="http://schemas.microsoft.com/office/drawing/2014/main" id="{C6DAA4E3-B7E6-46E9-A1F8-453417931CE6}"/>
              </a:ext>
            </a:extLst>
          </p:cNvPr>
          <p:cNvSpPr/>
          <p:nvPr/>
        </p:nvSpPr>
        <p:spPr>
          <a:xfrm>
            <a:off x="9062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4" name="Rectangle 1253">
            <a:extLst>
              <a:ext uri="{FF2B5EF4-FFF2-40B4-BE49-F238E27FC236}">
                <a16:creationId xmlns:a16="http://schemas.microsoft.com/office/drawing/2014/main" id="{885D862F-4D99-45B6-9154-6B524CBD57BA}"/>
              </a:ext>
            </a:extLst>
          </p:cNvPr>
          <p:cNvSpPr/>
          <p:nvPr/>
        </p:nvSpPr>
        <p:spPr>
          <a:xfrm>
            <a:off x="9170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5" name="Rectangle 1254">
            <a:extLst>
              <a:ext uri="{FF2B5EF4-FFF2-40B4-BE49-F238E27FC236}">
                <a16:creationId xmlns:a16="http://schemas.microsoft.com/office/drawing/2014/main" id="{97D2C2ED-4AFF-453F-A96D-F7045EB6A799}"/>
              </a:ext>
            </a:extLst>
          </p:cNvPr>
          <p:cNvSpPr/>
          <p:nvPr/>
        </p:nvSpPr>
        <p:spPr>
          <a:xfrm>
            <a:off x="9278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1" name="Rectangle 1240">
            <a:extLst>
              <a:ext uri="{FF2B5EF4-FFF2-40B4-BE49-F238E27FC236}">
                <a16:creationId xmlns:a16="http://schemas.microsoft.com/office/drawing/2014/main" id="{2E05B16C-4D7B-4170-A2D7-E6ACE79B1ADE}"/>
              </a:ext>
            </a:extLst>
          </p:cNvPr>
          <p:cNvSpPr/>
          <p:nvPr/>
        </p:nvSpPr>
        <p:spPr>
          <a:xfrm>
            <a:off x="8846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2" name="Rectangle 1241">
            <a:extLst>
              <a:ext uri="{FF2B5EF4-FFF2-40B4-BE49-F238E27FC236}">
                <a16:creationId xmlns:a16="http://schemas.microsoft.com/office/drawing/2014/main" id="{33C76F9E-9E69-4ED2-A9BD-A4304B628458}"/>
              </a:ext>
            </a:extLst>
          </p:cNvPr>
          <p:cNvSpPr/>
          <p:nvPr/>
        </p:nvSpPr>
        <p:spPr>
          <a:xfrm>
            <a:off x="8954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E81AC5C3-99A5-43A4-8D34-07A561DB2FB7}"/>
              </a:ext>
            </a:extLst>
          </p:cNvPr>
          <p:cNvSpPr/>
          <p:nvPr/>
        </p:nvSpPr>
        <p:spPr>
          <a:xfrm>
            <a:off x="9062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4" name="Rectangle 1243">
            <a:extLst>
              <a:ext uri="{FF2B5EF4-FFF2-40B4-BE49-F238E27FC236}">
                <a16:creationId xmlns:a16="http://schemas.microsoft.com/office/drawing/2014/main" id="{49C56F3F-F968-410F-8F70-4579FFC90CDE}"/>
              </a:ext>
            </a:extLst>
          </p:cNvPr>
          <p:cNvSpPr/>
          <p:nvPr/>
        </p:nvSpPr>
        <p:spPr>
          <a:xfrm>
            <a:off x="9170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5" name="Rectangle 1244">
            <a:extLst>
              <a:ext uri="{FF2B5EF4-FFF2-40B4-BE49-F238E27FC236}">
                <a16:creationId xmlns:a16="http://schemas.microsoft.com/office/drawing/2014/main" id="{51A4E026-464C-403B-A80B-B546B7D14071}"/>
              </a:ext>
            </a:extLst>
          </p:cNvPr>
          <p:cNvSpPr/>
          <p:nvPr/>
        </p:nvSpPr>
        <p:spPr>
          <a:xfrm>
            <a:off x="9278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222" name="Straight Connector 1221">
            <a:extLst>
              <a:ext uri="{FF2B5EF4-FFF2-40B4-BE49-F238E27FC236}">
                <a16:creationId xmlns:a16="http://schemas.microsoft.com/office/drawing/2014/main" id="{7D218EB1-05DC-45E0-9032-3B186BCF7766}"/>
              </a:ext>
            </a:extLst>
          </p:cNvPr>
          <p:cNvCxnSpPr>
            <a:cxnSpLocks/>
          </p:cNvCxnSpPr>
          <p:nvPr/>
        </p:nvCxnSpPr>
        <p:spPr>
          <a:xfrm>
            <a:off x="7711209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D73D542-8CA7-4C23-9F06-83A3A5126D6F}"/>
              </a:ext>
            </a:extLst>
          </p:cNvPr>
          <p:cNvSpPr txBox="1"/>
          <p:nvPr/>
        </p:nvSpPr>
        <p:spPr>
          <a:xfrm>
            <a:off x="6912036" y="5749518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5" name="TextBox 1574">
            <a:extLst>
              <a:ext uri="{FF2B5EF4-FFF2-40B4-BE49-F238E27FC236}">
                <a16:creationId xmlns:a16="http://schemas.microsoft.com/office/drawing/2014/main" id="{22D45664-8D0F-4942-AEB5-D5F2D9377FAC}"/>
              </a:ext>
            </a:extLst>
          </p:cNvPr>
          <p:cNvSpPr txBox="1"/>
          <p:nvPr/>
        </p:nvSpPr>
        <p:spPr>
          <a:xfrm>
            <a:off x="3189128" y="-22714"/>
            <a:ext cx="3530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диаграмманы ондук </a:t>
            </a:r>
            <a:r>
              <a:rPr lang="ky-KG" sz="1200" dirty="0"/>
              <a:t>бөлчөк</a:t>
            </a:r>
            <a:r>
              <a:rPr lang="ru-RU" sz="1200" dirty="0"/>
              <a:t> түрүндө туйунт</a:t>
            </a:r>
            <a:endParaRPr lang="en-GB" sz="12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C29DD35-B60B-4E69-99D1-E74B981C6610}"/>
              </a:ext>
            </a:extLst>
          </p:cNvPr>
          <p:cNvSpPr/>
          <p:nvPr/>
        </p:nvSpPr>
        <p:spPr>
          <a:xfrm>
            <a:off x="1851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60FA73A-FAD5-4C28-86F5-E51DA5B620F4}"/>
              </a:ext>
            </a:extLst>
          </p:cNvPr>
          <p:cNvSpPr/>
          <p:nvPr/>
        </p:nvSpPr>
        <p:spPr>
          <a:xfrm>
            <a:off x="1959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3790D35-AA0E-46FF-BE20-13DB8244C005}"/>
              </a:ext>
            </a:extLst>
          </p:cNvPr>
          <p:cNvSpPr/>
          <p:nvPr/>
        </p:nvSpPr>
        <p:spPr>
          <a:xfrm>
            <a:off x="2067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6A405E7-4E08-485C-973F-D181E95B7A2E}"/>
              </a:ext>
            </a:extLst>
          </p:cNvPr>
          <p:cNvSpPr/>
          <p:nvPr/>
        </p:nvSpPr>
        <p:spPr>
          <a:xfrm>
            <a:off x="2175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8" name="Rectangle 1577">
            <a:extLst>
              <a:ext uri="{FF2B5EF4-FFF2-40B4-BE49-F238E27FC236}">
                <a16:creationId xmlns:a16="http://schemas.microsoft.com/office/drawing/2014/main" id="{2C10B6E6-158A-4D63-8E4D-35BCDFF880C5}"/>
              </a:ext>
            </a:extLst>
          </p:cNvPr>
          <p:cNvSpPr/>
          <p:nvPr/>
        </p:nvSpPr>
        <p:spPr>
          <a:xfrm>
            <a:off x="5241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9" name="Rectangle 1578">
            <a:extLst>
              <a:ext uri="{FF2B5EF4-FFF2-40B4-BE49-F238E27FC236}">
                <a16:creationId xmlns:a16="http://schemas.microsoft.com/office/drawing/2014/main" id="{04CB6495-0C6C-4772-8A7B-6FD6D97D019B}"/>
              </a:ext>
            </a:extLst>
          </p:cNvPr>
          <p:cNvSpPr/>
          <p:nvPr/>
        </p:nvSpPr>
        <p:spPr>
          <a:xfrm>
            <a:off x="5349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1" name="Rectangle 1600">
            <a:extLst>
              <a:ext uri="{FF2B5EF4-FFF2-40B4-BE49-F238E27FC236}">
                <a16:creationId xmlns:a16="http://schemas.microsoft.com/office/drawing/2014/main" id="{BAFFFC48-FFCE-4291-91E7-E11E5495FA3A}"/>
              </a:ext>
            </a:extLst>
          </p:cNvPr>
          <p:cNvSpPr/>
          <p:nvPr/>
        </p:nvSpPr>
        <p:spPr>
          <a:xfrm>
            <a:off x="5239684" y="30157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103B76F1-98F5-4F19-99EC-3C2DD9F860D3}"/>
              </a:ext>
            </a:extLst>
          </p:cNvPr>
          <p:cNvSpPr/>
          <p:nvPr/>
        </p:nvSpPr>
        <p:spPr>
          <a:xfrm>
            <a:off x="1847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28B983FD-C7C9-473C-A16C-0CD7955826EF}"/>
              </a:ext>
            </a:extLst>
          </p:cNvPr>
          <p:cNvSpPr/>
          <p:nvPr/>
        </p:nvSpPr>
        <p:spPr>
          <a:xfrm>
            <a:off x="1955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5" name="Rectangle 1604">
            <a:extLst>
              <a:ext uri="{FF2B5EF4-FFF2-40B4-BE49-F238E27FC236}">
                <a16:creationId xmlns:a16="http://schemas.microsoft.com/office/drawing/2014/main" id="{98F315ED-B5D2-4BE6-9304-DF7F5CECB593}"/>
              </a:ext>
            </a:extLst>
          </p:cNvPr>
          <p:cNvSpPr/>
          <p:nvPr/>
        </p:nvSpPr>
        <p:spPr>
          <a:xfrm>
            <a:off x="2063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6" name="Picture 1615">
            <a:extLst>
              <a:ext uri="{FF2B5EF4-FFF2-40B4-BE49-F238E27FC236}">
                <a16:creationId xmlns:a16="http://schemas.microsoft.com/office/drawing/2014/main" id="{E3F60165-3538-4397-AFC6-AE8872509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1976595"/>
            <a:ext cx="1097375" cy="1103472"/>
          </a:xfrm>
          <a:prstGeom prst="rect">
            <a:avLst/>
          </a:prstGeom>
        </p:spPr>
      </p:pic>
      <p:pic>
        <p:nvPicPr>
          <p:cNvPr id="1617" name="Picture 1616">
            <a:extLst>
              <a:ext uri="{FF2B5EF4-FFF2-40B4-BE49-F238E27FC236}">
                <a16:creationId xmlns:a16="http://schemas.microsoft.com/office/drawing/2014/main" id="{9D80B98F-9043-402D-9EE0-456C136DB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3" y="300319"/>
            <a:ext cx="1097375" cy="1103472"/>
          </a:xfrm>
          <a:prstGeom prst="rect">
            <a:avLst/>
          </a:prstGeom>
        </p:spPr>
      </p:pic>
      <p:sp>
        <p:nvSpPr>
          <p:cNvPr id="1631" name="Rectangle 1630">
            <a:extLst>
              <a:ext uri="{FF2B5EF4-FFF2-40B4-BE49-F238E27FC236}">
                <a16:creationId xmlns:a16="http://schemas.microsoft.com/office/drawing/2014/main" id="{2847518D-C59D-486F-8286-E84265CA783A}"/>
              </a:ext>
            </a:extLst>
          </p:cNvPr>
          <p:cNvSpPr/>
          <p:nvPr/>
        </p:nvSpPr>
        <p:spPr>
          <a:xfrm>
            <a:off x="8630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2" name="Rectangle 1631">
            <a:extLst>
              <a:ext uri="{FF2B5EF4-FFF2-40B4-BE49-F238E27FC236}">
                <a16:creationId xmlns:a16="http://schemas.microsoft.com/office/drawing/2014/main" id="{78C1DEED-3EEF-46AC-BC97-90C25F041FC1}"/>
              </a:ext>
            </a:extLst>
          </p:cNvPr>
          <p:cNvSpPr/>
          <p:nvPr/>
        </p:nvSpPr>
        <p:spPr>
          <a:xfrm>
            <a:off x="8738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8B70FE78-01C7-4E09-BAF6-F7E51472E501}"/>
              </a:ext>
            </a:extLst>
          </p:cNvPr>
          <p:cNvSpPr/>
          <p:nvPr/>
        </p:nvSpPr>
        <p:spPr>
          <a:xfrm>
            <a:off x="8846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4" name="Rectangle 1633">
            <a:extLst>
              <a:ext uri="{FF2B5EF4-FFF2-40B4-BE49-F238E27FC236}">
                <a16:creationId xmlns:a16="http://schemas.microsoft.com/office/drawing/2014/main" id="{87D068AF-5EDF-499A-B981-607D09EE0EA3}"/>
              </a:ext>
            </a:extLst>
          </p:cNvPr>
          <p:cNvSpPr/>
          <p:nvPr/>
        </p:nvSpPr>
        <p:spPr>
          <a:xfrm>
            <a:off x="8954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5" name="Rectangle 1634">
            <a:extLst>
              <a:ext uri="{FF2B5EF4-FFF2-40B4-BE49-F238E27FC236}">
                <a16:creationId xmlns:a16="http://schemas.microsoft.com/office/drawing/2014/main" id="{448B44D5-09CB-419F-BE16-D8FF2D3C5928}"/>
              </a:ext>
            </a:extLst>
          </p:cNvPr>
          <p:cNvSpPr/>
          <p:nvPr/>
        </p:nvSpPr>
        <p:spPr>
          <a:xfrm>
            <a:off x="9062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43" name="Picture 1642">
            <a:extLst>
              <a:ext uri="{FF2B5EF4-FFF2-40B4-BE49-F238E27FC236}">
                <a16:creationId xmlns:a16="http://schemas.microsoft.com/office/drawing/2014/main" id="{51EA24A0-97A6-422D-A9B8-87E127C26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3657963"/>
            <a:ext cx="1097375" cy="1103472"/>
          </a:xfrm>
          <a:prstGeom prst="rect">
            <a:avLst/>
          </a:prstGeom>
        </p:spPr>
      </p:pic>
      <p:sp>
        <p:nvSpPr>
          <p:cNvPr id="1645" name="Rectangle 1644">
            <a:extLst>
              <a:ext uri="{FF2B5EF4-FFF2-40B4-BE49-F238E27FC236}">
                <a16:creationId xmlns:a16="http://schemas.microsoft.com/office/drawing/2014/main" id="{7CE174A3-EB57-4F0F-9494-CD9BCE3238A7}"/>
              </a:ext>
            </a:extLst>
          </p:cNvPr>
          <p:cNvSpPr/>
          <p:nvPr/>
        </p:nvSpPr>
        <p:spPr>
          <a:xfrm>
            <a:off x="523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6" name="Rectangle 1645">
            <a:extLst>
              <a:ext uri="{FF2B5EF4-FFF2-40B4-BE49-F238E27FC236}">
                <a16:creationId xmlns:a16="http://schemas.microsoft.com/office/drawing/2014/main" id="{034A11AD-85E7-4E6C-B423-21ADCE9EA31F}"/>
              </a:ext>
            </a:extLst>
          </p:cNvPr>
          <p:cNvSpPr/>
          <p:nvPr/>
        </p:nvSpPr>
        <p:spPr>
          <a:xfrm>
            <a:off x="534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92386D74-0400-4181-A159-B72B122FFD32}"/>
              </a:ext>
            </a:extLst>
          </p:cNvPr>
          <p:cNvSpPr/>
          <p:nvPr/>
        </p:nvSpPr>
        <p:spPr>
          <a:xfrm>
            <a:off x="5454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8" name="Rectangle 1647">
            <a:extLst>
              <a:ext uri="{FF2B5EF4-FFF2-40B4-BE49-F238E27FC236}">
                <a16:creationId xmlns:a16="http://schemas.microsoft.com/office/drawing/2014/main" id="{C1191E4F-C9EB-4ECF-AC3C-67EADFB6E522}"/>
              </a:ext>
            </a:extLst>
          </p:cNvPr>
          <p:cNvSpPr/>
          <p:nvPr/>
        </p:nvSpPr>
        <p:spPr>
          <a:xfrm>
            <a:off x="5562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9" name="Rectangle 1648">
            <a:extLst>
              <a:ext uri="{FF2B5EF4-FFF2-40B4-BE49-F238E27FC236}">
                <a16:creationId xmlns:a16="http://schemas.microsoft.com/office/drawing/2014/main" id="{1C73E28F-EE5E-4055-BC17-77F89141A4A2}"/>
              </a:ext>
            </a:extLst>
          </p:cNvPr>
          <p:cNvSpPr/>
          <p:nvPr/>
        </p:nvSpPr>
        <p:spPr>
          <a:xfrm>
            <a:off x="5670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0" name="Rectangle 1649">
            <a:extLst>
              <a:ext uri="{FF2B5EF4-FFF2-40B4-BE49-F238E27FC236}">
                <a16:creationId xmlns:a16="http://schemas.microsoft.com/office/drawing/2014/main" id="{112527FE-746B-4912-AE1C-A81A72F670EE}"/>
              </a:ext>
            </a:extLst>
          </p:cNvPr>
          <p:cNvSpPr/>
          <p:nvPr/>
        </p:nvSpPr>
        <p:spPr>
          <a:xfrm>
            <a:off x="577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1" name="Rectangle 1650">
            <a:extLst>
              <a:ext uri="{FF2B5EF4-FFF2-40B4-BE49-F238E27FC236}">
                <a16:creationId xmlns:a16="http://schemas.microsoft.com/office/drawing/2014/main" id="{3BB3C932-B417-4DD2-90F0-755BEFD11084}"/>
              </a:ext>
            </a:extLst>
          </p:cNvPr>
          <p:cNvSpPr/>
          <p:nvPr/>
        </p:nvSpPr>
        <p:spPr>
          <a:xfrm>
            <a:off x="588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8" name="Rectangle 1657">
            <a:extLst>
              <a:ext uri="{FF2B5EF4-FFF2-40B4-BE49-F238E27FC236}">
                <a16:creationId xmlns:a16="http://schemas.microsoft.com/office/drawing/2014/main" id="{7E4A146A-470A-42CA-B667-2BE5C335A970}"/>
              </a:ext>
            </a:extLst>
          </p:cNvPr>
          <p:cNvSpPr/>
          <p:nvPr/>
        </p:nvSpPr>
        <p:spPr>
          <a:xfrm>
            <a:off x="8631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9" name="Rectangle 1658">
            <a:extLst>
              <a:ext uri="{FF2B5EF4-FFF2-40B4-BE49-F238E27FC236}">
                <a16:creationId xmlns:a16="http://schemas.microsoft.com/office/drawing/2014/main" id="{19BFF49F-DB67-449D-A24B-6376C873AA53}"/>
              </a:ext>
            </a:extLst>
          </p:cNvPr>
          <p:cNvSpPr/>
          <p:nvPr/>
        </p:nvSpPr>
        <p:spPr>
          <a:xfrm>
            <a:off x="8739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0" name="Rectangle 1669">
            <a:extLst>
              <a:ext uri="{FF2B5EF4-FFF2-40B4-BE49-F238E27FC236}">
                <a16:creationId xmlns:a16="http://schemas.microsoft.com/office/drawing/2014/main" id="{105C193F-15F2-4857-968C-3F6876F957E3}"/>
              </a:ext>
            </a:extLst>
          </p:cNvPr>
          <p:cNvSpPr/>
          <p:nvPr/>
        </p:nvSpPr>
        <p:spPr>
          <a:xfrm rot="5400000">
            <a:off x="2333298" y="496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1" name="Rectangle 1670">
            <a:extLst>
              <a:ext uri="{FF2B5EF4-FFF2-40B4-BE49-F238E27FC236}">
                <a16:creationId xmlns:a16="http://schemas.microsoft.com/office/drawing/2014/main" id="{82FB0884-B5EE-40E4-8717-EFAFAAD1D508}"/>
              </a:ext>
            </a:extLst>
          </p:cNvPr>
          <p:cNvSpPr/>
          <p:nvPr/>
        </p:nvSpPr>
        <p:spPr>
          <a:xfrm rot="5400000">
            <a:off x="2333298" y="507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2" name="Rectangle 1671">
            <a:extLst>
              <a:ext uri="{FF2B5EF4-FFF2-40B4-BE49-F238E27FC236}">
                <a16:creationId xmlns:a16="http://schemas.microsoft.com/office/drawing/2014/main" id="{AAB0C7AE-EEEC-40AF-B030-A7D60B8F0E32}"/>
              </a:ext>
            </a:extLst>
          </p:cNvPr>
          <p:cNvSpPr/>
          <p:nvPr/>
        </p:nvSpPr>
        <p:spPr>
          <a:xfrm rot="5400000">
            <a:off x="2333298" y="518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3" name="Rectangle 1672">
            <a:extLst>
              <a:ext uri="{FF2B5EF4-FFF2-40B4-BE49-F238E27FC236}">
                <a16:creationId xmlns:a16="http://schemas.microsoft.com/office/drawing/2014/main" id="{51CC67F6-5D93-487F-9976-1DE4967478C5}"/>
              </a:ext>
            </a:extLst>
          </p:cNvPr>
          <p:cNvSpPr/>
          <p:nvPr/>
        </p:nvSpPr>
        <p:spPr>
          <a:xfrm rot="5400000">
            <a:off x="2333298" y="529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4" name="Rectangle 1673">
            <a:extLst>
              <a:ext uri="{FF2B5EF4-FFF2-40B4-BE49-F238E27FC236}">
                <a16:creationId xmlns:a16="http://schemas.microsoft.com/office/drawing/2014/main" id="{17B2FE04-830E-4262-8AFC-87C0AF936BBA}"/>
              </a:ext>
            </a:extLst>
          </p:cNvPr>
          <p:cNvSpPr/>
          <p:nvPr/>
        </p:nvSpPr>
        <p:spPr>
          <a:xfrm rot="5400000">
            <a:off x="2333298" y="539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5" name="Rectangle 1674">
            <a:extLst>
              <a:ext uri="{FF2B5EF4-FFF2-40B4-BE49-F238E27FC236}">
                <a16:creationId xmlns:a16="http://schemas.microsoft.com/office/drawing/2014/main" id="{6F7CD21B-7CED-4E48-BC9A-F7718F37EDF4}"/>
              </a:ext>
            </a:extLst>
          </p:cNvPr>
          <p:cNvSpPr/>
          <p:nvPr/>
        </p:nvSpPr>
        <p:spPr>
          <a:xfrm rot="5400000">
            <a:off x="2333298" y="550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6" name="Rectangle 1675">
            <a:extLst>
              <a:ext uri="{FF2B5EF4-FFF2-40B4-BE49-F238E27FC236}">
                <a16:creationId xmlns:a16="http://schemas.microsoft.com/office/drawing/2014/main" id="{40EAC24B-B2B0-4DA1-B86B-F4F8A18AEEDF}"/>
              </a:ext>
            </a:extLst>
          </p:cNvPr>
          <p:cNvSpPr/>
          <p:nvPr/>
        </p:nvSpPr>
        <p:spPr>
          <a:xfrm rot="5400000">
            <a:off x="2333298" y="561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7" name="Rectangle 1676">
            <a:extLst>
              <a:ext uri="{FF2B5EF4-FFF2-40B4-BE49-F238E27FC236}">
                <a16:creationId xmlns:a16="http://schemas.microsoft.com/office/drawing/2014/main" id="{6BDB79BD-1136-431A-AC0A-E5966E5E0745}"/>
              </a:ext>
            </a:extLst>
          </p:cNvPr>
          <p:cNvSpPr/>
          <p:nvPr/>
        </p:nvSpPr>
        <p:spPr>
          <a:xfrm rot="5400000">
            <a:off x="2333298" y="572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8" name="Rectangle 1677">
            <a:extLst>
              <a:ext uri="{FF2B5EF4-FFF2-40B4-BE49-F238E27FC236}">
                <a16:creationId xmlns:a16="http://schemas.microsoft.com/office/drawing/2014/main" id="{F08E107B-011E-42BF-A13D-A095E972286F}"/>
              </a:ext>
            </a:extLst>
          </p:cNvPr>
          <p:cNvSpPr/>
          <p:nvPr/>
        </p:nvSpPr>
        <p:spPr>
          <a:xfrm rot="5400000">
            <a:off x="2333298" y="583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0" name="Rectangle 1679">
            <a:extLst>
              <a:ext uri="{FF2B5EF4-FFF2-40B4-BE49-F238E27FC236}">
                <a16:creationId xmlns:a16="http://schemas.microsoft.com/office/drawing/2014/main" id="{33A921CB-B3C8-4939-82F2-CA3FF6401006}"/>
              </a:ext>
            </a:extLst>
          </p:cNvPr>
          <p:cNvSpPr/>
          <p:nvPr/>
        </p:nvSpPr>
        <p:spPr>
          <a:xfrm rot="5400000">
            <a:off x="2333298" y="475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3" name="Rectangle 1682">
            <a:extLst>
              <a:ext uri="{FF2B5EF4-FFF2-40B4-BE49-F238E27FC236}">
                <a16:creationId xmlns:a16="http://schemas.microsoft.com/office/drawing/2014/main" id="{085B6232-C0E9-4928-96BA-2F1F6A1E6A9D}"/>
              </a:ext>
            </a:extLst>
          </p:cNvPr>
          <p:cNvSpPr/>
          <p:nvPr/>
        </p:nvSpPr>
        <p:spPr>
          <a:xfrm>
            <a:off x="3838715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4" name="Rectangle 1683">
            <a:extLst>
              <a:ext uri="{FF2B5EF4-FFF2-40B4-BE49-F238E27FC236}">
                <a16:creationId xmlns:a16="http://schemas.microsoft.com/office/drawing/2014/main" id="{5B160514-C055-4BD6-B121-3F2A22B96A8B}"/>
              </a:ext>
            </a:extLst>
          </p:cNvPr>
          <p:cNvSpPr/>
          <p:nvPr/>
        </p:nvSpPr>
        <p:spPr>
          <a:xfrm>
            <a:off x="7230307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5" name="Rectangle 1684">
            <a:extLst>
              <a:ext uri="{FF2B5EF4-FFF2-40B4-BE49-F238E27FC236}">
                <a16:creationId xmlns:a16="http://schemas.microsoft.com/office/drawing/2014/main" id="{C1CD910A-01EE-4E31-8257-BB1443685DC9}"/>
              </a:ext>
            </a:extLst>
          </p:cNvPr>
          <p:cNvSpPr/>
          <p:nvPr/>
        </p:nvSpPr>
        <p:spPr>
          <a:xfrm>
            <a:off x="7230307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6" name="Rectangle 1685">
            <a:extLst>
              <a:ext uri="{FF2B5EF4-FFF2-40B4-BE49-F238E27FC236}">
                <a16:creationId xmlns:a16="http://schemas.microsoft.com/office/drawing/2014/main" id="{D5BF46EF-9F6C-4F4F-A7A9-A3722E937862}"/>
              </a:ext>
            </a:extLst>
          </p:cNvPr>
          <p:cNvSpPr/>
          <p:nvPr/>
        </p:nvSpPr>
        <p:spPr>
          <a:xfrm>
            <a:off x="447122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7" name="Rectangle 1686">
            <a:extLst>
              <a:ext uri="{FF2B5EF4-FFF2-40B4-BE49-F238E27FC236}">
                <a16:creationId xmlns:a16="http://schemas.microsoft.com/office/drawing/2014/main" id="{106BD624-0C07-4227-BAF0-67EF21B5F441}"/>
              </a:ext>
            </a:extLst>
          </p:cNvPr>
          <p:cNvSpPr/>
          <p:nvPr/>
        </p:nvSpPr>
        <p:spPr>
          <a:xfrm>
            <a:off x="351871" y="207338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8" name="Rectangle 1687">
            <a:extLst>
              <a:ext uri="{FF2B5EF4-FFF2-40B4-BE49-F238E27FC236}">
                <a16:creationId xmlns:a16="http://schemas.microsoft.com/office/drawing/2014/main" id="{7DD2F0C9-C497-423F-8EAD-17F66B60D4EF}"/>
              </a:ext>
            </a:extLst>
          </p:cNvPr>
          <p:cNvSpPr/>
          <p:nvPr/>
        </p:nvSpPr>
        <p:spPr>
          <a:xfrm>
            <a:off x="447122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9" name="Rectangle 1688">
            <a:extLst>
              <a:ext uri="{FF2B5EF4-FFF2-40B4-BE49-F238E27FC236}">
                <a16:creationId xmlns:a16="http://schemas.microsoft.com/office/drawing/2014/main" id="{95CC8EE6-95D9-4A38-A032-17B257E49174}"/>
              </a:ext>
            </a:extLst>
          </p:cNvPr>
          <p:cNvSpPr/>
          <p:nvPr/>
        </p:nvSpPr>
        <p:spPr>
          <a:xfrm>
            <a:off x="351871" y="376502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0" name="Rectangle 1689">
            <a:extLst>
              <a:ext uri="{FF2B5EF4-FFF2-40B4-BE49-F238E27FC236}">
                <a16:creationId xmlns:a16="http://schemas.microsoft.com/office/drawing/2014/main" id="{C9551617-CEA4-4E81-AA1A-9ACEA0379F8B}"/>
              </a:ext>
            </a:extLst>
          </p:cNvPr>
          <p:cNvSpPr/>
          <p:nvPr/>
        </p:nvSpPr>
        <p:spPr>
          <a:xfrm>
            <a:off x="7230307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1" name="Rectangle 1690">
            <a:extLst>
              <a:ext uri="{FF2B5EF4-FFF2-40B4-BE49-F238E27FC236}">
                <a16:creationId xmlns:a16="http://schemas.microsoft.com/office/drawing/2014/main" id="{A12DAC39-2273-42D3-AFC1-C4BC807AA4F6}"/>
              </a:ext>
            </a:extLst>
          </p:cNvPr>
          <p:cNvSpPr/>
          <p:nvPr/>
        </p:nvSpPr>
        <p:spPr>
          <a:xfrm>
            <a:off x="7155796" y="374798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04FEB710-64D1-4198-9FFF-6732551736B1}"/>
              </a:ext>
            </a:extLst>
          </p:cNvPr>
          <p:cNvSpPr/>
          <p:nvPr/>
        </p:nvSpPr>
        <p:spPr>
          <a:xfrm>
            <a:off x="7081285" y="383170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3" name="Rectangle 1692">
            <a:extLst>
              <a:ext uri="{FF2B5EF4-FFF2-40B4-BE49-F238E27FC236}">
                <a16:creationId xmlns:a16="http://schemas.microsoft.com/office/drawing/2014/main" id="{4212E6C9-6285-4ED8-A2B7-C8999CFC9423}"/>
              </a:ext>
            </a:extLst>
          </p:cNvPr>
          <p:cNvSpPr/>
          <p:nvPr/>
        </p:nvSpPr>
        <p:spPr>
          <a:xfrm>
            <a:off x="447122" y="534563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490028AC-D892-4454-B7FC-1917D53F25CE}"/>
              </a:ext>
            </a:extLst>
          </p:cNvPr>
          <p:cNvSpPr/>
          <p:nvPr/>
        </p:nvSpPr>
        <p:spPr>
          <a:xfrm rot="5400000">
            <a:off x="5728859" y="4859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9" name="Rectangle 1708">
            <a:extLst>
              <a:ext uri="{FF2B5EF4-FFF2-40B4-BE49-F238E27FC236}">
                <a16:creationId xmlns:a16="http://schemas.microsoft.com/office/drawing/2014/main" id="{7A7A62DB-6367-4AEA-B4B7-4A907D6DE503}"/>
              </a:ext>
            </a:extLst>
          </p:cNvPr>
          <p:cNvSpPr/>
          <p:nvPr/>
        </p:nvSpPr>
        <p:spPr>
          <a:xfrm rot="5400000">
            <a:off x="5728859" y="4967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54615624-1B5A-4FD2-8DA8-C1B9E3D93C75}"/>
              </a:ext>
            </a:extLst>
          </p:cNvPr>
          <p:cNvSpPr/>
          <p:nvPr/>
        </p:nvSpPr>
        <p:spPr>
          <a:xfrm rot="5400000">
            <a:off x="5728859" y="5075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718" name="Group 1717">
            <a:extLst>
              <a:ext uri="{FF2B5EF4-FFF2-40B4-BE49-F238E27FC236}">
                <a16:creationId xmlns:a16="http://schemas.microsoft.com/office/drawing/2014/main" id="{CB822F92-DB04-4335-83F6-1301C0D8569F}"/>
              </a:ext>
            </a:extLst>
          </p:cNvPr>
          <p:cNvGrpSpPr/>
          <p:nvPr/>
        </p:nvGrpSpPr>
        <p:grpSpPr>
          <a:xfrm>
            <a:off x="8631276" y="5345680"/>
            <a:ext cx="216000" cy="1080000"/>
            <a:chOff x="9838839" y="5583425"/>
            <a:chExt cx="216000" cy="1080000"/>
          </a:xfrm>
        </p:grpSpPr>
        <p:sp>
          <p:nvSpPr>
            <p:cNvPr id="1716" name="Rectangle 1715">
              <a:extLst>
                <a:ext uri="{FF2B5EF4-FFF2-40B4-BE49-F238E27FC236}">
                  <a16:creationId xmlns:a16="http://schemas.microsoft.com/office/drawing/2014/main" id="{FC9C0BCC-1066-4BE8-910F-76B44E5E6641}"/>
                </a:ext>
              </a:extLst>
            </p:cNvPr>
            <p:cNvSpPr/>
            <p:nvPr/>
          </p:nvSpPr>
          <p:spPr>
            <a:xfrm>
              <a:off x="9838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7" name="Rectangle 1716">
              <a:extLst>
                <a:ext uri="{FF2B5EF4-FFF2-40B4-BE49-F238E27FC236}">
                  <a16:creationId xmlns:a16="http://schemas.microsoft.com/office/drawing/2014/main" id="{8942ED26-0EDC-47CD-817D-81AF428FACA2}"/>
                </a:ext>
              </a:extLst>
            </p:cNvPr>
            <p:cNvSpPr/>
            <p:nvPr/>
          </p:nvSpPr>
          <p:spPr>
            <a:xfrm>
              <a:off x="9946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722" name="Group 1721">
            <a:extLst>
              <a:ext uri="{FF2B5EF4-FFF2-40B4-BE49-F238E27FC236}">
                <a16:creationId xmlns:a16="http://schemas.microsoft.com/office/drawing/2014/main" id="{049E665D-5576-4392-8353-3ABC79370009}"/>
              </a:ext>
            </a:extLst>
          </p:cNvPr>
          <p:cNvGrpSpPr/>
          <p:nvPr/>
        </p:nvGrpSpPr>
        <p:grpSpPr>
          <a:xfrm>
            <a:off x="9385601" y="5342505"/>
            <a:ext cx="324000" cy="1080000"/>
            <a:chOff x="8746639" y="5866000"/>
            <a:chExt cx="324000" cy="1080000"/>
          </a:xfrm>
        </p:grpSpPr>
        <p:sp>
          <p:nvSpPr>
            <p:cNvPr id="1719" name="Rectangle 1718">
              <a:extLst>
                <a:ext uri="{FF2B5EF4-FFF2-40B4-BE49-F238E27FC236}">
                  <a16:creationId xmlns:a16="http://schemas.microsoft.com/office/drawing/2014/main" id="{27ADDECC-F29B-4549-AF0B-CE3CEE37B8DD}"/>
                </a:ext>
              </a:extLst>
            </p:cNvPr>
            <p:cNvSpPr/>
            <p:nvPr/>
          </p:nvSpPr>
          <p:spPr>
            <a:xfrm>
              <a:off x="8746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0" name="Rectangle 1719">
              <a:extLst>
                <a:ext uri="{FF2B5EF4-FFF2-40B4-BE49-F238E27FC236}">
                  <a16:creationId xmlns:a16="http://schemas.microsoft.com/office/drawing/2014/main" id="{BC628D95-6AD7-48DE-8A09-BE88A59757C3}"/>
                </a:ext>
              </a:extLst>
            </p:cNvPr>
            <p:cNvSpPr/>
            <p:nvPr/>
          </p:nvSpPr>
          <p:spPr>
            <a:xfrm>
              <a:off x="8854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1" name="Rectangle 1720">
              <a:extLst>
                <a:ext uri="{FF2B5EF4-FFF2-40B4-BE49-F238E27FC236}">
                  <a16:creationId xmlns:a16="http://schemas.microsoft.com/office/drawing/2014/main" id="{3369AD5E-1BCB-4996-B2FD-E827226A0227}"/>
                </a:ext>
              </a:extLst>
            </p:cNvPr>
            <p:cNvSpPr/>
            <p:nvPr/>
          </p:nvSpPr>
          <p:spPr>
            <a:xfrm>
              <a:off x="8962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AFF8173-EEE5-59F8-7317-AB9B51099C5F}"/>
              </a:ext>
            </a:extLst>
          </p:cNvPr>
          <p:cNvSpPr txBox="1"/>
          <p:nvPr/>
        </p:nvSpPr>
        <p:spPr>
          <a:xfrm>
            <a:off x="1438564" y="1438275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9A70AB-2D58-91AA-EBAD-52F849CA5D4E}"/>
              </a:ext>
            </a:extLst>
          </p:cNvPr>
          <p:cNvSpPr txBox="1"/>
          <p:nvPr/>
        </p:nvSpPr>
        <p:spPr>
          <a:xfrm>
            <a:off x="4837084" y="1438275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1.1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5C0F9-848E-0B61-1D24-0DA2951FB9C4}"/>
              </a:ext>
            </a:extLst>
          </p:cNvPr>
          <p:cNvSpPr txBox="1"/>
          <p:nvPr/>
        </p:nvSpPr>
        <p:spPr>
          <a:xfrm>
            <a:off x="8157858" y="143827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1.04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63147-52E8-347C-6E95-C523C43370A4}"/>
              </a:ext>
            </a:extLst>
          </p:cNvPr>
          <p:cNvSpPr txBox="1"/>
          <p:nvPr/>
        </p:nvSpPr>
        <p:spPr>
          <a:xfrm>
            <a:off x="1438565" y="3129915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2.3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1FBD7-1927-2B23-C3C7-2D0236E80A58}"/>
              </a:ext>
            </a:extLst>
          </p:cNvPr>
          <p:cNvSpPr txBox="1"/>
          <p:nvPr/>
        </p:nvSpPr>
        <p:spPr>
          <a:xfrm>
            <a:off x="4759339" y="312991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670CF-3AAB-216E-E424-C56964921CA3}"/>
              </a:ext>
            </a:extLst>
          </p:cNvPr>
          <p:cNvSpPr txBox="1"/>
          <p:nvPr/>
        </p:nvSpPr>
        <p:spPr>
          <a:xfrm>
            <a:off x="8157858" y="312991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1.54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B95B13-13B5-9653-9F70-F3E8036BF426}"/>
              </a:ext>
            </a:extLst>
          </p:cNvPr>
          <p:cNvSpPr txBox="1"/>
          <p:nvPr/>
        </p:nvSpPr>
        <p:spPr>
          <a:xfrm>
            <a:off x="4759340" y="48215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0.87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A921E-2858-6822-A5D5-BC6FC7200199}"/>
              </a:ext>
            </a:extLst>
          </p:cNvPr>
          <p:cNvSpPr txBox="1"/>
          <p:nvPr/>
        </p:nvSpPr>
        <p:spPr>
          <a:xfrm>
            <a:off x="8157858" y="48215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3.32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41B06F-8B68-ED5D-F1BE-024998055650}"/>
              </a:ext>
            </a:extLst>
          </p:cNvPr>
          <p:cNvSpPr txBox="1"/>
          <p:nvPr/>
        </p:nvSpPr>
        <p:spPr>
          <a:xfrm>
            <a:off x="1438565" y="6459162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2.1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B9CC9-9BF8-11F8-CE40-E364BF9FA184}"/>
              </a:ext>
            </a:extLst>
          </p:cNvPr>
          <p:cNvSpPr txBox="1"/>
          <p:nvPr/>
        </p:nvSpPr>
        <p:spPr>
          <a:xfrm>
            <a:off x="4919358" y="6466782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3.51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075573-27C7-DDFC-7703-43EEEB239A57}"/>
              </a:ext>
            </a:extLst>
          </p:cNvPr>
          <p:cNvSpPr txBox="1"/>
          <p:nvPr/>
        </p:nvSpPr>
        <p:spPr>
          <a:xfrm>
            <a:off x="8157858" y="6459162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/>
              <a:t>1.45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8106E0-EA5A-EAB3-E403-BFB7EEADAB1E}"/>
              </a:ext>
            </a:extLst>
          </p:cNvPr>
          <p:cNvSpPr txBox="1"/>
          <p:nvPr/>
        </p:nvSpPr>
        <p:spPr>
          <a:xfrm>
            <a:off x="1360818" y="48215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2.12</a:t>
            </a:r>
          </a:p>
        </p:txBody>
      </p:sp>
    </p:spTree>
    <p:extLst>
      <p:ext uri="{BB962C8B-B14F-4D97-AF65-F5344CB8AC3E}">
        <p14:creationId xmlns:p14="http://schemas.microsoft.com/office/powerpoint/2010/main" val="28287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4" name="Group 1713">
            <a:extLst>
              <a:ext uri="{FF2B5EF4-FFF2-40B4-BE49-F238E27FC236}">
                <a16:creationId xmlns:a16="http://schemas.microsoft.com/office/drawing/2014/main" id="{919C79D8-9647-499F-9559-45DFE585CF4D}"/>
              </a:ext>
            </a:extLst>
          </p:cNvPr>
          <p:cNvGrpSpPr/>
          <p:nvPr/>
        </p:nvGrpSpPr>
        <p:grpSpPr>
          <a:xfrm>
            <a:off x="3689693" y="5345636"/>
            <a:ext cx="1229022" cy="1247434"/>
            <a:chOff x="7233685" y="3816669"/>
            <a:chExt cx="1229022" cy="1247434"/>
          </a:xfrm>
        </p:grpSpPr>
        <p:sp>
          <p:nvSpPr>
            <p:cNvPr id="1711" name="Rectangle 1710">
              <a:extLst>
                <a:ext uri="{FF2B5EF4-FFF2-40B4-BE49-F238E27FC236}">
                  <a16:creationId xmlns:a16="http://schemas.microsoft.com/office/drawing/2014/main" id="{769FA7BB-0145-455F-BBF0-42E380BEE5E8}"/>
                </a:ext>
              </a:extLst>
            </p:cNvPr>
            <p:cNvSpPr/>
            <p:nvPr/>
          </p:nvSpPr>
          <p:spPr>
            <a:xfrm>
              <a:off x="7382707" y="3816669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2" name="Rectangle 1711">
              <a:extLst>
                <a:ext uri="{FF2B5EF4-FFF2-40B4-BE49-F238E27FC236}">
                  <a16:creationId xmlns:a16="http://schemas.microsoft.com/office/drawing/2014/main" id="{3F518788-CA2E-48AF-9187-F8EB99C8336A}"/>
                </a:ext>
              </a:extLst>
            </p:cNvPr>
            <p:cNvSpPr/>
            <p:nvPr/>
          </p:nvSpPr>
          <p:spPr>
            <a:xfrm>
              <a:off x="7308196" y="3900386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3" name="Rectangle 1712">
              <a:extLst>
                <a:ext uri="{FF2B5EF4-FFF2-40B4-BE49-F238E27FC236}">
                  <a16:creationId xmlns:a16="http://schemas.microsoft.com/office/drawing/2014/main" id="{21B93C0D-B146-4965-8435-8230536D3BB8}"/>
                </a:ext>
              </a:extLst>
            </p:cNvPr>
            <p:cNvSpPr/>
            <p:nvPr/>
          </p:nvSpPr>
          <p:spPr>
            <a:xfrm>
              <a:off x="7233685" y="3984103"/>
              <a:ext cx="1080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10F94B08-82D7-4DEF-A96A-5D07068AB185}"/>
              </a:ext>
            </a:extLst>
          </p:cNvPr>
          <p:cNvSpPr/>
          <p:nvPr/>
        </p:nvSpPr>
        <p:spPr>
          <a:xfrm rot="5400000">
            <a:off x="2333298" y="485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8" name="Picture 1617">
            <a:extLst>
              <a:ext uri="{FF2B5EF4-FFF2-40B4-BE49-F238E27FC236}">
                <a16:creationId xmlns:a16="http://schemas.microsoft.com/office/drawing/2014/main" id="{68EE1BB4-F200-4BB3-AB02-EFA71673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916" y="295227"/>
            <a:ext cx="1103472" cy="110347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83EEDF0-FEA5-47CD-A5C2-3DA2E85A8F3D}"/>
              </a:ext>
            </a:extLst>
          </p:cNvPr>
          <p:cNvSpPr/>
          <p:nvPr/>
        </p:nvSpPr>
        <p:spPr>
          <a:xfrm>
            <a:off x="1650115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26B43988-DF83-4113-B731-FA2E2D70907D}"/>
              </a:ext>
            </a:extLst>
          </p:cNvPr>
          <p:cNvCxnSpPr>
            <a:cxnSpLocks/>
          </p:cNvCxnSpPr>
          <p:nvPr/>
        </p:nvCxnSpPr>
        <p:spPr>
          <a:xfrm>
            <a:off x="928024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716C43E1-295E-4D8B-BFAA-4828880C7FE9}"/>
              </a:ext>
            </a:extLst>
          </p:cNvPr>
          <p:cNvSpPr txBox="1"/>
          <p:nvPr/>
        </p:nvSpPr>
        <p:spPr>
          <a:xfrm>
            <a:off x="125645" y="705415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FA498193-8B66-495E-B800-888E047D34C9}"/>
              </a:ext>
            </a:extLst>
          </p:cNvPr>
          <p:cNvSpPr/>
          <p:nvPr/>
        </p:nvSpPr>
        <p:spPr>
          <a:xfrm>
            <a:off x="5041708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8" name="Picture 267">
            <a:extLst>
              <a:ext uri="{FF2B5EF4-FFF2-40B4-BE49-F238E27FC236}">
                <a16:creationId xmlns:a16="http://schemas.microsoft.com/office/drawing/2014/main" id="{4902989D-95DA-4492-9EEB-F7A2BF2F0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295227"/>
            <a:ext cx="1097375" cy="1097375"/>
          </a:xfrm>
          <a:prstGeom prst="rect">
            <a:avLst/>
          </a:prstGeom>
        </p:spPr>
      </p:pic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C78432E4-6FDB-431A-A10C-E4212B62D5E7}"/>
              </a:ext>
            </a:extLst>
          </p:cNvPr>
          <p:cNvCxnSpPr>
            <a:cxnSpLocks/>
          </p:cNvCxnSpPr>
          <p:nvPr/>
        </p:nvCxnSpPr>
        <p:spPr>
          <a:xfrm>
            <a:off x="4319617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2753CF16-FF30-4E8D-8244-F4D12E281A3E}"/>
              </a:ext>
            </a:extLst>
          </p:cNvPr>
          <p:cNvSpPr txBox="1"/>
          <p:nvPr/>
        </p:nvSpPr>
        <p:spPr>
          <a:xfrm>
            <a:off x="3520444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BCF07863-D4A6-4059-B538-F08247F7E256}"/>
              </a:ext>
            </a:extLst>
          </p:cNvPr>
          <p:cNvSpPr/>
          <p:nvPr/>
        </p:nvSpPr>
        <p:spPr>
          <a:xfrm>
            <a:off x="8433300" y="800513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7" name="Picture 386">
            <a:extLst>
              <a:ext uri="{FF2B5EF4-FFF2-40B4-BE49-F238E27FC236}">
                <a16:creationId xmlns:a16="http://schemas.microsoft.com/office/drawing/2014/main" id="{A2BBD934-CEC4-4BB6-A2EA-D2C352F6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295227"/>
            <a:ext cx="1097375" cy="1097375"/>
          </a:xfrm>
          <a:prstGeom prst="rect">
            <a:avLst/>
          </a:prstGeom>
        </p:spPr>
      </p:pic>
      <p:sp>
        <p:nvSpPr>
          <p:cNvPr id="430" name="Rectangle 429">
            <a:extLst>
              <a:ext uri="{FF2B5EF4-FFF2-40B4-BE49-F238E27FC236}">
                <a16:creationId xmlns:a16="http://schemas.microsoft.com/office/drawing/2014/main" id="{91D2D57C-F7B8-431C-9B8B-2F2ED6972F7F}"/>
              </a:ext>
            </a:extLst>
          </p:cNvPr>
          <p:cNvSpPr/>
          <p:nvPr/>
        </p:nvSpPr>
        <p:spPr>
          <a:xfrm>
            <a:off x="8630482" y="945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130564E1-8516-4CCA-A8AA-DA07EF179049}"/>
              </a:ext>
            </a:extLst>
          </p:cNvPr>
          <p:cNvSpPr/>
          <p:nvPr/>
        </p:nvSpPr>
        <p:spPr>
          <a:xfrm>
            <a:off x="8630482" y="1053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00324ABE-11C0-4143-A6AF-778F945BBA98}"/>
              </a:ext>
            </a:extLst>
          </p:cNvPr>
          <p:cNvSpPr/>
          <p:nvPr/>
        </p:nvSpPr>
        <p:spPr>
          <a:xfrm>
            <a:off x="8630482" y="116160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686D6B19-84F9-4E61-8956-F9E2181746A2}"/>
              </a:ext>
            </a:extLst>
          </p:cNvPr>
          <p:cNvSpPr/>
          <p:nvPr/>
        </p:nvSpPr>
        <p:spPr>
          <a:xfrm>
            <a:off x="8630482" y="126960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1024F18A-7184-4598-949B-306D0BFB7B6A}"/>
              </a:ext>
            </a:extLst>
          </p:cNvPr>
          <p:cNvCxnSpPr>
            <a:cxnSpLocks/>
          </p:cNvCxnSpPr>
          <p:nvPr/>
        </p:nvCxnSpPr>
        <p:spPr>
          <a:xfrm>
            <a:off x="7711209" y="1733550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D864D2A6-B513-4DA8-8A1C-EA2F656F0251}"/>
              </a:ext>
            </a:extLst>
          </p:cNvPr>
          <p:cNvSpPr txBox="1"/>
          <p:nvPr/>
        </p:nvSpPr>
        <p:spPr>
          <a:xfrm>
            <a:off x="6912036" y="705415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44" name="Oval 743">
            <a:extLst>
              <a:ext uri="{FF2B5EF4-FFF2-40B4-BE49-F238E27FC236}">
                <a16:creationId xmlns:a16="http://schemas.microsoft.com/office/drawing/2014/main" id="{0A3E11D6-7E31-41FC-BF00-928DC12E48D2}"/>
              </a:ext>
            </a:extLst>
          </p:cNvPr>
          <p:cNvSpPr/>
          <p:nvPr/>
        </p:nvSpPr>
        <p:spPr>
          <a:xfrm>
            <a:off x="1650115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46" name="Picture 745">
            <a:extLst>
              <a:ext uri="{FF2B5EF4-FFF2-40B4-BE49-F238E27FC236}">
                <a16:creationId xmlns:a16="http://schemas.microsoft.com/office/drawing/2014/main" id="{FC134D5A-589A-4D7E-AD5D-3E0422764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1976595"/>
            <a:ext cx="1097375" cy="1097375"/>
          </a:xfrm>
          <a:prstGeom prst="rect">
            <a:avLst/>
          </a:prstGeom>
        </p:spPr>
      </p:pic>
      <p:cxnSp>
        <p:nvCxnSpPr>
          <p:cNvPr id="742" name="Straight Connector 741">
            <a:extLst>
              <a:ext uri="{FF2B5EF4-FFF2-40B4-BE49-F238E27FC236}">
                <a16:creationId xmlns:a16="http://schemas.microsoft.com/office/drawing/2014/main" id="{5C137BB9-6E0C-4E85-978B-382AD5108108}"/>
              </a:ext>
            </a:extLst>
          </p:cNvPr>
          <p:cNvCxnSpPr>
            <a:cxnSpLocks/>
          </p:cNvCxnSpPr>
          <p:nvPr/>
        </p:nvCxnSpPr>
        <p:spPr>
          <a:xfrm>
            <a:off x="928024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3" name="TextBox 742">
            <a:extLst>
              <a:ext uri="{FF2B5EF4-FFF2-40B4-BE49-F238E27FC236}">
                <a16:creationId xmlns:a16="http://schemas.microsoft.com/office/drawing/2014/main" id="{817372C2-E520-42A4-AD06-AE2F2AC5230D}"/>
              </a:ext>
            </a:extLst>
          </p:cNvPr>
          <p:cNvSpPr txBox="1"/>
          <p:nvPr/>
        </p:nvSpPr>
        <p:spPr>
          <a:xfrm>
            <a:off x="61468" y="238678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24DF7CF6-7B3A-4098-91B8-5C3AE91C9D82}"/>
              </a:ext>
            </a:extLst>
          </p:cNvPr>
          <p:cNvSpPr/>
          <p:nvPr/>
        </p:nvSpPr>
        <p:spPr>
          <a:xfrm>
            <a:off x="5041708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28" name="Picture 627">
            <a:extLst>
              <a:ext uri="{FF2B5EF4-FFF2-40B4-BE49-F238E27FC236}">
                <a16:creationId xmlns:a16="http://schemas.microsoft.com/office/drawing/2014/main" id="{577EB59D-189E-44D3-9EF2-849D4ABF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1976595"/>
            <a:ext cx="1097375" cy="1097375"/>
          </a:xfrm>
          <a:prstGeom prst="rect">
            <a:avLst/>
          </a:prstGeom>
        </p:spPr>
      </p:pic>
      <p:sp>
        <p:nvSpPr>
          <p:cNvPr id="693" name="Rectangle 692">
            <a:extLst>
              <a:ext uri="{FF2B5EF4-FFF2-40B4-BE49-F238E27FC236}">
                <a16:creationId xmlns:a16="http://schemas.microsoft.com/office/drawing/2014/main" id="{DF2C6456-5DF2-40A7-B9BA-FE9901383FF9}"/>
              </a:ext>
            </a:extLst>
          </p:cNvPr>
          <p:cNvSpPr/>
          <p:nvPr/>
        </p:nvSpPr>
        <p:spPr>
          <a:xfrm>
            <a:off x="5454890" y="241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9F92EDFF-D8D8-40E8-B24C-0561F5627D64}"/>
              </a:ext>
            </a:extLst>
          </p:cNvPr>
          <p:cNvSpPr/>
          <p:nvPr/>
        </p:nvSpPr>
        <p:spPr>
          <a:xfrm>
            <a:off x="5454890" y="2521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37DB6E48-9604-4847-990F-6EA1DE9F1DE0}"/>
              </a:ext>
            </a:extLst>
          </p:cNvPr>
          <p:cNvSpPr/>
          <p:nvPr/>
        </p:nvSpPr>
        <p:spPr>
          <a:xfrm>
            <a:off x="5454890" y="2629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5187F24B-9A93-4B22-8518-00B7FB792DB7}"/>
              </a:ext>
            </a:extLst>
          </p:cNvPr>
          <p:cNvSpPr/>
          <p:nvPr/>
        </p:nvSpPr>
        <p:spPr>
          <a:xfrm>
            <a:off x="5454890" y="2737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25D34B4E-B596-4464-BB9B-29B447DD506D}"/>
              </a:ext>
            </a:extLst>
          </p:cNvPr>
          <p:cNvSpPr/>
          <p:nvPr/>
        </p:nvSpPr>
        <p:spPr>
          <a:xfrm>
            <a:off x="5454890" y="284535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7D9F6CAA-C78A-4492-8C6D-23B3945EAC9F}"/>
              </a:ext>
            </a:extLst>
          </p:cNvPr>
          <p:cNvSpPr/>
          <p:nvPr/>
        </p:nvSpPr>
        <p:spPr>
          <a:xfrm>
            <a:off x="5454890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98E71671-3C62-4A68-9D53-26C647EB96F9}"/>
              </a:ext>
            </a:extLst>
          </p:cNvPr>
          <p:cNvCxnSpPr>
            <a:cxnSpLocks/>
          </p:cNvCxnSpPr>
          <p:nvPr/>
        </p:nvCxnSpPr>
        <p:spPr>
          <a:xfrm>
            <a:off x="4319617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5" name="TextBox 624">
            <a:extLst>
              <a:ext uri="{FF2B5EF4-FFF2-40B4-BE49-F238E27FC236}">
                <a16:creationId xmlns:a16="http://schemas.microsoft.com/office/drawing/2014/main" id="{3E437691-CBC3-41B6-A24A-52186F282141}"/>
              </a:ext>
            </a:extLst>
          </p:cNvPr>
          <p:cNvSpPr txBox="1"/>
          <p:nvPr/>
        </p:nvSpPr>
        <p:spPr>
          <a:xfrm>
            <a:off x="3512429" y="2386783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27408EC8-AB7D-460F-AD65-3DE71E6171A5}"/>
              </a:ext>
            </a:extLst>
          </p:cNvPr>
          <p:cNvSpPr/>
          <p:nvPr/>
        </p:nvSpPr>
        <p:spPr>
          <a:xfrm>
            <a:off x="8433300" y="2481881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0" name="Picture 509">
            <a:extLst>
              <a:ext uri="{FF2B5EF4-FFF2-40B4-BE49-F238E27FC236}">
                <a16:creationId xmlns:a16="http://schemas.microsoft.com/office/drawing/2014/main" id="{E5E2F690-33AD-4661-9A87-45D83762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1976595"/>
            <a:ext cx="1097375" cy="1097375"/>
          </a:xfrm>
          <a:prstGeom prst="rect">
            <a:avLst/>
          </a:prstGeom>
        </p:spPr>
      </p:pic>
      <p:sp>
        <p:nvSpPr>
          <p:cNvPr id="528" name="Rectangle 527">
            <a:extLst>
              <a:ext uri="{FF2B5EF4-FFF2-40B4-BE49-F238E27FC236}">
                <a16:creationId xmlns:a16="http://schemas.microsoft.com/office/drawing/2014/main" id="{8D4DB4A9-4EB7-457A-AB77-837DF8BA59E8}"/>
              </a:ext>
            </a:extLst>
          </p:cNvPr>
          <p:cNvSpPr/>
          <p:nvPr/>
        </p:nvSpPr>
        <p:spPr>
          <a:xfrm>
            <a:off x="9170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B5EA02B9-99F7-447B-B431-9E4CFFAC2844}"/>
              </a:ext>
            </a:extLst>
          </p:cNvPr>
          <p:cNvSpPr/>
          <p:nvPr/>
        </p:nvSpPr>
        <p:spPr>
          <a:xfrm>
            <a:off x="9278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25BB3A89-5FD0-41EB-B7F3-A3D7945DC940}"/>
              </a:ext>
            </a:extLst>
          </p:cNvPr>
          <p:cNvSpPr/>
          <p:nvPr/>
        </p:nvSpPr>
        <p:spPr>
          <a:xfrm>
            <a:off x="9386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11EB3A93-9B9F-4FC3-818A-6C5FD89A9F70}"/>
              </a:ext>
            </a:extLst>
          </p:cNvPr>
          <p:cNvSpPr/>
          <p:nvPr/>
        </p:nvSpPr>
        <p:spPr>
          <a:xfrm>
            <a:off x="9494482" y="29533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C126737B-A09F-44AC-A032-0CA54AF6973B}"/>
              </a:ext>
            </a:extLst>
          </p:cNvPr>
          <p:cNvCxnSpPr>
            <a:cxnSpLocks/>
          </p:cNvCxnSpPr>
          <p:nvPr/>
        </p:nvCxnSpPr>
        <p:spPr>
          <a:xfrm>
            <a:off x="7711209" y="3414918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7" name="TextBox 506">
            <a:extLst>
              <a:ext uri="{FF2B5EF4-FFF2-40B4-BE49-F238E27FC236}">
                <a16:creationId xmlns:a16="http://schemas.microsoft.com/office/drawing/2014/main" id="{72B1ACCA-2CB3-4909-9F15-804B6D6E8E57}"/>
              </a:ext>
            </a:extLst>
          </p:cNvPr>
          <p:cNvSpPr txBox="1"/>
          <p:nvPr/>
        </p:nvSpPr>
        <p:spPr>
          <a:xfrm>
            <a:off x="6916043" y="2386783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02" name="Oval 1101">
            <a:extLst>
              <a:ext uri="{FF2B5EF4-FFF2-40B4-BE49-F238E27FC236}">
                <a16:creationId xmlns:a16="http://schemas.microsoft.com/office/drawing/2014/main" id="{BB7127DF-674F-43AB-8D51-2ADA22577F81}"/>
              </a:ext>
            </a:extLst>
          </p:cNvPr>
          <p:cNvSpPr/>
          <p:nvPr/>
        </p:nvSpPr>
        <p:spPr>
          <a:xfrm>
            <a:off x="1650115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A6CFA152-C36A-458B-B8CF-B962EBA7C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16" y="3657963"/>
            <a:ext cx="1097375" cy="1097375"/>
          </a:xfrm>
          <a:prstGeom prst="rect">
            <a:avLst/>
          </a:prstGeom>
        </p:spPr>
      </p:pic>
      <p:sp>
        <p:nvSpPr>
          <p:cNvPr id="1135" name="Rectangle 1134">
            <a:extLst>
              <a:ext uri="{FF2B5EF4-FFF2-40B4-BE49-F238E27FC236}">
                <a16:creationId xmlns:a16="http://schemas.microsoft.com/office/drawing/2014/main" id="{CE54140D-613D-4799-89E5-E037FA89F938}"/>
              </a:ext>
            </a:extLst>
          </p:cNvPr>
          <p:cNvSpPr/>
          <p:nvPr/>
        </p:nvSpPr>
        <p:spPr>
          <a:xfrm>
            <a:off x="2282672" y="38790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544803CC-85B5-4DCC-A963-A0DAD56BEF26}"/>
              </a:ext>
            </a:extLst>
          </p:cNvPr>
          <p:cNvSpPr/>
          <p:nvPr/>
        </p:nvSpPr>
        <p:spPr>
          <a:xfrm>
            <a:off x="2819297" y="4206843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D1E7BD87-131C-4A58-99DB-F4A107578E36}"/>
              </a:ext>
            </a:extLst>
          </p:cNvPr>
          <p:cNvSpPr/>
          <p:nvPr/>
        </p:nvSpPr>
        <p:spPr>
          <a:xfrm>
            <a:off x="1847297" y="46323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CDC9A4D9-FD2F-4DDE-965D-A60BB0CEAC61}"/>
              </a:ext>
            </a:extLst>
          </p:cNvPr>
          <p:cNvSpPr/>
          <p:nvPr/>
        </p:nvSpPr>
        <p:spPr>
          <a:xfrm>
            <a:off x="2279147" y="45307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EF16155-D265-41A0-9EE5-BB2DFA9746E1}"/>
              </a:ext>
            </a:extLst>
          </p:cNvPr>
          <p:cNvSpPr/>
          <p:nvPr/>
        </p:nvSpPr>
        <p:spPr>
          <a:xfrm>
            <a:off x="2713378" y="3665557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32804657-56F3-489C-B023-27B587BA789E}"/>
              </a:ext>
            </a:extLst>
          </p:cNvPr>
          <p:cNvSpPr/>
          <p:nvPr/>
        </p:nvSpPr>
        <p:spPr>
          <a:xfrm>
            <a:off x="2066522" y="4208482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B5663170-0F56-4528-ACC4-6C1AD5BC6EBD}"/>
              </a:ext>
            </a:extLst>
          </p:cNvPr>
          <p:cNvSpPr/>
          <p:nvPr/>
        </p:nvSpPr>
        <p:spPr>
          <a:xfrm>
            <a:off x="2607910" y="40989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FE375960-E4E3-43BC-956D-2030CECD0AC4}"/>
              </a:ext>
            </a:extLst>
          </p:cNvPr>
          <p:cNvSpPr/>
          <p:nvPr/>
        </p:nvSpPr>
        <p:spPr>
          <a:xfrm>
            <a:off x="1847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7E13D23C-EA4B-4D92-AEDA-AAC48B230BAB}"/>
              </a:ext>
            </a:extLst>
          </p:cNvPr>
          <p:cNvSpPr/>
          <p:nvPr/>
        </p:nvSpPr>
        <p:spPr>
          <a:xfrm>
            <a:off x="1955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41052D51-D4AC-4667-A5F4-A644A4647A4F}"/>
              </a:ext>
            </a:extLst>
          </p:cNvPr>
          <p:cNvSpPr/>
          <p:nvPr/>
        </p:nvSpPr>
        <p:spPr>
          <a:xfrm>
            <a:off x="2063547" y="36671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1203FA53-3D92-4D80-9741-32E985ED65BF}"/>
              </a:ext>
            </a:extLst>
          </p:cNvPr>
          <p:cNvSpPr/>
          <p:nvPr/>
        </p:nvSpPr>
        <p:spPr>
          <a:xfrm>
            <a:off x="2501747" y="43180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66BE9BA-A0D5-45A8-9069-75DDAE9AE190}"/>
              </a:ext>
            </a:extLst>
          </p:cNvPr>
          <p:cNvSpPr/>
          <p:nvPr/>
        </p:nvSpPr>
        <p:spPr>
          <a:xfrm>
            <a:off x="2819297" y="431484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70CBA4C5-6188-4D34-99A2-94D1CC1E862B}"/>
              </a:ext>
            </a:extLst>
          </p:cNvPr>
          <p:cNvCxnSpPr>
            <a:cxnSpLocks/>
          </p:cNvCxnSpPr>
          <p:nvPr/>
        </p:nvCxnSpPr>
        <p:spPr>
          <a:xfrm>
            <a:off x="928024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7725C51-6F54-484C-9E2C-27ABD25DDC0C}"/>
              </a:ext>
            </a:extLst>
          </p:cNvPr>
          <p:cNvSpPr txBox="1"/>
          <p:nvPr/>
        </p:nvSpPr>
        <p:spPr>
          <a:xfrm>
            <a:off x="61421" y="4068151"/>
            <a:ext cx="306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84" name="Oval 983">
            <a:extLst>
              <a:ext uri="{FF2B5EF4-FFF2-40B4-BE49-F238E27FC236}">
                <a16:creationId xmlns:a16="http://schemas.microsoft.com/office/drawing/2014/main" id="{24587199-9FD1-494C-A9D6-47EEB7A45E08}"/>
              </a:ext>
            </a:extLst>
          </p:cNvPr>
          <p:cNvSpPr/>
          <p:nvPr/>
        </p:nvSpPr>
        <p:spPr>
          <a:xfrm>
            <a:off x="5041708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86" name="Picture 985">
            <a:extLst>
              <a:ext uri="{FF2B5EF4-FFF2-40B4-BE49-F238E27FC236}">
                <a16:creationId xmlns:a16="http://schemas.microsoft.com/office/drawing/2014/main" id="{DECFA9CA-29B2-429D-9A3F-6010622E4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3657963"/>
            <a:ext cx="1097375" cy="1097375"/>
          </a:xfrm>
          <a:prstGeom prst="rect">
            <a:avLst/>
          </a:prstGeom>
        </p:spPr>
      </p:pic>
      <p:sp>
        <p:nvSpPr>
          <p:cNvPr id="1096" name="Rectangle 1095">
            <a:extLst>
              <a:ext uri="{FF2B5EF4-FFF2-40B4-BE49-F238E27FC236}">
                <a16:creationId xmlns:a16="http://schemas.microsoft.com/office/drawing/2014/main" id="{B375C263-CE6F-48C8-BF17-2A90D6A48860}"/>
              </a:ext>
            </a:extLst>
          </p:cNvPr>
          <p:cNvSpPr/>
          <p:nvPr/>
        </p:nvSpPr>
        <p:spPr>
          <a:xfrm>
            <a:off x="5994890" y="366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565F82EF-C82C-4C00-A2C0-D3D1D4A19B43}"/>
              </a:ext>
            </a:extLst>
          </p:cNvPr>
          <p:cNvSpPr/>
          <p:nvPr/>
        </p:nvSpPr>
        <p:spPr>
          <a:xfrm>
            <a:off x="5994890" y="377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35FEC451-9850-429E-882D-D2A964D4F7E0}"/>
              </a:ext>
            </a:extLst>
          </p:cNvPr>
          <p:cNvSpPr/>
          <p:nvPr/>
        </p:nvSpPr>
        <p:spPr>
          <a:xfrm>
            <a:off x="5994890" y="387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3E2CF7B0-81E9-471D-95D9-18FEC0BE4D51}"/>
              </a:ext>
            </a:extLst>
          </p:cNvPr>
          <p:cNvSpPr/>
          <p:nvPr/>
        </p:nvSpPr>
        <p:spPr>
          <a:xfrm>
            <a:off x="5994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27B6439A-CAAC-4ECE-B077-9D381EC16F5B}"/>
              </a:ext>
            </a:extLst>
          </p:cNvPr>
          <p:cNvSpPr/>
          <p:nvPr/>
        </p:nvSpPr>
        <p:spPr>
          <a:xfrm>
            <a:off x="6102890" y="3986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23C01885-7AE8-4763-8F3E-4855165A5981}"/>
              </a:ext>
            </a:extLst>
          </p:cNvPr>
          <p:cNvSpPr/>
          <p:nvPr/>
        </p:nvSpPr>
        <p:spPr>
          <a:xfrm>
            <a:off x="5994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EE24EF69-D8AC-4FDB-8B45-5E2890833622}"/>
              </a:ext>
            </a:extLst>
          </p:cNvPr>
          <p:cNvSpPr/>
          <p:nvPr/>
        </p:nvSpPr>
        <p:spPr>
          <a:xfrm>
            <a:off x="6102890" y="409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9498D738-8F57-4971-B06C-62360A572C84}"/>
              </a:ext>
            </a:extLst>
          </p:cNvPr>
          <p:cNvSpPr/>
          <p:nvPr/>
        </p:nvSpPr>
        <p:spPr>
          <a:xfrm>
            <a:off x="5994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64E68F5-8B07-4DF0-884A-3F9DCF603DFE}"/>
              </a:ext>
            </a:extLst>
          </p:cNvPr>
          <p:cNvSpPr/>
          <p:nvPr/>
        </p:nvSpPr>
        <p:spPr>
          <a:xfrm>
            <a:off x="6102890" y="4202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63778FD-0B5C-4118-8F86-52C1CD69289F}"/>
              </a:ext>
            </a:extLst>
          </p:cNvPr>
          <p:cNvSpPr/>
          <p:nvPr/>
        </p:nvSpPr>
        <p:spPr>
          <a:xfrm>
            <a:off x="5994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B8DC3B2-9557-4E68-BD00-BD330844090F}"/>
              </a:ext>
            </a:extLst>
          </p:cNvPr>
          <p:cNvSpPr/>
          <p:nvPr/>
        </p:nvSpPr>
        <p:spPr>
          <a:xfrm>
            <a:off x="6102890" y="4310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E105EDA5-312F-46EF-9929-48D93F6901D9}"/>
              </a:ext>
            </a:extLst>
          </p:cNvPr>
          <p:cNvSpPr/>
          <p:nvPr/>
        </p:nvSpPr>
        <p:spPr>
          <a:xfrm>
            <a:off x="5994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37914B8D-E342-4276-A8C7-0B35C80DE501}"/>
              </a:ext>
            </a:extLst>
          </p:cNvPr>
          <p:cNvSpPr/>
          <p:nvPr/>
        </p:nvSpPr>
        <p:spPr>
          <a:xfrm>
            <a:off x="6102890" y="4418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34EAD3DF-025E-42DD-9729-D3E187DBC164}"/>
              </a:ext>
            </a:extLst>
          </p:cNvPr>
          <p:cNvSpPr/>
          <p:nvPr/>
        </p:nvSpPr>
        <p:spPr>
          <a:xfrm>
            <a:off x="5994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5ACD9512-4416-4770-BF30-F321CF59E7CA}"/>
              </a:ext>
            </a:extLst>
          </p:cNvPr>
          <p:cNvSpPr/>
          <p:nvPr/>
        </p:nvSpPr>
        <p:spPr>
          <a:xfrm>
            <a:off x="6102890" y="4526724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630F7D84-00B6-4D17-864F-99F056AE9BF0}"/>
              </a:ext>
            </a:extLst>
          </p:cNvPr>
          <p:cNvSpPr/>
          <p:nvPr/>
        </p:nvSpPr>
        <p:spPr>
          <a:xfrm>
            <a:off x="5994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556C3E75-7AC4-44EC-8227-344566D5B1C3}"/>
              </a:ext>
            </a:extLst>
          </p:cNvPr>
          <p:cNvSpPr/>
          <p:nvPr/>
        </p:nvSpPr>
        <p:spPr>
          <a:xfrm>
            <a:off x="6102890" y="463472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EEE20F67-A1F6-4B56-9B41-6C00F58E0131}"/>
              </a:ext>
            </a:extLst>
          </p:cNvPr>
          <p:cNvCxnSpPr>
            <a:cxnSpLocks/>
          </p:cNvCxnSpPr>
          <p:nvPr/>
        </p:nvCxnSpPr>
        <p:spPr>
          <a:xfrm>
            <a:off x="4319617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3" name="TextBox 982">
            <a:extLst>
              <a:ext uri="{FF2B5EF4-FFF2-40B4-BE49-F238E27FC236}">
                <a16:creationId xmlns:a16="http://schemas.microsoft.com/office/drawing/2014/main" id="{D2190AFD-5F38-464E-A352-96CB66EF8C17}"/>
              </a:ext>
            </a:extLst>
          </p:cNvPr>
          <p:cNvSpPr txBox="1"/>
          <p:nvPr/>
        </p:nvSpPr>
        <p:spPr>
          <a:xfrm>
            <a:off x="3500407" y="406815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66" name="Oval 865">
            <a:extLst>
              <a:ext uri="{FF2B5EF4-FFF2-40B4-BE49-F238E27FC236}">
                <a16:creationId xmlns:a16="http://schemas.microsoft.com/office/drawing/2014/main" id="{EB1F8F95-A269-4BA7-9228-64475D167387}"/>
              </a:ext>
            </a:extLst>
          </p:cNvPr>
          <p:cNvSpPr/>
          <p:nvPr/>
        </p:nvSpPr>
        <p:spPr>
          <a:xfrm>
            <a:off x="8433300" y="4163249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68" name="Picture 867">
            <a:extLst>
              <a:ext uri="{FF2B5EF4-FFF2-40B4-BE49-F238E27FC236}">
                <a16:creationId xmlns:a16="http://schemas.microsoft.com/office/drawing/2014/main" id="{158B28F6-6A0C-4359-B4CD-5FDCF22F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3657963"/>
            <a:ext cx="1097375" cy="1097375"/>
          </a:xfrm>
          <a:prstGeom prst="rect">
            <a:avLst/>
          </a:prstGeom>
        </p:spPr>
      </p:pic>
      <p:sp>
        <p:nvSpPr>
          <p:cNvPr id="960" name="Rectangle 959">
            <a:extLst>
              <a:ext uri="{FF2B5EF4-FFF2-40B4-BE49-F238E27FC236}">
                <a16:creationId xmlns:a16="http://schemas.microsoft.com/office/drawing/2014/main" id="{606787C8-B96D-466F-98A6-0A6B1EFC49FF}"/>
              </a:ext>
            </a:extLst>
          </p:cNvPr>
          <p:cNvSpPr/>
          <p:nvPr/>
        </p:nvSpPr>
        <p:spPr>
          <a:xfrm>
            <a:off x="9602482" y="387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DEC331FC-FFA2-4B49-9BE7-141F09C67B65}"/>
              </a:ext>
            </a:extLst>
          </p:cNvPr>
          <p:cNvSpPr/>
          <p:nvPr/>
        </p:nvSpPr>
        <p:spPr>
          <a:xfrm>
            <a:off x="9602482" y="3987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03C62B5D-4808-4D54-9094-5A6DAB3468A9}"/>
              </a:ext>
            </a:extLst>
          </p:cNvPr>
          <p:cNvSpPr/>
          <p:nvPr/>
        </p:nvSpPr>
        <p:spPr>
          <a:xfrm>
            <a:off x="9602482" y="409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64AD29C4-DB7F-4EE6-B1C8-914980548E3D}"/>
              </a:ext>
            </a:extLst>
          </p:cNvPr>
          <p:cNvSpPr/>
          <p:nvPr/>
        </p:nvSpPr>
        <p:spPr>
          <a:xfrm>
            <a:off x="9602482" y="4203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D909974D-171D-4018-A50C-3724E6B0E3C5}"/>
              </a:ext>
            </a:extLst>
          </p:cNvPr>
          <p:cNvSpPr/>
          <p:nvPr/>
        </p:nvSpPr>
        <p:spPr>
          <a:xfrm>
            <a:off x="9494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21F5275E-FB2B-4386-9A83-E1ADCEF12473}"/>
              </a:ext>
            </a:extLst>
          </p:cNvPr>
          <p:cNvSpPr/>
          <p:nvPr/>
        </p:nvSpPr>
        <p:spPr>
          <a:xfrm>
            <a:off x="9602482" y="4311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9" name="Rectangle 908">
            <a:extLst>
              <a:ext uri="{FF2B5EF4-FFF2-40B4-BE49-F238E27FC236}">
                <a16:creationId xmlns:a16="http://schemas.microsoft.com/office/drawing/2014/main" id="{39915276-963C-4287-B4D9-9BC7E1086132}"/>
              </a:ext>
            </a:extLst>
          </p:cNvPr>
          <p:cNvSpPr/>
          <p:nvPr/>
        </p:nvSpPr>
        <p:spPr>
          <a:xfrm>
            <a:off x="9494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7FE4FA75-E491-43C9-834D-AE630C26D46B}"/>
              </a:ext>
            </a:extLst>
          </p:cNvPr>
          <p:cNvSpPr/>
          <p:nvPr/>
        </p:nvSpPr>
        <p:spPr>
          <a:xfrm>
            <a:off x="9602482" y="4419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85370848-BFFA-4732-A12A-FCF2502372A9}"/>
              </a:ext>
            </a:extLst>
          </p:cNvPr>
          <p:cNvSpPr/>
          <p:nvPr/>
        </p:nvSpPr>
        <p:spPr>
          <a:xfrm>
            <a:off x="9494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4C2CADD4-23ED-4C25-B786-D830E87A9D62}"/>
              </a:ext>
            </a:extLst>
          </p:cNvPr>
          <p:cNvSpPr/>
          <p:nvPr/>
        </p:nvSpPr>
        <p:spPr>
          <a:xfrm>
            <a:off x="9602482" y="4527518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9" name="Rectangle 888">
            <a:extLst>
              <a:ext uri="{FF2B5EF4-FFF2-40B4-BE49-F238E27FC236}">
                <a16:creationId xmlns:a16="http://schemas.microsoft.com/office/drawing/2014/main" id="{68BFDD29-2414-4F19-844B-6FD798A2376B}"/>
              </a:ext>
            </a:extLst>
          </p:cNvPr>
          <p:cNvSpPr/>
          <p:nvPr/>
        </p:nvSpPr>
        <p:spPr>
          <a:xfrm>
            <a:off x="9494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9F2AEEE5-2A67-49A6-99C0-8F1AA56510ED}"/>
              </a:ext>
            </a:extLst>
          </p:cNvPr>
          <p:cNvSpPr/>
          <p:nvPr/>
        </p:nvSpPr>
        <p:spPr>
          <a:xfrm>
            <a:off x="9602482" y="4635519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C4AAA021-1940-46EC-A94F-A75D00698F4C}"/>
              </a:ext>
            </a:extLst>
          </p:cNvPr>
          <p:cNvCxnSpPr>
            <a:cxnSpLocks/>
          </p:cNvCxnSpPr>
          <p:nvPr/>
        </p:nvCxnSpPr>
        <p:spPr>
          <a:xfrm>
            <a:off x="7711209" y="5096286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5" name="TextBox 864">
            <a:extLst>
              <a:ext uri="{FF2B5EF4-FFF2-40B4-BE49-F238E27FC236}">
                <a16:creationId xmlns:a16="http://schemas.microsoft.com/office/drawing/2014/main" id="{61D6758E-C829-4F38-80B7-82187C50231E}"/>
              </a:ext>
            </a:extLst>
          </p:cNvPr>
          <p:cNvSpPr txBox="1"/>
          <p:nvPr/>
        </p:nvSpPr>
        <p:spPr>
          <a:xfrm>
            <a:off x="6803347" y="406815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60" name="Oval 1459">
            <a:extLst>
              <a:ext uri="{FF2B5EF4-FFF2-40B4-BE49-F238E27FC236}">
                <a16:creationId xmlns:a16="http://schemas.microsoft.com/office/drawing/2014/main" id="{52EC90B1-EAC9-4A90-9D32-8C77A6B45582}"/>
              </a:ext>
            </a:extLst>
          </p:cNvPr>
          <p:cNvSpPr/>
          <p:nvPr/>
        </p:nvSpPr>
        <p:spPr>
          <a:xfrm>
            <a:off x="1650115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58" name="Straight Connector 1457">
            <a:extLst>
              <a:ext uri="{FF2B5EF4-FFF2-40B4-BE49-F238E27FC236}">
                <a16:creationId xmlns:a16="http://schemas.microsoft.com/office/drawing/2014/main" id="{A0D5579A-44EC-4B75-9F1D-F3789644C9F5}"/>
              </a:ext>
            </a:extLst>
          </p:cNvPr>
          <p:cNvCxnSpPr>
            <a:cxnSpLocks/>
          </p:cNvCxnSpPr>
          <p:nvPr/>
        </p:nvCxnSpPr>
        <p:spPr>
          <a:xfrm>
            <a:off x="928024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9" name="TextBox 1458">
            <a:extLst>
              <a:ext uri="{FF2B5EF4-FFF2-40B4-BE49-F238E27FC236}">
                <a16:creationId xmlns:a16="http://schemas.microsoft.com/office/drawing/2014/main" id="{E7BC66BF-C41D-4191-947A-208AC0AAE61E}"/>
              </a:ext>
            </a:extLst>
          </p:cNvPr>
          <p:cNvSpPr txBox="1"/>
          <p:nvPr/>
        </p:nvSpPr>
        <p:spPr>
          <a:xfrm>
            <a:off x="120836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2" name="Oval 1341">
            <a:extLst>
              <a:ext uri="{FF2B5EF4-FFF2-40B4-BE49-F238E27FC236}">
                <a16:creationId xmlns:a16="http://schemas.microsoft.com/office/drawing/2014/main" id="{64EAE731-83E0-4A15-B993-768E4CF10A0A}"/>
              </a:ext>
            </a:extLst>
          </p:cNvPr>
          <p:cNvSpPr/>
          <p:nvPr/>
        </p:nvSpPr>
        <p:spPr>
          <a:xfrm>
            <a:off x="5041708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44" name="Picture 1343">
            <a:extLst>
              <a:ext uri="{FF2B5EF4-FFF2-40B4-BE49-F238E27FC236}">
                <a16:creationId xmlns:a16="http://schemas.microsoft.com/office/drawing/2014/main" id="{B2F65156-FEF2-4CBF-814E-6D3BA8809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09" y="5339330"/>
            <a:ext cx="1097375" cy="1097375"/>
          </a:xfrm>
          <a:prstGeom prst="rect">
            <a:avLst/>
          </a:prstGeom>
        </p:spPr>
      </p:pic>
      <p:sp>
        <p:nvSpPr>
          <p:cNvPr id="1417" name="Rectangle 1416">
            <a:extLst>
              <a:ext uri="{FF2B5EF4-FFF2-40B4-BE49-F238E27FC236}">
                <a16:creationId xmlns:a16="http://schemas.microsoft.com/office/drawing/2014/main" id="{DC0C41B9-9AD5-46A9-A09F-13A291875357}"/>
              </a:ext>
            </a:extLst>
          </p:cNvPr>
          <p:cNvSpPr/>
          <p:nvPr/>
        </p:nvSpPr>
        <p:spPr>
          <a:xfrm>
            <a:off x="524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8" name="Rectangle 1417">
            <a:extLst>
              <a:ext uri="{FF2B5EF4-FFF2-40B4-BE49-F238E27FC236}">
                <a16:creationId xmlns:a16="http://schemas.microsoft.com/office/drawing/2014/main" id="{53943CA3-B4A7-47D7-A09A-56D03E5D2609}"/>
              </a:ext>
            </a:extLst>
          </p:cNvPr>
          <p:cNvSpPr/>
          <p:nvPr/>
        </p:nvSpPr>
        <p:spPr>
          <a:xfrm>
            <a:off x="535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C845B9F8-00E7-42E9-B71E-CE83E17DE4B0}"/>
              </a:ext>
            </a:extLst>
          </p:cNvPr>
          <p:cNvSpPr/>
          <p:nvPr/>
        </p:nvSpPr>
        <p:spPr>
          <a:xfrm>
            <a:off x="5458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0" name="Rectangle 1419">
            <a:extLst>
              <a:ext uri="{FF2B5EF4-FFF2-40B4-BE49-F238E27FC236}">
                <a16:creationId xmlns:a16="http://schemas.microsoft.com/office/drawing/2014/main" id="{C5F95E57-0747-46D5-A1FA-F7EE48B4A943}"/>
              </a:ext>
            </a:extLst>
          </p:cNvPr>
          <p:cNvSpPr/>
          <p:nvPr/>
        </p:nvSpPr>
        <p:spPr>
          <a:xfrm>
            <a:off x="5566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1" name="Rectangle 1420">
            <a:extLst>
              <a:ext uri="{FF2B5EF4-FFF2-40B4-BE49-F238E27FC236}">
                <a16:creationId xmlns:a16="http://schemas.microsoft.com/office/drawing/2014/main" id="{A1CAD99A-C63F-4450-9C2C-F822F20EF6FA}"/>
              </a:ext>
            </a:extLst>
          </p:cNvPr>
          <p:cNvSpPr/>
          <p:nvPr/>
        </p:nvSpPr>
        <p:spPr>
          <a:xfrm>
            <a:off x="5674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0E0985A-12EC-4E14-B00D-7EB7227FE0D3}"/>
              </a:ext>
            </a:extLst>
          </p:cNvPr>
          <p:cNvSpPr/>
          <p:nvPr/>
        </p:nvSpPr>
        <p:spPr>
          <a:xfrm>
            <a:off x="5782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3" name="Rectangle 1422">
            <a:extLst>
              <a:ext uri="{FF2B5EF4-FFF2-40B4-BE49-F238E27FC236}">
                <a16:creationId xmlns:a16="http://schemas.microsoft.com/office/drawing/2014/main" id="{B141D32F-E096-48AE-849A-9CFA3EDA190C}"/>
              </a:ext>
            </a:extLst>
          </p:cNvPr>
          <p:cNvSpPr/>
          <p:nvPr/>
        </p:nvSpPr>
        <p:spPr>
          <a:xfrm>
            <a:off x="5890065" y="5672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7" name="Rectangle 1406">
            <a:extLst>
              <a:ext uri="{FF2B5EF4-FFF2-40B4-BE49-F238E27FC236}">
                <a16:creationId xmlns:a16="http://schemas.microsoft.com/office/drawing/2014/main" id="{DE5A6466-DBB7-4667-9319-85A72013C082}"/>
              </a:ext>
            </a:extLst>
          </p:cNvPr>
          <p:cNvSpPr/>
          <p:nvPr/>
        </p:nvSpPr>
        <p:spPr>
          <a:xfrm>
            <a:off x="524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8" name="Rectangle 1407">
            <a:extLst>
              <a:ext uri="{FF2B5EF4-FFF2-40B4-BE49-F238E27FC236}">
                <a16:creationId xmlns:a16="http://schemas.microsoft.com/office/drawing/2014/main" id="{9FDE6C2F-158E-4AD7-9DE1-9B7D534ABBA3}"/>
              </a:ext>
            </a:extLst>
          </p:cNvPr>
          <p:cNvSpPr/>
          <p:nvPr/>
        </p:nvSpPr>
        <p:spPr>
          <a:xfrm>
            <a:off x="535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9" name="Rectangle 1408">
            <a:extLst>
              <a:ext uri="{FF2B5EF4-FFF2-40B4-BE49-F238E27FC236}">
                <a16:creationId xmlns:a16="http://schemas.microsoft.com/office/drawing/2014/main" id="{1FDB30B8-884B-48BC-BF82-03158F10ED28}"/>
              </a:ext>
            </a:extLst>
          </p:cNvPr>
          <p:cNvSpPr/>
          <p:nvPr/>
        </p:nvSpPr>
        <p:spPr>
          <a:xfrm>
            <a:off x="5458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0" name="Rectangle 1409">
            <a:extLst>
              <a:ext uri="{FF2B5EF4-FFF2-40B4-BE49-F238E27FC236}">
                <a16:creationId xmlns:a16="http://schemas.microsoft.com/office/drawing/2014/main" id="{3D0D726A-1002-4097-8ACC-3F7F33078317}"/>
              </a:ext>
            </a:extLst>
          </p:cNvPr>
          <p:cNvSpPr/>
          <p:nvPr/>
        </p:nvSpPr>
        <p:spPr>
          <a:xfrm>
            <a:off x="5566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1" name="Rectangle 1410">
            <a:extLst>
              <a:ext uri="{FF2B5EF4-FFF2-40B4-BE49-F238E27FC236}">
                <a16:creationId xmlns:a16="http://schemas.microsoft.com/office/drawing/2014/main" id="{E01D74AD-8C28-4F14-9DDC-E87E39B63990}"/>
              </a:ext>
            </a:extLst>
          </p:cNvPr>
          <p:cNvSpPr/>
          <p:nvPr/>
        </p:nvSpPr>
        <p:spPr>
          <a:xfrm>
            <a:off x="5674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2" name="Rectangle 1411">
            <a:extLst>
              <a:ext uri="{FF2B5EF4-FFF2-40B4-BE49-F238E27FC236}">
                <a16:creationId xmlns:a16="http://schemas.microsoft.com/office/drawing/2014/main" id="{11055A4E-DCF0-447F-B286-13F8E65B7DFE}"/>
              </a:ext>
            </a:extLst>
          </p:cNvPr>
          <p:cNvSpPr/>
          <p:nvPr/>
        </p:nvSpPr>
        <p:spPr>
          <a:xfrm>
            <a:off x="5782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3" name="Rectangle 1412">
            <a:extLst>
              <a:ext uri="{FF2B5EF4-FFF2-40B4-BE49-F238E27FC236}">
                <a16:creationId xmlns:a16="http://schemas.microsoft.com/office/drawing/2014/main" id="{4B9F465D-8F77-4914-BF38-E5EB29B84445}"/>
              </a:ext>
            </a:extLst>
          </p:cNvPr>
          <p:cNvSpPr/>
          <p:nvPr/>
        </p:nvSpPr>
        <p:spPr>
          <a:xfrm>
            <a:off x="5890065" y="5780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7" name="Rectangle 1396">
            <a:extLst>
              <a:ext uri="{FF2B5EF4-FFF2-40B4-BE49-F238E27FC236}">
                <a16:creationId xmlns:a16="http://schemas.microsoft.com/office/drawing/2014/main" id="{51E060A0-1E6F-432D-BFF8-A1C54546D6E9}"/>
              </a:ext>
            </a:extLst>
          </p:cNvPr>
          <p:cNvSpPr/>
          <p:nvPr/>
        </p:nvSpPr>
        <p:spPr>
          <a:xfrm>
            <a:off x="524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8" name="Rectangle 1397">
            <a:extLst>
              <a:ext uri="{FF2B5EF4-FFF2-40B4-BE49-F238E27FC236}">
                <a16:creationId xmlns:a16="http://schemas.microsoft.com/office/drawing/2014/main" id="{37E73E28-95FF-420D-B334-970C8AF9BD38}"/>
              </a:ext>
            </a:extLst>
          </p:cNvPr>
          <p:cNvSpPr/>
          <p:nvPr/>
        </p:nvSpPr>
        <p:spPr>
          <a:xfrm>
            <a:off x="535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9" name="Rectangle 1398">
            <a:extLst>
              <a:ext uri="{FF2B5EF4-FFF2-40B4-BE49-F238E27FC236}">
                <a16:creationId xmlns:a16="http://schemas.microsoft.com/office/drawing/2014/main" id="{205BFE94-B7BE-4101-82A6-6D5C11B70CCC}"/>
              </a:ext>
            </a:extLst>
          </p:cNvPr>
          <p:cNvSpPr/>
          <p:nvPr/>
        </p:nvSpPr>
        <p:spPr>
          <a:xfrm>
            <a:off x="5458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0" name="Rectangle 1399">
            <a:extLst>
              <a:ext uri="{FF2B5EF4-FFF2-40B4-BE49-F238E27FC236}">
                <a16:creationId xmlns:a16="http://schemas.microsoft.com/office/drawing/2014/main" id="{28C15FA1-C342-4222-8004-FB94B104FFA6}"/>
              </a:ext>
            </a:extLst>
          </p:cNvPr>
          <p:cNvSpPr/>
          <p:nvPr/>
        </p:nvSpPr>
        <p:spPr>
          <a:xfrm>
            <a:off x="5566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1" name="Rectangle 1400">
            <a:extLst>
              <a:ext uri="{FF2B5EF4-FFF2-40B4-BE49-F238E27FC236}">
                <a16:creationId xmlns:a16="http://schemas.microsoft.com/office/drawing/2014/main" id="{12DF38AD-C0D7-4299-A8F4-1E40944268D9}"/>
              </a:ext>
            </a:extLst>
          </p:cNvPr>
          <p:cNvSpPr/>
          <p:nvPr/>
        </p:nvSpPr>
        <p:spPr>
          <a:xfrm>
            <a:off x="5674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2" name="Rectangle 1401">
            <a:extLst>
              <a:ext uri="{FF2B5EF4-FFF2-40B4-BE49-F238E27FC236}">
                <a16:creationId xmlns:a16="http://schemas.microsoft.com/office/drawing/2014/main" id="{A44D1CA5-A479-429F-94D7-B2582B04F116}"/>
              </a:ext>
            </a:extLst>
          </p:cNvPr>
          <p:cNvSpPr/>
          <p:nvPr/>
        </p:nvSpPr>
        <p:spPr>
          <a:xfrm>
            <a:off x="5782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3" name="Rectangle 1402">
            <a:extLst>
              <a:ext uri="{FF2B5EF4-FFF2-40B4-BE49-F238E27FC236}">
                <a16:creationId xmlns:a16="http://schemas.microsoft.com/office/drawing/2014/main" id="{7D2B9D80-51B8-42A1-815E-EF4F191909A3}"/>
              </a:ext>
            </a:extLst>
          </p:cNvPr>
          <p:cNvSpPr/>
          <p:nvPr/>
        </p:nvSpPr>
        <p:spPr>
          <a:xfrm>
            <a:off x="5890065" y="5888061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340" name="Straight Connector 1339">
            <a:extLst>
              <a:ext uri="{FF2B5EF4-FFF2-40B4-BE49-F238E27FC236}">
                <a16:creationId xmlns:a16="http://schemas.microsoft.com/office/drawing/2014/main" id="{42A6CAE8-8928-479F-A032-2534D87D6AAF}"/>
              </a:ext>
            </a:extLst>
          </p:cNvPr>
          <p:cNvCxnSpPr>
            <a:cxnSpLocks/>
          </p:cNvCxnSpPr>
          <p:nvPr/>
        </p:nvCxnSpPr>
        <p:spPr>
          <a:xfrm>
            <a:off x="4319617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1" name="TextBox 1340">
            <a:extLst>
              <a:ext uri="{FF2B5EF4-FFF2-40B4-BE49-F238E27FC236}">
                <a16:creationId xmlns:a16="http://schemas.microsoft.com/office/drawing/2014/main" id="{9D9E430C-4D54-460D-BF8A-DCEF7825550A}"/>
              </a:ext>
            </a:extLst>
          </p:cNvPr>
          <p:cNvSpPr txBox="1"/>
          <p:nvPr/>
        </p:nvSpPr>
        <p:spPr>
          <a:xfrm>
            <a:off x="3366379" y="5749518"/>
            <a:ext cx="330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24" name="Oval 1223">
            <a:extLst>
              <a:ext uri="{FF2B5EF4-FFF2-40B4-BE49-F238E27FC236}">
                <a16:creationId xmlns:a16="http://schemas.microsoft.com/office/drawing/2014/main" id="{BE848F04-BE49-4F17-B554-3AE517DE61B9}"/>
              </a:ext>
            </a:extLst>
          </p:cNvPr>
          <p:cNvSpPr/>
          <p:nvPr/>
        </p:nvSpPr>
        <p:spPr>
          <a:xfrm>
            <a:off x="8433300" y="5844616"/>
            <a:ext cx="86803" cy="8680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225" name="Picture 1224">
            <a:extLst>
              <a:ext uri="{FF2B5EF4-FFF2-40B4-BE49-F238E27FC236}">
                <a16:creationId xmlns:a16="http://schemas.microsoft.com/office/drawing/2014/main" id="{59700988-1CBA-47FC-BC9A-E432FD076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926" y="5339330"/>
            <a:ext cx="1097375" cy="1097375"/>
          </a:xfrm>
          <a:prstGeom prst="rect">
            <a:avLst/>
          </a:prstGeom>
        </p:spPr>
      </p:pic>
      <p:pic>
        <p:nvPicPr>
          <p:cNvPr id="1226" name="Picture 1225">
            <a:extLst>
              <a:ext uri="{FF2B5EF4-FFF2-40B4-BE49-F238E27FC236}">
                <a16:creationId xmlns:a16="http://schemas.microsoft.com/office/drawing/2014/main" id="{0A70712E-CA44-4EC0-9E40-AE898376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101" y="5339330"/>
            <a:ext cx="1097375" cy="1097375"/>
          </a:xfrm>
          <a:prstGeom prst="rect">
            <a:avLst/>
          </a:prstGeom>
        </p:spPr>
      </p:pic>
      <p:sp>
        <p:nvSpPr>
          <p:cNvPr id="1227" name="Rectangle 1226">
            <a:extLst>
              <a:ext uri="{FF2B5EF4-FFF2-40B4-BE49-F238E27FC236}">
                <a16:creationId xmlns:a16="http://schemas.microsoft.com/office/drawing/2014/main" id="{BACFE632-D69E-40F0-AED5-292EC9BA27EF}"/>
              </a:ext>
            </a:extLst>
          </p:cNvPr>
          <p:cNvSpPr/>
          <p:nvPr/>
        </p:nvSpPr>
        <p:spPr>
          <a:xfrm>
            <a:off x="7555705" y="5345636"/>
            <a:ext cx="754601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1" name="Rectangle 1280">
            <a:extLst>
              <a:ext uri="{FF2B5EF4-FFF2-40B4-BE49-F238E27FC236}">
                <a16:creationId xmlns:a16="http://schemas.microsoft.com/office/drawing/2014/main" id="{BD90B60D-CC7B-4695-9716-487E35748964}"/>
              </a:ext>
            </a:extLst>
          </p:cNvPr>
          <p:cNvSpPr/>
          <p:nvPr/>
        </p:nvSpPr>
        <p:spPr>
          <a:xfrm>
            <a:off x="8846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12C9CCBB-DC9C-4FBA-A6F3-80EAFE63D7A7}"/>
              </a:ext>
            </a:extLst>
          </p:cNvPr>
          <p:cNvSpPr/>
          <p:nvPr/>
        </p:nvSpPr>
        <p:spPr>
          <a:xfrm>
            <a:off x="8954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3" name="Rectangle 1282">
            <a:extLst>
              <a:ext uri="{FF2B5EF4-FFF2-40B4-BE49-F238E27FC236}">
                <a16:creationId xmlns:a16="http://schemas.microsoft.com/office/drawing/2014/main" id="{29152467-AD3A-44D8-A3B8-638D400C8756}"/>
              </a:ext>
            </a:extLst>
          </p:cNvPr>
          <p:cNvSpPr/>
          <p:nvPr/>
        </p:nvSpPr>
        <p:spPr>
          <a:xfrm>
            <a:off x="9062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4" name="Rectangle 1283">
            <a:extLst>
              <a:ext uri="{FF2B5EF4-FFF2-40B4-BE49-F238E27FC236}">
                <a16:creationId xmlns:a16="http://schemas.microsoft.com/office/drawing/2014/main" id="{BC326C4F-727B-45AB-A18A-2AD8796F209F}"/>
              </a:ext>
            </a:extLst>
          </p:cNvPr>
          <p:cNvSpPr/>
          <p:nvPr/>
        </p:nvSpPr>
        <p:spPr>
          <a:xfrm>
            <a:off x="9170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5" name="Rectangle 1284">
            <a:extLst>
              <a:ext uri="{FF2B5EF4-FFF2-40B4-BE49-F238E27FC236}">
                <a16:creationId xmlns:a16="http://schemas.microsoft.com/office/drawing/2014/main" id="{27F003CC-4740-481A-8342-FF0D6A080372}"/>
              </a:ext>
            </a:extLst>
          </p:cNvPr>
          <p:cNvSpPr/>
          <p:nvPr/>
        </p:nvSpPr>
        <p:spPr>
          <a:xfrm>
            <a:off x="9278482" y="5884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1" name="Rectangle 1270">
            <a:extLst>
              <a:ext uri="{FF2B5EF4-FFF2-40B4-BE49-F238E27FC236}">
                <a16:creationId xmlns:a16="http://schemas.microsoft.com/office/drawing/2014/main" id="{BD4D673A-CCA7-4A6C-B354-6E33567C2E63}"/>
              </a:ext>
            </a:extLst>
          </p:cNvPr>
          <p:cNvSpPr/>
          <p:nvPr/>
        </p:nvSpPr>
        <p:spPr>
          <a:xfrm>
            <a:off x="8846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2" name="Rectangle 1271">
            <a:extLst>
              <a:ext uri="{FF2B5EF4-FFF2-40B4-BE49-F238E27FC236}">
                <a16:creationId xmlns:a16="http://schemas.microsoft.com/office/drawing/2014/main" id="{7387C2E3-0EA9-4D23-93F9-9326FFFB8D8F}"/>
              </a:ext>
            </a:extLst>
          </p:cNvPr>
          <p:cNvSpPr/>
          <p:nvPr/>
        </p:nvSpPr>
        <p:spPr>
          <a:xfrm>
            <a:off x="8954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3" name="Rectangle 1272">
            <a:extLst>
              <a:ext uri="{FF2B5EF4-FFF2-40B4-BE49-F238E27FC236}">
                <a16:creationId xmlns:a16="http://schemas.microsoft.com/office/drawing/2014/main" id="{60B88C22-3300-4ADA-88FE-66062A63BDBA}"/>
              </a:ext>
            </a:extLst>
          </p:cNvPr>
          <p:cNvSpPr/>
          <p:nvPr/>
        </p:nvSpPr>
        <p:spPr>
          <a:xfrm>
            <a:off x="9062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607CAE9D-7459-4493-9FBC-A9F286CE5DC0}"/>
              </a:ext>
            </a:extLst>
          </p:cNvPr>
          <p:cNvSpPr/>
          <p:nvPr/>
        </p:nvSpPr>
        <p:spPr>
          <a:xfrm>
            <a:off x="9170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EC25C9EE-5476-4B25-9BFA-F89C4100FC26}"/>
              </a:ext>
            </a:extLst>
          </p:cNvPr>
          <p:cNvSpPr/>
          <p:nvPr/>
        </p:nvSpPr>
        <p:spPr>
          <a:xfrm>
            <a:off x="9278482" y="5992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1" name="Rectangle 1260">
            <a:extLst>
              <a:ext uri="{FF2B5EF4-FFF2-40B4-BE49-F238E27FC236}">
                <a16:creationId xmlns:a16="http://schemas.microsoft.com/office/drawing/2014/main" id="{402E27D0-FF66-47B5-9181-DF450527DEB3}"/>
              </a:ext>
            </a:extLst>
          </p:cNvPr>
          <p:cNvSpPr/>
          <p:nvPr/>
        </p:nvSpPr>
        <p:spPr>
          <a:xfrm>
            <a:off x="8846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2" name="Rectangle 1261">
            <a:extLst>
              <a:ext uri="{FF2B5EF4-FFF2-40B4-BE49-F238E27FC236}">
                <a16:creationId xmlns:a16="http://schemas.microsoft.com/office/drawing/2014/main" id="{E5A33946-40F3-4C6A-976C-8242AED1F3F0}"/>
              </a:ext>
            </a:extLst>
          </p:cNvPr>
          <p:cNvSpPr/>
          <p:nvPr/>
        </p:nvSpPr>
        <p:spPr>
          <a:xfrm>
            <a:off x="8954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3" name="Rectangle 1262">
            <a:extLst>
              <a:ext uri="{FF2B5EF4-FFF2-40B4-BE49-F238E27FC236}">
                <a16:creationId xmlns:a16="http://schemas.microsoft.com/office/drawing/2014/main" id="{4BD7A524-5389-482B-8782-1055195116B9}"/>
              </a:ext>
            </a:extLst>
          </p:cNvPr>
          <p:cNvSpPr/>
          <p:nvPr/>
        </p:nvSpPr>
        <p:spPr>
          <a:xfrm>
            <a:off x="9062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45303513-911B-4A15-B691-DEA482641222}"/>
              </a:ext>
            </a:extLst>
          </p:cNvPr>
          <p:cNvSpPr/>
          <p:nvPr/>
        </p:nvSpPr>
        <p:spPr>
          <a:xfrm>
            <a:off x="9170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28844681-038D-44C5-9D95-D064801B8D40}"/>
              </a:ext>
            </a:extLst>
          </p:cNvPr>
          <p:cNvSpPr/>
          <p:nvPr/>
        </p:nvSpPr>
        <p:spPr>
          <a:xfrm>
            <a:off x="9278482" y="6100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1" name="Rectangle 1250">
            <a:extLst>
              <a:ext uri="{FF2B5EF4-FFF2-40B4-BE49-F238E27FC236}">
                <a16:creationId xmlns:a16="http://schemas.microsoft.com/office/drawing/2014/main" id="{16402A4D-63E3-414B-B46D-1F2BA971B1B7}"/>
              </a:ext>
            </a:extLst>
          </p:cNvPr>
          <p:cNvSpPr/>
          <p:nvPr/>
        </p:nvSpPr>
        <p:spPr>
          <a:xfrm>
            <a:off x="8846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EBFD6676-9F0E-4773-8FC7-A6E1F0231B86}"/>
              </a:ext>
            </a:extLst>
          </p:cNvPr>
          <p:cNvSpPr/>
          <p:nvPr/>
        </p:nvSpPr>
        <p:spPr>
          <a:xfrm>
            <a:off x="8954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3" name="Rectangle 1252">
            <a:extLst>
              <a:ext uri="{FF2B5EF4-FFF2-40B4-BE49-F238E27FC236}">
                <a16:creationId xmlns:a16="http://schemas.microsoft.com/office/drawing/2014/main" id="{C6DAA4E3-B7E6-46E9-A1F8-453417931CE6}"/>
              </a:ext>
            </a:extLst>
          </p:cNvPr>
          <p:cNvSpPr/>
          <p:nvPr/>
        </p:nvSpPr>
        <p:spPr>
          <a:xfrm>
            <a:off x="9062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4" name="Rectangle 1253">
            <a:extLst>
              <a:ext uri="{FF2B5EF4-FFF2-40B4-BE49-F238E27FC236}">
                <a16:creationId xmlns:a16="http://schemas.microsoft.com/office/drawing/2014/main" id="{885D862F-4D99-45B6-9154-6B524CBD57BA}"/>
              </a:ext>
            </a:extLst>
          </p:cNvPr>
          <p:cNvSpPr/>
          <p:nvPr/>
        </p:nvSpPr>
        <p:spPr>
          <a:xfrm>
            <a:off x="9170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5" name="Rectangle 1254">
            <a:extLst>
              <a:ext uri="{FF2B5EF4-FFF2-40B4-BE49-F238E27FC236}">
                <a16:creationId xmlns:a16="http://schemas.microsoft.com/office/drawing/2014/main" id="{97D2C2ED-4AFF-453F-A96D-F7045EB6A799}"/>
              </a:ext>
            </a:extLst>
          </p:cNvPr>
          <p:cNvSpPr/>
          <p:nvPr/>
        </p:nvSpPr>
        <p:spPr>
          <a:xfrm>
            <a:off x="9278482" y="6208885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1" name="Rectangle 1240">
            <a:extLst>
              <a:ext uri="{FF2B5EF4-FFF2-40B4-BE49-F238E27FC236}">
                <a16:creationId xmlns:a16="http://schemas.microsoft.com/office/drawing/2014/main" id="{2E05B16C-4D7B-4170-A2D7-E6ACE79B1ADE}"/>
              </a:ext>
            </a:extLst>
          </p:cNvPr>
          <p:cNvSpPr/>
          <p:nvPr/>
        </p:nvSpPr>
        <p:spPr>
          <a:xfrm>
            <a:off x="8846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2" name="Rectangle 1241">
            <a:extLst>
              <a:ext uri="{FF2B5EF4-FFF2-40B4-BE49-F238E27FC236}">
                <a16:creationId xmlns:a16="http://schemas.microsoft.com/office/drawing/2014/main" id="{33C76F9E-9E69-4ED2-A9BD-A4304B628458}"/>
              </a:ext>
            </a:extLst>
          </p:cNvPr>
          <p:cNvSpPr/>
          <p:nvPr/>
        </p:nvSpPr>
        <p:spPr>
          <a:xfrm>
            <a:off x="8954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E81AC5C3-99A5-43A4-8D34-07A561DB2FB7}"/>
              </a:ext>
            </a:extLst>
          </p:cNvPr>
          <p:cNvSpPr/>
          <p:nvPr/>
        </p:nvSpPr>
        <p:spPr>
          <a:xfrm>
            <a:off x="9062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4" name="Rectangle 1243">
            <a:extLst>
              <a:ext uri="{FF2B5EF4-FFF2-40B4-BE49-F238E27FC236}">
                <a16:creationId xmlns:a16="http://schemas.microsoft.com/office/drawing/2014/main" id="{49C56F3F-F968-410F-8F70-4579FFC90CDE}"/>
              </a:ext>
            </a:extLst>
          </p:cNvPr>
          <p:cNvSpPr/>
          <p:nvPr/>
        </p:nvSpPr>
        <p:spPr>
          <a:xfrm>
            <a:off x="9170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5" name="Rectangle 1244">
            <a:extLst>
              <a:ext uri="{FF2B5EF4-FFF2-40B4-BE49-F238E27FC236}">
                <a16:creationId xmlns:a16="http://schemas.microsoft.com/office/drawing/2014/main" id="{51A4E026-464C-403B-A80B-B546B7D14071}"/>
              </a:ext>
            </a:extLst>
          </p:cNvPr>
          <p:cNvSpPr/>
          <p:nvPr/>
        </p:nvSpPr>
        <p:spPr>
          <a:xfrm>
            <a:off x="9278482" y="6316886"/>
            <a:ext cx="108000" cy="10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1222" name="Straight Connector 1221">
            <a:extLst>
              <a:ext uri="{FF2B5EF4-FFF2-40B4-BE49-F238E27FC236}">
                <a16:creationId xmlns:a16="http://schemas.microsoft.com/office/drawing/2014/main" id="{7D218EB1-05DC-45E0-9032-3B186BCF7766}"/>
              </a:ext>
            </a:extLst>
          </p:cNvPr>
          <p:cNvCxnSpPr>
            <a:cxnSpLocks/>
          </p:cNvCxnSpPr>
          <p:nvPr/>
        </p:nvCxnSpPr>
        <p:spPr>
          <a:xfrm>
            <a:off x="7711209" y="6777653"/>
            <a:ext cx="153924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D73D542-8CA7-4C23-9F06-83A3A5126D6F}"/>
              </a:ext>
            </a:extLst>
          </p:cNvPr>
          <p:cNvSpPr txBox="1"/>
          <p:nvPr/>
        </p:nvSpPr>
        <p:spPr>
          <a:xfrm>
            <a:off x="6912036" y="5749518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5" name="TextBox 1574">
            <a:extLst>
              <a:ext uri="{FF2B5EF4-FFF2-40B4-BE49-F238E27FC236}">
                <a16:creationId xmlns:a16="http://schemas.microsoft.com/office/drawing/2014/main" id="{22D45664-8D0F-4942-AEB5-D5F2D9377FAC}"/>
              </a:ext>
            </a:extLst>
          </p:cNvPr>
          <p:cNvSpPr txBox="1"/>
          <p:nvPr/>
        </p:nvSpPr>
        <p:spPr>
          <a:xfrm>
            <a:off x="3189128" y="-22714"/>
            <a:ext cx="3530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диаграмманы ондук </a:t>
            </a:r>
            <a:r>
              <a:rPr lang="ky-KG" sz="1200" dirty="0"/>
              <a:t>бөлчөк</a:t>
            </a:r>
            <a:r>
              <a:rPr lang="ru-RU" sz="1200" dirty="0"/>
              <a:t> түрүндө туйунт</a:t>
            </a:r>
            <a:endParaRPr lang="en-GB" sz="12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C29DD35-B60B-4E69-99D1-E74B981C6610}"/>
              </a:ext>
            </a:extLst>
          </p:cNvPr>
          <p:cNvSpPr/>
          <p:nvPr/>
        </p:nvSpPr>
        <p:spPr>
          <a:xfrm>
            <a:off x="1851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60FA73A-FAD5-4C28-86F5-E51DA5B620F4}"/>
              </a:ext>
            </a:extLst>
          </p:cNvPr>
          <p:cNvSpPr/>
          <p:nvPr/>
        </p:nvSpPr>
        <p:spPr>
          <a:xfrm>
            <a:off x="1959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3790D35-AA0E-46FF-BE20-13DB8244C005}"/>
              </a:ext>
            </a:extLst>
          </p:cNvPr>
          <p:cNvSpPr/>
          <p:nvPr/>
        </p:nvSpPr>
        <p:spPr>
          <a:xfrm>
            <a:off x="2067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6A405E7-4E08-485C-973F-D181E95B7A2E}"/>
              </a:ext>
            </a:extLst>
          </p:cNvPr>
          <p:cNvSpPr/>
          <p:nvPr/>
        </p:nvSpPr>
        <p:spPr>
          <a:xfrm>
            <a:off x="2175266" y="30475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8" name="Rectangle 1577">
            <a:extLst>
              <a:ext uri="{FF2B5EF4-FFF2-40B4-BE49-F238E27FC236}">
                <a16:creationId xmlns:a16="http://schemas.microsoft.com/office/drawing/2014/main" id="{2C10B6E6-158A-4D63-8E4D-35BCDFF880C5}"/>
              </a:ext>
            </a:extLst>
          </p:cNvPr>
          <p:cNvSpPr/>
          <p:nvPr/>
        </p:nvSpPr>
        <p:spPr>
          <a:xfrm>
            <a:off x="5241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79" name="Rectangle 1578">
            <a:extLst>
              <a:ext uri="{FF2B5EF4-FFF2-40B4-BE49-F238E27FC236}">
                <a16:creationId xmlns:a16="http://schemas.microsoft.com/office/drawing/2014/main" id="{04CB6495-0C6C-4772-8A7B-6FD6D97D019B}"/>
              </a:ext>
            </a:extLst>
          </p:cNvPr>
          <p:cNvSpPr/>
          <p:nvPr/>
        </p:nvSpPr>
        <p:spPr>
          <a:xfrm>
            <a:off x="5349271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1" name="Rectangle 1600">
            <a:extLst>
              <a:ext uri="{FF2B5EF4-FFF2-40B4-BE49-F238E27FC236}">
                <a16:creationId xmlns:a16="http://schemas.microsoft.com/office/drawing/2014/main" id="{BAFFFC48-FFCE-4291-91E7-E11E5495FA3A}"/>
              </a:ext>
            </a:extLst>
          </p:cNvPr>
          <p:cNvSpPr/>
          <p:nvPr/>
        </p:nvSpPr>
        <p:spPr>
          <a:xfrm>
            <a:off x="5239684" y="30157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103B76F1-98F5-4F19-99EC-3C2DD9F860D3}"/>
              </a:ext>
            </a:extLst>
          </p:cNvPr>
          <p:cNvSpPr/>
          <p:nvPr/>
        </p:nvSpPr>
        <p:spPr>
          <a:xfrm>
            <a:off x="1847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28B983FD-C7C9-473C-A16C-0CD7955826EF}"/>
              </a:ext>
            </a:extLst>
          </p:cNvPr>
          <p:cNvSpPr/>
          <p:nvPr/>
        </p:nvSpPr>
        <p:spPr>
          <a:xfrm>
            <a:off x="1955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5" name="Rectangle 1604">
            <a:extLst>
              <a:ext uri="{FF2B5EF4-FFF2-40B4-BE49-F238E27FC236}">
                <a16:creationId xmlns:a16="http://schemas.microsoft.com/office/drawing/2014/main" id="{98F315ED-B5D2-4BE6-9304-DF7F5CECB593}"/>
              </a:ext>
            </a:extLst>
          </p:cNvPr>
          <p:cNvSpPr/>
          <p:nvPr/>
        </p:nvSpPr>
        <p:spPr>
          <a:xfrm>
            <a:off x="2063297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16" name="Picture 1615">
            <a:extLst>
              <a:ext uri="{FF2B5EF4-FFF2-40B4-BE49-F238E27FC236}">
                <a16:creationId xmlns:a16="http://schemas.microsoft.com/office/drawing/2014/main" id="{E3F60165-3538-4397-AFC6-AE8872509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1976595"/>
            <a:ext cx="1097375" cy="1103472"/>
          </a:xfrm>
          <a:prstGeom prst="rect">
            <a:avLst/>
          </a:prstGeom>
        </p:spPr>
      </p:pic>
      <p:pic>
        <p:nvPicPr>
          <p:cNvPr id="1617" name="Picture 1616">
            <a:extLst>
              <a:ext uri="{FF2B5EF4-FFF2-40B4-BE49-F238E27FC236}">
                <a16:creationId xmlns:a16="http://schemas.microsoft.com/office/drawing/2014/main" id="{9D80B98F-9043-402D-9EE0-456C136DB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3" y="300319"/>
            <a:ext cx="1097375" cy="1103472"/>
          </a:xfrm>
          <a:prstGeom prst="rect">
            <a:avLst/>
          </a:prstGeom>
        </p:spPr>
      </p:pic>
      <p:sp>
        <p:nvSpPr>
          <p:cNvPr id="1631" name="Rectangle 1630">
            <a:extLst>
              <a:ext uri="{FF2B5EF4-FFF2-40B4-BE49-F238E27FC236}">
                <a16:creationId xmlns:a16="http://schemas.microsoft.com/office/drawing/2014/main" id="{2847518D-C59D-486F-8286-E84265CA783A}"/>
              </a:ext>
            </a:extLst>
          </p:cNvPr>
          <p:cNvSpPr/>
          <p:nvPr/>
        </p:nvSpPr>
        <p:spPr>
          <a:xfrm>
            <a:off x="8630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2" name="Rectangle 1631">
            <a:extLst>
              <a:ext uri="{FF2B5EF4-FFF2-40B4-BE49-F238E27FC236}">
                <a16:creationId xmlns:a16="http://schemas.microsoft.com/office/drawing/2014/main" id="{78C1DEED-3EEF-46AC-BC97-90C25F041FC1}"/>
              </a:ext>
            </a:extLst>
          </p:cNvPr>
          <p:cNvSpPr/>
          <p:nvPr/>
        </p:nvSpPr>
        <p:spPr>
          <a:xfrm>
            <a:off x="8738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8B70FE78-01C7-4E09-BAF6-F7E51472E501}"/>
              </a:ext>
            </a:extLst>
          </p:cNvPr>
          <p:cNvSpPr/>
          <p:nvPr/>
        </p:nvSpPr>
        <p:spPr>
          <a:xfrm>
            <a:off x="8846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4" name="Rectangle 1633">
            <a:extLst>
              <a:ext uri="{FF2B5EF4-FFF2-40B4-BE49-F238E27FC236}">
                <a16:creationId xmlns:a16="http://schemas.microsoft.com/office/drawing/2014/main" id="{87D068AF-5EDF-499A-B981-607D09EE0EA3}"/>
              </a:ext>
            </a:extLst>
          </p:cNvPr>
          <p:cNvSpPr/>
          <p:nvPr/>
        </p:nvSpPr>
        <p:spPr>
          <a:xfrm>
            <a:off x="8954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35" name="Rectangle 1634">
            <a:extLst>
              <a:ext uri="{FF2B5EF4-FFF2-40B4-BE49-F238E27FC236}">
                <a16:creationId xmlns:a16="http://schemas.microsoft.com/office/drawing/2014/main" id="{448B44D5-09CB-419F-BE16-D8FF2D3C5928}"/>
              </a:ext>
            </a:extLst>
          </p:cNvPr>
          <p:cNvSpPr/>
          <p:nvPr/>
        </p:nvSpPr>
        <p:spPr>
          <a:xfrm>
            <a:off x="9062482" y="1981357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1643" name="Picture 1642">
            <a:extLst>
              <a:ext uri="{FF2B5EF4-FFF2-40B4-BE49-F238E27FC236}">
                <a16:creationId xmlns:a16="http://schemas.microsoft.com/office/drawing/2014/main" id="{51EA24A0-97A6-422D-A9B8-87E127C26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34" y="3657963"/>
            <a:ext cx="1097375" cy="1103472"/>
          </a:xfrm>
          <a:prstGeom prst="rect">
            <a:avLst/>
          </a:prstGeom>
        </p:spPr>
      </p:pic>
      <p:sp>
        <p:nvSpPr>
          <p:cNvPr id="1645" name="Rectangle 1644">
            <a:extLst>
              <a:ext uri="{FF2B5EF4-FFF2-40B4-BE49-F238E27FC236}">
                <a16:creationId xmlns:a16="http://schemas.microsoft.com/office/drawing/2014/main" id="{7CE174A3-EB57-4F0F-9494-CD9BCE3238A7}"/>
              </a:ext>
            </a:extLst>
          </p:cNvPr>
          <p:cNvSpPr/>
          <p:nvPr/>
        </p:nvSpPr>
        <p:spPr>
          <a:xfrm>
            <a:off x="523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6" name="Rectangle 1645">
            <a:extLst>
              <a:ext uri="{FF2B5EF4-FFF2-40B4-BE49-F238E27FC236}">
                <a16:creationId xmlns:a16="http://schemas.microsoft.com/office/drawing/2014/main" id="{034A11AD-85E7-4E6C-B423-21ADCE9EA31F}"/>
              </a:ext>
            </a:extLst>
          </p:cNvPr>
          <p:cNvSpPr/>
          <p:nvPr/>
        </p:nvSpPr>
        <p:spPr>
          <a:xfrm>
            <a:off x="534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92386D74-0400-4181-A159-B72B122FFD32}"/>
              </a:ext>
            </a:extLst>
          </p:cNvPr>
          <p:cNvSpPr/>
          <p:nvPr/>
        </p:nvSpPr>
        <p:spPr>
          <a:xfrm>
            <a:off x="5454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8" name="Rectangle 1647">
            <a:extLst>
              <a:ext uri="{FF2B5EF4-FFF2-40B4-BE49-F238E27FC236}">
                <a16:creationId xmlns:a16="http://schemas.microsoft.com/office/drawing/2014/main" id="{C1191E4F-C9EB-4ECF-AC3C-67EADFB6E522}"/>
              </a:ext>
            </a:extLst>
          </p:cNvPr>
          <p:cNvSpPr/>
          <p:nvPr/>
        </p:nvSpPr>
        <p:spPr>
          <a:xfrm>
            <a:off x="5562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49" name="Rectangle 1648">
            <a:extLst>
              <a:ext uri="{FF2B5EF4-FFF2-40B4-BE49-F238E27FC236}">
                <a16:creationId xmlns:a16="http://schemas.microsoft.com/office/drawing/2014/main" id="{1C73E28F-EE5E-4055-BC17-77F89141A4A2}"/>
              </a:ext>
            </a:extLst>
          </p:cNvPr>
          <p:cNvSpPr/>
          <p:nvPr/>
        </p:nvSpPr>
        <p:spPr>
          <a:xfrm>
            <a:off x="5670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0" name="Rectangle 1649">
            <a:extLst>
              <a:ext uri="{FF2B5EF4-FFF2-40B4-BE49-F238E27FC236}">
                <a16:creationId xmlns:a16="http://schemas.microsoft.com/office/drawing/2014/main" id="{112527FE-746B-4912-AE1C-A81A72F670EE}"/>
              </a:ext>
            </a:extLst>
          </p:cNvPr>
          <p:cNvSpPr/>
          <p:nvPr/>
        </p:nvSpPr>
        <p:spPr>
          <a:xfrm>
            <a:off x="5778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1" name="Rectangle 1650">
            <a:extLst>
              <a:ext uri="{FF2B5EF4-FFF2-40B4-BE49-F238E27FC236}">
                <a16:creationId xmlns:a16="http://schemas.microsoft.com/office/drawing/2014/main" id="{3BB3C932-B417-4DD2-90F0-755BEFD11084}"/>
              </a:ext>
            </a:extLst>
          </p:cNvPr>
          <p:cNvSpPr/>
          <p:nvPr/>
        </p:nvSpPr>
        <p:spPr>
          <a:xfrm>
            <a:off x="5886890" y="3662725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8" name="Rectangle 1657">
            <a:extLst>
              <a:ext uri="{FF2B5EF4-FFF2-40B4-BE49-F238E27FC236}">
                <a16:creationId xmlns:a16="http://schemas.microsoft.com/office/drawing/2014/main" id="{7E4A146A-470A-42CA-B667-2BE5C335A970}"/>
              </a:ext>
            </a:extLst>
          </p:cNvPr>
          <p:cNvSpPr/>
          <p:nvPr/>
        </p:nvSpPr>
        <p:spPr>
          <a:xfrm>
            <a:off x="8631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59" name="Rectangle 1658">
            <a:extLst>
              <a:ext uri="{FF2B5EF4-FFF2-40B4-BE49-F238E27FC236}">
                <a16:creationId xmlns:a16="http://schemas.microsoft.com/office/drawing/2014/main" id="{19BFF49F-DB67-449D-A24B-6376C873AA53}"/>
              </a:ext>
            </a:extLst>
          </p:cNvPr>
          <p:cNvSpPr/>
          <p:nvPr/>
        </p:nvSpPr>
        <p:spPr>
          <a:xfrm>
            <a:off x="8739276" y="3664313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0" name="Rectangle 1669">
            <a:extLst>
              <a:ext uri="{FF2B5EF4-FFF2-40B4-BE49-F238E27FC236}">
                <a16:creationId xmlns:a16="http://schemas.microsoft.com/office/drawing/2014/main" id="{105C193F-15F2-4857-968C-3F6876F957E3}"/>
              </a:ext>
            </a:extLst>
          </p:cNvPr>
          <p:cNvSpPr/>
          <p:nvPr/>
        </p:nvSpPr>
        <p:spPr>
          <a:xfrm rot="5400000">
            <a:off x="2333298" y="496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1" name="Rectangle 1670">
            <a:extLst>
              <a:ext uri="{FF2B5EF4-FFF2-40B4-BE49-F238E27FC236}">
                <a16:creationId xmlns:a16="http://schemas.microsoft.com/office/drawing/2014/main" id="{82FB0884-B5EE-40E4-8717-EFAFAAD1D508}"/>
              </a:ext>
            </a:extLst>
          </p:cNvPr>
          <p:cNvSpPr/>
          <p:nvPr/>
        </p:nvSpPr>
        <p:spPr>
          <a:xfrm rot="5400000">
            <a:off x="2333298" y="507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2" name="Rectangle 1671">
            <a:extLst>
              <a:ext uri="{FF2B5EF4-FFF2-40B4-BE49-F238E27FC236}">
                <a16:creationId xmlns:a16="http://schemas.microsoft.com/office/drawing/2014/main" id="{AAB0C7AE-EEEC-40AF-B030-A7D60B8F0E32}"/>
              </a:ext>
            </a:extLst>
          </p:cNvPr>
          <p:cNvSpPr/>
          <p:nvPr/>
        </p:nvSpPr>
        <p:spPr>
          <a:xfrm rot="5400000">
            <a:off x="2333298" y="518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3" name="Rectangle 1672">
            <a:extLst>
              <a:ext uri="{FF2B5EF4-FFF2-40B4-BE49-F238E27FC236}">
                <a16:creationId xmlns:a16="http://schemas.microsoft.com/office/drawing/2014/main" id="{51CC67F6-5D93-487F-9976-1DE4967478C5}"/>
              </a:ext>
            </a:extLst>
          </p:cNvPr>
          <p:cNvSpPr/>
          <p:nvPr/>
        </p:nvSpPr>
        <p:spPr>
          <a:xfrm rot="5400000">
            <a:off x="2333298" y="529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4" name="Rectangle 1673">
            <a:extLst>
              <a:ext uri="{FF2B5EF4-FFF2-40B4-BE49-F238E27FC236}">
                <a16:creationId xmlns:a16="http://schemas.microsoft.com/office/drawing/2014/main" id="{17B2FE04-830E-4262-8AFC-87C0AF936BBA}"/>
              </a:ext>
            </a:extLst>
          </p:cNvPr>
          <p:cNvSpPr/>
          <p:nvPr/>
        </p:nvSpPr>
        <p:spPr>
          <a:xfrm rot="5400000">
            <a:off x="2333298" y="5398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5" name="Rectangle 1674">
            <a:extLst>
              <a:ext uri="{FF2B5EF4-FFF2-40B4-BE49-F238E27FC236}">
                <a16:creationId xmlns:a16="http://schemas.microsoft.com/office/drawing/2014/main" id="{6F7CD21B-7CED-4E48-BC9A-F7718F37EDF4}"/>
              </a:ext>
            </a:extLst>
          </p:cNvPr>
          <p:cNvSpPr/>
          <p:nvPr/>
        </p:nvSpPr>
        <p:spPr>
          <a:xfrm rot="5400000">
            <a:off x="2333298" y="5506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6" name="Rectangle 1675">
            <a:extLst>
              <a:ext uri="{FF2B5EF4-FFF2-40B4-BE49-F238E27FC236}">
                <a16:creationId xmlns:a16="http://schemas.microsoft.com/office/drawing/2014/main" id="{40EAC24B-B2B0-4DA1-B86B-F4F8A18AEEDF}"/>
              </a:ext>
            </a:extLst>
          </p:cNvPr>
          <p:cNvSpPr/>
          <p:nvPr/>
        </p:nvSpPr>
        <p:spPr>
          <a:xfrm rot="5400000">
            <a:off x="2333298" y="5614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7" name="Rectangle 1676">
            <a:extLst>
              <a:ext uri="{FF2B5EF4-FFF2-40B4-BE49-F238E27FC236}">
                <a16:creationId xmlns:a16="http://schemas.microsoft.com/office/drawing/2014/main" id="{6BDB79BD-1136-431A-AC0A-E5966E5E0745}"/>
              </a:ext>
            </a:extLst>
          </p:cNvPr>
          <p:cNvSpPr/>
          <p:nvPr/>
        </p:nvSpPr>
        <p:spPr>
          <a:xfrm rot="5400000">
            <a:off x="2333298" y="5722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78" name="Rectangle 1677">
            <a:extLst>
              <a:ext uri="{FF2B5EF4-FFF2-40B4-BE49-F238E27FC236}">
                <a16:creationId xmlns:a16="http://schemas.microsoft.com/office/drawing/2014/main" id="{F08E107B-011E-42BF-A13D-A095E972286F}"/>
              </a:ext>
            </a:extLst>
          </p:cNvPr>
          <p:cNvSpPr/>
          <p:nvPr/>
        </p:nvSpPr>
        <p:spPr>
          <a:xfrm rot="5400000">
            <a:off x="2333298" y="583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0" name="Rectangle 1679">
            <a:extLst>
              <a:ext uri="{FF2B5EF4-FFF2-40B4-BE49-F238E27FC236}">
                <a16:creationId xmlns:a16="http://schemas.microsoft.com/office/drawing/2014/main" id="{33A921CB-B3C8-4939-82F2-CA3FF6401006}"/>
              </a:ext>
            </a:extLst>
          </p:cNvPr>
          <p:cNvSpPr/>
          <p:nvPr/>
        </p:nvSpPr>
        <p:spPr>
          <a:xfrm rot="5400000">
            <a:off x="2333298" y="4750092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3" name="Rectangle 1682">
            <a:extLst>
              <a:ext uri="{FF2B5EF4-FFF2-40B4-BE49-F238E27FC236}">
                <a16:creationId xmlns:a16="http://schemas.microsoft.com/office/drawing/2014/main" id="{085B6232-C0E9-4928-96BA-2F1F6A1E6A9D}"/>
              </a:ext>
            </a:extLst>
          </p:cNvPr>
          <p:cNvSpPr/>
          <p:nvPr/>
        </p:nvSpPr>
        <p:spPr>
          <a:xfrm>
            <a:off x="3838715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4" name="Rectangle 1683">
            <a:extLst>
              <a:ext uri="{FF2B5EF4-FFF2-40B4-BE49-F238E27FC236}">
                <a16:creationId xmlns:a16="http://schemas.microsoft.com/office/drawing/2014/main" id="{5B160514-C055-4BD6-B121-3F2A22B96A8B}"/>
              </a:ext>
            </a:extLst>
          </p:cNvPr>
          <p:cNvSpPr/>
          <p:nvPr/>
        </p:nvSpPr>
        <p:spPr>
          <a:xfrm>
            <a:off x="7230307" y="30153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5" name="Rectangle 1684">
            <a:extLst>
              <a:ext uri="{FF2B5EF4-FFF2-40B4-BE49-F238E27FC236}">
                <a16:creationId xmlns:a16="http://schemas.microsoft.com/office/drawing/2014/main" id="{C1CD910A-01EE-4E31-8257-BB1443685DC9}"/>
              </a:ext>
            </a:extLst>
          </p:cNvPr>
          <p:cNvSpPr/>
          <p:nvPr/>
        </p:nvSpPr>
        <p:spPr>
          <a:xfrm>
            <a:off x="7230307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6" name="Rectangle 1685">
            <a:extLst>
              <a:ext uri="{FF2B5EF4-FFF2-40B4-BE49-F238E27FC236}">
                <a16:creationId xmlns:a16="http://schemas.microsoft.com/office/drawing/2014/main" id="{D5BF46EF-9F6C-4F4F-A7A9-A3722E937862}"/>
              </a:ext>
            </a:extLst>
          </p:cNvPr>
          <p:cNvSpPr/>
          <p:nvPr/>
        </p:nvSpPr>
        <p:spPr>
          <a:xfrm>
            <a:off x="447122" y="1982901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7" name="Rectangle 1686">
            <a:extLst>
              <a:ext uri="{FF2B5EF4-FFF2-40B4-BE49-F238E27FC236}">
                <a16:creationId xmlns:a16="http://schemas.microsoft.com/office/drawing/2014/main" id="{106BD624-0C07-4227-BAF0-67EF21B5F441}"/>
              </a:ext>
            </a:extLst>
          </p:cNvPr>
          <p:cNvSpPr/>
          <p:nvPr/>
        </p:nvSpPr>
        <p:spPr>
          <a:xfrm>
            <a:off x="351871" y="207338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8" name="Rectangle 1687">
            <a:extLst>
              <a:ext uri="{FF2B5EF4-FFF2-40B4-BE49-F238E27FC236}">
                <a16:creationId xmlns:a16="http://schemas.microsoft.com/office/drawing/2014/main" id="{7DD2F0C9-C497-423F-8EAD-17F66B60D4EF}"/>
              </a:ext>
            </a:extLst>
          </p:cNvPr>
          <p:cNvSpPr/>
          <p:nvPr/>
        </p:nvSpPr>
        <p:spPr>
          <a:xfrm>
            <a:off x="447122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89" name="Rectangle 1688">
            <a:extLst>
              <a:ext uri="{FF2B5EF4-FFF2-40B4-BE49-F238E27FC236}">
                <a16:creationId xmlns:a16="http://schemas.microsoft.com/office/drawing/2014/main" id="{95CC8EE6-95D9-4A38-A032-17B257E49174}"/>
              </a:ext>
            </a:extLst>
          </p:cNvPr>
          <p:cNvSpPr/>
          <p:nvPr/>
        </p:nvSpPr>
        <p:spPr>
          <a:xfrm>
            <a:off x="351871" y="3765028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0" name="Rectangle 1689">
            <a:extLst>
              <a:ext uri="{FF2B5EF4-FFF2-40B4-BE49-F238E27FC236}">
                <a16:creationId xmlns:a16="http://schemas.microsoft.com/office/drawing/2014/main" id="{C9551617-CEA4-4E81-AA1A-9ACEA0379F8B}"/>
              </a:ext>
            </a:extLst>
          </p:cNvPr>
          <p:cNvSpPr/>
          <p:nvPr/>
        </p:nvSpPr>
        <p:spPr>
          <a:xfrm>
            <a:off x="7230307" y="3664269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1" name="Rectangle 1690">
            <a:extLst>
              <a:ext uri="{FF2B5EF4-FFF2-40B4-BE49-F238E27FC236}">
                <a16:creationId xmlns:a16="http://schemas.microsoft.com/office/drawing/2014/main" id="{A12DAC39-2273-42D3-AFC1-C4BC807AA4F6}"/>
              </a:ext>
            </a:extLst>
          </p:cNvPr>
          <p:cNvSpPr/>
          <p:nvPr/>
        </p:nvSpPr>
        <p:spPr>
          <a:xfrm>
            <a:off x="7155796" y="374798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04FEB710-64D1-4198-9FFF-6732551736B1}"/>
              </a:ext>
            </a:extLst>
          </p:cNvPr>
          <p:cNvSpPr/>
          <p:nvPr/>
        </p:nvSpPr>
        <p:spPr>
          <a:xfrm>
            <a:off x="7081285" y="3831703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93" name="Rectangle 1692">
            <a:extLst>
              <a:ext uri="{FF2B5EF4-FFF2-40B4-BE49-F238E27FC236}">
                <a16:creationId xmlns:a16="http://schemas.microsoft.com/office/drawing/2014/main" id="{4212E6C9-6285-4ED8-A2B7-C8999CFC9423}"/>
              </a:ext>
            </a:extLst>
          </p:cNvPr>
          <p:cNvSpPr/>
          <p:nvPr/>
        </p:nvSpPr>
        <p:spPr>
          <a:xfrm>
            <a:off x="447122" y="5345636"/>
            <a:ext cx="1080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490028AC-D892-4454-B7FC-1917D53F25CE}"/>
              </a:ext>
            </a:extLst>
          </p:cNvPr>
          <p:cNvSpPr/>
          <p:nvPr/>
        </p:nvSpPr>
        <p:spPr>
          <a:xfrm rot="5400000">
            <a:off x="5728859" y="4859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09" name="Rectangle 1708">
            <a:extLst>
              <a:ext uri="{FF2B5EF4-FFF2-40B4-BE49-F238E27FC236}">
                <a16:creationId xmlns:a16="http://schemas.microsoft.com/office/drawing/2014/main" id="{7A7A62DB-6367-4AEA-B4B7-4A907D6DE503}"/>
              </a:ext>
            </a:extLst>
          </p:cNvPr>
          <p:cNvSpPr/>
          <p:nvPr/>
        </p:nvSpPr>
        <p:spPr>
          <a:xfrm rot="5400000">
            <a:off x="5728859" y="4967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54615624-1B5A-4FD2-8DA8-C1B9E3D93C75}"/>
              </a:ext>
            </a:extLst>
          </p:cNvPr>
          <p:cNvSpPr/>
          <p:nvPr/>
        </p:nvSpPr>
        <p:spPr>
          <a:xfrm rot="5400000">
            <a:off x="5728859" y="5075680"/>
            <a:ext cx="108000" cy="10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718" name="Group 1717">
            <a:extLst>
              <a:ext uri="{FF2B5EF4-FFF2-40B4-BE49-F238E27FC236}">
                <a16:creationId xmlns:a16="http://schemas.microsoft.com/office/drawing/2014/main" id="{CB822F92-DB04-4335-83F6-1301C0D8569F}"/>
              </a:ext>
            </a:extLst>
          </p:cNvPr>
          <p:cNvGrpSpPr/>
          <p:nvPr/>
        </p:nvGrpSpPr>
        <p:grpSpPr>
          <a:xfrm>
            <a:off x="8631276" y="5345680"/>
            <a:ext cx="216000" cy="1080000"/>
            <a:chOff x="9838839" y="5583425"/>
            <a:chExt cx="216000" cy="1080000"/>
          </a:xfrm>
        </p:grpSpPr>
        <p:sp>
          <p:nvSpPr>
            <p:cNvPr id="1716" name="Rectangle 1715">
              <a:extLst>
                <a:ext uri="{FF2B5EF4-FFF2-40B4-BE49-F238E27FC236}">
                  <a16:creationId xmlns:a16="http://schemas.microsoft.com/office/drawing/2014/main" id="{FC9C0BCC-1066-4BE8-910F-76B44E5E6641}"/>
                </a:ext>
              </a:extLst>
            </p:cNvPr>
            <p:cNvSpPr/>
            <p:nvPr/>
          </p:nvSpPr>
          <p:spPr>
            <a:xfrm>
              <a:off x="9838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17" name="Rectangle 1716">
              <a:extLst>
                <a:ext uri="{FF2B5EF4-FFF2-40B4-BE49-F238E27FC236}">
                  <a16:creationId xmlns:a16="http://schemas.microsoft.com/office/drawing/2014/main" id="{8942ED26-0EDC-47CD-817D-81AF428FACA2}"/>
                </a:ext>
              </a:extLst>
            </p:cNvPr>
            <p:cNvSpPr/>
            <p:nvPr/>
          </p:nvSpPr>
          <p:spPr>
            <a:xfrm>
              <a:off x="9946839" y="5583425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722" name="Group 1721">
            <a:extLst>
              <a:ext uri="{FF2B5EF4-FFF2-40B4-BE49-F238E27FC236}">
                <a16:creationId xmlns:a16="http://schemas.microsoft.com/office/drawing/2014/main" id="{049E665D-5576-4392-8353-3ABC79370009}"/>
              </a:ext>
            </a:extLst>
          </p:cNvPr>
          <p:cNvGrpSpPr/>
          <p:nvPr/>
        </p:nvGrpSpPr>
        <p:grpSpPr>
          <a:xfrm>
            <a:off x="9385601" y="5342505"/>
            <a:ext cx="324000" cy="1080000"/>
            <a:chOff x="8746639" y="5866000"/>
            <a:chExt cx="324000" cy="1080000"/>
          </a:xfrm>
        </p:grpSpPr>
        <p:sp>
          <p:nvSpPr>
            <p:cNvPr id="1719" name="Rectangle 1718">
              <a:extLst>
                <a:ext uri="{FF2B5EF4-FFF2-40B4-BE49-F238E27FC236}">
                  <a16:creationId xmlns:a16="http://schemas.microsoft.com/office/drawing/2014/main" id="{27ADDECC-F29B-4549-AF0B-CE3CEE37B8DD}"/>
                </a:ext>
              </a:extLst>
            </p:cNvPr>
            <p:cNvSpPr/>
            <p:nvPr/>
          </p:nvSpPr>
          <p:spPr>
            <a:xfrm>
              <a:off x="8746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0" name="Rectangle 1719">
              <a:extLst>
                <a:ext uri="{FF2B5EF4-FFF2-40B4-BE49-F238E27FC236}">
                  <a16:creationId xmlns:a16="http://schemas.microsoft.com/office/drawing/2014/main" id="{BC628D95-6AD7-48DE-8A09-BE88A59757C3}"/>
                </a:ext>
              </a:extLst>
            </p:cNvPr>
            <p:cNvSpPr/>
            <p:nvPr/>
          </p:nvSpPr>
          <p:spPr>
            <a:xfrm>
              <a:off x="8854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721" name="Rectangle 1720">
              <a:extLst>
                <a:ext uri="{FF2B5EF4-FFF2-40B4-BE49-F238E27FC236}">
                  <a16:creationId xmlns:a16="http://schemas.microsoft.com/office/drawing/2014/main" id="{3369AD5E-1BCB-4996-B2FD-E827226A0227}"/>
                </a:ext>
              </a:extLst>
            </p:cNvPr>
            <p:cNvSpPr/>
            <p:nvPr/>
          </p:nvSpPr>
          <p:spPr>
            <a:xfrm>
              <a:off x="8962639" y="5866000"/>
              <a:ext cx="108000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</p:spTree>
    <p:extLst>
      <p:ext uri="{BB962C8B-B14F-4D97-AF65-F5344CB8AC3E}">
        <p14:creationId xmlns:p14="http://schemas.microsoft.com/office/powerpoint/2010/main" val="408131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FB0C98-5522-8C75-A201-3BD8CA236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2728" y="1031304"/>
            <a:ext cx="6882255" cy="4819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40A319-9CE5-5997-34FB-07AB47C87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26474" y="1031303"/>
            <a:ext cx="688225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13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9E3610-CE35-21A3-2872-724685BD4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28576"/>
            <a:ext cx="4924425" cy="3333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EC3187-72A7-5D4E-1E79-3BCB448ED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8576"/>
            <a:ext cx="4924425" cy="3333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1D51AC-4DB0-F9C2-6D1B-6800BBFCA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3524250"/>
            <a:ext cx="4924425" cy="3333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913B18-67B2-BDA7-CE4E-2AE9E8A56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75" y="3524250"/>
            <a:ext cx="4924425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18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10698</TotalTime>
  <Words>200</Words>
  <Application>Microsoft Office PowerPoint</Application>
  <PresentationFormat>A4 Paper (210x297 mm)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537</cp:revision>
  <cp:lastPrinted>2024-09-23T07:55:05Z</cp:lastPrinted>
  <dcterms:created xsi:type="dcterms:W3CDTF">2017-01-17T16:57:04Z</dcterms:created>
  <dcterms:modified xsi:type="dcterms:W3CDTF">2024-09-23T07:56:09Z</dcterms:modified>
</cp:coreProperties>
</file>