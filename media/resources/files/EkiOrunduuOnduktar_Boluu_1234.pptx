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  <p:sldMasterId id="2147483719" r:id="rId3"/>
  </p:sldMasterIdLst>
  <p:notesMasterIdLst>
    <p:notesMasterId r:id="rId9"/>
  </p:notesMasterIdLst>
  <p:sldIdLst>
    <p:sldId id="949" r:id="rId4"/>
    <p:sldId id="947" r:id="rId5"/>
    <p:sldId id="946" r:id="rId6"/>
    <p:sldId id="948" r:id="rId7"/>
    <p:sldId id="950" r:id="rId8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49"/>
          </p14:sldIdLst>
        </p14:section>
        <p14:section name="Көрсөтүү үчүн" id="{059544AC-2C27-45B1-9F95-F87DF8854DD6}">
          <p14:sldIdLst>
            <p14:sldId id="947"/>
          </p14:sldIdLst>
        </p14:section>
        <p14:section name="Жообу" id="{1FEDB314-42DC-4694-9B04-D4A4AAE625F7}">
          <p14:sldIdLst>
            <p14:sldId id="946"/>
          </p14:sldIdLst>
        </p14:section>
        <p14:section name="Принтерге" id="{A78D9305-6AAE-4715-A210-52F6908F30F7}">
          <p14:sldIdLst>
            <p14:sldId id="948"/>
          </p14:sldIdLst>
        </p14:section>
        <p14:section name="Кайтарым байлыныш" id="{F3D720CF-F566-46A6-9361-125255B68FA6}">
          <p14:sldIdLst>
            <p14:sldId id="95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4999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9" d="100"/>
          <a:sy n="69" d="100"/>
        </p:scale>
        <p:origin x="630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28/05/2024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3009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3396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0532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6406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423AB513-652E-C3BF-2C4E-383119CB0C3B}"/>
              </a:ext>
            </a:extLst>
          </p:cNvPr>
          <p:cNvSpPr txBox="1">
            <a:spLocks/>
          </p:cNvSpPr>
          <p:nvPr/>
        </p:nvSpPr>
        <p:spPr>
          <a:xfrm>
            <a:off x="74930" y="1767839"/>
            <a:ext cx="9292590" cy="404336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Эки орундуу ондуктар – </a:t>
            </a:r>
            <a:r>
              <a:rPr lang="ru-RU" dirty="0">
                <a:solidFill>
                  <a:prstClr val="black"/>
                </a:solidFill>
                <a:latin typeface="Calibri" panose="020F0502020204030204"/>
              </a:rPr>
              <a:t>БӨЛҮҮ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 1234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Проектордо чагылдырып койсо болот же принтерден чыгарып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таркатып койсо болот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02B12FE2-8A2D-1F09-EA87-1A4639F06177}"/>
              </a:ext>
            </a:extLst>
          </p:cNvPr>
          <p:cNvSpPr txBox="1">
            <a:spLocks/>
          </p:cNvSpPr>
          <p:nvPr/>
        </p:nvSpPr>
        <p:spPr>
          <a:xfrm>
            <a:off x="426720" y="26955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958182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BAA9CE-D193-47DD-BE65-1AF84E30DE53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2236D4-0054-4ED5-8FBC-824B234FEBA0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ECB9742-88CC-40B3-B3DD-9DCD4BC07A47}"/>
              </a:ext>
            </a:extLst>
          </p:cNvPr>
          <p:cNvSpPr txBox="1"/>
          <p:nvPr/>
        </p:nvSpPr>
        <p:spPr>
          <a:xfrm>
            <a:off x="2000934" y="620727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7 ÷ 0.01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25D0E11-A039-4717-B475-46A31B5D1EAC}"/>
              </a:ext>
            </a:extLst>
          </p:cNvPr>
          <p:cNvSpPr txBox="1"/>
          <p:nvPr/>
        </p:nvSpPr>
        <p:spPr>
          <a:xfrm>
            <a:off x="11178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B59711-1E13-476D-8D5A-656CA39EAB0B}"/>
              </a:ext>
            </a:extLst>
          </p:cNvPr>
          <p:cNvSpPr txBox="1"/>
          <p:nvPr/>
        </p:nvSpPr>
        <p:spPr>
          <a:xfrm>
            <a:off x="-8341" y="3042133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755514-76BC-403D-A0F3-6171806C9378}"/>
              </a:ext>
            </a:extLst>
          </p:cNvPr>
          <p:cNvSpPr txBox="1"/>
          <p:nvPr/>
        </p:nvSpPr>
        <p:spPr>
          <a:xfrm>
            <a:off x="4924142" y="30421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70C037-0EE2-4F4C-9F28-A0677567F837}"/>
              </a:ext>
            </a:extLst>
          </p:cNvPr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C3B5B4-D0B7-49F2-ABBE-D42CC1F94024}"/>
              </a:ext>
            </a:extLst>
          </p:cNvPr>
          <p:cNvSpPr txBox="1"/>
          <p:nvPr/>
        </p:nvSpPr>
        <p:spPr>
          <a:xfrm>
            <a:off x="4924142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3A10E4-1681-A434-ACB9-1EB32444C33B}"/>
              </a:ext>
            </a:extLst>
          </p:cNvPr>
          <p:cNvSpPr txBox="1"/>
          <p:nvPr/>
        </p:nvSpPr>
        <p:spPr>
          <a:xfrm>
            <a:off x="6890399" y="620727"/>
            <a:ext cx="11416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12 ÷ 0.04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0E9F8E-81DC-7701-82CF-5069E031DDE8}"/>
              </a:ext>
            </a:extLst>
          </p:cNvPr>
          <p:cNvSpPr txBox="1"/>
          <p:nvPr/>
        </p:nvSpPr>
        <p:spPr>
          <a:xfrm>
            <a:off x="4965564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FA2AA8-0096-28AC-9E36-282FC1F88747}"/>
              </a:ext>
            </a:extLst>
          </p:cNvPr>
          <p:cNvSpPr txBox="1"/>
          <p:nvPr/>
        </p:nvSpPr>
        <p:spPr>
          <a:xfrm>
            <a:off x="1903952" y="4053884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4.9 ÷ 0.14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6CC3A2-6139-8998-85CC-2947981955D0}"/>
              </a:ext>
            </a:extLst>
          </p:cNvPr>
          <p:cNvSpPr txBox="1"/>
          <p:nvPr/>
        </p:nvSpPr>
        <p:spPr>
          <a:xfrm>
            <a:off x="11178" y="3439864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B64D7C-959A-5B40-52E6-331D2E9CC644}"/>
              </a:ext>
            </a:extLst>
          </p:cNvPr>
          <p:cNvSpPr txBox="1"/>
          <p:nvPr/>
        </p:nvSpPr>
        <p:spPr>
          <a:xfrm>
            <a:off x="6728495" y="4053884"/>
            <a:ext cx="14654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14.45 ÷ 0.34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0D3157-7CE3-C987-C30D-9127EEEA5636}"/>
              </a:ext>
            </a:extLst>
          </p:cNvPr>
          <p:cNvSpPr txBox="1"/>
          <p:nvPr/>
        </p:nvSpPr>
        <p:spPr>
          <a:xfrm>
            <a:off x="4965564" y="3439864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51342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BAA9CE-D193-47DD-BE65-1AF84E30DE53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2236D4-0054-4ED5-8FBC-824B234FEBA0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ECB9742-88CC-40B3-B3DD-9DCD4BC07A47}"/>
              </a:ext>
            </a:extLst>
          </p:cNvPr>
          <p:cNvSpPr txBox="1"/>
          <p:nvPr/>
        </p:nvSpPr>
        <p:spPr>
          <a:xfrm>
            <a:off x="2000934" y="620727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7 ÷ 0.01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25D0E11-A039-4717-B475-46A31B5D1EAC}"/>
              </a:ext>
            </a:extLst>
          </p:cNvPr>
          <p:cNvSpPr txBox="1"/>
          <p:nvPr/>
        </p:nvSpPr>
        <p:spPr>
          <a:xfrm>
            <a:off x="11178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B59711-1E13-476D-8D5A-656CA39EAB0B}"/>
              </a:ext>
            </a:extLst>
          </p:cNvPr>
          <p:cNvSpPr txBox="1"/>
          <p:nvPr/>
        </p:nvSpPr>
        <p:spPr>
          <a:xfrm>
            <a:off x="-8341" y="3042133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755514-76BC-403D-A0F3-6171806C9378}"/>
              </a:ext>
            </a:extLst>
          </p:cNvPr>
          <p:cNvSpPr txBox="1"/>
          <p:nvPr/>
        </p:nvSpPr>
        <p:spPr>
          <a:xfrm>
            <a:off x="4924142" y="30421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70C037-0EE2-4F4C-9F28-A0677567F837}"/>
              </a:ext>
            </a:extLst>
          </p:cNvPr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C3B5B4-D0B7-49F2-ABBE-D42CC1F94024}"/>
              </a:ext>
            </a:extLst>
          </p:cNvPr>
          <p:cNvSpPr txBox="1"/>
          <p:nvPr/>
        </p:nvSpPr>
        <p:spPr>
          <a:xfrm>
            <a:off x="4924142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12BB8E9-F020-4BDB-BE08-EC24F9534C91}"/>
              </a:ext>
            </a:extLst>
          </p:cNvPr>
          <p:cNvSpPr txBox="1"/>
          <p:nvPr/>
        </p:nvSpPr>
        <p:spPr>
          <a:xfrm>
            <a:off x="2219744" y="1862454"/>
            <a:ext cx="574196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700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3A10E4-1681-A434-ACB9-1EB32444C33B}"/>
              </a:ext>
            </a:extLst>
          </p:cNvPr>
          <p:cNvSpPr txBox="1"/>
          <p:nvPr/>
        </p:nvSpPr>
        <p:spPr>
          <a:xfrm>
            <a:off x="6890399" y="620727"/>
            <a:ext cx="11416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12 ÷ 0.04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0E9F8E-81DC-7701-82CF-5069E031DDE8}"/>
              </a:ext>
            </a:extLst>
          </p:cNvPr>
          <p:cNvSpPr txBox="1"/>
          <p:nvPr/>
        </p:nvSpPr>
        <p:spPr>
          <a:xfrm>
            <a:off x="4965564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0BF887-9CF9-425D-0873-F3DE78E06164}"/>
              </a:ext>
            </a:extLst>
          </p:cNvPr>
          <p:cNvSpPr txBox="1"/>
          <p:nvPr/>
        </p:nvSpPr>
        <p:spPr>
          <a:xfrm>
            <a:off x="7174131" y="1862454"/>
            <a:ext cx="574196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300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FA2AA8-0096-28AC-9E36-282FC1F88747}"/>
              </a:ext>
            </a:extLst>
          </p:cNvPr>
          <p:cNvSpPr txBox="1"/>
          <p:nvPr/>
        </p:nvSpPr>
        <p:spPr>
          <a:xfrm>
            <a:off x="1903952" y="4053884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4.9 ÷ 0.14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6CC3A2-6139-8998-85CC-2947981955D0}"/>
              </a:ext>
            </a:extLst>
          </p:cNvPr>
          <p:cNvSpPr txBox="1"/>
          <p:nvPr/>
        </p:nvSpPr>
        <p:spPr>
          <a:xfrm>
            <a:off x="11178" y="3439864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79DBD2-BBA3-0E31-04E2-41EB16DCF4F0}"/>
              </a:ext>
            </a:extLst>
          </p:cNvPr>
          <p:cNvSpPr txBox="1"/>
          <p:nvPr/>
        </p:nvSpPr>
        <p:spPr>
          <a:xfrm>
            <a:off x="2284667" y="5295611"/>
            <a:ext cx="444352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35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B64D7C-959A-5B40-52E6-331D2E9CC644}"/>
              </a:ext>
            </a:extLst>
          </p:cNvPr>
          <p:cNvSpPr txBox="1"/>
          <p:nvPr/>
        </p:nvSpPr>
        <p:spPr>
          <a:xfrm>
            <a:off x="6728495" y="4053884"/>
            <a:ext cx="14654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14.45 ÷ 0.34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0D3157-7CE3-C987-C30D-9127EEEA5636}"/>
              </a:ext>
            </a:extLst>
          </p:cNvPr>
          <p:cNvSpPr txBox="1"/>
          <p:nvPr/>
        </p:nvSpPr>
        <p:spPr>
          <a:xfrm>
            <a:off x="4965564" y="3439864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67D0D5-E98C-EA64-D13F-DC9234B98613}"/>
              </a:ext>
            </a:extLst>
          </p:cNvPr>
          <p:cNvSpPr txBox="1"/>
          <p:nvPr/>
        </p:nvSpPr>
        <p:spPr>
          <a:xfrm>
            <a:off x="7142072" y="5295611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42.5</a:t>
            </a:r>
          </a:p>
        </p:txBody>
      </p:sp>
    </p:spTree>
    <p:extLst>
      <p:ext uri="{BB962C8B-B14F-4D97-AF65-F5344CB8AC3E}">
        <p14:creationId xmlns:p14="http://schemas.microsoft.com/office/powerpoint/2010/main" val="1913823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5" grpId="0" animBg="1"/>
      <p:bldP spid="8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5B00F8-41E7-2340-060E-7941CD0E5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712463" y="1031843"/>
            <a:ext cx="6536617" cy="479430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1754385-F48C-8068-6039-948274942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233291" y="1031843"/>
            <a:ext cx="6536617" cy="4794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089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24600"/>
            <a:ext cx="9240883" cy="5201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3021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50000"/>
            </a:schemeClr>
          </a:solidFill>
          <a:headEnd type="arrow" w="sm" len="sm"/>
          <a:tailEnd type="arrow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10533</TotalTime>
  <Words>114</Words>
  <Application>Microsoft Office PowerPoint</Application>
  <PresentationFormat>A4 Paper (210x297 mm)</PresentationFormat>
  <Paragraphs>46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Calibri</vt:lpstr>
      <vt:lpstr>Arial</vt:lpstr>
      <vt:lpstr>Calibri Light</vt:lpstr>
      <vt:lpstr>Office Theme</vt:lpstr>
      <vt:lpstr>1_Office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528</cp:revision>
  <cp:lastPrinted>2017-12-31T22:38:51Z</cp:lastPrinted>
  <dcterms:created xsi:type="dcterms:W3CDTF">2017-01-17T16:57:04Z</dcterms:created>
  <dcterms:modified xsi:type="dcterms:W3CDTF">2024-05-28T10:42:44Z</dcterms:modified>
</cp:coreProperties>
</file>