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7"/>
  </p:notesMasterIdLst>
  <p:sldIdLst>
    <p:sldId id="976" r:id="rId2"/>
    <p:sldId id="994" r:id="rId3"/>
    <p:sldId id="995" r:id="rId4"/>
    <p:sldId id="977" r:id="rId5"/>
    <p:sldId id="949" r:id="rId6"/>
    <p:sldId id="996" r:id="rId7"/>
    <p:sldId id="951" r:id="rId8"/>
    <p:sldId id="997" r:id="rId9"/>
    <p:sldId id="954" r:id="rId10"/>
    <p:sldId id="998" r:id="rId11"/>
    <p:sldId id="955" r:id="rId12"/>
    <p:sldId id="999" r:id="rId13"/>
    <p:sldId id="952" r:id="rId14"/>
    <p:sldId id="1000" r:id="rId15"/>
    <p:sldId id="956" r:id="rId16"/>
    <p:sldId id="1001" r:id="rId17"/>
    <p:sldId id="958" r:id="rId18"/>
    <p:sldId id="1002" r:id="rId19"/>
    <p:sldId id="950" r:id="rId20"/>
    <p:sldId id="1003" r:id="rId21"/>
    <p:sldId id="947" r:id="rId22"/>
    <p:sldId id="1004" r:id="rId23"/>
    <p:sldId id="957" r:id="rId24"/>
    <p:sldId id="1005" r:id="rId25"/>
    <p:sldId id="959" r:id="rId26"/>
    <p:sldId id="1006" r:id="rId27"/>
    <p:sldId id="948" r:id="rId28"/>
    <p:sldId id="1007" r:id="rId29"/>
    <p:sldId id="961" r:id="rId30"/>
    <p:sldId id="1008" r:id="rId31"/>
    <p:sldId id="953" r:id="rId32"/>
    <p:sldId id="1009" r:id="rId33"/>
    <p:sldId id="960" r:id="rId34"/>
    <p:sldId id="833" r:id="rId35"/>
    <p:sldId id="993" r:id="rId3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8"/>
    </p:embeddedFont>
    <p:embeddedFont>
      <p:font typeface="Bernard MT Condensed" panose="02050806060905020404" pitchFamily="18" charset="0"/>
      <p:regular r:id="rId39"/>
    </p:embeddedFont>
    <p:embeddedFont>
      <p:font typeface="Cambria Math" panose="02040503050406030204" pitchFamily="18" charset="0"/>
      <p:regular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6"/>
          </p14:sldIdLst>
        </p14:section>
        <p14:section name="Титулдук слайд" id="{8EFE0B80-9125-4ADC-A13A-755B3EC2010F}">
          <p14:sldIdLst>
            <p14:sldId id="994"/>
            <p14:sldId id="995"/>
          </p14:sldIdLst>
        </p14:section>
        <p14:section name="Оюн" id="{267FD0E9-36B9-4F9E-842D-CBFE57676936}">
          <p14:sldIdLst>
            <p14:sldId id="977"/>
            <p14:sldId id="949"/>
            <p14:sldId id="996"/>
            <p14:sldId id="951"/>
            <p14:sldId id="997"/>
            <p14:sldId id="954"/>
            <p14:sldId id="998"/>
            <p14:sldId id="955"/>
            <p14:sldId id="999"/>
            <p14:sldId id="952"/>
            <p14:sldId id="1000"/>
            <p14:sldId id="956"/>
            <p14:sldId id="1001"/>
            <p14:sldId id="958"/>
            <p14:sldId id="1002"/>
            <p14:sldId id="950"/>
            <p14:sldId id="1003"/>
            <p14:sldId id="947"/>
            <p14:sldId id="1004"/>
            <p14:sldId id="957"/>
            <p14:sldId id="1005"/>
            <p14:sldId id="959"/>
            <p14:sldId id="1006"/>
            <p14:sldId id="948"/>
            <p14:sldId id="1007"/>
            <p14:sldId id="961"/>
            <p14:sldId id="1008"/>
            <p14:sldId id="953"/>
            <p14:sldId id="1009"/>
            <p14:sldId id="960"/>
            <p14:sldId id="833"/>
          </p14:sldIdLst>
        </p14:section>
        <p14:section name="Кайтарым байланыш" id="{F3D720CF-F566-46A6-9361-125255B68FA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көбөйтүү жана бөлүү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275894" y="3780675"/>
            <a:ext cx="9354212" cy="3077324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көбөйтүү </a:t>
            </a:r>
            <a:r>
              <a:rPr lang="en-US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&amp;</a:t>
            </a:r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 бөлүү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9482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9482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507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10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91141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91141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38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07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1367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1367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19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520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4206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4206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597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31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276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276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79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870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278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0.63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278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591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74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942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942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203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028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77733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77733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800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238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964911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964911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386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871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602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09832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1.16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09832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32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84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0,312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74615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74615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736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74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18706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322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66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0,0288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69289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69289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908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647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134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681620"/>
                  </p:ext>
                </p:extLst>
              </p:nvPr>
            </p:nvGraphicFramePr>
            <p:xfrm>
              <a:off x="1464613" y="1606733"/>
              <a:ext cx="704711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4711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17.42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681620"/>
                  </p:ext>
                </p:extLst>
              </p:nvPr>
            </p:nvGraphicFramePr>
            <p:xfrm>
              <a:off x="1464613" y="1606733"/>
              <a:ext cx="704711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4711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409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8355</TotalTime>
  <Words>218</Words>
  <Application>Microsoft Office PowerPoint</Application>
  <PresentationFormat>A4 Paper (210x297 mm)</PresentationFormat>
  <Paragraphs>87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2017-12-31T22:38:51Z</cp:lastPrinted>
  <dcterms:created xsi:type="dcterms:W3CDTF">2017-01-17T16:57:04Z</dcterms:created>
  <dcterms:modified xsi:type="dcterms:W3CDTF">2024-08-20T03:59:06Z</dcterms:modified>
</cp:coreProperties>
</file>