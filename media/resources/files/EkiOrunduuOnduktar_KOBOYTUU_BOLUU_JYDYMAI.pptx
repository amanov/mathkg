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37"/>
  </p:notesMasterIdLst>
  <p:sldIdLst>
    <p:sldId id="976" r:id="rId2"/>
    <p:sldId id="994" r:id="rId3"/>
    <p:sldId id="995" r:id="rId4"/>
    <p:sldId id="977" r:id="rId5"/>
    <p:sldId id="949" r:id="rId6"/>
    <p:sldId id="996" r:id="rId7"/>
    <p:sldId id="951" r:id="rId8"/>
    <p:sldId id="997" r:id="rId9"/>
    <p:sldId id="954" r:id="rId10"/>
    <p:sldId id="998" r:id="rId11"/>
    <p:sldId id="955" r:id="rId12"/>
    <p:sldId id="999" r:id="rId13"/>
    <p:sldId id="952" r:id="rId14"/>
    <p:sldId id="1000" r:id="rId15"/>
    <p:sldId id="956" r:id="rId16"/>
    <p:sldId id="1001" r:id="rId17"/>
    <p:sldId id="958" r:id="rId18"/>
    <p:sldId id="1002" r:id="rId19"/>
    <p:sldId id="950" r:id="rId20"/>
    <p:sldId id="1003" r:id="rId21"/>
    <p:sldId id="947" r:id="rId22"/>
    <p:sldId id="1004" r:id="rId23"/>
    <p:sldId id="957" r:id="rId24"/>
    <p:sldId id="1005" r:id="rId25"/>
    <p:sldId id="959" r:id="rId26"/>
    <p:sldId id="1006" r:id="rId27"/>
    <p:sldId id="948" r:id="rId28"/>
    <p:sldId id="1007" r:id="rId29"/>
    <p:sldId id="961" r:id="rId30"/>
    <p:sldId id="1008" r:id="rId31"/>
    <p:sldId id="953" r:id="rId32"/>
    <p:sldId id="1009" r:id="rId33"/>
    <p:sldId id="960" r:id="rId34"/>
    <p:sldId id="833" r:id="rId35"/>
    <p:sldId id="993" r:id="rId36"/>
  </p:sldIdLst>
  <p:sldSz cx="9906000" cy="6858000" type="A4"/>
  <p:notesSz cx="6669088" cy="9926638"/>
  <p:embeddedFontLst>
    <p:embeddedFont>
      <p:font typeface="Berlin Sans FB Demi" panose="020E0802020502020306" pitchFamily="34" charset="0"/>
      <p:bold r:id="rId38"/>
    </p:embeddedFont>
    <p:embeddedFont>
      <p:font typeface="Bernard MT Condensed" panose="02050806060905020404" pitchFamily="18" charset="0"/>
      <p:regular r:id="rId39"/>
    </p:embeddedFont>
    <p:embeddedFont>
      <p:font typeface="Cambria Math" panose="02040503050406030204" pitchFamily="18" charset="0"/>
      <p:regular r:id="rId4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76"/>
          </p14:sldIdLst>
        </p14:section>
        <p14:section name="Титулдук слайд" id="{8EFE0B80-9125-4ADC-A13A-755B3EC2010F}">
          <p14:sldIdLst>
            <p14:sldId id="994"/>
            <p14:sldId id="995"/>
          </p14:sldIdLst>
        </p14:section>
        <p14:section name="Оюн" id="{267FD0E9-36B9-4F9E-842D-CBFE57676936}">
          <p14:sldIdLst>
            <p14:sldId id="977"/>
            <p14:sldId id="949"/>
            <p14:sldId id="996"/>
            <p14:sldId id="951"/>
            <p14:sldId id="997"/>
            <p14:sldId id="954"/>
            <p14:sldId id="998"/>
            <p14:sldId id="955"/>
            <p14:sldId id="999"/>
            <p14:sldId id="952"/>
            <p14:sldId id="1000"/>
            <p14:sldId id="956"/>
            <p14:sldId id="1001"/>
            <p14:sldId id="958"/>
            <p14:sldId id="1002"/>
            <p14:sldId id="950"/>
            <p14:sldId id="1003"/>
            <p14:sldId id="947"/>
            <p14:sldId id="1004"/>
            <p14:sldId id="957"/>
            <p14:sldId id="1005"/>
            <p14:sldId id="959"/>
            <p14:sldId id="1006"/>
            <p14:sldId id="948"/>
            <p14:sldId id="1007"/>
            <p14:sldId id="961"/>
            <p14:sldId id="1008"/>
            <p14:sldId id="953"/>
            <p14:sldId id="1009"/>
            <p14:sldId id="960"/>
            <p14:sldId id="833"/>
          </p14:sldIdLst>
        </p14:section>
        <p14:section name="Кайтарым байланыш" id="{F3D720CF-F566-46A6-9361-125255B68FA6}">
          <p14:sldIdLst>
            <p14:sldId id="99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CBAD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9" d="100"/>
          <a:sy n="69" d="100"/>
        </p:scale>
        <p:origin x="1410" y="60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-224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20/08/2024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jp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png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png"/><Relationship Id="rId4" Type="http://schemas.openxmlformats.org/officeDocument/2006/relationships/image" Target="../media/image4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3.png"/><Relationship Id="rId4" Type="http://schemas.openxmlformats.org/officeDocument/2006/relationships/image" Target="../media/image4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4.png"/><Relationship Id="rId4" Type="http://schemas.openxmlformats.org/officeDocument/2006/relationships/image" Target="../media/image4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.png"/><Relationship Id="rId4" Type="http://schemas.openxmlformats.org/officeDocument/2006/relationships/image" Target="../media/image4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5.png"/><Relationship Id="rId4" Type="http://schemas.openxmlformats.org/officeDocument/2006/relationships/image" Target="../media/image4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6.png"/><Relationship Id="rId4" Type="http://schemas.openxmlformats.org/officeDocument/2006/relationships/image" Target="../media/image4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.png"/><Relationship Id="rId4" Type="http://schemas.openxmlformats.org/officeDocument/2006/relationships/image" Target="../media/image4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.png"/><Relationship Id="rId4" Type="http://schemas.openxmlformats.org/officeDocument/2006/relationships/image" Target="../media/image4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7.png"/><Relationship Id="rId4" Type="http://schemas.openxmlformats.org/officeDocument/2006/relationships/image" Target="../media/image4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1.png"/><Relationship Id="rId4" Type="http://schemas.openxmlformats.org/officeDocument/2006/relationships/image" Target="../media/image4.jp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10.png"/><Relationship Id="rId4" Type="http://schemas.openxmlformats.org/officeDocument/2006/relationships/image" Target="../media/image4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8.png"/><Relationship Id="rId4" Type="http://schemas.openxmlformats.org/officeDocument/2006/relationships/image" Target="../media/image4.jp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2.png"/><Relationship Id="rId4" Type="http://schemas.openxmlformats.org/officeDocument/2006/relationships/image" Target="../media/image4.jp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9.png"/><Relationship Id="rId4" Type="http://schemas.openxmlformats.org/officeDocument/2006/relationships/image" Target="../media/image4.jp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" y="1904919"/>
            <a:ext cx="9906000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2 орундуу ондуктар – көбөйтүү жана бөлүү – Жыдымай!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суроолорго эң тез жооп берүү үчүн мелдешет (бирге бир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,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командалары менен, өз орундарында же алдыңкы орунда).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доскага же өз дептерге жазып корсото алышат.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Өтө татаал/жеңил суроо слайддарын алдын ала өчүрүп салыңыз.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Музыканы баштоо үчүн каалаган жерди чыкылдатыңыз, андан кийин суроону көрсөтүү үчүн "Өттү" чыкылдатыңыз, анан жоопту көрсөтүү үчүн кайра басыңыз.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C7BD33-7F93-409E-A7C6-9D40C1AB016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924" y="5600147"/>
            <a:ext cx="938974" cy="93897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2D2E104-4597-4DDF-B563-3C40DEA17797}"/>
              </a:ext>
            </a:extLst>
          </p:cNvPr>
          <p:cNvSpPr/>
          <p:nvPr/>
        </p:nvSpPr>
        <p:spPr>
          <a:xfrm>
            <a:off x="3024659" y="5856140"/>
            <a:ext cx="385668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үн бар!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DA6E8381-F74F-ACA7-E535-4ACA0F07CCFB}"/>
              </a:ext>
            </a:extLst>
          </p:cNvPr>
          <p:cNvSpPr txBox="1">
            <a:spLocks/>
          </p:cNvSpPr>
          <p:nvPr/>
        </p:nvSpPr>
        <p:spPr>
          <a:xfrm>
            <a:off x="0" y="221873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285100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585FB2B-39FD-4723-8079-C4EA7B000B97}"/>
              </a:ext>
            </a:extLst>
          </p:cNvPr>
          <p:cNvGrpSpPr/>
          <p:nvPr/>
        </p:nvGrpSpPr>
        <p:grpSpPr>
          <a:xfrm>
            <a:off x="-744931" y="965566"/>
            <a:ext cx="11560506" cy="2304689"/>
            <a:chOff x="-744931" y="2289005"/>
            <a:chExt cx="11560506" cy="2304689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BACE1698-B04E-47BD-84A0-931C2125C107}"/>
                </a:ext>
              </a:extLst>
            </p:cNvPr>
            <p:cNvSpPr/>
            <p:nvPr/>
          </p:nvSpPr>
          <p:spPr>
            <a:xfrm>
              <a:off x="907898" y="2338806"/>
              <a:ext cx="8722208" cy="2254888"/>
            </a:xfrm>
            <a:prstGeom prst="roundRect">
              <a:avLst/>
            </a:prstGeom>
            <a:blipFill>
              <a:blip r:embed="rId4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FEFA718-BA57-4C22-967C-DA711B22D315}"/>
                </a:ext>
              </a:extLst>
            </p:cNvPr>
            <p:cNvSpPr/>
            <p:nvPr/>
          </p:nvSpPr>
          <p:spPr>
            <a:xfrm>
              <a:off x="-744931" y="2289005"/>
              <a:ext cx="11560506" cy="1569660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y-KG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Жыдымай</a:t>
              </a:r>
              <a:r>
                <a:rPr kumimoji="0" lang="en-US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 !</a:t>
              </a:r>
              <a:endParaRPr kumimoji="0" lang="en-US" sz="16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F0D5EEEE-4088-4440-8CA7-8122FC719F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3413412" y="2260816"/>
            <a:ext cx="948538" cy="109639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493708B-EB60-4993-AE99-63613F7295D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613605" y="654005"/>
            <a:ext cx="948538" cy="109639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8425AD7-3E4B-472E-A82B-E616ADCEE83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7297521" y="782122"/>
            <a:ext cx="948538" cy="1096391"/>
          </a:xfrm>
          <a:prstGeom prst="rect">
            <a:avLst/>
          </a:prstGeom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62BA6A-7F52-46D5-9A8E-A4E9CA88D29F}"/>
              </a:ext>
            </a:extLst>
          </p:cNvPr>
          <p:cNvSpPr/>
          <p:nvPr/>
        </p:nvSpPr>
        <p:spPr>
          <a:xfrm>
            <a:off x="275894" y="3780675"/>
            <a:ext cx="9354212" cy="3077324"/>
          </a:xfrm>
          <a:prstGeom prst="roundRect">
            <a:avLst/>
          </a:prstGeom>
          <a:blipFill>
            <a:blip r:embed="rId4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ru-RU" sz="8000" b="1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nard MT Condensed" panose="02050806060905020404" pitchFamily="18" charset="0"/>
              </a:rPr>
              <a:t>Ондуктарды көбөйтүү </a:t>
            </a:r>
            <a:r>
              <a:rPr lang="en-US" sz="8000" b="1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nard MT Condensed" panose="02050806060905020404" pitchFamily="18" charset="0"/>
              </a:rPr>
              <a:t>&amp;</a:t>
            </a:r>
            <a:r>
              <a:rPr lang="ru-RU" sz="8000" b="1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nard MT Condensed" panose="02050806060905020404" pitchFamily="18" charset="0"/>
              </a:rPr>
              <a:t> бөлүү</a:t>
            </a:r>
            <a:endParaRPr kumimoji="0" lang="en-US" sz="44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lin Sans FB Demi" panose="020E0802020502020306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17851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35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62BA6A-7F52-46D5-9A8E-A4E9CA88D29F}"/>
              </a:ext>
            </a:extLst>
          </p:cNvPr>
          <p:cNvSpPr/>
          <p:nvPr/>
        </p:nvSpPr>
        <p:spPr>
          <a:xfrm>
            <a:off x="594574" y="2209772"/>
            <a:ext cx="8716852" cy="2554545"/>
          </a:xfrm>
          <a:prstGeom prst="roundRect">
            <a:avLst/>
          </a:prstGeom>
          <a:blipFill>
            <a:blip r:embed="rId2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0C8FFC-32B9-46EA-B931-685CF455866B}"/>
              </a:ext>
            </a:extLst>
          </p:cNvPr>
          <p:cNvSpPr/>
          <p:nvPr/>
        </p:nvSpPr>
        <p:spPr>
          <a:xfrm>
            <a:off x="349876" y="2151727"/>
            <a:ext cx="9206248" cy="221599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66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nard MT Condensed" panose="02050806060905020404" pitchFamily="18" charset="0"/>
                <a:ea typeface="+mn-ea"/>
                <a:cs typeface="+mn-cs"/>
              </a:rPr>
              <a:t>Туура жооп = 1 упай</a:t>
            </a:r>
            <a:endParaRPr kumimoji="0" lang="en-US" sz="66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nard MT Condensed" panose="02050806060905020404" pitchFamily="18" charset="0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72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nard MT Condensed" panose="02050806060905020404" pitchFamily="18" charset="0"/>
                <a:ea typeface="+mn-ea"/>
                <a:cs typeface="+mn-cs"/>
              </a:rPr>
              <a:t>Эң тез! = 1 упай</a:t>
            </a:r>
            <a:endParaRPr kumimoji="0" lang="en-US" sz="72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lin Sans FB Demi" panose="020E0802020502020306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1911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61712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0.018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06948264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0.06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06948264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05072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35101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0.032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79114133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0.08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0.4=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79114133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938099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24075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75136775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0.6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0.15=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75136775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8191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35204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13442065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0.9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0.45=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13442065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1859788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50317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0.045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71276183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0.9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0.05=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71276183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447901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48709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99278183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0.63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99278183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285916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51746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2.2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12494293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0.88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0.4=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12494293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8420362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60286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0.075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48777332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0.15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0.5=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48777332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518006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72386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0.048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99649116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0.24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0.2=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99649116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608430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93867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0.45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0.15=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0687122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36027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29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81098328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1.16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0.04=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81098328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13277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30846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0.312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14746158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0.78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0.4=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14746158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017364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50740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53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2.65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0.05=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22187060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423229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92668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0.0288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07692894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0.24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0.12=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07692894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839086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6478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134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89681620"/>
                  </p:ext>
                </p:extLst>
              </p:nvPr>
            </p:nvGraphicFramePr>
            <p:xfrm>
              <a:off x="1464613" y="1606733"/>
              <a:ext cx="704711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4711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17.42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÷</m:t>
                                </m:r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0.13=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89681620"/>
                  </p:ext>
                </p:extLst>
              </p:nvPr>
            </p:nvGraphicFramePr>
            <p:xfrm>
              <a:off x="1464613" y="1606733"/>
              <a:ext cx="704711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4711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934091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03678" y="979468"/>
            <a:ext cx="9240883" cy="5878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13817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8355</TotalTime>
  <Words>218</Words>
  <Application>Microsoft Office PowerPoint</Application>
  <PresentationFormat>A4 Paper (210x297 mm)</PresentationFormat>
  <Paragraphs>87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2" baseType="lpstr">
      <vt:lpstr>Bernard MT Condensed</vt:lpstr>
      <vt:lpstr>Calibri Light</vt:lpstr>
      <vt:lpstr>Cambria Math</vt:lpstr>
      <vt:lpstr>Arial</vt:lpstr>
      <vt:lpstr>Berlin Sans FB Demi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364</cp:revision>
  <cp:lastPrinted>2017-12-31T22:38:51Z</cp:lastPrinted>
  <dcterms:created xsi:type="dcterms:W3CDTF">2017-01-17T16:57:04Z</dcterms:created>
  <dcterms:modified xsi:type="dcterms:W3CDTF">2024-08-20T03:59:06Z</dcterms:modified>
</cp:coreProperties>
</file>