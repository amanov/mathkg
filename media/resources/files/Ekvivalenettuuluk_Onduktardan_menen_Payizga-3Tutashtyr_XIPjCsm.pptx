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6"/>
  </p:notesMasterIdLst>
  <p:sldIdLst>
    <p:sldId id="940" r:id="rId2"/>
    <p:sldId id="852" r:id="rId3"/>
    <p:sldId id="853" r:id="rId4"/>
    <p:sldId id="941" r:id="rId5"/>
  </p:sldIdLst>
  <p:sldSz cx="9906000" cy="6858000" type="A4"/>
  <p:notesSz cx="6669088" cy="9926638"/>
  <p:embeddedFontLst>
    <p:embeddedFont>
      <p:font typeface="Ravie" panose="04040805050809020602" pitchFamily="82" charset="0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AC80F82C-F78C-47D9-9698-718A48EB57CF}">
          <p14:sldIdLst>
            <p14:sldId id="940"/>
          </p14:sldIdLst>
        </p14:section>
        <p14:section name="Суроолор" id="{A762EA83-E639-46EB-896F-C5F39615FAD1}">
          <p14:sldIdLst>
            <p14:sldId id="852"/>
            <p14:sldId id="853"/>
          </p14:sldIdLst>
        </p14:section>
        <p14:section name="Кайтарым байланыш" id="{289146EE-E1B9-4D2C-BD17-96AFABFF1749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7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345440" y="1341121"/>
            <a:ext cx="860552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пайыздарга айландыруу– 3 – ту 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команданын квадратын ээлөө үчүн жооп кутучасынын боёлгон бөлүгүн басыңыз.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70092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15%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95%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90%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65%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25%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85%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35%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727606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943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314704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102%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140%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2,9%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15%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12%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27%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42%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16%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150%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105%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120%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524609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0,029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84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31" y="640080"/>
            <a:ext cx="9195889" cy="509484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3200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4392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8383</TotalTime>
  <Words>213</Words>
  <Application>Microsoft Office PowerPoint</Application>
  <PresentationFormat>A4 Paper (210x297 mm)</PresentationFormat>
  <Paragraphs>95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 Light</vt:lpstr>
      <vt:lpstr>Ravie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370</cp:revision>
  <cp:lastPrinted>2017-12-31T22:38:51Z</cp:lastPrinted>
  <dcterms:created xsi:type="dcterms:W3CDTF">2017-01-17T16:57:04Z</dcterms:created>
  <dcterms:modified xsi:type="dcterms:W3CDTF">2024-08-29T16:23:14Z</dcterms:modified>
</cp:coreProperties>
</file>