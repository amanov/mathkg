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6"/>
  </p:notesMasterIdLst>
  <p:sldIdLst>
    <p:sldId id="940" r:id="rId2"/>
    <p:sldId id="852" r:id="rId3"/>
    <p:sldId id="853" r:id="rId4"/>
    <p:sldId id="941" r:id="rId5"/>
  </p:sldIdLst>
  <p:sldSz cx="9906000" cy="6858000" type="A4"/>
  <p:notesSz cx="6669088" cy="9926638"/>
  <p:embeddedFontLst>
    <p:embeddedFont>
      <p:font typeface="Ravie" panose="04040805050809020602" pitchFamily="82" charset="0"/>
      <p:regular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AC80F82C-F78C-47D9-9698-718A48EB57CF}">
          <p14:sldIdLst>
            <p14:sldId id="940"/>
          </p14:sldIdLst>
        </p14:section>
        <p14:section name="Суроолор" id="{A762EA83-E639-46EB-896F-C5F39615FAD1}">
          <p14:sldIdLst>
            <p14:sldId id="852"/>
            <p14:sldId id="853"/>
          </p14:sldIdLst>
        </p14:section>
        <p14:section name="Кайтарым байланыш" id="{289146EE-E1B9-4D2C-BD17-96AFABFF1749}">
          <p14:sldIdLst>
            <p14:sldId id="94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B183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97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345440" y="1341121"/>
            <a:ext cx="860552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пайыздарга айландыруу– 3 – ту таштыр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окуучулардын эки командасын сыноо үчүн тез оюн.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команданын окуучусу суроону тандап, андан кийин тиешелүү жоопту бериши керек.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Ошол команда үчүн квадратты талап кылуу үчүн жооп кутучасынын тиешелүү көлөкө тарабын чыкылдатыңыз/тийиңиз.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катары менен туташтырган утат!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 слайддарынын кыйынчылык деңгээли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барган сайын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жогорулайт.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73566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Table 87">
            <a:extLst>
              <a:ext uri="{FF2B5EF4-FFF2-40B4-BE49-F238E27FC236}">
                <a16:creationId xmlns:a16="http://schemas.microsoft.com/office/drawing/2014/main" id="{F0FB5B1D-69AC-483C-9C68-E5E31C8B5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70092"/>
              </p:ext>
            </p:extLst>
          </p:nvPr>
        </p:nvGraphicFramePr>
        <p:xfrm>
          <a:off x="4608496" y="1531911"/>
          <a:ext cx="5168552" cy="5185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2138">
                  <a:extLst>
                    <a:ext uri="{9D8B030D-6E8A-4147-A177-3AD203B41FA5}">
                      <a16:colId xmlns:a16="http://schemas.microsoft.com/office/drawing/2014/main" val="3926725342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14648582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08893963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508545897"/>
                    </a:ext>
                  </a:extLst>
                </a:gridCol>
              </a:tblGrid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15%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675500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95%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90%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65%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309862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25%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100%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93046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85%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35%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6563922"/>
                  </a:ext>
                </a:extLst>
              </a:tr>
            </a:tbl>
          </a:graphicData>
        </a:graphic>
      </p:graphicFrame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7727606"/>
              </p:ext>
            </p:extLst>
          </p:nvPr>
        </p:nvGraphicFramePr>
        <p:xfrm>
          <a:off x="52755" y="79131"/>
          <a:ext cx="4411692" cy="66478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0374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141318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59221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200" dirty="0">
                          <a:solidFill>
                            <a:schemeClr val="tx1"/>
                          </a:solidFill>
                          <a:latin typeface="Ravie" panose="04040805050809020602" pitchFamily="82" charset="0"/>
                        </a:rPr>
                        <a:t>Суроолор</a:t>
                      </a:r>
                      <a:endParaRPr lang="en-GB" sz="3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4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3409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49430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3-т</a:t>
            </a:r>
            <a:r>
              <a:rPr kumimoji="0" lang="ru-RU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</a:t>
            </a:r>
            <a:r>
              <a:rPr lang="ru-RU" sz="4800" dirty="0">
                <a:latin typeface="Ravie" panose="04040805050809020602" pitchFamily="82" charset="0"/>
              </a:rPr>
              <a:t> Туташтыр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9" y="964311"/>
            <a:ext cx="4007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 торчо</a:t>
            </a:r>
            <a:r>
              <a:rPr lang="ky-KG" sz="3200" b="1" dirty="0">
                <a:latin typeface="Ravie" panose="04040805050809020602" pitchFamily="82" charset="0"/>
              </a:rPr>
              <a:t>су</a:t>
            </a:r>
            <a:endParaRPr lang="en-GB" sz="3200" b="1" dirty="0">
              <a:latin typeface="Ravie" panose="040408050508090206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599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Table 87">
            <a:extLst>
              <a:ext uri="{FF2B5EF4-FFF2-40B4-BE49-F238E27FC236}">
                <a16:creationId xmlns:a16="http://schemas.microsoft.com/office/drawing/2014/main" id="{F0FB5B1D-69AC-483C-9C68-E5E31C8B5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314704"/>
              </p:ext>
            </p:extLst>
          </p:nvPr>
        </p:nvGraphicFramePr>
        <p:xfrm>
          <a:off x="4608496" y="1531911"/>
          <a:ext cx="5168552" cy="5185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2138">
                  <a:extLst>
                    <a:ext uri="{9D8B030D-6E8A-4147-A177-3AD203B41FA5}">
                      <a16:colId xmlns:a16="http://schemas.microsoft.com/office/drawing/2014/main" val="3926725342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14648582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08893963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508545897"/>
                    </a:ext>
                  </a:extLst>
                </a:gridCol>
              </a:tblGrid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102%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140%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675500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2.9%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15%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12%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27%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309862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42%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16%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150%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93046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105%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120%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6563922"/>
                  </a:ext>
                </a:extLst>
              </a:tr>
            </a:tbl>
          </a:graphicData>
        </a:graphic>
      </p:graphicFrame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7524609"/>
              </p:ext>
            </p:extLst>
          </p:nvPr>
        </p:nvGraphicFramePr>
        <p:xfrm>
          <a:off x="52755" y="79131"/>
          <a:ext cx="4411692" cy="66478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0374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141318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59221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200" dirty="0">
                          <a:solidFill>
                            <a:schemeClr val="tx1"/>
                          </a:solidFill>
                          <a:latin typeface="Ravie" panose="04040805050809020602" pitchFamily="82" charset="0"/>
                        </a:rPr>
                        <a:t>Суроолор</a:t>
                      </a:r>
                      <a:endParaRPr lang="en-GB" sz="3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4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0.029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3409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479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3-т</a:t>
            </a:r>
            <a:r>
              <a:rPr kumimoji="0" lang="ru-RU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</a:t>
            </a:r>
            <a:r>
              <a:rPr lang="ru-RU" sz="4800" dirty="0">
                <a:latin typeface="Ravie" panose="04040805050809020602" pitchFamily="82" charset="0"/>
              </a:rPr>
              <a:t> Туташтыр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9" y="964311"/>
            <a:ext cx="4007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 торчо</a:t>
            </a:r>
            <a:r>
              <a:rPr lang="ky-KG" sz="3200" b="1" dirty="0">
                <a:latin typeface="Ravie" panose="04040805050809020602" pitchFamily="82" charset="0"/>
              </a:rPr>
              <a:t>су</a:t>
            </a:r>
            <a:endParaRPr lang="en-GB" sz="3200" b="1" dirty="0">
              <a:latin typeface="Ravie" panose="040408050508090206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4847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31" y="640080"/>
            <a:ext cx="9195889" cy="5094847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 defTabSz="371475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ru-RU" sz="3200" dirty="0">
                <a:solidFill>
                  <a:prstClr val="black"/>
                </a:solidFill>
                <a:latin typeface="Calibri" panose="020F0502020204030204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43924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8383</TotalTime>
  <Words>213</Words>
  <Application>Microsoft Office PowerPoint</Application>
  <PresentationFormat>A4 Paper (210x297 mm)</PresentationFormat>
  <Paragraphs>95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Calibri Light</vt:lpstr>
      <vt:lpstr>Ravie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370</cp:revision>
  <cp:lastPrinted>2017-12-31T22:38:51Z</cp:lastPrinted>
  <dcterms:created xsi:type="dcterms:W3CDTF">2017-01-17T16:57:04Z</dcterms:created>
  <dcterms:modified xsi:type="dcterms:W3CDTF">2024-08-29T16:23:14Z</dcterms:modified>
</cp:coreProperties>
</file>