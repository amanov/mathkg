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  <p:sldMasterId id="2147483733" r:id="rId4"/>
  </p:sldMasterIdLst>
  <p:notesMasterIdLst>
    <p:notesMasterId r:id="rId50"/>
  </p:notesMasterIdLst>
  <p:handoutMasterIdLst>
    <p:handoutMasterId r:id="rId51"/>
  </p:handoutMasterIdLst>
  <p:sldIdLst>
    <p:sldId id="257" r:id="rId5"/>
    <p:sldId id="1143" r:id="rId6"/>
    <p:sldId id="1145" r:id="rId7"/>
    <p:sldId id="1144" r:id="rId8"/>
    <p:sldId id="1123" r:id="rId9"/>
    <p:sldId id="1124" r:id="rId10"/>
    <p:sldId id="1147" r:id="rId11"/>
    <p:sldId id="1125" r:id="rId12"/>
    <p:sldId id="1121" r:id="rId13"/>
    <p:sldId id="1103" r:id="rId14"/>
    <p:sldId id="1126" r:id="rId15"/>
    <p:sldId id="1102" r:id="rId16"/>
    <p:sldId id="1117" r:id="rId17"/>
    <p:sldId id="1118" r:id="rId18"/>
    <p:sldId id="1119" r:id="rId19"/>
    <p:sldId id="1120" r:id="rId20"/>
    <p:sldId id="1105" r:id="rId21"/>
    <p:sldId id="1128" r:id="rId22"/>
    <p:sldId id="1129" r:id="rId23"/>
    <p:sldId id="1130" r:id="rId24"/>
    <p:sldId id="1141" r:id="rId25"/>
    <p:sldId id="1127" r:id="rId26"/>
    <p:sldId id="1132" r:id="rId27"/>
    <p:sldId id="1135" r:id="rId28"/>
    <p:sldId id="1133" r:id="rId29"/>
    <p:sldId id="1131" r:id="rId30"/>
    <p:sldId id="1134" r:id="rId31"/>
    <p:sldId id="1137" r:id="rId32"/>
    <p:sldId id="1136" r:id="rId33"/>
    <p:sldId id="1142" r:id="rId34"/>
    <p:sldId id="1099" r:id="rId35"/>
    <p:sldId id="1098" r:id="rId36"/>
    <p:sldId id="1097" r:id="rId37"/>
    <p:sldId id="1085" r:id="rId38"/>
    <p:sldId id="1086" r:id="rId39"/>
    <p:sldId id="1087" r:id="rId40"/>
    <p:sldId id="1088" r:id="rId41"/>
    <p:sldId id="1090" r:id="rId42"/>
    <p:sldId id="1089" r:id="rId43"/>
    <p:sldId id="1091" r:id="rId44"/>
    <p:sldId id="1092" r:id="rId45"/>
    <p:sldId id="1094" r:id="rId46"/>
    <p:sldId id="1096" r:id="rId47"/>
    <p:sldId id="1146" r:id="rId48"/>
    <p:sldId id="942" r:id="rId49"/>
  </p:sldIdLst>
  <p:sldSz cx="9906000" cy="6858000" type="A4"/>
  <p:notesSz cx="7104063" cy="10234613"/>
  <p:embeddedFontLst>
    <p:embeddedFont>
      <p:font typeface="Stencil" panose="040409050D0802020404" pitchFamily="82" charset="0"/>
      <p:regular r:id="rId5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Сабак" id="{059544AC-2C27-45B1-9F95-F87DF8854DD6}">
          <p14:sldIdLst>
            <p14:sldId id="1143"/>
            <p14:sldId id="1145"/>
            <p14:sldId id="1144"/>
            <p14:sldId id="1123"/>
            <p14:sldId id="1124"/>
            <p14:sldId id="1147"/>
            <p14:sldId id="1125"/>
          </p14:sldIdLst>
        </p14:section>
        <p14:section name="Баалоо үчүн суроолор" id="{A0207FD5-C6AC-4F61-9115-BD0338F38BA9}">
          <p14:sldIdLst>
            <p14:sldId id="1121"/>
            <p14:sldId id="1103"/>
            <p14:sldId id="1126"/>
          </p14:sldIdLst>
        </p14:section>
        <p14:section name="1 орундуу" id="{91F16702-42C0-4A79-9119-0A2778F7B813}">
          <p14:sldIdLst>
            <p14:sldId id="1102"/>
            <p14:sldId id="1117"/>
            <p14:sldId id="1118"/>
            <p14:sldId id="1119"/>
            <p14:sldId id="1120"/>
            <p14:sldId id="1105"/>
            <p14:sldId id="1128"/>
            <p14:sldId id="1129"/>
            <p14:sldId id="1130"/>
          </p14:sldIdLst>
        </p14:section>
        <p14:section name="Баалоо үчүн суроолор" id="{7E08E485-04F0-467F-B7F7-40FF8827D79F}">
          <p14:sldIdLst>
            <p14:sldId id="1141"/>
          </p14:sldIdLst>
        </p14:section>
        <p14:section name="2 орундуу" id="{8874A9AC-BF0E-4924-976F-29051BEBDAD7}">
          <p14:sldIdLst>
            <p14:sldId id="1127"/>
            <p14:sldId id="1132"/>
            <p14:sldId id="1135"/>
            <p14:sldId id="1133"/>
            <p14:sldId id="1131"/>
            <p14:sldId id="1134"/>
            <p14:sldId id="1137"/>
            <p14:sldId id="1136"/>
          </p14:sldIdLst>
        </p14:section>
        <p14:section name="Баалоо үчүн суроолор" id="{3AD01CB1-44F9-4492-A726-A0F9D65265A8}">
          <p14:sldIdLst>
            <p14:sldId id="1142"/>
          </p14:sldIdLst>
        </p14:section>
        <p14:section name="3 орундуу" id="{CCAA12B3-15ED-4681-A04F-4E3F45CE5E0D}">
          <p14:sldIdLst>
            <p14:sldId id="1099"/>
            <p14:sldId id="1098"/>
            <p14:sldId id="1097"/>
            <p14:sldId id="1085"/>
            <p14:sldId id="1086"/>
            <p14:sldId id="1087"/>
            <p14:sldId id="1088"/>
            <p14:sldId id="1090"/>
            <p14:sldId id="1089"/>
            <p14:sldId id="1091"/>
            <p14:sldId id="1092"/>
            <p14:sldId id="1094"/>
            <p14:sldId id="1096"/>
          </p14:sldIdLst>
        </p14:section>
        <p14:section name="Баалоо үчүн суроолор" id="{1F09129A-235C-4CBA-B06B-49E6E34FE40D}">
          <p14:sldIdLst>
            <p14:sldId id="1146"/>
          </p14:sldIdLst>
        </p14:section>
        <p14:section name="Кайтарым байланыш" id="{09A1988A-B85F-45BC-B715-CD71DC4C3A5F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86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50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858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32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02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82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371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65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29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26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14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766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43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850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463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781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08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60560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24898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08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569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536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062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80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23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42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9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063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867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786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83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78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орундуу  Ондуктар – Бөлүү – </a:t>
            </a:r>
            <a:r>
              <a:rPr lang="ky-KG" dirty="0"/>
              <a:t>Сабак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3657600" y="112216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F577E0-8D55-5658-398E-9914E4E5A771}"/>
              </a:ext>
            </a:extLst>
          </p:cNvPr>
          <p:cNvSpPr/>
          <p:nvPr/>
        </p:nvSpPr>
        <p:spPr>
          <a:xfrm>
            <a:off x="2215844" y="2378826"/>
            <a:ext cx="5495076" cy="160297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227AA-087B-F932-FF8B-85EA4BAB399A}"/>
              </a:ext>
            </a:extLst>
          </p:cNvPr>
          <p:cNvSpPr txBox="1"/>
          <p:nvPr/>
        </p:nvSpPr>
        <p:spPr>
          <a:xfrm>
            <a:off x="3211139" y="2718646"/>
            <a:ext cx="3504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  ÷  8  =  ?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C2987-F31F-F7A7-63F3-A507384FFD26}"/>
              </a:ext>
            </a:extLst>
          </p:cNvPr>
          <p:cNvSpPr/>
          <p:nvPr/>
        </p:nvSpPr>
        <p:spPr>
          <a:xfrm flipH="1" flipV="1">
            <a:off x="6871335" y="1039087"/>
            <a:ext cx="403628" cy="172073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0478E-A1C3-6E0E-28C9-28FD446A3884}"/>
              </a:ext>
            </a:extLst>
          </p:cNvPr>
          <p:cNvSpPr txBox="1"/>
          <p:nvPr/>
        </p:nvSpPr>
        <p:spPr>
          <a:xfrm>
            <a:off x="4356891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бөлүүчү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AF5B4-5501-12F9-BE1F-328783E03143}"/>
              </a:ext>
            </a:extLst>
          </p:cNvPr>
          <p:cNvSpPr txBox="1"/>
          <p:nvPr/>
        </p:nvSpPr>
        <p:spPr>
          <a:xfrm>
            <a:off x="1632333" y="738331"/>
            <a:ext cx="1700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EE727-2A7F-8E26-8007-40E4B7B7EE89}"/>
              </a:ext>
            </a:extLst>
          </p:cNvPr>
          <p:cNvSpPr txBox="1"/>
          <p:nvPr/>
        </p:nvSpPr>
        <p:spPr>
          <a:xfrm>
            <a:off x="6543138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бөлүк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6C6E36-96DC-7F38-28B2-4A740D7D4B43}"/>
              </a:ext>
            </a:extLst>
          </p:cNvPr>
          <p:cNvSpPr/>
          <p:nvPr/>
        </p:nvSpPr>
        <p:spPr>
          <a:xfrm flipV="1">
            <a:off x="4930282" y="1030777"/>
            <a:ext cx="204160" cy="162929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72" h="1294004">
                <a:moveTo>
                  <a:pt x="59673" y="0"/>
                </a:moveTo>
                <a:cubicBezTo>
                  <a:pt x="-158980" y="667699"/>
                  <a:pt x="311643" y="812011"/>
                  <a:pt x="72591" y="1294004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6DBD95-F99A-CF6E-C9B9-BA4E65662564}"/>
              </a:ext>
            </a:extLst>
          </p:cNvPr>
          <p:cNvSpPr/>
          <p:nvPr/>
        </p:nvSpPr>
        <p:spPr>
          <a:xfrm flipV="1">
            <a:off x="2482216" y="1155465"/>
            <a:ext cx="640080" cy="165423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23B6E-BB61-485E-6332-513EB0239E5E}"/>
              </a:ext>
            </a:extLst>
          </p:cNvPr>
          <p:cNvSpPr txBox="1"/>
          <p:nvPr/>
        </p:nvSpPr>
        <p:spPr>
          <a:xfrm>
            <a:off x="1575418" y="4761080"/>
            <a:ext cx="7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дайым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бөлүнүүчүдөн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кичине болот'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E9647-AC23-2CF8-78FA-B25AE91B58CC}"/>
              </a:ext>
            </a:extLst>
          </p:cNvPr>
          <p:cNvSpPr txBox="1"/>
          <p:nvPr/>
        </p:nvSpPr>
        <p:spPr>
          <a:xfrm>
            <a:off x="1592658" y="5639879"/>
            <a:ext cx="6720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макулсузбу?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70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D75EB02-5E56-2167-2703-7CBB4846E69C}"/>
              </a:ext>
            </a:extLst>
          </p:cNvPr>
          <p:cNvSpPr/>
          <p:nvPr/>
        </p:nvSpPr>
        <p:spPr>
          <a:xfrm>
            <a:off x="1104898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Partial Circle 2">
            <a:extLst>
              <a:ext uri="{FF2B5EF4-FFF2-40B4-BE49-F238E27FC236}">
                <a16:creationId xmlns:a16="http://schemas.microsoft.com/office/drawing/2014/main" id="{7BDF3ADF-4ED6-4B77-20DF-731D7D9936B1}"/>
              </a:ext>
            </a:extLst>
          </p:cNvPr>
          <p:cNvSpPr/>
          <p:nvPr/>
        </p:nvSpPr>
        <p:spPr>
          <a:xfrm>
            <a:off x="5681661" y="1104898"/>
            <a:ext cx="1190627" cy="1190627"/>
          </a:xfrm>
          <a:prstGeom prst="pie">
            <a:avLst>
              <a:gd name="adj1" fmla="val 5380817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30F0C-32A5-14F1-C859-E77A868FE2B0}"/>
              </a:ext>
            </a:extLst>
          </p:cNvPr>
          <p:cNvSpPr txBox="1"/>
          <p:nvPr/>
        </p:nvSpPr>
        <p:spPr>
          <a:xfrm>
            <a:off x="4224745" y="2470996"/>
            <a:ext cx="21804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0.5 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8D17D-5DF8-8212-0BE0-DBA7D49E739F}"/>
              </a:ext>
            </a:extLst>
          </p:cNvPr>
          <p:cNvSpPr txBox="1"/>
          <p:nvPr/>
        </p:nvSpPr>
        <p:spPr>
          <a:xfrm>
            <a:off x="2770832" y="365971"/>
            <a:ext cx="436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бүтүндүктө канча жарым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77C898-A7E1-9A06-F198-069284DE11A6}"/>
              </a:ext>
            </a:extLst>
          </p:cNvPr>
          <p:cNvSpPr/>
          <p:nvPr/>
        </p:nvSpPr>
        <p:spPr>
          <a:xfrm>
            <a:off x="2752723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293F3-9B6E-1157-0F4A-2D8BEC12EC85}"/>
              </a:ext>
            </a:extLst>
          </p:cNvPr>
          <p:cNvSpPr txBox="1"/>
          <p:nvPr/>
        </p:nvSpPr>
        <p:spPr>
          <a:xfrm>
            <a:off x="4583753" y="128471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F9847-3B13-64C7-9A3E-FACAA65748BA}"/>
              </a:ext>
            </a:extLst>
          </p:cNvPr>
          <p:cNvSpPr txBox="1"/>
          <p:nvPr/>
        </p:nvSpPr>
        <p:spPr>
          <a:xfrm>
            <a:off x="7019098" y="128471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E9CCC-59ED-8012-F4FE-44D0ACDF0404}"/>
              </a:ext>
            </a:extLst>
          </p:cNvPr>
          <p:cNvSpPr txBox="1"/>
          <p:nvPr/>
        </p:nvSpPr>
        <p:spPr>
          <a:xfrm>
            <a:off x="8371498" y="1284713"/>
            <a:ext cx="497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D1E5E-F7C6-A74D-4D07-6C82C05F2A8B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AEEE4E-6F72-78A5-57F2-0051EAC6A304}"/>
              </a:ext>
            </a:extLst>
          </p:cNvPr>
          <p:cNvSpPr/>
          <p:nvPr/>
        </p:nvSpPr>
        <p:spPr>
          <a:xfrm>
            <a:off x="179069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1CA96-9472-718C-2A82-E6983FC05F64}"/>
              </a:ext>
            </a:extLst>
          </p:cNvPr>
          <p:cNvSpPr txBox="1"/>
          <p:nvPr/>
        </p:nvSpPr>
        <p:spPr>
          <a:xfrm>
            <a:off x="4218727" y="5804746"/>
            <a:ext cx="2440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÷ 0.25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2F7E7-F23D-7FBF-5DA8-57D8A2982468}"/>
              </a:ext>
            </a:extLst>
          </p:cNvPr>
          <p:cNvSpPr txBox="1"/>
          <p:nvPr/>
        </p:nvSpPr>
        <p:spPr>
          <a:xfrm>
            <a:off x="2936125" y="3699721"/>
            <a:ext cx="435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бүтүндүктө канча чейрек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CB8611-619C-751D-E0AC-95FFB7E8A01C}"/>
              </a:ext>
            </a:extLst>
          </p:cNvPr>
          <p:cNvSpPr/>
          <p:nvPr/>
        </p:nvSpPr>
        <p:spPr>
          <a:xfrm>
            <a:off x="31432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68FC8-CC36-B54D-F3BB-CBBE3CB6FDE1}"/>
              </a:ext>
            </a:extLst>
          </p:cNvPr>
          <p:cNvSpPr txBox="1"/>
          <p:nvPr/>
        </p:nvSpPr>
        <p:spPr>
          <a:xfrm>
            <a:off x="4583753" y="461846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62D78-18E5-E178-B157-219CDFE800C6}"/>
              </a:ext>
            </a:extLst>
          </p:cNvPr>
          <p:cNvSpPr txBox="1"/>
          <p:nvPr/>
        </p:nvSpPr>
        <p:spPr>
          <a:xfrm>
            <a:off x="7019098" y="461846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265D1-B96D-E741-8589-0EB5426A89E8}"/>
              </a:ext>
            </a:extLst>
          </p:cNvPr>
          <p:cNvSpPr txBox="1"/>
          <p:nvPr/>
        </p:nvSpPr>
        <p:spPr>
          <a:xfrm>
            <a:off x="8215205" y="4618463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B95B2A79-46A5-09DD-A3D1-BE2C4B382FB4}"/>
              </a:ext>
            </a:extLst>
          </p:cNvPr>
          <p:cNvSpPr/>
          <p:nvPr/>
        </p:nvSpPr>
        <p:spPr>
          <a:xfrm>
            <a:off x="5681661" y="4438648"/>
            <a:ext cx="1162050" cy="1162050"/>
          </a:xfrm>
          <a:prstGeom prst="pie">
            <a:avLst>
              <a:gd name="adj1" fmla="val 10818845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FED638-3F78-EDEE-9EBC-0EFA5A90B703}"/>
              </a:ext>
            </a:extLst>
          </p:cNvPr>
          <p:cNvSpPr/>
          <p:nvPr/>
        </p:nvSpPr>
        <p:spPr>
          <a:xfrm>
            <a:off x="4381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20ADAC-7256-68FD-8241-2785841B1E1C}"/>
              </a:ext>
            </a:extLst>
          </p:cNvPr>
          <p:cNvCxnSpPr>
            <a:cxnSpLocks/>
          </p:cNvCxnSpPr>
          <p:nvPr/>
        </p:nvCxnSpPr>
        <p:spPr>
          <a:xfrm flipH="1">
            <a:off x="2647950" y="3429000"/>
            <a:ext cx="4610100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205ECF-5E67-1548-D926-5BF59A23FA2F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1700212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310814-658C-8208-DDB8-C0E93EF68E19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3348037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0C786E-FE33-5C9F-70C8-51C5E1D1E3B1}"/>
              </a:ext>
            </a:extLst>
          </p:cNvPr>
          <p:cNvCxnSpPr>
            <a:cxnSpLocks/>
            <a:stCxn id="15" idx="0"/>
            <a:endCxn id="15" idx="4"/>
          </p:cNvCxnSpPr>
          <p:nvPr/>
        </p:nvCxnSpPr>
        <p:spPr>
          <a:xfrm>
            <a:off x="37385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C20D1F-6438-37CD-3447-0892690B5588}"/>
              </a:ext>
            </a:extLst>
          </p:cNvPr>
          <p:cNvCxnSpPr>
            <a:cxnSpLocks/>
            <a:stCxn id="15" idx="6"/>
            <a:endCxn id="15" idx="2"/>
          </p:cNvCxnSpPr>
          <p:nvPr/>
        </p:nvCxnSpPr>
        <p:spPr>
          <a:xfrm flipH="1">
            <a:off x="31432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E44950-3BE8-08A5-F74D-EA8F96E4855B}"/>
              </a:ext>
            </a:extLst>
          </p:cNvPr>
          <p:cNvCxnSpPr>
            <a:cxnSpLocks/>
            <a:stCxn id="11" idx="6"/>
            <a:endCxn id="11" idx="2"/>
          </p:cNvCxnSpPr>
          <p:nvPr/>
        </p:nvCxnSpPr>
        <p:spPr>
          <a:xfrm flipH="1">
            <a:off x="179069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97C3AC-6247-288F-A633-276415CCAA6F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>
            <a:off x="238601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B6AE621-0FF3-694B-4EA4-B03A2520B061}"/>
              </a:ext>
            </a:extLst>
          </p:cNvPr>
          <p:cNvCxnSpPr>
            <a:cxnSpLocks/>
            <a:stCxn id="21" idx="0"/>
            <a:endCxn id="21" idx="4"/>
          </p:cNvCxnSpPr>
          <p:nvPr/>
        </p:nvCxnSpPr>
        <p:spPr>
          <a:xfrm>
            <a:off x="10334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47795-E7AC-F0A7-4820-6BDE11CEDD94}"/>
              </a:ext>
            </a:extLst>
          </p:cNvPr>
          <p:cNvCxnSpPr>
            <a:cxnSpLocks/>
            <a:stCxn id="21" idx="6"/>
            <a:endCxn id="21" idx="2"/>
          </p:cNvCxnSpPr>
          <p:nvPr/>
        </p:nvCxnSpPr>
        <p:spPr>
          <a:xfrm flipH="1">
            <a:off x="4381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6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C1E0A-33C7-6208-128C-009A7FCA6540}"/>
              </a:ext>
            </a:extLst>
          </p:cNvPr>
          <p:cNvSpPr txBox="1"/>
          <p:nvPr/>
        </p:nvSpPr>
        <p:spPr>
          <a:xfrm>
            <a:off x="5284825" y="2226487"/>
            <a:ext cx="4030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 ÷  0.5  = 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0950B-4E04-8580-457F-EA326BF4701D}"/>
              </a:ext>
            </a:extLst>
          </p:cNvPr>
          <p:cNvSpPr txBox="1"/>
          <p:nvPr/>
        </p:nvSpPr>
        <p:spPr>
          <a:xfrm>
            <a:off x="629007" y="1467605"/>
            <a:ext cx="3504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 ÷  5  = 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F186A-69D1-3892-366E-DCDE2271F649}"/>
              </a:ext>
            </a:extLst>
          </p:cNvPr>
          <p:cNvSpPr txBox="1"/>
          <p:nvPr/>
        </p:nvSpPr>
        <p:spPr>
          <a:xfrm>
            <a:off x="-301180" y="708455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10до канча 5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76A28-EA18-4D43-3BB0-36E1ECA1E343}"/>
              </a:ext>
            </a:extLst>
          </p:cNvPr>
          <p:cNvSpPr txBox="1"/>
          <p:nvPr/>
        </p:nvSpPr>
        <p:spPr>
          <a:xfrm>
            <a:off x="4617530" y="1467336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10до канча 0,5 бар?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BFDEA-D7F7-2E16-2DCA-A9F72595B243}"/>
              </a:ext>
            </a:extLst>
          </p:cNvPr>
          <p:cNvSpPr txBox="1"/>
          <p:nvPr/>
        </p:nvSpPr>
        <p:spPr>
          <a:xfrm>
            <a:off x="8605359" y="2226487"/>
            <a:ext cx="886781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5C9FF-923D-7570-4460-A906E0807122}"/>
              </a:ext>
            </a:extLst>
          </p:cNvPr>
          <p:cNvSpPr txBox="1"/>
          <p:nvPr/>
        </p:nvSpPr>
        <p:spPr>
          <a:xfrm>
            <a:off x="3618337" y="1467605"/>
            <a:ext cx="535724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44FCBC-E2E5-7699-8A3B-9E24F2E571EE}"/>
              </a:ext>
            </a:extLst>
          </p:cNvPr>
          <p:cNvSpPr/>
          <p:nvPr/>
        </p:nvSpPr>
        <p:spPr>
          <a:xfrm>
            <a:off x="1434465" y="4406308"/>
            <a:ext cx="6915150" cy="15391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Бөлүүчү 1ден аз болгондо, натыйжа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бөлүнүүчү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чоң болот.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8F734D-A477-E8DD-454B-6580DF65836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845B51-3470-285B-1C6C-3E5E6F5F3510}"/>
              </a:ext>
            </a:extLst>
          </p:cNvPr>
          <p:cNvSpPr/>
          <p:nvPr/>
        </p:nvSpPr>
        <p:spPr>
          <a:xfrm rot="11243172" flipV="1">
            <a:off x="4843482" y="3109082"/>
            <a:ext cx="2548043" cy="177500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  <a:gd name="connsiteX0" fmla="*/ 16747 w 1577807"/>
              <a:gd name="connsiteY0" fmla="*/ 0 h 1451136"/>
              <a:gd name="connsiteX1" fmla="*/ 1557917 w 1577807"/>
              <a:gd name="connsiteY1" fmla="*/ 1451136 h 1451136"/>
              <a:gd name="connsiteX0" fmla="*/ 0 w 1567714"/>
              <a:gd name="connsiteY0" fmla="*/ 0 h 1451136"/>
              <a:gd name="connsiteX1" fmla="*/ 1541170 w 1567714"/>
              <a:gd name="connsiteY1" fmla="*/ 1451136 h 1451136"/>
              <a:gd name="connsiteX0" fmla="*/ 0 w 1636709"/>
              <a:gd name="connsiteY0" fmla="*/ 0 h 1423350"/>
              <a:gd name="connsiteX1" fmla="*/ 1611263 w 1636709"/>
              <a:gd name="connsiteY1" fmla="*/ 1423350 h 1423350"/>
              <a:gd name="connsiteX0" fmla="*/ 0 w 1611263"/>
              <a:gd name="connsiteY0" fmla="*/ 0 h 1423350"/>
              <a:gd name="connsiteX1" fmla="*/ 1611263 w 1611263"/>
              <a:gd name="connsiteY1" fmla="*/ 1423350 h 1423350"/>
              <a:gd name="connsiteX0" fmla="*/ 2535 w 1613798"/>
              <a:gd name="connsiteY0" fmla="*/ 0 h 1423350"/>
              <a:gd name="connsiteX1" fmla="*/ 1613798 w 1613798"/>
              <a:gd name="connsiteY1" fmla="*/ 1423350 h 1423350"/>
              <a:gd name="connsiteX0" fmla="*/ 2596 w 1588991"/>
              <a:gd name="connsiteY0" fmla="*/ 0 h 1465445"/>
              <a:gd name="connsiteX1" fmla="*/ 1588991 w 1588991"/>
              <a:gd name="connsiteY1" fmla="*/ 1465445 h 1465445"/>
              <a:gd name="connsiteX0" fmla="*/ 2589 w 1592032"/>
              <a:gd name="connsiteY0" fmla="*/ 0 h 1320960"/>
              <a:gd name="connsiteX1" fmla="*/ 1592032 w 1592032"/>
              <a:gd name="connsiteY1" fmla="*/ 1320960 h 1320960"/>
              <a:gd name="connsiteX0" fmla="*/ 1620 w 1591063"/>
              <a:gd name="connsiteY0" fmla="*/ 0 h 1320960"/>
              <a:gd name="connsiteX1" fmla="*/ 1591063 w 1591063"/>
              <a:gd name="connsiteY1" fmla="*/ 1320960 h 132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91063" h="1320960">
                <a:moveTo>
                  <a:pt x="1620" y="0"/>
                </a:moveTo>
                <a:cubicBezTo>
                  <a:pt x="-58319" y="919991"/>
                  <a:pt x="1565106" y="815071"/>
                  <a:pt x="1591063" y="132096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3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÷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 ÷ 20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DEC7BC2-861E-41FC-5C0F-098A2FA6F3DE}"/>
              </a:ext>
            </a:extLst>
          </p:cNvPr>
          <p:cNvGrpSpPr/>
          <p:nvPr/>
        </p:nvGrpSpPr>
        <p:grpSpPr>
          <a:xfrm>
            <a:off x="5412048" y="2069696"/>
            <a:ext cx="3897380" cy="4239492"/>
            <a:chOff x="4937761" y="515389"/>
            <a:chExt cx="4829695" cy="52536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4937761" y="515389"/>
              <a:ext cx="4829695" cy="39069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4937761" y="1055716"/>
              <a:ext cx="4829695" cy="39069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4937761" y="1596043"/>
              <a:ext cx="4829695" cy="39069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4937761" y="2136370"/>
              <a:ext cx="4829695" cy="39069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4937761" y="2676697"/>
              <a:ext cx="4829695" cy="39069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4937761" y="3217024"/>
              <a:ext cx="4829695" cy="39069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4937761" y="3757351"/>
              <a:ext cx="4829695" cy="39069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4937761" y="4297678"/>
              <a:ext cx="4829695" cy="39069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67489C0-DB47-9F78-4083-115D1467F2C9}"/>
                </a:ext>
              </a:extLst>
            </p:cNvPr>
            <p:cNvGrpSpPr/>
            <p:nvPr/>
          </p:nvGrpSpPr>
          <p:grpSpPr>
            <a:xfrm>
              <a:off x="4937761" y="4838005"/>
              <a:ext cx="4829695" cy="390699"/>
              <a:chOff x="5162204" y="515389"/>
              <a:chExt cx="4829695" cy="390699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65E2F59-6866-78B6-FC29-EB1EFA02E7B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8074E4C-CF60-8986-4417-00D5F7B9EA42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7E14F7F4-95B5-3D5F-6F03-E36FFB43A18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D1B0140-7FBD-E2DC-EA39-EC44E2E36777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B53C62F-47F2-EFEC-7A4B-8923411C0AD8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9F65242-ABA4-E1F5-310F-A676F87E21A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7CA2A3B-C00E-FF5F-91D2-D540D1A7C871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76EEEB6-5F4F-B6AE-CA02-5AF095751E2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393BACF-C7CC-4011-BA55-A449994F44C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705E1858-C587-2044-6241-51C32C80246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FCDFC1E-D0FA-15E9-4047-9C0902B7F29F}"/>
                </a:ext>
              </a:extLst>
            </p:cNvPr>
            <p:cNvGrpSpPr/>
            <p:nvPr/>
          </p:nvGrpSpPr>
          <p:grpSpPr>
            <a:xfrm>
              <a:off x="4937761" y="5378335"/>
              <a:ext cx="4829695" cy="390699"/>
              <a:chOff x="5162204" y="515389"/>
              <a:chExt cx="4829695" cy="390699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70FC949-14B8-ED82-A017-BA3822667F2C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BF8884B-B2C7-8EE1-2C34-3ACEDC6BA2DB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5A8B423-E081-3C50-AEEF-988E1EF11711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2477FBD-4288-9895-D55F-AF68FDF45B8C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268BB93D-B6E8-FF74-090E-A4C1958710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73575E4-B8D1-0CF9-8E32-5B974BA377B0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876ADF0-5FF5-6B9E-9217-12F9AC8D720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0C550C6-68EC-5137-21A4-D8ABA6C6593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4A6A97F-5C2A-5DDC-AD62-70D735F4103A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E0317A77-8867-A764-BB93-C635F3527D9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53C0F55-EF69-63B4-9B36-CC4C49825BDC}"/>
              </a:ext>
            </a:extLst>
          </p:cNvPr>
          <p:cNvGrpSpPr/>
          <p:nvPr/>
        </p:nvGrpSpPr>
        <p:grpSpPr>
          <a:xfrm>
            <a:off x="2290277" y="2069696"/>
            <a:ext cx="315279" cy="4239492"/>
            <a:chOff x="2369590" y="307571"/>
            <a:chExt cx="315279" cy="4239492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369590" y="30757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369590" y="74359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369590" y="117961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369590" y="161564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369590" y="205166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369590" y="248768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369590" y="292371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369590" y="3359735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DB5B822-4D14-B7F6-CC28-D3AD9B344441}"/>
                </a:ext>
              </a:extLst>
            </p:cNvPr>
            <p:cNvSpPr/>
            <p:nvPr/>
          </p:nvSpPr>
          <p:spPr>
            <a:xfrm>
              <a:off x="2369590" y="379575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055211B-1F8A-22D0-4F3A-6CAE38259751}"/>
                </a:ext>
              </a:extLst>
            </p:cNvPr>
            <p:cNvSpPr/>
            <p:nvPr/>
          </p:nvSpPr>
          <p:spPr>
            <a:xfrm>
              <a:off x="2369590" y="423178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3" name="Right Bracket 232">
            <a:extLst>
              <a:ext uri="{FF2B5EF4-FFF2-40B4-BE49-F238E27FC236}">
                <a16:creationId xmlns:a16="http://schemas.microsoft.com/office/drawing/2014/main" id="{9A703B77-3F17-CA13-4F11-F3D5586B4F8B}"/>
              </a:ext>
            </a:extLst>
          </p:cNvPr>
          <p:cNvSpPr/>
          <p:nvPr/>
        </p:nvSpPr>
        <p:spPr>
          <a:xfrm rot="10800000">
            <a:off x="5001314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Right Bracket 237">
            <a:extLst>
              <a:ext uri="{FF2B5EF4-FFF2-40B4-BE49-F238E27FC236}">
                <a16:creationId xmlns:a16="http://schemas.microsoft.com/office/drawing/2014/main" id="{546D7429-FE06-48DD-41E6-F2D3A007EC4B}"/>
              </a:ext>
            </a:extLst>
          </p:cNvPr>
          <p:cNvSpPr/>
          <p:nvPr/>
        </p:nvSpPr>
        <p:spPr>
          <a:xfrm rot="10800000">
            <a:off x="1992107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9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эки эсеп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кандай окшоштугу бар, жана кандай айырмасы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0A0BA9-86A4-86C8-4BA9-52EC142FA3D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98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÷ 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80 ÷ 40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900CC3-7517-AEE9-C10F-20DE2144CAAD}"/>
              </a:ext>
            </a:extLst>
          </p:cNvPr>
          <p:cNvGrpSpPr/>
          <p:nvPr/>
        </p:nvGrpSpPr>
        <p:grpSpPr>
          <a:xfrm>
            <a:off x="5412048" y="2069696"/>
            <a:ext cx="3897380" cy="3367443"/>
            <a:chOff x="5412048" y="2069696"/>
            <a:chExt cx="3897380" cy="336744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5412048" y="2069696"/>
              <a:ext cx="3897380" cy="31527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5412048" y="2505719"/>
              <a:ext cx="3897380" cy="31527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5412048" y="2941743"/>
              <a:ext cx="3897380" cy="31527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5412048" y="3377766"/>
              <a:ext cx="3897380" cy="31527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5412048" y="3813789"/>
              <a:ext cx="3897380" cy="31527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5412048" y="4249813"/>
              <a:ext cx="3897380" cy="31527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5412048" y="4685836"/>
              <a:ext cx="3897380" cy="31527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5412048" y="5121860"/>
              <a:ext cx="3897380" cy="31527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C393080-6B6E-0332-22F0-5309E0855C9C}"/>
              </a:ext>
            </a:extLst>
          </p:cNvPr>
          <p:cNvGrpSpPr/>
          <p:nvPr/>
        </p:nvGrpSpPr>
        <p:grpSpPr>
          <a:xfrm>
            <a:off x="2290277" y="2069696"/>
            <a:ext cx="315279" cy="3367443"/>
            <a:chOff x="2290277" y="2069696"/>
            <a:chExt cx="315279" cy="3367443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290277" y="206969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290277" y="250571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290277" y="294174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290277" y="337776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290277" y="381378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290277" y="424981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290277" y="468583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290277" y="5121860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8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эки эсеп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тин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кандай окшоштугу бар, жана кандай айырмасы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15F3B03-6CB9-EDBF-2D3C-7AEB723A275C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35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4" grpId="0" animBg="1"/>
      <p:bldP spid="235" grpId="0" animBg="1"/>
      <p:bldP spid="236" grpId="0" animBg="1"/>
      <p:bldP spid="2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92571-08B0-298E-160D-6F8F02587CAF}"/>
              </a:ext>
            </a:extLst>
          </p:cNvPr>
          <p:cNvSpPr/>
          <p:nvPr/>
        </p:nvSpPr>
        <p:spPr>
          <a:xfrm>
            <a:off x="13144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0.8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11E8F-591D-0BE6-34F9-BAF144317266}"/>
              </a:ext>
            </a:extLst>
          </p:cNvPr>
          <p:cNvSpPr txBox="1"/>
          <p:nvPr/>
        </p:nvSpPr>
        <p:spPr>
          <a:xfrm>
            <a:off x="2602760" y="527478"/>
            <a:ext cx="4717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эсепти кантип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сүрөттөп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бере алабыз?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5A6A5C-3509-E048-43DA-A056DE922BA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33130-CEA4-8636-0B79-FB66E90D1AB1}"/>
              </a:ext>
            </a:extLst>
          </p:cNvPr>
          <p:cNvSpPr txBox="1"/>
          <p:nvPr/>
        </p:nvSpPr>
        <p:spPr>
          <a:xfrm>
            <a:off x="960849" y="2403903"/>
            <a:ext cx="30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бирдикте канча 0,8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1F8A69EB-3A75-DCCA-49D2-A9AA8A377A8B}"/>
              </a:ext>
            </a:extLst>
          </p:cNvPr>
          <p:cNvSpPr/>
          <p:nvPr/>
        </p:nvSpPr>
        <p:spPr>
          <a:xfrm>
            <a:off x="4784738" y="1614381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92672-4258-E772-EEDB-4EA537C7250E}"/>
              </a:ext>
            </a:extLst>
          </p:cNvPr>
          <p:cNvSpPr txBox="1"/>
          <p:nvPr/>
        </p:nvSpPr>
        <p:spPr>
          <a:xfrm>
            <a:off x="2244533" y="4306063"/>
            <a:ext cx="5433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Бөлүүдө биз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санга бөлүүнү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көрөбүз.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556CB-C8B8-9936-761F-A48CAD1D92CE}"/>
              </a:ext>
            </a:extLst>
          </p:cNvPr>
          <p:cNvSpPr txBox="1"/>
          <p:nvPr/>
        </p:nvSpPr>
        <p:spPr>
          <a:xfrm>
            <a:off x="4330401" y="5351565"/>
            <a:ext cx="2528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 эмес,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"тегерек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телген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 сан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B428DE-7495-6A31-EE7C-20F2A6E09396}"/>
              </a:ext>
            </a:extLst>
          </p:cNvPr>
          <p:cNvSpPr/>
          <p:nvPr/>
        </p:nvSpPr>
        <p:spPr>
          <a:xfrm>
            <a:off x="3360134" y="4706173"/>
            <a:ext cx="1424604" cy="86955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2563" h="847725">
                <a:moveTo>
                  <a:pt x="194438" y="0"/>
                </a:moveTo>
                <a:cubicBezTo>
                  <a:pt x="62676" y="252413"/>
                  <a:pt x="-269112" y="619125"/>
                  <a:pt x="432563" y="8477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E40AB7-600C-251B-0CC8-B4F5070C73EB}"/>
              </a:ext>
            </a:extLst>
          </p:cNvPr>
          <p:cNvSpPr/>
          <p:nvPr/>
        </p:nvSpPr>
        <p:spPr>
          <a:xfrm>
            <a:off x="61912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÷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CFF90-7EA8-20CC-D577-330FDDF3485E}"/>
              </a:ext>
            </a:extLst>
          </p:cNvPr>
          <p:cNvSpPr txBox="1"/>
          <p:nvPr/>
        </p:nvSpPr>
        <p:spPr>
          <a:xfrm>
            <a:off x="5980365" y="2659091"/>
            <a:ext cx="2964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бирдикте канча 8 бар?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76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 animBg="1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3F155-3E16-002A-4EA1-EBE6DF0E71BE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эсептөөлөрдү кайра жазыңыз, алар бүтүн сандарды гана камтышы керек.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÷ 0.8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0.3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÷ 0.1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0.8 ÷ 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 ÷ 0.2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 ÷ 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 ÷ 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 ÷ 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÷ 40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2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1.5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2.7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2.4 ÷ 0.8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3.5 ÷ 1.4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0.6 ÷ 0.12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3.42 ÷ 2.7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 ÷ 15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÷ 8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 ÷ 14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600 ÷ 12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342 ÷ 270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35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 ÷ 0.8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 ÷ 1.2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62 ÷ 0.5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 ÷ 0.12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150 ÷ 2.5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 ÷ 5.25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70 ÷ 12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620 ÷ 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800 ÷ 12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1500 ÷ 25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700 ÷ 525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 ÷ 0.2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3.1 ÷ 2.7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0.17 ÷ 0.3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0.2 ÷ 0.81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1.08 ÷ 3.7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 ÷ 2.42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 ÷ 2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31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170 ÷ 30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20 ÷ 81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108 ÷ 370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50 ÷ 242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2F70B-29DD-912F-0281-85CA47500A95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Бул эсептөөлөрдү кайра жазыңыз, алар бүтүн сандарды гана камтышы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7943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</a:t>
            </a:r>
            <a:r>
              <a:rPr lang="ru-RU" sz="2000" b="1" dirty="0"/>
              <a:t>эсептөөнү бүтүн сандарга </a:t>
            </a:r>
            <a:r>
              <a:rPr lang="ru-RU" sz="2000" dirty="0"/>
              <a:t>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710856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08629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  ÷  0.1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710856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08628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  ÷  0.3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715119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12891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2)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942353" y="401347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  ÷  0.15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7944425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12892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4)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89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эсептөөнү бүтүн сандарга 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  ÷  0.2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08629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  ÷  0.7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606661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08628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0.6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61092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12891" y="64839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2)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619808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0.09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8048620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12892" y="3757353"/>
            <a:ext cx="394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4)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00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361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928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  ÷  1.3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961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7D887-87A1-C9B5-619A-2CB3106256E7}"/>
              </a:ext>
            </a:extLst>
          </p:cNvPr>
          <p:cNvSpPr txBox="1"/>
          <p:nvPr/>
        </p:nvSpPr>
        <p:spPr>
          <a:xfrm>
            <a:off x="7826585" y="-307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  ÷  1.6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072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74313A-CC2D-F1D4-DE7C-98472B878A9B}"/>
              </a:ext>
            </a:extLst>
          </p:cNvPr>
          <p:cNvSpPr txBox="1"/>
          <p:nvPr/>
        </p:nvSpPr>
        <p:spPr>
          <a:xfrm>
            <a:off x="7729265" y="-2104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  ÷  1.2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421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3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69075B-32D2-8450-2C45-F8E79ED1175D}"/>
              </a:ext>
            </a:extLst>
          </p:cNvPr>
          <p:cNvSpPr txBox="1"/>
          <p:nvPr/>
        </p:nvSpPr>
        <p:spPr>
          <a:xfrm>
            <a:off x="7742147" y="-255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77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21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5" grpId="0"/>
      <p:bldP spid="77" grpId="0"/>
      <p:bldP spid="82" grpId="0"/>
      <p:bldP spid="83" grpId="0"/>
      <p:bldP spid="85" grpId="0"/>
      <p:bldP spid="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4.8  ÷  1.6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77828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9B8B7-D61D-8836-1646-DD8847142B16}"/>
              </a:ext>
            </a:extLst>
          </p:cNvPr>
          <p:cNvSpPr txBox="1"/>
          <p:nvPr/>
        </p:nvSpPr>
        <p:spPr>
          <a:xfrm>
            <a:off x="7756975" y="-247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9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8.4  ÷  2.1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84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21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63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84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60CB3F-F637-7686-A34C-B84EB0507BDA}"/>
              </a:ext>
            </a:extLst>
          </p:cNvPr>
          <p:cNvSpPr txBox="1"/>
          <p:nvPr/>
        </p:nvSpPr>
        <p:spPr>
          <a:xfrm>
            <a:off x="7796680" y="1011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÷  1.2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15.6  ÷  1.3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156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7B65AF-E88A-0CB5-63B5-25F41A7A96F9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7E70F-1BB9-2AB7-236D-0078C2857C35}"/>
              </a:ext>
            </a:extLst>
          </p:cNvPr>
          <p:cNvSpPr txBox="1"/>
          <p:nvPr/>
        </p:nvSpPr>
        <p:spPr>
          <a:xfrm>
            <a:off x="7800989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2F8478-A324-0272-E083-4120D5CB165E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F8BA98-66FB-CC3A-9F1F-0EE5E6EBC6E3}"/>
              </a:ext>
            </a:extLst>
          </p:cNvPr>
          <p:cNvSpPr txBox="1"/>
          <p:nvPr/>
        </p:nvSpPr>
        <p:spPr>
          <a:xfrm>
            <a:off x="7800989" y="1084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4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" grpId="0"/>
      <p:bldP spid="3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672632" y="-1829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2FA632D-331F-7D08-5B67-25588D910461}"/>
              </a:ext>
            </a:extLst>
          </p:cNvPr>
          <p:cNvGrpSpPr/>
          <p:nvPr/>
        </p:nvGrpSpPr>
        <p:grpSpPr>
          <a:xfrm>
            <a:off x="243137" y="777510"/>
            <a:ext cx="4420693" cy="1251525"/>
            <a:chOff x="243137" y="1018810"/>
            <a:chExt cx="4420693" cy="125152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3CC122-CE07-0C32-CB3B-EA8C27E96377}"/>
                </a:ext>
              </a:extLst>
            </p:cNvPr>
            <p:cNvSpPr txBox="1"/>
            <p:nvPr/>
          </p:nvSpPr>
          <p:spPr>
            <a:xfrm>
              <a:off x="1746028" y="1018810"/>
              <a:ext cx="1491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  ÷  0.2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8D948B-8D99-51BC-D0BC-DE0D50F3DCDA}"/>
                </a:ext>
              </a:extLst>
            </p:cNvPr>
            <p:cNvSpPr txBox="1"/>
            <p:nvPr/>
          </p:nvSpPr>
          <p:spPr>
            <a:xfrm>
              <a:off x="2685582" y="1685560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870CE7-1695-DEA4-FBF6-05C1EC44F0CE}"/>
                </a:ext>
              </a:extLst>
            </p:cNvPr>
            <p:cNvSpPr txBox="1"/>
            <p:nvPr/>
          </p:nvSpPr>
          <p:spPr>
            <a:xfrm>
              <a:off x="2163310" y="1685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62F6E3-7B84-91C0-5C2D-A523CC688C58}"/>
                </a:ext>
              </a:extLst>
            </p:cNvPr>
            <p:cNvSpPr txBox="1"/>
            <p:nvPr/>
          </p:nvSpPr>
          <p:spPr>
            <a:xfrm>
              <a:off x="1543161" y="1685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80</a:t>
              </a:r>
            </a:p>
          </p:txBody>
        </p:sp>
        <p:sp>
          <p:nvSpPr>
            <p:cNvPr id="43" name="Arrow: Circular 42">
              <a:extLst>
                <a:ext uri="{FF2B5EF4-FFF2-40B4-BE49-F238E27FC236}">
                  <a16:creationId xmlns:a16="http://schemas.microsoft.com/office/drawing/2014/main" id="{3BE5C272-B654-06C9-E057-1B47A9CC4EA9}"/>
                </a:ext>
              </a:extLst>
            </p:cNvPr>
            <p:cNvSpPr/>
            <p:nvPr/>
          </p:nvSpPr>
          <p:spPr>
            <a:xfrm rot="5400000">
              <a:off x="3250769" y="1158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4" name="Arrow: Circular 43">
              <a:extLst>
                <a:ext uri="{FF2B5EF4-FFF2-40B4-BE49-F238E27FC236}">
                  <a16:creationId xmlns:a16="http://schemas.microsoft.com/office/drawing/2014/main" id="{C57EC1E6-3E0A-D7A2-CEF6-BA7F84684EA8}"/>
                </a:ext>
              </a:extLst>
            </p:cNvPr>
            <p:cNvSpPr/>
            <p:nvPr/>
          </p:nvSpPr>
          <p:spPr>
            <a:xfrm rot="5400000" flipV="1">
              <a:off x="786065" y="1158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7E18E0-957D-D95E-BE02-83877B812D7B}"/>
                </a:ext>
              </a:extLst>
            </p:cNvPr>
            <p:cNvSpPr txBox="1"/>
            <p:nvPr/>
          </p:nvSpPr>
          <p:spPr>
            <a:xfrm>
              <a:off x="4091237" y="143029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663DAB-D7EA-2F52-D5B2-E4608697A45E}"/>
                </a:ext>
              </a:extLst>
            </p:cNvPr>
            <p:cNvSpPr txBox="1"/>
            <p:nvPr/>
          </p:nvSpPr>
          <p:spPr>
            <a:xfrm>
              <a:off x="243137" y="14779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9849F28-6346-0787-F730-30C6B2A5A093}"/>
              </a:ext>
            </a:extLst>
          </p:cNvPr>
          <p:cNvGrpSpPr/>
          <p:nvPr/>
        </p:nvGrpSpPr>
        <p:grpSpPr>
          <a:xfrm>
            <a:off x="234824" y="2917460"/>
            <a:ext cx="4404068" cy="1251525"/>
            <a:chOff x="234824" y="3177810"/>
            <a:chExt cx="4404068" cy="125152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4FBB2C1-92A5-262B-7F92-760E887155AA}"/>
                </a:ext>
              </a:extLst>
            </p:cNvPr>
            <p:cNvSpPr txBox="1"/>
            <p:nvPr/>
          </p:nvSpPr>
          <p:spPr>
            <a:xfrm>
              <a:off x="1589736" y="3177810"/>
              <a:ext cx="18036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2.4  ÷  1.2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D70DB5-1C89-1CB9-12E8-DEC562F72827}"/>
                </a:ext>
              </a:extLst>
            </p:cNvPr>
            <p:cNvSpPr txBox="1"/>
            <p:nvPr/>
          </p:nvSpPr>
          <p:spPr>
            <a:xfrm>
              <a:off x="2876662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FAF6C6-96E3-867D-5F0A-D12F0749A9DE}"/>
                </a:ext>
              </a:extLst>
            </p:cNvPr>
            <p:cNvSpPr txBox="1"/>
            <p:nvPr/>
          </p:nvSpPr>
          <p:spPr>
            <a:xfrm>
              <a:off x="2287135" y="3844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1DA60F-B2E5-F88D-90DF-119A4A29FD90}"/>
                </a:ext>
              </a:extLst>
            </p:cNvPr>
            <p:cNvSpPr txBox="1"/>
            <p:nvPr/>
          </p:nvSpPr>
          <p:spPr>
            <a:xfrm>
              <a:off x="1543161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24</a:t>
              </a:r>
            </a:p>
          </p:txBody>
        </p:sp>
        <p:sp>
          <p:nvSpPr>
            <p:cNvPr id="52" name="Arrow: Circular 51">
              <a:extLst>
                <a:ext uri="{FF2B5EF4-FFF2-40B4-BE49-F238E27FC236}">
                  <a16:creationId xmlns:a16="http://schemas.microsoft.com/office/drawing/2014/main" id="{4758DB24-E7F9-6F08-7F78-1EBBE650000B}"/>
                </a:ext>
              </a:extLst>
            </p:cNvPr>
            <p:cNvSpPr/>
            <p:nvPr/>
          </p:nvSpPr>
          <p:spPr>
            <a:xfrm rot="5400000">
              <a:off x="3250769" y="3317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3" name="Arrow: Circular 52">
              <a:extLst>
                <a:ext uri="{FF2B5EF4-FFF2-40B4-BE49-F238E27FC236}">
                  <a16:creationId xmlns:a16="http://schemas.microsoft.com/office/drawing/2014/main" id="{13EACF51-2A35-73F7-24AA-EB0503773B78}"/>
                </a:ext>
              </a:extLst>
            </p:cNvPr>
            <p:cNvSpPr/>
            <p:nvPr/>
          </p:nvSpPr>
          <p:spPr>
            <a:xfrm rot="5400000" flipV="1">
              <a:off x="786065" y="3317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DFB3ABE-D518-5650-B383-325537F77868}"/>
                </a:ext>
              </a:extLst>
            </p:cNvPr>
            <p:cNvSpPr txBox="1"/>
            <p:nvPr/>
          </p:nvSpPr>
          <p:spPr>
            <a:xfrm>
              <a:off x="4066299" y="3598123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88D3A4-0050-D376-33D7-98FEEAF50F48}"/>
                </a:ext>
              </a:extLst>
            </p:cNvPr>
            <p:cNvSpPr txBox="1"/>
            <p:nvPr/>
          </p:nvSpPr>
          <p:spPr>
            <a:xfrm>
              <a:off x="234824" y="3573184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031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0.3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031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  ÷  0.5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162189" y="179169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12  ÷  0.2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14  ÷  0.4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3.6  ÷  0.6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117160" y="3919854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5.6  ÷  0.8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117160" y="462924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18  ÷  1.5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025789" y="533862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396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24  ÷  0.25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025789" y="60480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96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A4B57E2-4FD1-0879-AC43-27B2E389A830}"/>
              </a:ext>
            </a:extLst>
          </p:cNvPr>
          <p:cNvGrpSpPr/>
          <p:nvPr/>
        </p:nvGrpSpPr>
        <p:grpSpPr>
          <a:xfrm>
            <a:off x="243137" y="5057410"/>
            <a:ext cx="4420693" cy="1251525"/>
            <a:chOff x="243137" y="5336810"/>
            <a:chExt cx="4420693" cy="1251525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676AE25-4799-DD76-8FED-370B8435F357}"/>
                </a:ext>
              </a:extLst>
            </p:cNvPr>
            <p:cNvSpPr txBox="1"/>
            <p:nvPr/>
          </p:nvSpPr>
          <p:spPr>
            <a:xfrm>
              <a:off x="1641833" y="5336810"/>
              <a:ext cx="16995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  ÷  1.2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3A13C74-ABA4-4987-FE92-D0AE075B9F55}"/>
                </a:ext>
              </a:extLst>
            </p:cNvPr>
            <p:cNvSpPr txBox="1"/>
            <p:nvPr/>
          </p:nvSpPr>
          <p:spPr>
            <a:xfrm>
              <a:off x="2876662" y="6003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032C45-84D4-8ED0-416E-DA99C6516D86}"/>
                </a:ext>
              </a:extLst>
            </p:cNvPr>
            <p:cNvSpPr txBox="1"/>
            <p:nvPr/>
          </p:nvSpPr>
          <p:spPr>
            <a:xfrm>
              <a:off x="2287135" y="6003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08AAD37-D8ED-6144-C4AD-DDCC7301AD66}"/>
                </a:ext>
              </a:extLst>
            </p:cNvPr>
            <p:cNvSpPr txBox="1"/>
            <p:nvPr/>
          </p:nvSpPr>
          <p:spPr>
            <a:xfrm>
              <a:off x="1438966" y="60035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180</a:t>
              </a:r>
            </a:p>
          </p:txBody>
        </p:sp>
        <p:sp>
          <p:nvSpPr>
            <p:cNvPr id="101" name="Arrow: Circular 100">
              <a:extLst>
                <a:ext uri="{FF2B5EF4-FFF2-40B4-BE49-F238E27FC236}">
                  <a16:creationId xmlns:a16="http://schemas.microsoft.com/office/drawing/2014/main" id="{E3F3B550-A84C-96DD-BE5D-E958F8BA62CD}"/>
                </a:ext>
              </a:extLst>
            </p:cNvPr>
            <p:cNvSpPr/>
            <p:nvPr/>
          </p:nvSpPr>
          <p:spPr>
            <a:xfrm rot="5400000">
              <a:off x="3250769" y="5476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2" name="Arrow: Circular 101">
              <a:extLst>
                <a:ext uri="{FF2B5EF4-FFF2-40B4-BE49-F238E27FC236}">
                  <a16:creationId xmlns:a16="http://schemas.microsoft.com/office/drawing/2014/main" id="{3C54A214-841E-6D40-6E23-439FF4DD6C31}"/>
                </a:ext>
              </a:extLst>
            </p:cNvPr>
            <p:cNvSpPr/>
            <p:nvPr/>
          </p:nvSpPr>
          <p:spPr>
            <a:xfrm rot="5400000" flipV="1">
              <a:off x="786065" y="5476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F0567F-9BA8-7687-AC7C-5FA94EA5ABAF}"/>
                </a:ext>
              </a:extLst>
            </p:cNvPr>
            <p:cNvSpPr txBox="1"/>
            <p:nvPr/>
          </p:nvSpPr>
          <p:spPr>
            <a:xfrm>
              <a:off x="40912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C7B2CFC-B6C7-50B4-60C3-45C4CD277FD1}"/>
                </a:ext>
              </a:extLst>
            </p:cNvPr>
            <p:cNvSpPr txBox="1"/>
            <p:nvPr/>
          </p:nvSpPr>
          <p:spPr>
            <a:xfrm>
              <a:off x="2431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253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851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8AAE4-247F-BBAE-9C02-8FAEA4C5A416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774040-F6D2-EA6D-1707-CD213EEADC0D}"/>
              </a:ext>
            </a:extLst>
          </p:cNvPr>
          <p:cNvSpPr txBox="1"/>
          <p:nvPr/>
        </p:nvSpPr>
        <p:spPr>
          <a:xfrm>
            <a:off x="5753575" y="4790710"/>
            <a:ext cx="702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EC631-0295-4137-1930-F9525E55333F}"/>
              </a:ext>
            </a:extLst>
          </p:cNvPr>
          <p:cNvSpPr txBox="1"/>
          <p:nvPr/>
        </p:nvSpPr>
        <p:spPr>
          <a:xfrm>
            <a:off x="7668310" y="1133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09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7719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E0057-C575-224A-CBE4-D20E22F0E656}"/>
              </a:ext>
            </a:extLst>
          </p:cNvPr>
          <p:cNvSpPr txBox="1"/>
          <p:nvPr/>
        </p:nvSpPr>
        <p:spPr>
          <a:xfrm>
            <a:off x="5753575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686558" y="-3138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8C2093-A6F6-C62B-7664-DF9CE0892A00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6">
            <a:extLst>
              <a:ext uri="{FF2B5EF4-FFF2-40B4-BE49-F238E27FC236}">
                <a16:creationId xmlns:a16="http://schemas.microsoft.com/office/drawing/2014/main" id="{B0A23F62-1C0D-7BE9-1FEF-29B1C986594B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A60E9A4-71D9-76FD-7BAB-F263F709BF48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EE8673-8A23-DF22-7E83-BBB715AED07F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E081DAE-C2E4-D76D-7794-172D115ACC59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5E9EB2-2C0D-E759-633B-91308B8F390E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368545-C436-C570-4ED3-BE06F6EA8D87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B27842-6167-2710-751D-5E518B5B549C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C3AC2A-5696-26E8-5C9D-43CA726AD441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44F1A4-32C9-6DD8-4878-EB0995FB94B4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FAD14F-4450-380D-C047-97873FD47C77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62518162-029A-C4AC-5AFA-1C4822FFDFD4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0" name="Arrow: Circular 49">
            <a:extLst>
              <a:ext uri="{FF2B5EF4-FFF2-40B4-BE49-F238E27FC236}">
                <a16:creationId xmlns:a16="http://schemas.microsoft.com/office/drawing/2014/main" id="{EC2D8697-98A4-CEE9-938A-6804D0FA97D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82005B-917D-3D10-9885-D3C4D6CA9017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27BA2-F2F8-1BB0-0D18-24710E1B0A68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1DF46D-67DF-CDA2-D900-F4696F8A6640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3BCDBE-93A1-53D2-5BB4-8AFF3CDC6CEA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CE1775-5F9E-7C88-CE1D-FDAA84E15093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A99B3E-EC2C-B976-C90C-B0C13F05A5FC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F780A5-74F0-99BE-56BC-BA69F1EE655B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7A9E80-DA95-3E0F-063B-BEF8616D803E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45FE30-C61C-63C8-1D0B-E5765ADE5B71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FF0797-55D0-96DC-8A23-69E92290DE12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F8A956-F868-5CD9-7D0B-1958F7E36147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8401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627B32-1C1D-C082-46BB-1050DA8BDC45}"/>
              </a:ext>
            </a:extLst>
          </p:cNvPr>
          <p:cNvSpPr txBox="1"/>
          <p:nvPr/>
        </p:nvSpPr>
        <p:spPr>
          <a:xfrm>
            <a:off x="7825927" y="3405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7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9" grpId="0"/>
      <p:bldP spid="30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9637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05928-C75A-09FD-726B-847139402147}"/>
              </a:ext>
            </a:extLst>
          </p:cNvPr>
          <p:cNvSpPr txBox="1"/>
          <p:nvPr/>
        </p:nvSpPr>
        <p:spPr>
          <a:xfrm>
            <a:off x="8441758" y="-30715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Stencil" panose="040409050D0802020404" pitchFamily="82" charset="0"/>
              </a:rPr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50818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5.6  ÷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1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02DC6-6ADC-DA9E-0EF0-25C5B8A76104}"/>
              </a:ext>
            </a:extLst>
          </p:cNvPr>
          <p:cNvSpPr txBox="1"/>
          <p:nvPr/>
        </p:nvSpPr>
        <p:spPr>
          <a:xfrm>
            <a:off x="5869953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6B7DB1-6A0F-FBCD-C023-BBA284E33D11}"/>
              </a:ext>
            </a:extLst>
          </p:cNvPr>
          <p:cNvSpPr txBox="1"/>
          <p:nvPr/>
        </p:nvSpPr>
        <p:spPr>
          <a:xfrm>
            <a:off x="7800988" y="845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85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2.1  ÷  0.15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43756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0280E-F4E6-1836-3237-FBBFA306AC99}"/>
              </a:ext>
            </a:extLst>
          </p:cNvPr>
          <p:cNvSpPr txBox="1"/>
          <p:nvPr/>
        </p:nvSpPr>
        <p:spPr>
          <a:xfrm>
            <a:off x="5662134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9823F8-2CA1-99AC-6F2E-9E389CB38B3A}"/>
              </a:ext>
            </a:extLst>
          </p:cNvPr>
          <p:cNvSpPr txBox="1"/>
          <p:nvPr/>
        </p:nvSpPr>
        <p:spPr>
          <a:xfrm>
            <a:off x="7826585" y="845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31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003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b="1" dirty="0">
                <a:latin typeface="Stencil" panose="040409050D0802020404" pitchFamily="82" charset="0"/>
              </a:rPr>
              <a:t>САБАК</a:t>
            </a:r>
            <a:endParaRPr lang="en-GB" sz="2000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E0B18-7A9E-DDBA-3FB0-7E1F2D109D5B}"/>
              </a:ext>
            </a:extLst>
          </p:cNvPr>
          <p:cNvSpPr txBox="1"/>
          <p:nvPr/>
        </p:nvSpPr>
        <p:spPr>
          <a:xfrm>
            <a:off x="7595228" y="3077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  ÷  0.15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0.25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0.15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  ÷  0.05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070818" y="3210468"/>
            <a:ext cx="732894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8.4  ÷  0.12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3.3  ÷  0.15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2.8  ÷  0.35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117160" y="533862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7.5  ÷  1.25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117160" y="604801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8F72F8-AE35-D1A4-83B4-BACE5003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9" y="704457"/>
            <a:ext cx="4541914" cy="15302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A7B699E-4A59-3BC3-CB7E-C6D27673DB2B}"/>
              </a:ext>
            </a:extLst>
          </p:cNvPr>
          <p:cNvGrpSpPr/>
          <p:nvPr/>
        </p:nvGrpSpPr>
        <p:grpSpPr>
          <a:xfrm>
            <a:off x="321320" y="3332949"/>
            <a:ext cx="4420693" cy="1251525"/>
            <a:chOff x="306637" y="904510"/>
            <a:chExt cx="4420693" cy="12515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1947A5-F2BF-C1D4-8C3C-998F96FF47E7}"/>
                </a:ext>
              </a:extLst>
            </p:cNvPr>
            <p:cNvSpPr txBox="1"/>
            <p:nvPr/>
          </p:nvSpPr>
          <p:spPr>
            <a:xfrm>
              <a:off x="1549041" y="904510"/>
              <a:ext cx="20120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3.6  ÷  0.12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28D401-1F99-D745-8D0D-A0373697AB63}"/>
                </a:ext>
              </a:extLst>
            </p:cNvPr>
            <p:cNvSpPr txBox="1"/>
            <p:nvPr/>
          </p:nvSpPr>
          <p:spPr>
            <a:xfrm>
              <a:off x="2940162" y="15712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D10B2B-5869-5E22-2CFD-D276C22980A0}"/>
                </a:ext>
              </a:extLst>
            </p:cNvPr>
            <p:cNvSpPr txBox="1"/>
            <p:nvPr/>
          </p:nvSpPr>
          <p:spPr>
            <a:xfrm>
              <a:off x="2350635" y="15712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4979C1-DA83-AAA6-D8F6-15F548B09F64}"/>
                </a:ext>
              </a:extLst>
            </p:cNvPr>
            <p:cNvSpPr txBox="1"/>
            <p:nvPr/>
          </p:nvSpPr>
          <p:spPr>
            <a:xfrm>
              <a:off x="1502466" y="15712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360</a:t>
              </a:r>
            </a:p>
          </p:txBody>
        </p:sp>
        <p:sp>
          <p:nvSpPr>
            <p:cNvPr id="24" name="Arrow: Circular 23">
              <a:extLst>
                <a:ext uri="{FF2B5EF4-FFF2-40B4-BE49-F238E27FC236}">
                  <a16:creationId xmlns:a16="http://schemas.microsoft.com/office/drawing/2014/main" id="{975588A3-5533-F042-8351-4D5748461914}"/>
                </a:ext>
              </a:extLst>
            </p:cNvPr>
            <p:cNvSpPr/>
            <p:nvPr/>
          </p:nvSpPr>
          <p:spPr>
            <a:xfrm rot="5400000">
              <a:off x="3314269" y="10443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Arrow: Circular 24">
              <a:extLst>
                <a:ext uri="{FF2B5EF4-FFF2-40B4-BE49-F238E27FC236}">
                  <a16:creationId xmlns:a16="http://schemas.microsoft.com/office/drawing/2014/main" id="{6381577A-0C8C-1471-621C-E4DF0E247F9D}"/>
                </a:ext>
              </a:extLst>
            </p:cNvPr>
            <p:cNvSpPr/>
            <p:nvPr/>
          </p:nvSpPr>
          <p:spPr>
            <a:xfrm rot="5400000" flipV="1">
              <a:off x="849565" y="10439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066C97-B8F5-F86C-D847-0B9F31EC2BBD}"/>
                </a:ext>
              </a:extLst>
            </p:cNvPr>
            <p:cNvSpPr txBox="1"/>
            <p:nvPr/>
          </p:nvSpPr>
          <p:spPr>
            <a:xfrm>
              <a:off x="41547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E8F374-DB08-DE45-B6BD-C835A54C4AFD}"/>
                </a:ext>
              </a:extLst>
            </p:cNvPr>
            <p:cNvSpPr txBox="1"/>
            <p:nvPr/>
          </p:nvSpPr>
          <p:spPr>
            <a:xfrm>
              <a:off x="41547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2D5642-9A24-0A05-08B4-2751F017F8CF}"/>
                </a:ext>
              </a:extLst>
            </p:cNvPr>
            <p:cNvSpPr txBox="1"/>
            <p:nvPr/>
          </p:nvSpPr>
          <p:spPr>
            <a:xfrm>
              <a:off x="3066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B075A7-18D9-6DB0-EE04-9DC8EF7E0045}"/>
                </a:ext>
              </a:extLst>
            </p:cNvPr>
            <p:cNvSpPr txBox="1"/>
            <p:nvPr/>
          </p:nvSpPr>
          <p:spPr>
            <a:xfrm>
              <a:off x="3066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389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5" y="904510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0.48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</p:spTree>
    <p:extLst>
      <p:ext uri="{BB962C8B-B14F-4D97-AF65-F5344CB8AC3E}">
        <p14:creationId xmlns:p14="http://schemas.microsoft.com/office/powerpoint/2010/main" val="339090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5" y="904510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0.56  ÷  0.16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740689" y="33908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56 – 48 =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A600C-A915-B587-B206-4D43AC73B33B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E3F804-3C80-0444-7B7C-BC455AF72BB3}"/>
              </a:ext>
            </a:extLst>
          </p:cNvPr>
          <p:cNvSpPr/>
          <p:nvPr/>
        </p:nvSpPr>
        <p:spPr>
          <a:xfrm>
            <a:off x="271991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71F2E-28AC-007E-6264-136328F74A86}"/>
              </a:ext>
            </a:extLst>
          </p:cNvPr>
          <p:cNvSpPr txBox="1"/>
          <p:nvPr/>
        </p:nvSpPr>
        <p:spPr>
          <a:xfrm>
            <a:off x="2886665" y="349431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5C5EF0E-CC74-F033-F289-7D7B7375A543}"/>
              </a:ext>
            </a:extLst>
          </p:cNvPr>
          <p:cNvSpPr/>
          <p:nvPr/>
        </p:nvSpPr>
        <p:spPr>
          <a:xfrm>
            <a:off x="2719911" y="37333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58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88" grpId="0"/>
      <p:bldP spid="2" grpId="0"/>
      <p:bldP spid="8" grpId="0"/>
      <p:bldP spid="3" grpId="0"/>
      <p:bldP spid="9" grpId="0" animBg="1"/>
      <p:bldP spid="10" grpId="0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3.12  ÷  0.13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81711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52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31 – 26 = 5</a:t>
            </a:r>
          </a:p>
        </p:txBody>
      </p:sp>
    </p:spTree>
    <p:extLst>
      <p:ext uri="{BB962C8B-B14F-4D97-AF65-F5344CB8AC3E}">
        <p14:creationId xmlns:p14="http://schemas.microsoft.com/office/powerpoint/2010/main" val="269780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87" grpId="0"/>
      <p:bldP spid="88" grpId="0"/>
      <p:bldP spid="2" grpId="0"/>
      <p:bldP spid="3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7394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87" grpId="0"/>
      <p:bldP spid="88" grpId="0"/>
      <p:bldP spid="2" grpId="0"/>
      <p:bldP spid="3" grpId="0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622876" y="379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1.87  ÷  0.11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187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479255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55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66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8067900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 – 11 = 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21575-0D97-C956-3879-4AAA9A6A1FF2}"/>
              </a:ext>
            </a:extLst>
          </p:cNvPr>
          <p:cNvSpPr txBox="1"/>
          <p:nvPr/>
        </p:nvSpPr>
        <p:spPr>
          <a:xfrm>
            <a:off x="6593156" y="4790710"/>
            <a:ext cx="7024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7:</a:t>
            </a:r>
            <a:r>
              <a:rPr lang="en-GB" sz="2000" dirty="0"/>
              <a:t> 77</a:t>
            </a:r>
          </a:p>
          <a:p>
            <a:pPr algn="ctr"/>
            <a:r>
              <a:rPr lang="en-GB" sz="2000" b="1" dirty="0"/>
              <a:t>8:</a:t>
            </a:r>
            <a:r>
              <a:rPr lang="en-GB" sz="2000" dirty="0"/>
              <a:t> 88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F1D567-8AA0-EF58-69B9-142D6A221E70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80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72064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3.36  ÷  0.14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336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43613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33 – 28 =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D9D100-61AB-E4A6-0C77-C89FE8DBBCC1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9782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789113" y="-17383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4.81  ÷  0.13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481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52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993085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48 – 39 = 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EBDAB-BEB2-D915-D29B-1620E9471D88}"/>
              </a:ext>
            </a:extLst>
          </p:cNvPr>
          <p:cNvSpPr txBox="1"/>
          <p:nvPr/>
        </p:nvSpPr>
        <p:spPr>
          <a:xfrm>
            <a:off x="6569799" y="4790710"/>
            <a:ext cx="8322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7:</a:t>
            </a:r>
            <a:r>
              <a:rPr lang="en-GB" sz="2000" dirty="0"/>
              <a:t> 91</a:t>
            </a:r>
          </a:p>
          <a:p>
            <a:r>
              <a:rPr lang="en-GB" sz="2000" b="1" dirty="0"/>
              <a:t>8:</a:t>
            </a:r>
            <a:r>
              <a:rPr lang="en-GB" sz="2000" dirty="0"/>
              <a:t> 104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27452-2403-0DAF-FF59-B6EEE582495A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429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54128" y="11009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8.64  ÷  0.16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864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74526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594074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86 – 80 = 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A51AF4-CD8E-DF3D-C17E-26C0538F5847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2948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943239" y="2386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DE63E867-1DB0-B6EC-77F4-7A0E72F37978}"/>
              </a:ext>
            </a:extLst>
          </p:cNvPr>
          <p:cNvGraphicFramePr>
            <a:graphicFrameLocks noGrp="1"/>
          </p:cNvGraphicFramePr>
          <p:nvPr/>
        </p:nvGraphicFramePr>
        <p:xfrm>
          <a:off x="53538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EE55DF-3B58-1C73-045F-8CC020C3A877}"/>
              </a:ext>
            </a:extLst>
          </p:cNvPr>
          <p:cNvCxnSpPr>
            <a:cxnSpLocks/>
          </p:cNvCxnSpPr>
          <p:nvPr/>
        </p:nvCxnSpPr>
        <p:spPr>
          <a:xfrm>
            <a:off x="651401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EA9731-6D43-61CF-7722-0AC41A665D33}"/>
              </a:ext>
            </a:extLst>
          </p:cNvPr>
          <p:cNvCxnSpPr>
            <a:cxnSpLocks/>
          </p:cNvCxnSpPr>
          <p:nvPr/>
        </p:nvCxnSpPr>
        <p:spPr>
          <a:xfrm>
            <a:off x="65422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6CADA-2CB0-2789-1C0A-093CD36B462C}"/>
              </a:ext>
            </a:extLst>
          </p:cNvPr>
          <p:cNvSpPr txBox="1"/>
          <p:nvPr/>
        </p:nvSpPr>
        <p:spPr>
          <a:xfrm>
            <a:off x="60230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949E4-39D0-2A16-B764-D30C2BE0431A}"/>
              </a:ext>
            </a:extLst>
          </p:cNvPr>
          <p:cNvSpPr txBox="1"/>
          <p:nvPr/>
        </p:nvSpPr>
        <p:spPr>
          <a:xfrm>
            <a:off x="72136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4458CB-7E50-AACC-90C0-9DA1AD56799D}"/>
              </a:ext>
            </a:extLst>
          </p:cNvPr>
          <p:cNvSpPr txBox="1"/>
          <p:nvPr/>
        </p:nvSpPr>
        <p:spPr>
          <a:xfrm>
            <a:off x="63826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8.37  ÷  0.27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90C8-F3B6-1099-2A93-0E324CB6E846}"/>
              </a:ext>
            </a:extLst>
          </p:cNvPr>
          <p:cNvSpPr txBox="1"/>
          <p:nvPr/>
        </p:nvSpPr>
        <p:spPr>
          <a:xfrm>
            <a:off x="78779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D11969-0BB6-3211-9920-C569D28C97CE}"/>
              </a:ext>
            </a:extLst>
          </p:cNvPr>
          <p:cNvSpPr txBox="1"/>
          <p:nvPr/>
        </p:nvSpPr>
        <p:spPr>
          <a:xfrm>
            <a:off x="72883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57CF2-E818-9F1E-BA2A-8A3CDAEA284F}"/>
              </a:ext>
            </a:extLst>
          </p:cNvPr>
          <p:cNvSpPr txBox="1"/>
          <p:nvPr/>
        </p:nvSpPr>
        <p:spPr>
          <a:xfrm>
            <a:off x="64402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837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A03DC077-729A-39C5-EAF8-5832205883C6}"/>
              </a:ext>
            </a:extLst>
          </p:cNvPr>
          <p:cNvSpPr/>
          <p:nvPr/>
        </p:nvSpPr>
        <p:spPr>
          <a:xfrm rot="5400000">
            <a:off x="82520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5D5C8F12-5855-6A7A-CD47-D95A10745FCB}"/>
              </a:ext>
            </a:extLst>
          </p:cNvPr>
          <p:cNvSpPr/>
          <p:nvPr/>
        </p:nvSpPr>
        <p:spPr>
          <a:xfrm rot="5400000" flipV="1">
            <a:off x="57873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6DD98-BA95-D3B5-FF7E-A219DB924532}"/>
              </a:ext>
            </a:extLst>
          </p:cNvPr>
          <p:cNvSpPr txBox="1"/>
          <p:nvPr/>
        </p:nvSpPr>
        <p:spPr>
          <a:xfrm>
            <a:off x="90924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2105DA-8EF0-116D-5F90-2EC911EF4005}"/>
              </a:ext>
            </a:extLst>
          </p:cNvPr>
          <p:cNvSpPr txBox="1"/>
          <p:nvPr/>
        </p:nvSpPr>
        <p:spPr>
          <a:xfrm>
            <a:off x="90924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F572EB-6BDD-4539-E4A3-E4B18CC3A665}"/>
              </a:ext>
            </a:extLst>
          </p:cNvPr>
          <p:cNvSpPr txBox="1"/>
          <p:nvPr/>
        </p:nvSpPr>
        <p:spPr>
          <a:xfrm>
            <a:off x="52443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89C81C-C0BE-A87C-19C0-CA24B7F20FD5}"/>
              </a:ext>
            </a:extLst>
          </p:cNvPr>
          <p:cNvSpPr txBox="1"/>
          <p:nvPr/>
        </p:nvSpPr>
        <p:spPr>
          <a:xfrm>
            <a:off x="52443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5ADEE-4844-4219-8D5C-A5F968F19E4D}"/>
              </a:ext>
            </a:extLst>
          </p:cNvPr>
          <p:cNvSpPr txBox="1"/>
          <p:nvPr/>
        </p:nvSpPr>
        <p:spPr>
          <a:xfrm>
            <a:off x="775487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0DE536-F769-171D-2C07-1AC79C2F2583}"/>
              </a:ext>
            </a:extLst>
          </p:cNvPr>
          <p:cNvSpPr txBox="1"/>
          <p:nvPr/>
        </p:nvSpPr>
        <p:spPr>
          <a:xfrm>
            <a:off x="54420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6BA414-EFD5-A7F3-5CC9-7E2AEE72F911}"/>
              </a:ext>
            </a:extLst>
          </p:cNvPr>
          <p:cNvSpPr txBox="1"/>
          <p:nvPr/>
        </p:nvSpPr>
        <p:spPr>
          <a:xfrm>
            <a:off x="7213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E840AB-5775-6CDC-8A61-C0E8A0C1022D}"/>
              </a:ext>
            </a:extLst>
          </p:cNvPr>
          <p:cNvSpPr txBox="1"/>
          <p:nvPr/>
        </p:nvSpPr>
        <p:spPr>
          <a:xfrm>
            <a:off x="77851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AC74B-B0A4-8BE7-7400-7A4343330098}"/>
              </a:ext>
            </a:extLst>
          </p:cNvPr>
          <p:cNvSpPr txBox="1"/>
          <p:nvPr/>
        </p:nvSpPr>
        <p:spPr>
          <a:xfrm>
            <a:off x="6618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A26FF7-49F2-B56B-3928-34948C44C6B6}"/>
              </a:ext>
            </a:extLst>
          </p:cNvPr>
          <p:cNvSpPr txBox="1"/>
          <p:nvPr/>
        </p:nvSpPr>
        <p:spPr>
          <a:xfrm>
            <a:off x="760510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0E795-F240-1D80-B3A5-04F4BEF5EC03}"/>
              </a:ext>
            </a:extLst>
          </p:cNvPr>
          <p:cNvSpPr txBox="1"/>
          <p:nvPr/>
        </p:nvSpPr>
        <p:spPr>
          <a:xfrm>
            <a:off x="56803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27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81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108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135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162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F9B7C7-A7F6-BC4C-6A36-4F3FDCF16020}"/>
              </a:ext>
            </a:extLst>
          </p:cNvPr>
          <p:cNvSpPr txBox="1"/>
          <p:nvPr/>
        </p:nvSpPr>
        <p:spPr>
          <a:xfrm>
            <a:off x="66193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5B51C-5DE9-720F-E2FD-FC27746F84C7}"/>
              </a:ext>
            </a:extLst>
          </p:cNvPr>
          <p:cNvSpPr txBox="1"/>
          <p:nvPr/>
        </p:nvSpPr>
        <p:spPr>
          <a:xfrm>
            <a:off x="7594074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83 – 81 =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8CA514-7046-34BB-6542-D0A13045D3B2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62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7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340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4" grpId="0"/>
      <p:bldP spid="55" grpId="0"/>
      <p:bldP spid="56" grpId="0"/>
      <p:bldP spid="57" grpId="0" animBg="1"/>
      <p:bldP spid="58" grpId="0" animBg="1"/>
      <p:bldP spid="59" grpId="0"/>
      <p:bldP spid="60" grpId="0"/>
      <p:bldP spid="61" grpId="0"/>
      <p:bldP spid="62" grpId="0"/>
      <p:bldP spid="64" grpId="0"/>
      <p:bldP spid="65" grpId="0"/>
      <p:bldP spid="67" grpId="0"/>
      <p:bldP spid="68" grpId="0"/>
      <p:bldP spid="78" grpId="0"/>
      <p:bldP spid="79" grpId="0"/>
      <p:bldP spid="80" grpId="0"/>
      <p:bldP spid="81" grpId="0"/>
      <p:bldP spid="84" grpId="0"/>
      <p:bldP spid="89" grpId="0"/>
      <p:bldP spid="90" grpId="0" animBg="1"/>
      <p:bldP spid="91" grpId="0"/>
      <p:bldP spid="92" grpId="0"/>
      <p:bldP spid="93" grpId="0"/>
      <p:bldP spid="9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947375" y="379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388379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4.55  ÷  0.14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455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45 – 42 =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99847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 – 28 = 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251436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63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18396" y="-3138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388379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3.57  ÷  0.15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357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 – 30 = 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34926" y="5660603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57 – 45 = 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060052" y="337335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457300-823A-9D83-26D9-EE0C029701D2}"/>
              </a:ext>
            </a:extLst>
          </p:cNvPr>
          <p:cNvSpPr txBox="1"/>
          <p:nvPr/>
        </p:nvSpPr>
        <p:spPr>
          <a:xfrm>
            <a:off x="6517386" y="4790710"/>
            <a:ext cx="8322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7:</a:t>
            </a:r>
            <a:r>
              <a:rPr lang="en-GB" sz="2000" dirty="0"/>
              <a:t> 105</a:t>
            </a:r>
          </a:p>
          <a:p>
            <a:r>
              <a:rPr lang="en-GB" sz="2000" b="1" dirty="0"/>
              <a:t>8:</a:t>
            </a:r>
            <a:r>
              <a:rPr lang="en-GB" sz="2000" dirty="0"/>
              <a:t> 120</a:t>
            </a:r>
          </a:p>
          <a:p>
            <a:r>
              <a:rPr lang="en-GB" sz="2000" b="1" dirty="0"/>
              <a:t>9:</a:t>
            </a:r>
            <a:r>
              <a:rPr lang="en-GB" sz="2000" dirty="0"/>
              <a:t> 135</a:t>
            </a:r>
          </a:p>
        </p:txBody>
      </p:sp>
    </p:spTree>
    <p:extLst>
      <p:ext uri="{BB962C8B-B14F-4D97-AF65-F5344CB8AC3E}">
        <p14:creationId xmlns:p14="http://schemas.microsoft.com/office/powerpoint/2010/main" val="227166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26585" y="-2517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7" name="Table 6">
            <a:extLst>
              <a:ext uri="{FF2B5EF4-FFF2-40B4-BE49-F238E27FC236}">
                <a16:creationId xmlns:a16="http://schemas.microsoft.com/office/drawing/2014/main" id="{C312D045-815C-39BF-20A0-9615E7528627}"/>
              </a:ext>
            </a:extLst>
          </p:cNvPr>
          <p:cNvGraphicFramePr>
            <a:graphicFrameLocks noGrp="1"/>
          </p:cNvGraphicFramePr>
          <p:nvPr/>
        </p:nvGraphicFramePr>
        <p:xfrm>
          <a:off x="41358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FB249A2-E87C-9D09-99B9-01C7CBDF5F02}"/>
              </a:ext>
            </a:extLst>
          </p:cNvPr>
          <p:cNvCxnSpPr>
            <a:cxnSpLocks/>
          </p:cNvCxnSpPr>
          <p:nvPr/>
        </p:nvCxnSpPr>
        <p:spPr>
          <a:xfrm>
            <a:off x="1573718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D058C14-8030-8B45-8157-54930FDC34C2}"/>
              </a:ext>
            </a:extLst>
          </p:cNvPr>
          <p:cNvCxnSpPr>
            <a:cxnSpLocks/>
          </p:cNvCxnSpPr>
          <p:nvPr/>
        </p:nvCxnSpPr>
        <p:spPr>
          <a:xfrm>
            <a:off x="160198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DA9E7-8A7D-80F5-7E6C-C066DADF5613}"/>
              </a:ext>
            </a:extLst>
          </p:cNvPr>
          <p:cNvSpPr txBox="1"/>
          <p:nvPr/>
        </p:nvSpPr>
        <p:spPr>
          <a:xfrm>
            <a:off x="1082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9C236-920D-E095-4129-AEED1AF2532F}"/>
              </a:ext>
            </a:extLst>
          </p:cNvPr>
          <p:cNvSpPr txBox="1"/>
          <p:nvPr/>
        </p:nvSpPr>
        <p:spPr>
          <a:xfrm>
            <a:off x="227339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D52DE4-80C2-A237-45EF-8C1CDF6609BF}"/>
              </a:ext>
            </a:extLst>
          </p:cNvPr>
          <p:cNvSpPr txBox="1"/>
          <p:nvPr/>
        </p:nvSpPr>
        <p:spPr>
          <a:xfrm>
            <a:off x="18626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1D7726-F6F9-4A95-5155-80078DD5092E}"/>
              </a:ext>
            </a:extLst>
          </p:cNvPr>
          <p:cNvSpPr txBox="1"/>
          <p:nvPr/>
        </p:nvSpPr>
        <p:spPr>
          <a:xfrm>
            <a:off x="144230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4.23  ÷  0.18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B8830-CF54-AC83-D3A8-55B76D744A4B}"/>
              </a:ext>
            </a:extLst>
          </p:cNvPr>
          <p:cNvSpPr txBox="1"/>
          <p:nvPr/>
        </p:nvSpPr>
        <p:spPr>
          <a:xfrm>
            <a:off x="29376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F607BF-F5BC-D63D-5C9C-9D36CFE126CE}"/>
              </a:ext>
            </a:extLst>
          </p:cNvPr>
          <p:cNvSpPr txBox="1"/>
          <p:nvPr/>
        </p:nvSpPr>
        <p:spPr>
          <a:xfrm>
            <a:off x="23480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8BB08-643A-2BAA-D9E6-45A5B4E8C2D8}"/>
              </a:ext>
            </a:extLst>
          </p:cNvPr>
          <p:cNvSpPr txBox="1"/>
          <p:nvPr/>
        </p:nvSpPr>
        <p:spPr>
          <a:xfrm>
            <a:off x="149992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423</a:t>
            </a:r>
          </a:p>
        </p:txBody>
      </p:sp>
      <p:sp>
        <p:nvSpPr>
          <p:cNvPr id="57" name="Arrow: Circular 56">
            <a:extLst>
              <a:ext uri="{FF2B5EF4-FFF2-40B4-BE49-F238E27FC236}">
                <a16:creationId xmlns:a16="http://schemas.microsoft.com/office/drawing/2014/main" id="{5FBC6E3B-C618-624C-C5B3-CD96180031F8}"/>
              </a:ext>
            </a:extLst>
          </p:cNvPr>
          <p:cNvSpPr/>
          <p:nvPr/>
        </p:nvSpPr>
        <p:spPr>
          <a:xfrm rot="5400000">
            <a:off x="331172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8" name="Arrow: Circular 57">
            <a:extLst>
              <a:ext uri="{FF2B5EF4-FFF2-40B4-BE49-F238E27FC236}">
                <a16:creationId xmlns:a16="http://schemas.microsoft.com/office/drawing/2014/main" id="{FA0F8360-10B3-FBB8-7B18-A1C7438137E0}"/>
              </a:ext>
            </a:extLst>
          </p:cNvPr>
          <p:cNvSpPr/>
          <p:nvPr/>
        </p:nvSpPr>
        <p:spPr>
          <a:xfrm rot="5400000" flipV="1">
            <a:off x="84702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518F38-326E-1EF0-A471-93FE4184936A}"/>
              </a:ext>
            </a:extLst>
          </p:cNvPr>
          <p:cNvSpPr txBox="1"/>
          <p:nvPr/>
        </p:nvSpPr>
        <p:spPr>
          <a:xfrm>
            <a:off x="41521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DE993B-F651-5181-BDE3-A4A79F09347E}"/>
              </a:ext>
            </a:extLst>
          </p:cNvPr>
          <p:cNvSpPr txBox="1"/>
          <p:nvPr/>
        </p:nvSpPr>
        <p:spPr>
          <a:xfrm>
            <a:off x="41521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47F245-FD60-3A55-8307-3FA8F8A71D0B}"/>
              </a:ext>
            </a:extLst>
          </p:cNvPr>
          <p:cNvSpPr txBox="1"/>
          <p:nvPr/>
        </p:nvSpPr>
        <p:spPr>
          <a:xfrm>
            <a:off x="30409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6E152-0BD3-44D8-2991-9A498F9C4F2F}"/>
              </a:ext>
            </a:extLst>
          </p:cNvPr>
          <p:cNvSpPr txBox="1"/>
          <p:nvPr/>
        </p:nvSpPr>
        <p:spPr>
          <a:xfrm>
            <a:off x="30409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B111C8-F9F6-41DE-9BB5-721701FCC5A5}"/>
              </a:ext>
            </a:extLst>
          </p:cNvPr>
          <p:cNvSpPr txBox="1"/>
          <p:nvPr/>
        </p:nvSpPr>
        <p:spPr>
          <a:xfrm>
            <a:off x="286220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312915-5463-60E1-435C-4372F4729937}"/>
              </a:ext>
            </a:extLst>
          </p:cNvPr>
          <p:cNvSpPr txBox="1"/>
          <p:nvPr/>
        </p:nvSpPr>
        <p:spPr>
          <a:xfrm>
            <a:off x="50174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E6325-9408-B8C7-D234-C7E971239C02}"/>
              </a:ext>
            </a:extLst>
          </p:cNvPr>
          <p:cNvSpPr txBox="1"/>
          <p:nvPr/>
        </p:nvSpPr>
        <p:spPr>
          <a:xfrm>
            <a:off x="22733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5FC5F-AAC3-204E-DBDE-74CFF1A2AE04}"/>
              </a:ext>
            </a:extLst>
          </p:cNvPr>
          <p:cNvSpPr txBox="1"/>
          <p:nvPr/>
        </p:nvSpPr>
        <p:spPr>
          <a:xfrm>
            <a:off x="288538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0E4514-F653-547F-32FF-8DFF25D55ADA}"/>
              </a:ext>
            </a:extLst>
          </p:cNvPr>
          <p:cNvSpPr txBox="1"/>
          <p:nvPr/>
        </p:nvSpPr>
        <p:spPr>
          <a:xfrm>
            <a:off x="1678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173D19-F667-AC47-7BBB-0D5E6C38749F}"/>
              </a:ext>
            </a:extLst>
          </p:cNvPr>
          <p:cNvSpPr txBox="1"/>
          <p:nvPr/>
        </p:nvSpPr>
        <p:spPr>
          <a:xfrm>
            <a:off x="2688619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39ED4E-0045-2299-611E-DC60337BEE3B}"/>
              </a:ext>
            </a:extLst>
          </p:cNvPr>
          <p:cNvSpPr txBox="1"/>
          <p:nvPr/>
        </p:nvSpPr>
        <p:spPr>
          <a:xfrm>
            <a:off x="740040" y="4790710"/>
            <a:ext cx="83227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18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54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72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90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108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2B4420-2DC9-B00C-C49F-D79A1DF09679}"/>
              </a:ext>
            </a:extLst>
          </p:cNvPr>
          <p:cNvSpPr txBox="1"/>
          <p:nvPr/>
        </p:nvSpPr>
        <p:spPr>
          <a:xfrm>
            <a:off x="16790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15C5BEA-27F8-D662-56E5-CD4BBE38B438}"/>
              </a:ext>
            </a:extLst>
          </p:cNvPr>
          <p:cNvSpPr txBox="1"/>
          <p:nvPr/>
        </p:nvSpPr>
        <p:spPr>
          <a:xfrm>
            <a:off x="2653774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42 – 36 = 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F6CDC3-C565-79EF-4EF7-0F766CACD649}"/>
              </a:ext>
            </a:extLst>
          </p:cNvPr>
          <p:cNvSpPr txBox="1"/>
          <p:nvPr/>
        </p:nvSpPr>
        <p:spPr>
          <a:xfrm>
            <a:off x="345275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AB4EBE-0A9C-0464-F313-6AB3EFE351A0}"/>
              </a:ext>
            </a:extLst>
          </p:cNvPr>
          <p:cNvSpPr/>
          <p:nvPr/>
        </p:nvSpPr>
        <p:spPr>
          <a:xfrm>
            <a:off x="3301801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CD0C5BA-6152-9165-7B48-7FBBD7B4EA34}"/>
              </a:ext>
            </a:extLst>
          </p:cNvPr>
          <p:cNvSpPr txBox="1"/>
          <p:nvPr/>
        </p:nvSpPr>
        <p:spPr>
          <a:xfrm>
            <a:off x="2653774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54 = 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0313BD-F509-2E69-D779-1BF96518894A}"/>
              </a:ext>
            </a:extLst>
          </p:cNvPr>
          <p:cNvSpPr txBox="1"/>
          <p:nvPr/>
        </p:nvSpPr>
        <p:spPr>
          <a:xfrm>
            <a:off x="345211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1B20F36-D425-4E89-F5D7-AAF2FFD57B58}"/>
              </a:ext>
            </a:extLst>
          </p:cNvPr>
          <p:cNvSpPr txBox="1"/>
          <p:nvPr/>
        </p:nvSpPr>
        <p:spPr>
          <a:xfrm>
            <a:off x="3305363" y="338764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9A395C3-8D1D-A8F9-6422-45DEAFC316C5}"/>
              </a:ext>
            </a:extLst>
          </p:cNvPr>
          <p:cNvSpPr/>
          <p:nvPr/>
        </p:nvSpPr>
        <p:spPr>
          <a:xfrm>
            <a:off x="3301801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543B12A-24DF-5A1E-8E23-C0C0A6DFB835}"/>
              </a:ext>
            </a:extLst>
          </p:cNvPr>
          <p:cNvGraphicFramePr>
            <a:graphicFrameLocks noGrp="1"/>
          </p:cNvGraphicFramePr>
          <p:nvPr/>
        </p:nvGraphicFramePr>
        <p:xfrm>
          <a:off x="535965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5DEE09-E993-FBF8-399D-7418A3E58A86}"/>
              </a:ext>
            </a:extLst>
          </p:cNvPr>
          <p:cNvCxnSpPr>
            <a:cxnSpLocks/>
          </p:cNvCxnSpPr>
          <p:nvPr/>
        </p:nvCxnSpPr>
        <p:spPr>
          <a:xfrm>
            <a:off x="6519791" y="3497218"/>
            <a:ext cx="261093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801095-C540-1302-D28A-C4465C46B9C6}"/>
              </a:ext>
            </a:extLst>
          </p:cNvPr>
          <p:cNvCxnSpPr>
            <a:cxnSpLocks/>
          </p:cNvCxnSpPr>
          <p:nvPr/>
        </p:nvCxnSpPr>
        <p:spPr>
          <a:xfrm>
            <a:off x="654806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FC2290-A618-CBF6-79B8-24F52C920FE4}"/>
              </a:ext>
            </a:extLst>
          </p:cNvPr>
          <p:cNvSpPr txBox="1"/>
          <p:nvPr/>
        </p:nvSpPr>
        <p:spPr>
          <a:xfrm>
            <a:off x="602884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1BEFF-B466-4BD3-76D1-5D93061BDF00}"/>
              </a:ext>
            </a:extLst>
          </p:cNvPr>
          <p:cNvSpPr txBox="1"/>
          <p:nvPr/>
        </p:nvSpPr>
        <p:spPr>
          <a:xfrm>
            <a:off x="721947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5A388-2A19-F8FF-B3BC-3F0E8C311E21}"/>
              </a:ext>
            </a:extLst>
          </p:cNvPr>
          <p:cNvSpPr txBox="1"/>
          <p:nvPr/>
        </p:nvSpPr>
        <p:spPr>
          <a:xfrm>
            <a:off x="680868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26069-1D74-3BD1-B893-C1958F0C60A7}"/>
              </a:ext>
            </a:extLst>
          </p:cNvPr>
          <p:cNvSpPr txBox="1"/>
          <p:nvPr/>
        </p:nvSpPr>
        <p:spPr>
          <a:xfrm>
            <a:off x="649257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6.3  ÷  0.12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1B6231-9044-6AE5-3142-25293F0B16C7}"/>
              </a:ext>
            </a:extLst>
          </p:cNvPr>
          <p:cNvSpPr txBox="1"/>
          <p:nvPr/>
        </p:nvSpPr>
        <p:spPr>
          <a:xfrm>
            <a:off x="788369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CB0CF-F9CF-50F2-3931-2A27F9188C37}"/>
              </a:ext>
            </a:extLst>
          </p:cNvPr>
          <p:cNvSpPr txBox="1"/>
          <p:nvPr/>
        </p:nvSpPr>
        <p:spPr>
          <a:xfrm>
            <a:off x="729416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600B4-6F9B-FC1D-7020-6AE9F13DEF07}"/>
              </a:ext>
            </a:extLst>
          </p:cNvPr>
          <p:cNvSpPr txBox="1"/>
          <p:nvPr/>
        </p:nvSpPr>
        <p:spPr>
          <a:xfrm>
            <a:off x="6445999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630</a:t>
            </a: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FB88A978-F07D-8A97-5AE3-90FE5569B836}"/>
              </a:ext>
            </a:extLst>
          </p:cNvPr>
          <p:cNvSpPr/>
          <p:nvPr/>
        </p:nvSpPr>
        <p:spPr>
          <a:xfrm rot="5400000">
            <a:off x="825780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441821E4-09C1-01FA-CEC9-E49F48B411D8}"/>
              </a:ext>
            </a:extLst>
          </p:cNvPr>
          <p:cNvSpPr/>
          <p:nvPr/>
        </p:nvSpPr>
        <p:spPr>
          <a:xfrm rot="5400000" flipV="1">
            <a:off x="579309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F73299-B197-C57A-B2D3-CBF3856CD17A}"/>
              </a:ext>
            </a:extLst>
          </p:cNvPr>
          <p:cNvSpPr txBox="1"/>
          <p:nvPr/>
        </p:nvSpPr>
        <p:spPr>
          <a:xfrm>
            <a:off x="90982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829EB-C9E8-959F-6668-51EB0E8B20B2}"/>
              </a:ext>
            </a:extLst>
          </p:cNvPr>
          <p:cNvSpPr txBox="1"/>
          <p:nvPr/>
        </p:nvSpPr>
        <p:spPr>
          <a:xfrm>
            <a:off x="90982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03486-DE39-8EB0-C02C-BDB3BC1AD474}"/>
              </a:ext>
            </a:extLst>
          </p:cNvPr>
          <p:cNvSpPr txBox="1"/>
          <p:nvPr/>
        </p:nvSpPr>
        <p:spPr>
          <a:xfrm>
            <a:off x="525017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C08374-7135-DC34-97FB-6FC8183F8160}"/>
              </a:ext>
            </a:extLst>
          </p:cNvPr>
          <p:cNvSpPr txBox="1"/>
          <p:nvPr/>
        </p:nvSpPr>
        <p:spPr>
          <a:xfrm>
            <a:off x="525017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77169-650F-FE84-5AD4-ECE09C1095D5}"/>
              </a:ext>
            </a:extLst>
          </p:cNvPr>
          <p:cNvSpPr txBox="1"/>
          <p:nvPr/>
        </p:nvSpPr>
        <p:spPr>
          <a:xfrm>
            <a:off x="780827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5D73A-0BE9-87B7-F93B-CC714B6B6F09}"/>
              </a:ext>
            </a:extLst>
          </p:cNvPr>
          <p:cNvSpPr txBox="1"/>
          <p:nvPr/>
        </p:nvSpPr>
        <p:spPr>
          <a:xfrm>
            <a:off x="544782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697D56-DBC2-C0D1-6611-158F7870BDC8}"/>
              </a:ext>
            </a:extLst>
          </p:cNvPr>
          <p:cNvSpPr txBox="1"/>
          <p:nvPr/>
        </p:nvSpPr>
        <p:spPr>
          <a:xfrm>
            <a:off x="721947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0E9D4-337A-D7E3-5DB4-F695C0C39CFD}"/>
              </a:ext>
            </a:extLst>
          </p:cNvPr>
          <p:cNvSpPr txBox="1"/>
          <p:nvPr/>
        </p:nvSpPr>
        <p:spPr>
          <a:xfrm>
            <a:off x="783145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D3AEA8-FC5C-0729-6FF8-22CE133C3103}"/>
              </a:ext>
            </a:extLst>
          </p:cNvPr>
          <p:cNvSpPr txBox="1"/>
          <p:nvPr/>
        </p:nvSpPr>
        <p:spPr>
          <a:xfrm>
            <a:off x="662415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736BF-5000-3A95-B0AF-494D17DF8A81}"/>
              </a:ext>
            </a:extLst>
          </p:cNvPr>
          <p:cNvSpPr txBox="1"/>
          <p:nvPr/>
        </p:nvSpPr>
        <p:spPr>
          <a:xfrm>
            <a:off x="7634692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4869-F67A-345E-5FF2-3A3C71918C88}"/>
              </a:ext>
            </a:extLst>
          </p:cNvPr>
          <p:cNvSpPr txBox="1"/>
          <p:nvPr/>
        </p:nvSpPr>
        <p:spPr>
          <a:xfrm>
            <a:off x="5686113" y="4790710"/>
            <a:ext cx="7024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C60920-8660-04F4-97B1-89C8B5FF6B12}"/>
              </a:ext>
            </a:extLst>
          </p:cNvPr>
          <p:cNvSpPr txBox="1"/>
          <p:nvPr/>
        </p:nvSpPr>
        <p:spPr>
          <a:xfrm>
            <a:off x="662511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7EED-AB37-0B0C-2837-A91987B6464C}"/>
              </a:ext>
            </a:extLst>
          </p:cNvPr>
          <p:cNvSpPr txBox="1"/>
          <p:nvPr/>
        </p:nvSpPr>
        <p:spPr>
          <a:xfrm>
            <a:off x="7599847" y="502052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63 – 60 = 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78862-2858-C878-3A5C-CD2F7DE0E726}"/>
              </a:ext>
            </a:extLst>
          </p:cNvPr>
          <p:cNvSpPr txBox="1"/>
          <p:nvPr/>
        </p:nvSpPr>
        <p:spPr>
          <a:xfrm>
            <a:off x="839882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DAE5FC-1203-2ABB-17A4-1E8EFF86B54A}"/>
              </a:ext>
            </a:extLst>
          </p:cNvPr>
          <p:cNvSpPr/>
          <p:nvPr/>
        </p:nvSpPr>
        <p:spPr>
          <a:xfrm>
            <a:off x="8247874" y="310988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25DDE-1886-8BDE-6B41-F7C0C1576EA7}"/>
              </a:ext>
            </a:extLst>
          </p:cNvPr>
          <p:cNvSpPr txBox="1"/>
          <p:nvPr/>
        </p:nvSpPr>
        <p:spPr>
          <a:xfrm>
            <a:off x="7599847" y="5660603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36 – 30 = 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0B9D3-F4A9-67A2-3982-4BD4996C18EF}"/>
              </a:ext>
            </a:extLst>
          </p:cNvPr>
          <p:cNvSpPr txBox="1"/>
          <p:nvPr/>
        </p:nvSpPr>
        <p:spPr>
          <a:xfrm>
            <a:off x="839819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5F0DF5-F592-5A29-907D-C4C347F397DA}"/>
              </a:ext>
            </a:extLst>
          </p:cNvPr>
          <p:cNvSpPr txBox="1"/>
          <p:nvPr/>
        </p:nvSpPr>
        <p:spPr>
          <a:xfrm>
            <a:off x="8234550" y="340661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6C4763-66BB-D003-897D-CDEAB9716801}"/>
              </a:ext>
            </a:extLst>
          </p:cNvPr>
          <p:cNvSpPr/>
          <p:nvPr/>
        </p:nvSpPr>
        <p:spPr>
          <a:xfrm>
            <a:off x="8247874" y="374805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92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9" grpId="0"/>
      <p:bldP spid="30" grpId="0"/>
      <p:bldP spid="31" grpId="0"/>
      <p:bldP spid="32" grpId="0"/>
      <p:bldP spid="33" grpId="0" animBg="1"/>
      <p:bldP spid="34" grpId="0"/>
      <p:bldP spid="35" grpId="0"/>
      <p:bldP spid="36" grpId="0"/>
      <p:bldP spid="3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26585" y="3077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227593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444846" y="904510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3.84  ÷  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384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22759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84743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565C98-FA1B-33D3-B638-94C17C8EC18E}"/>
              </a:ext>
            </a:extLst>
          </p:cNvPr>
          <p:cNvSpPr txBox="1"/>
          <p:nvPr/>
        </p:nvSpPr>
        <p:spPr>
          <a:xfrm>
            <a:off x="168062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9DF24D-E8AC-EA71-3E9D-43B47D190B4C}"/>
              </a:ext>
            </a:extLst>
          </p:cNvPr>
          <p:cNvSpPr txBox="1"/>
          <p:nvPr/>
        </p:nvSpPr>
        <p:spPr>
          <a:xfrm>
            <a:off x="2667346" y="341622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9086E-9783-AF93-5474-3563787C3CC0}"/>
              </a:ext>
            </a:extLst>
          </p:cNvPr>
          <p:cNvSpPr txBox="1"/>
          <p:nvPr/>
        </p:nvSpPr>
        <p:spPr>
          <a:xfrm>
            <a:off x="1681578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15F44-FF45-870B-C1F0-9D850BBEAD2E}"/>
              </a:ext>
            </a:extLst>
          </p:cNvPr>
          <p:cNvSpPr txBox="1"/>
          <p:nvPr/>
        </p:nvSpPr>
        <p:spPr>
          <a:xfrm>
            <a:off x="2498372" y="54860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 – 36 = 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F239A-FEC8-7902-4E5B-295B59478985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7F3F5F-18F2-0307-129A-56E8A750AE1A}"/>
              </a:ext>
            </a:extLst>
          </p:cNvPr>
          <p:cNvSpPr txBox="1"/>
          <p:nvPr/>
        </p:nvSpPr>
        <p:spPr>
          <a:xfrm>
            <a:off x="680291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E27452-2403-0DAF-FF59-B6EEE582495A}"/>
              </a:ext>
            </a:extLst>
          </p:cNvPr>
          <p:cNvSpPr txBox="1"/>
          <p:nvPr/>
        </p:nvSpPr>
        <p:spPr>
          <a:xfrm>
            <a:off x="287109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FF66DE-6022-3660-EE89-35F24096C7FB}"/>
              </a:ext>
            </a:extLst>
          </p:cNvPr>
          <p:cNvSpPr txBox="1"/>
          <p:nvPr/>
        </p:nvSpPr>
        <p:spPr>
          <a:xfrm>
            <a:off x="5159019" y="1082310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2.4  ÷  0.2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154ACC-3AF8-C9C4-163F-E6BB0F46F1C6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FF5983-EE2B-8920-6A0E-2BAED814545A}"/>
              </a:ext>
            </a:extLst>
          </p:cNvPr>
          <p:cNvSpPr txBox="1"/>
          <p:nvPr/>
        </p:nvSpPr>
        <p:spPr>
          <a:xfrm>
            <a:off x="5159019" y="1791696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0.3  ÷  0.15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0EDA42-5906-9A59-3D5D-8A4DA75780FB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2AEF21-E739-4F69-A3C0-7580A50217C2}"/>
              </a:ext>
            </a:extLst>
          </p:cNvPr>
          <p:cNvSpPr txBox="1"/>
          <p:nvPr/>
        </p:nvSpPr>
        <p:spPr>
          <a:xfrm>
            <a:off x="5159019" y="2501082"/>
            <a:ext cx="2488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1.25  ÷  0.5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CE1670-E679-F227-0CE2-0730BC530793}"/>
              </a:ext>
            </a:extLst>
          </p:cNvPr>
          <p:cNvSpPr txBox="1"/>
          <p:nvPr/>
        </p:nvSpPr>
        <p:spPr>
          <a:xfrm>
            <a:off x="8116503" y="2501082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2.5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B900D1-9006-3FCD-45DD-6F82E097C01B}"/>
              </a:ext>
            </a:extLst>
          </p:cNvPr>
          <p:cNvSpPr txBox="1"/>
          <p:nvPr/>
        </p:nvSpPr>
        <p:spPr>
          <a:xfrm>
            <a:off x="5159019" y="3210468"/>
            <a:ext cx="2214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0.05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9DEF17-59FE-3D49-343C-579C76C14711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40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2A0AA9-6BC4-923D-8D9C-EF650BEE62D3}"/>
              </a:ext>
            </a:extLst>
          </p:cNvPr>
          <p:cNvSpPr txBox="1"/>
          <p:nvPr/>
        </p:nvSpPr>
        <p:spPr>
          <a:xfrm>
            <a:off x="6031436" y="3919854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2.64  ÷  0.12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0A2553-C321-CD39-6632-1474DBFEC8FE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E6F502-4540-7C90-1560-514705849145}"/>
              </a:ext>
            </a:extLst>
          </p:cNvPr>
          <p:cNvSpPr txBox="1"/>
          <p:nvPr/>
        </p:nvSpPr>
        <p:spPr>
          <a:xfrm>
            <a:off x="6031436" y="4629240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2.52  ÷  0.18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F199E7-5CC7-CE74-6E04-2A4277F4E3FC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BD0168-0627-91DA-7895-C3018F625477}"/>
              </a:ext>
            </a:extLst>
          </p:cNvPr>
          <p:cNvSpPr txBox="1"/>
          <p:nvPr/>
        </p:nvSpPr>
        <p:spPr>
          <a:xfrm>
            <a:off x="6031436" y="5338626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0.49  ÷  0.14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7B8808-82D1-2411-9DC9-60EC38305D90}"/>
              </a:ext>
            </a:extLst>
          </p:cNvPr>
          <p:cNvSpPr txBox="1"/>
          <p:nvPr/>
        </p:nvSpPr>
        <p:spPr>
          <a:xfrm>
            <a:off x="8980103" y="5338626"/>
            <a:ext cx="641522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3.5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686CB-C450-32EF-FE0F-524D3A1FEBA2}"/>
              </a:ext>
            </a:extLst>
          </p:cNvPr>
          <p:cNvSpPr txBox="1"/>
          <p:nvPr/>
        </p:nvSpPr>
        <p:spPr>
          <a:xfrm>
            <a:off x="6031436" y="6048010"/>
            <a:ext cx="2670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3.48  ÷  0.24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60E0D5-6315-79FD-77FA-8E15DE91F868}"/>
              </a:ext>
            </a:extLst>
          </p:cNvPr>
          <p:cNvSpPr txBox="1"/>
          <p:nvPr/>
        </p:nvSpPr>
        <p:spPr>
          <a:xfrm>
            <a:off x="8888733" y="6048010"/>
            <a:ext cx="824265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14.5</a:t>
            </a:r>
          </a:p>
        </p:txBody>
      </p:sp>
    </p:spTree>
    <p:extLst>
      <p:ext uri="{BB962C8B-B14F-4D97-AF65-F5344CB8AC3E}">
        <p14:creationId xmlns:p14="http://schemas.microsoft.com/office/powerpoint/2010/main" val="289784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 w="19050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10980</TotalTime>
  <Words>3014</Words>
  <Application>Microsoft Office PowerPoint</Application>
  <PresentationFormat>A4 Paper (210x297 mm)</PresentationFormat>
  <Paragraphs>1500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Calibri</vt:lpstr>
      <vt:lpstr>Stencil</vt:lpstr>
      <vt:lpstr>Calibri Light</vt:lpstr>
      <vt:lpstr>Arial</vt:lpstr>
      <vt:lpstr>Office Theme</vt:lpstr>
      <vt:lpstr>1_Office Theme</vt:lpstr>
      <vt:lpstr>2_Office Theme</vt:lpstr>
      <vt:lpstr>3_Office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532</cp:revision>
  <cp:lastPrinted>2017-12-31T22:38:51Z</cp:lastPrinted>
  <dcterms:created xsi:type="dcterms:W3CDTF">2017-01-17T16:57:04Z</dcterms:created>
  <dcterms:modified xsi:type="dcterms:W3CDTF">2024-05-28T10:26:02Z</dcterms:modified>
</cp:coreProperties>
</file>