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Бинго: Ыкма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Мугалим аралаш сандуу мисал окуйт, окуучулар эсептегич менен чыгарып жооп табат.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окуучунун бинго тактасында ар кандай 9 жооп бар — өз тактасынан табышат.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Музыканы баштоо үчүн каалаган жерди, суроону көрсөтүү үчүн «Өттү» басыңыз.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Мугалим окуйт — окуучулар эсептегич менен чыгарышат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1 1/5 + 6 2/7 = 7 17/35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3 1/2 − 1 1/4 = 2 1/4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2 2/3 × 1 1/2 = 4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5 1/4 ÷ 1 3/4 = 3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4 1/8 + 2 3/4 = 6 7/8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7 1/3 − 3 5/6 = 3 1/2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2026-10-14T06:58:07Z</dcterms:created>
  <dcterms:modified xsi:type="dcterms:W3CDTF">2026-10-14T06:58:07Z</dcterms:modified>
</cp:coreProperties>
</file>