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974" r:id="rId2"/>
    <p:sldId id="831" r:id="rId3"/>
    <p:sldId id="976" r:id="rId4"/>
    <p:sldId id="977" r:id="rId5"/>
    <p:sldId id="947" r:id="rId6"/>
    <p:sldId id="978" r:id="rId7"/>
    <p:sldId id="942" r:id="rId8"/>
    <p:sldId id="979" r:id="rId9"/>
    <p:sldId id="951" r:id="rId10"/>
    <p:sldId id="980" r:id="rId11"/>
    <p:sldId id="954" r:id="rId12"/>
    <p:sldId id="981" r:id="rId13"/>
    <p:sldId id="944" r:id="rId14"/>
    <p:sldId id="982" r:id="rId15"/>
    <p:sldId id="955" r:id="rId16"/>
    <p:sldId id="983" r:id="rId17"/>
    <p:sldId id="945" r:id="rId18"/>
    <p:sldId id="984" r:id="rId19"/>
    <p:sldId id="946" r:id="rId20"/>
    <p:sldId id="985" r:id="rId21"/>
    <p:sldId id="952" r:id="rId22"/>
    <p:sldId id="986" r:id="rId23"/>
    <p:sldId id="948" r:id="rId24"/>
    <p:sldId id="987" r:id="rId25"/>
    <p:sldId id="957" r:id="rId26"/>
    <p:sldId id="988" r:id="rId27"/>
    <p:sldId id="953" r:id="rId28"/>
    <p:sldId id="989" r:id="rId29"/>
    <p:sldId id="949" r:id="rId30"/>
    <p:sldId id="990" r:id="rId31"/>
    <p:sldId id="956" r:id="rId32"/>
    <p:sldId id="991" r:id="rId33"/>
    <p:sldId id="950" r:id="rId34"/>
    <p:sldId id="992" r:id="rId35"/>
    <p:sldId id="958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Көбөйтүү &amp; Бөлүү–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Көбөйтүү &amp; Бөлүү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87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59033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59033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78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26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90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3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812100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812100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004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317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78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66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97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43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85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431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0,49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14295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14295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65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86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698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725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5245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5245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830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66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0095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0095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5597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007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81407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81407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223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51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536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27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97906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97906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706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2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2,38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177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177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34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8458</TotalTime>
  <Words>223</Words>
  <Application>Microsoft Office PowerPoint</Application>
  <PresentationFormat>A4 Paper (210x297 mm)</PresentationFormat>
  <Paragraphs>91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Bernard MT Condensed</vt:lpstr>
      <vt:lpstr>Arial</vt:lpstr>
      <vt:lpstr>Calibri</vt:lpstr>
      <vt:lpstr>Berlin Sans FB Demi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2017-12-31T22:38:51Z</cp:lastPrinted>
  <dcterms:created xsi:type="dcterms:W3CDTF">2017-01-17T16:57:04Z</dcterms:created>
  <dcterms:modified xsi:type="dcterms:W3CDTF">2024-10-22T08:54:26Z</dcterms:modified>
</cp:coreProperties>
</file>