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2"/>
  </p:notesMasterIdLst>
  <p:sldIdLst>
    <p:sldId id="257" r:id="rId3"/>
    <p:sldId id="970" r:id="rId4"/>
    <p:sldId id="971" r:id="rId5"/>
    <p:sldId id="969" r:id="rId6"/>
    <p:sldId id="967" r:id="rId7"/>
    <p:sldId id="968" r:id="rId8"/>
    <p:sldId id="972" r:id="rId9"/>
    <p:sldId id="973" r:id="rId10"/>
    <p:sldId id="274" r:id="rId11"/>
  </p:sldIdLst>
  <p:sldSz cx="9906000" cy="6858000" type="A4"/>
  <p:notesSz cx="7104063" cy="10234613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  <p:embeddedFont>
      <p:font typeface="Gill Sans Ultra Bold" panose="020B0A02020104020203" pitchFamily="34" charset="0"/>
      <p:regular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875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530519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7893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851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773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0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704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44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7589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794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6776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970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37581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10/17/2023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270000"/>
            <a:ext cx="8513763" cy="4402316"/>
          </a:xfrm>
        </p:spPr>
        <p:txBody>
          <a:bodyPr>
            <a:normAutofit/>
          </a:bodyPr>
          <a:lstStyle/>
          <a:p>
            <a:r>
              <a:rPr lang="ru-RU" dirty="0"/>
              <a:t>2 Сандуу Ондуктар – Кошуу – Көнүгүү Б</a:t>
            </a:r>
          </a:p>
          <a:p>
            <a:endParaRPr lang="ru-RU" dirty="0"/>
          </a:p>
          <a:p>
            <a:r>
              <a:rPr lang="ru-RU" dirty="0"/>
              <a:t>Иш барагы 2 өлчөмдө.</a:t>
            </a:r>
            <a:endParaRPr lang="en-US" dirty="0"/>
          </a:p>
          <a:p>
            <a:endParaRPr lang="en-US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2720" y="18333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C1C974-3AB6-46AB-0900-00F5CEFA7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312" y="307050"/>
            <a:ext cx="6242728" cy="643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4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626024" y="-55409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35" name="Plus Sign 34">
            <a:extLst>
              <a:ext uri="{FF2B5EF4-FFF2-40B4-BE49-F238E27FC236}">
                <a16:creationId xmlns:a16="http://schemas.microsoft.com/office/drawing/2014/main" id="{72C218F8-CA44-3F92-2AB1-E426B5CD9F0E}"/>
              </a:ext>
            </a:extLst>
          </p:cNvPr>
          <p:cNvSpPr/>
          <p:nvPr/>
        </p:nvSpPr>
        <p:spPr>
          <a:xfrm>
            <a:off x="1626710" y="97328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57A53C04-DF89-EA1F-6C5E-F4EF45D2B856}"/>
              </a:ext>
            </a:extLst>
          </p:cNvPr>
          <p:cNvSpPr/>
          <p:nvPr/>
        </p:nvSpPr>
        <p:spPr>
          <a:xfrm>
            <a:off x="249355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06632BD-79E9-10C8-1ED7-D8CF7832BA99}"/>
              </a:ext>
            </a:extLst>
          </p:cNvPr>
          <p:cNvSpPr/>
          <p:nvPr/>
        </p:nvSpPr>
        <p:spPr>
          <a:xfrm>
            <a:off x="256527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5708577-FC53-E835-7995-5F5AA3FC1B92}"/>
              </a:ext>
            </a:extLst>
          </p:cNvPr>
          <p:cNvSpPr/>
          <p:nvPr/>
        </p:nvSpPr>
        <p:spPr>
          <a:xfrm>
            <a:off x="263699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3814ED61-E52B-94D8-C970-092F51E3F6F0}"/>
              </a:ext>
            </a:extLst>
          </p:cNvPr>
          <p:cNvSpPr/>
          <p:nvPr/>
        </p:nvSpPr>
        <p:spPr>
          <a:xfrm>
            <a:off x="270870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30573" y="139985"/>
            <a:ext cx="50683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6" name="Plus Sign 225">
            <a:extLst>
              <a:ext uri="{FF2B5EF4-FFF2-40B4-BE49-F238E27FC236}">
                <a16:creationId xmlns:a16="http://schemas.microsoft.com/office/drawing/2014/main" id="{EEFE84CE-EE0F-AC58-E25D-F59CAC6EFBD1}"/>
              </a:ext>
            </a:extLst>
          </p:cNvPr>
          <p:cNvSpPr/>
          <p:nvPr/>
        </p:nvSpPr>
        <p:spPr>
          <a:xfrm>
            <a:off x="1626710" y="2608117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91913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DEB3D1E-571B-51AB-0C8E-6664C15FAD5A}"/>
              </a:ext>
            </a:extLst>
          </p:cNvPr>
          <p:cNvSpPr/>
          <p:nvPr/>
        </p:nvSpPr>
        <p:spPr>
          <a:xfrm>
            <a:off x="919133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0A9E9B0A-8DEA-B55C-6FB2-31CDDDAA6B3B}"/>
              </a:ext>
            </a:extLst>
          </p:cNvPr>
          <p:cNvSpPr/>
          <p:nvPr/>
        </p:nvSpPr>
        <p:spPr>
          <a:xfrm>
            <a:off x="919133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0" name="Plus Sign 319">
            <a:extLst>
              <a:ext uri="{FF2B5EF4-FFF2-40B4-BE49-F238E27FC236}">
                <a16:creationId xmlns:a16="http://schemas.microsoft.com/office/drawing/2014/main" id="{715ABA57-0EBD-BA25-545E-3EEBB7B5CABB}"/>
              </a:ext>
            </a:extLst>
          </p:cNvPr>
          <p:cNvSpPr/>
          <p:nvPr/>
        </p:nvSpPr>
        <p:spPr>
          <a:xfrm>
            <a:off x="1626710" y="424295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387" name="Rectangle 386">
            <a:extLst>
              <a:ext uri="{FF2B5EF4-FFF2-40B4-BE49-F238E27FC236}">
                <a16:creationId xmlns:a16="http://schemas.microsoft.com/office/drawing/2014/main" id="{F06001C1-2404-7B3B-2919-BC0432FC1CCD}"/>
              </a:ext>
            </a:extLst>
          </p:cNvPr>
          <p:cNvSpPr/>
          <p:nvPr/>
        </p:nvSpPr>
        <p:spPr>
          <a:xfrm>
            <a:off x="9909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92058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92058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EC377DC-F481-E411-9A29-F164D52D16B1}"/>
              </a:ext>
            </a:extLst>
          </p:cNvPr>
          <p:cNvSpPr/>
          <p:nvPr/>
        </p:nvSpPr>
        <p:spPr>
          <a:xfrm>
            <a:off x="2492058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C64907D-767D-0529-24F2-67DD409BDF47}"/>
              </a:ext>
            </a:extLst>
          </p:cNvPr>
          <p:cNvSpPr/>
          <p:nvPr/>
        </p:nvSpPr>
        <p:spPr>
          <a:xfrm>
            <a:off x="2492058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82827DE-6AE1-C978-F73B-DEE39535845E}"/>
              </a:ext>
            </a:extLst>
          </p:cNvPr>
          <p:cNvSpPr/>
          <p:nvPr/>
        </p:nvSpPr>
        <p:spPr>
          <a:xfrm>
            <a:off x="2492058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26E5B2C-67EF-6CEB-FF07-9D00C111AB60}"/>
              </a:ext>
            </a:extLst>
          </p:cNvPr>
          <p:cNvSpPr/>
          <p:nvPr/>
        </p:nvSpPr>
        <p:spPr>
          <a:xfrm>
            <a:off x="2421841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4" name="Plus Sign 413">
            <a:extLst>
              <a:ext uri="{FF2B5EF4-FFF2-40B4-BE49-F238E27FC236}">
                <a16:creationId xmlns:a16="http://schemas.microsoft.com/office/drawing/2014/main" id="{818FFE4E-9EE3-7BB5-5C4D-4B23374370F7}"/>
              </a:ext>
            </a:extLst>
          </p:cNvPr>
          <p:cNvSpPr/>
          <p:nvPr/>
        </p:nvSpPr>
        <p:spPr>
          <a:xfrm>
            <a:off x="1626710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84" name="Rectangle 483">
            <a:extLst>
              <a:ext uri="{FF2B5EF4-FFF2-40B4-BE49-F238E27FC236}">
                <a16:creationId xmlns:a16="http://schemas.microsoft.com/office/drawing/2014/main" id="{DD532DF9-7CB4-C5FB-4741-44280ACE9438}"/>
              </a:ext>
            </a:extLst>
          </p:cNvPr>
          <p:cNvSpPr/>
          <p:nvPr/>
        </p:nvSpPr>
        <p:spPr>
          <a:xfrm>
            <a:off x="1206139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3E00E98-E27A-CFF1-26E6-2027403E81C1}"/>
              </a:ext>
            </a:extLst>
          </p:cNvPr>
          <p:cNvSpPr/>
          <p:nvPr/>
        </p:nvSpPr>
        <p:spPr>
          <a:xfrm>
            <a:off x="1206139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EAEEF18A-6713-F73A-C1A0-1356AA2742E9}"/>
              </a:ext>
            </a:extLst>
          </p:cNvPr>
          <p:cNvSpPr/>
          <p:nvPr/>
        </p:nvSpPr>
        <p:spPr>
          <a:xfrm>
            <a:off x="1206139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98DEBE14-65CE-75A7-D72E-80350E36F8EB}"/>
              </a:ext>
            </a:extLst>
          </p:cNvPr>
          <p:cNvSpPr/>
          <p:nvPr/>
        </p:nvSpPr>
        <p:spPr>
          <a:xfrm>
            <a:off x="1206139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55A9F68-CE27-06FD-A3C7-868AA504053C}"/>
              </a:ext>
            </a:extLst>
          </p:cNvPr>
          <p:cNvSpPr/>
          <p:nvPr/>
        </p:nvSpPr>
        <p:spPr>
          <a:xfrm>
            <a:off x="1206139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8536EEA9-4EC2-4F98-4410-9125196BC716}"/>
              </a:ext>
            </a:extLst>
          </p:cNvPr>
          <p:cNvSpPr/>
          <p:nvPr/>
        </p:nvSpPr>
        <p:spPr>
          <a:xfrm>
            <a:off x="1206139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BEB639C-00F3-597D-2276-405F982C42FA}"/>
              </a:ext>
            </a:extLst>
          </p:cNvPr>
          <p:cNvSpPr/>
          <p:nvPr/>
        </p:nvSpPr>
        <p:spPr>
          <a:xfrm>
            <a:off x="1206139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96E6771-A05E-CB68-EF90-6DC35DAFDA9C}"/>
              </a:ext>
            </a:extLst>
          </p:cNvPr>
          <p:cNvSpPr/>
          <p:nvPr/>
        </p:nvSpPr>
        <p:spPr>
          <a:xfrm>
            <a:off x="9911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71F57264-20E6-DE19-D6EE-F36A17FC723F}"/>
              </a:ext>
            </a:extLst>
          </p:cNvPr>
          <p:cNvSpPr/>
          <p:nvPr/>
        </p:nvSpPr>
        <p:spPr>
          <a:xfrm>
            <a:off x="10628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BA4AA158-E59D-0CE0-4147-3A7F129C54B8}"/>
              </a:ext>
            </a:extLst>
          </p:cNvPr>
          <p:cNvSpPr/>
          <p:nvPr/>
        </p:nvSpPr>
        <p:spPr>
          <a:xfrm>
            <a:off x="11345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52" name="Rectangle 451">
            <a:extLst>
              <a:ext uri="{FF2B5EF4-FFF2-40B4-BE49-F238E27FC236}">
                <a16:creationId xmlns:a16="http://schemas.microsoft.com/office/drawing/2014/main" id="{E7FDB50A-9D2D-BB95-FD87-A588D5396C88}"/>
              </a:ext>
            </a:extLst>
          </p:cNvPr>
          <p:cNvSpPr/>
          <p:nvPr/>
        </p:nvSpPr>
        <p:spPr>
          <a:xfrm>
            <a:off x="2636565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81416B41-5BEE-FC02-15D0-033A1D0AE587}"/>
              </a:ext>
            </a:extLst>
          </p:cNvPr>
          <p:cNvSpPr/>
          <p:nvPr/>
        </p:nvSpPr>
        <p:spPr>
          <a:xfrm>
            <a:off x="2636565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C67BCE49-8FC3-DE28-03E2-9CF86B2DB8BE}"/>
              </a:ext>
            </a:extLst>
          </p:cNvPr>
          <p:cNvSpPr/>
          <p:nvPr/>
        </p:nvSpPr>
        <p:spPr>
          <a:xfrm>
            <a:off x="2421841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1AB1754F-4E3B-F0AE-4073-9BADAA170B68}"/>
              </a:ext>
            </a:extLst>
          </p:cNvPr>
          <p:cNvSpPr/>
          <p:nvPr/>
        </p:nvSpPr>
        <p:spPr>
          <a:xfrm>
            <a:off x="2493558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9A392F0-72D7-3D77-26DF-4C69437004F5}"/>
              </a:ext>
            </a:extLst>
          </p:cNvPr>
          <p:cNvSpPr/>
          <p:nvPr/>
        </p:nvSpPr>
        <p:spPr>
          <a:xfrm>
            <a:off x="256527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8" name="Plus Sign 507">
            <a:extLst>
              <a:ext uri="{FF2B5EF4-FFF2-40B4-BE49-F238E27FC236}">
                <a16:creationId xmlns:a16="http://schemas.microsoft.com/office/drawing/2014/main" id="{CEBBFCE4-7FBA-BCB0-DBC8-95D3E0075DDF}"/>
              </a:ext>
            </a:extLst>
          </p:cNvPr>
          <p:cNvSpPr/>
          <p:nvPr/>
        </p:nvSpPr>
        <p:spPr>
          <a:xfrm>
            <a:off x="6705786" y="170064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75" name="Rectangle 574">
            <a:extLst>
              <a:ext uri="{FF2B5EF4-FFF2-40B4-BE49-F238E27FC236}">
                <a16:creationId xmlns:a16="http://schemas.microsoft.com/office/drawing/2014/main" id="{9741C39F-065C-22E9-FEB3-B7FEF56BB0E1}"/>
              </a:ext>
            </a:extLst>
          </p:cNvPr>
          <p:cNvSpPr/>
          <p:nvPr/>
        </p:nvSpPr>
        <p:spPr>
          <a:xfrm>
            <a:off x="6067624" y="149201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5B54CCD-675B-7F10-81DF-7B82B22D3B62}"/>
              </a:ext>
            </a:extLst>
          </p:cNvPr>
          <p:cNvSpPr/>
          <p:nvPr/>
        </p:nvSpPr>
        <p:spPr>
          <a:xfrm>
            <a:off x="6067624" y="156373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07D71F1D-6A03-E678-807D-D4AA056863BC}"/>
              </a:ext>
            </a:extLst>
          </p:cNvPr>
          <p:cNvSpPr/>
          <p:nvPr/>
        </p:nvSpPr>
        <p:spPr>
          <a:xfrm>
            <a:off x="6067624" y="163544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97F3131C-1666-AB63-23EA-24CFC7A54390}"/>
              </a:ext>
            </a:extLst>
          </p:cNvPr>
          <p:cNvSpPr/>
          <p:nvPr/>
        </p:nvSpPr>
        <p:spPr>
          <a:xfrm>
            <a:off x="6067624" y="170716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6F8E1338-612A-97ED-A941-19DC477C27DC}"/>
              </a:ext>
            </a:extLst>
          </p:cNvPr>
          <p:cNvSpPr/>
          <p:nvPr/>
        </p:nvSpPr>
        <p:spPr>
          <a:xfrm>
            <a:off x="6067624" y="177888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2" name="Plus Sign 601">
            <a:extLst>
              <a:ext uri="{FF2B5EF4-FFF2-40B4-BE49-F238E27FC236}">
                <a16:creationId xmlns:a16="http://schemas.microsoft.com/office/drawing/2014/main" id="{3B91B6FE-CA2E-60EE-1E04-FE8D71D4AF57}"/>
              </a:ext>
            </a:extLst>
          </p:cNvPr>
          <p:cNvSpPr/>
          <p:nvPr/>
        </p:nvSpPr>
        <p:spPr>
          <a:xfrm>
            <a:off x="6705786" y="3093026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071432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071432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071432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267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599847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42" name="Rectangle 641">
            <a:extLst>
              <a:ext uri="{FF2B5EF4-FFF2-40B4-BE49-F238E27FC236}">
                <a16:creationId xmlns:a16="http://schemas.microsoft.com/office/drawing/2014/main" id="{E6E21E7F-34C0-488E-AED6-00AB54BCA848}"/>
              </a:ext>
            </a:extLst>
          </p:cNvPr>
          <p:cNvSpPr/>
          <p:nvPr/>
        </p:nvSpPr>
        <p:spPr>
          <a:xfrm>
            <a:off x="757229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331E600F-9B20-009F-C92A-EEEE74ED3753}"/>
              </a:ext>
            </a:extLst>
          </p:cNvPr>
          <p:cNvSpPr/>
          <p:nvPr/>
        </p:nvSpPr>
        <p:spPr>
          <a:xfrm>
            <a:off x="7572295" y="30995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237B542F-387A-1B91-3DAC-F98B3B7F6744}"/>
              </a:ext>
            </a:extLst>
          </p:cNvPr>
          <p:cNvSpPr/>
          <p:nvPr/>
        </p:nvSpPr>
        <p:spPr>
          <a:xfrm>
            <a:off x="7572295" y="317126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B2E7A636-F47C-766B-8C75-83FEB8A7789C}"/>
              </a:ext>
            </a:extLst>
          </p:cNvPr>
          <p:cNvSpPr/>
          <p:nvPr/>
        </p:nvSpPr>
        <p:spPr>
          <a:xfrm>
            <a:off x="7572295" y="32429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D24BCD12-7ECA-91E4-A39D-94A41CE151CC}"/>
              </a:ext>
            </a:extLst>
          </p:cNvPr>
          <p:cNvSpPr/>
          <p:nvPr/>
        </p:nvSpPr>
        <p:spPr>
          <a:xfrm>
            <a:off x="7572295" y="33146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33864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34581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35298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6" name="Plus Sign 695">
            <a:extLst>
              <a:ext uri="{FF2B5EF4-FFF2-40B4-BE49-F238E27FC236}">
                <a16:creationId xmlns:a16="http://schemas.microsoft.com/office/drawing/2014/main" id="{95669BB9-B292-46A8-24AE-797775915F28}"/>
              </a:ext>
            </a:extLst>
          </p:cNvPr>
          <p:cNvSpPr/>
          <p:nvPr/>
        </p:nvSpPr>
        <p:spPr>
          <a:xfrm>
            <a:off x="6705786" y="4485408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63" name="Rectangle 762">
            <a:extLst>
              <a:ext uri="{FF2B5EF4-FFF2-40B4-BE49-F238E27FC236}">
                <a16:creationId xmlns:a16="http://schemas.microsoft.com/office/drawing/2014/main" id="{F6C2C752-3BBF-3F8A-2985-D8B03E36F3A4}"/>
              </a:ext>
            </a:extLst>
          </p:cNvPr>
          <p:cNvSpPr/>
          <p:nvPr/>
        </p:nvSpPr>
        <p:spPr>
          <a:xfrm>
            <a:off x="61398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296517DB-B746-28E7-E10B-9F1952EBEFD6}"/>
              </a:ext>
            </a:extLst>
          </p:cNvPr>
          <p:cNvSpPr/>
          <p:nvPr/>
        </p:nvSpPr>
        <p:spPr>
          <a:xfrm>
            <a:off x="61398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EE1459E7-0BD3-CD6B-3C89-62B83E9E2D69}"/>
              </a:ext>
            </a:extLst>
          </p:cNvPr>
          <p:cNvSpPr/>
          <p:nvPr/>
        </p:nvSpPr>
        <p:spPr>
          <a:xfrm>
            <a:off x="61398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372F9207-987C-8FB0-8555-44E6621B54FD}"/>
              </a:ext>
            </a:extLst>
          </p:cNvPr>
          <p:cNvSpPr/>
          <p:nvPr/>
        </p:nvSpPr>
        <p:spPr>
          <a:xfrm>
            <a:off x="61398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CB90F32-9EF0-80FB-1932-1FD04C948D24}"/>
              </a:ext>
            </a:extLst>
          </p:cNvPr>
          <p:cNvSpPr/>
          <p:nvPr/>
        </p:nvSpPr>
        <p:spPr>
          <a:xfrm>
            <a:off x="61398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C4741E33-3CE3-DC9A-A3E5-35DB524C14CE}"/>
              </a:ext>
            </a:extLst>
          </p:cNvPr>
          <p:cNvSpPr/>
          <p:nvPr/>
        </p:nvSpPr>
        <p:spPr>
          <a:xfrm>
            <a:off x="6211561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42810122-662C-059C-56C8-DD9590E9E090}"/>
              </a:ext>
            </a:extLst>
          </p:cNvPr>
          <p:cNvSpPr/>
          <p:nvPr/>
        </p:nvSpPr>
        <p:spPr>
          <a:xfrm>
            <a:off x="61398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3352A117-693F-A138-64A4-214C65ECC7B1}"/>
              </a:ext>
            </a:extLst>
          </p:cNvPr>
          <p:cNvSpPr/>
          <p:nvPr/>
        </p:nvSpPr>
        <p:spPr>
          <a:xfrm>
            <a:off x="6211561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80C8167F-0838-0A96-5248-8C3087BAC3E0}"/>
              </a:ext>
            </a:extLst>
          </p:cNvPr>
          <p:cNvSpPr/>
          <p:nvPr/>
        </p:nvSpPr>
        <p:spPr>
          <a:xfrm>
            <a:off x="61398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48BB2ADC-CFC8-A6D2-B711-EE69501266E1}"/>
              </a:ext>
            </a:extLst>
          </p:cNvPr>
          <p:cNvSpPr/>
          <p:nvPr/>
        </p:nvSpPr>
        <p:spPr>
          <a:xfrm>
            <a:off x="6211561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9AA8D63D-8BD0-D233-9867-7C3947FF996F}"/>
              </a:ext>
            </a:extLst>
          </p:cNvPr>
          <p:cNvSpPr/>
          <p:nvPr/>
        </p:nvSpPr>
        <p:spPr>
          <a:xfrm>
            <a:off x="61398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E2808AC9-82D4-62E7-B302-047AD147DEB4}"/>
              </a:ext>
            </a:extLst>
          </p:cNvPr>
          <p:cNvSpPr/>
          <p:nvPr/>
        </p:nvSpPr>
        <p:spPr>
          <a:xfrm>
            <a:off x="6211561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CDDB8D6C-4227-4B4E-43EC-2B9AED636A74}"/>
              </a:ext>
            </a:extLst>
          </p:cNvPr>
          <p:cNvSpPr/>
          <p:nvPr/>
        </p:nvSpPr>
        <p:spPr>
          <a:xfrm>
            <a:off x="61398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A15AC380-55C2-0425-AAB1-F0E3B25C8986}"/>
              </a:ext>
            </a:extLst>
          </p:cNvPr>
          <p:cNvSpPr/>
          <p:nvPr/>
        </p:nvSpPr>
        <p:spPr>
          <a:xfrm>
            <a:off x="6211561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73C62541-37B0-E6A7-594D-365DD1A6A7DA}"/>
              </a:ext>
            </a:extLst>
          </p:cNvPr>
          <p:cNvSpPr/>
          <p:nvPr/>
        </p:nvSpPr>
        <p:spPr>
          <a:xfrm>
            <a:off x="61398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5E2A2C65-BF48-91F7-EDF8-4AF1FC6025E1}"/>
              </a:ext>
            </a:extLst>
          </p:cNvPr>
          <p:cNvSpPr/>
          <p:nvPr/>
        </p:nvSpPr>
        <p:spPr>
          <a:xfrm>
            <a:off x="6211561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grpSp>
        <p:nvGrpSpPr>
          <p:cNvPr id="1019" name="Group 1018">
            <a:extLst>
              <a:ext uri="{FF2B5EF4-FFF2-40B4-BE49-F238E27FC236}">
                <a16:creationId xmlns:a16="http://schemas.microsoft.com/office/drawing/2014/main" id="{06AD108E-D3D9-8666-A645-6FE9A20CB83A}"/>
              </a:ext>
            </a:extLst>
          </p:cNvPr>
          <p:cNvGrpSpPr/>
          <p:nvPr/>
        </p:nvGrpSpPr>
        <p:grpSpPr>
          <a:xfrm rot="5400000">
            <a:off x="7788759" y="4352892"/>
            <a:ext cx="71717" cy="645450"/>
            <a:chOff x="8002934" y="4348496"/>
            <a:chExt cx="71717" cy="645450"/>
          </a:xfrm>
        </p:grpSpPr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1A181389-112D-6661-585E-142A31CE04EB}"/>
                </a:ext>
              </a:extLst>
            </p:cNvPr>
            <p:cNvSpPr/>
            <p:nvPr/>
          </p:nvSpPr>
          <p:spPr>
            <a:xfrm>
              <a:off x="8002934" y="43484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C65D6BF3-FD45-2796-F942-C54CBE98EE58}"/>
                </a:ext>
              </a:extLst>
            </p:cNvPr>
            <p:cNvSpPr/>
            <p:nvPr/>
          </p:nvSpPr>
          <p:spPr>
            <a:xfrm>
              <a:off x="8002934" y="44202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72D32CA4-7211-F630-3157-8C1E15B413E9}"/>
                </a:ext>
              </a:extLst>
            </p:cNvPr>
            <p:cNvSpPr/>
            <p:nvPr/>
          </p:nvSpPr>
          <p:spPr>
            <a:xfrm>
              <a:off x="8002934" y="44919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F5143732-D3BF-186E-6D63-9E8F21B64FAD}"/>
                </a:ext>
              </a:extLst>
            </p:cNvPr>
            <p:cNvSpPr/>
            <p:nvPr/>
          </p:nvSpPr>
          <p:spPr>
            <a:xfrm>
              <a:off x="8002934" y="45636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AAA732AA-CBCF-8825-59C9-30E88476CB38}"/>
                </a:ext>
              </a:extLst>
            </p:cNvPr>
            <p:cNvSpPr/>
            <p:nvPr/>
          </p:nvSpPr>
          <p:spPr>
            <a:xfrm>
              <a:off x="8002934" y="46353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5235BEF4-39F8-F6E6-0297-08CD6854F7A0}"/>
                </a:ext>
              </a:extLst>
            </p:cNvPr>
            <p:cNvSpPr/>
            <p:nvPr/>
          </p:nvSpPr>
          <p:spPr>
            <a:xfrm>
              <a:off x="8002934" y="47070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5" name="Rectangle 744">
              <a:extLst>
                <a:ext uri="{FF2B5EF4-FFF2-40B4-BE49-F238E27FC236}">
                  <a16:creationId xmlns:a16="http://schemas.microsoft.com/office/drawing/2014/main" id="{69636F01-3083-3269-DF95-12D3FACC0EBC}"/>
                </a:ext>
              </a:extLst>
            </p:cNvPr>
            <p:cNvSpPr/>
            <p:nvPr/>
          </p:nvSpPr>
          <p:spPr>
            <a:xfrm>
              <a:off x="8002934" y="47787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1D9495C3-65D2-4F36-7958-738B7131D0B8}"/>
                </a:ext>
              </a:extLst>
            </p:cNvPr>
            <p:cNvSpPr/>
            <p:nvPr/>
          </p:nvSpPr>
          <p:spPr>
            <a:xfrm>
              <a:off x="8002934" y="48505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9" name="Rectangle 748">
              <a:extLst>
                <a:ext uri="{FF2B5EF4-FFF2-40B4-BE49-F238E27FC236}">
                  <a16:creationId xmlns:a16="http://schemas.microsoft.com/office/drawing/2014/main" id="{08E49E36-4EA4-FCC3-4029-CC46E234AF17}"/>
                </a:ext>
              </a:extLst>
            </p:cNvPr>
            <p:cNvSpPr/>
            <p:nvPr/>
          </p:nvSpPr>
          <p:spPr>
            <a:xfrm>
              <a:off x="8002934" y="49222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020" name="Group 1019">
            <a:extLst>
              <a:ext uri="{FF2B5EF4-FFF2-40B4-BE49-F238E27FC236}">
                <a16:creationId xmlns:a16="http://schemas.microsoft.com/office/drawing/2014/main" id="{A0568E2B-9BD8-D280-9A18-0094CCE2D3E4}"/>
              </a:ext>
            </a:extLst>
          </p:cNvPr>
          <p:cNvGrpSpPr/>
          <p:nvPr/>
        </p:nvGrpSpPr>
        <p:grpSpPr>
          <a:xfrm rot="5400000">
            <a:off x="7788759" y="3993320"/>
            <a:ext cx="143434" cy="717167"/>
            <a:chOff x="7859500" y="4276779"/>
            <a:chExt cx="143434" cy="717167"/>
          </a:xfrm>
        </p:grpSpPr>
        <p:sp>
          <p:nvSpPr>
            <p:cNvPr id="756" name="Rectangle 755">
              <a:extLst>
                <a:ext uri="{FF2B5EF4-FFF2-40B4-BE49-F238E27FC236}">
                  <a16:creationId xmlns:a16="http://schemas.microsoft.com/office/drawing/2014/main" id="{3817DF8C-44DF-7B4C-7D0B-EF825471A30E}"/>
                </a:ext>
              </a:extLst>
            </p:cNvPr>
            <p:cNvSpPr/>
            <p:nvPr/>
          </p:nvSpPr>
          <p:spPr>
            <a:xfrm>
              <a:off x="7859500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57" name="Rectangle 756">
              <a:extLst>
                <a:ext uri="{FF2B5EF4-FFF2-40B4-BE49-F238E27FC236}">
                  <a16:creationId xmlns:a16="http://schemas.microsoft.com/office/drawing/2014/main" id="{45AB176A-4375-0584-FB61-F78422ADD51C}"/>
                </a:ext>
              </a:extLst>
            </p:cNvPr>
            <p:cNvSpPr/>
            <p:nvPr/>
          </p:nvSpPr>
          <p:spPr>
            <a:xfrm>
              <a:off x="7931217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9" name="TextBox 728">
            <a:extLst>
              <a:ext uri="{FF2B5EF4-FFF2-40B4-BE49-F238E27FC236}">
                <a16:creationId xmlns:a16="http://schemas.microsoft.com/office/drawing/2014/main" id="{F4998129-92AA-F91A-F057-80A1306317CB}"/>
              </a:ext>
            </a:extLst>
          </p:cNvPr>
          <p:cNvSpPr txBox="1"/>
          <p:nvPr/>
        </p:nvSpPr>
        <p:spPr>
          <a:xfrm>
            <a:off x="861761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F6213150-EAF5-6BFA-D4BE-FB96C2F73092}"/>
              </a:ext>
            </a:extLst>
          </p:cNvPr>
          <p:cNvSpPr txBox="1"/>
          <p:nvPr/>
        </p:nvSpPr>
        <p:spPr>
          <a:xfrm>
            <a:off x="5124439" y="588315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790" name="Plus Sign 789">
            <a:extLst>
              <a:ext uri="{FF2B5EF4-FFF2-40B4-BE49-F238E27FC236}">
                <a16:creationId xmlns:a16="http://schemas.microsoft.com/office/drawing/2014/main" id="{B702BCCE-2376-76B3-C4D2-7975F7420590}"/>
              </a:ext>
            </a:extLst>
          </p:cNvPr>
          <p:cNvSpPr/>
          <p:nvPr/>
        </p:nvSpPr>
        <p:spPr>
          <a:xfrm>
            <a:off x="6705786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1" name="Equals 790">
            <a:extLst>
              <a:ext uri="{FF2B5EF4-FFF2-40B4-BE49-F238E27FC236}">
                <a16:creationId xmlns:a16="http://schemas.microsoft.com/office/drawing/2014/main" id="{93A1BAF3-474E-1514-66C3-41FE45E663D5}"/>
              </a:ext>
            </a:extLst>
          </p:cNvPr>
          <p:cNvSpPr/>
          <p:nvPr/>
        </p:nvSpPr>
        <p:spPr>
          <a:xfrm>
            <a:off x="8279950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53" name="Straight Connector 852">
            <a:extLst>
              <a:ext uri="{FF2B5EF4-FFF2-40B4-BE49-F238E27FC236}">
                <a16:creationId xmlns:a16="http://schemas.microsoft.com/office/drawing/2014/main" id="{2E4B9D52-8868-4EA9-C570-C0C70EC05EBA}"/>
              </a:ext>
            </a:extLst>
          </p:cNvPr>
          <p:cNvCxnSpPr>
            <a:cxnSpLocks/>
          </p:cNvCxnSpPr>
          <p:nvPr/>
        </p:nvCxnSpPr>
        <p:spPr>
          <a:xfrm>
            <a:off x="559501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Oval 854">
            <a:extLst>
              <a:ext uri="{FF2B5EF4-FFF2-40B4-BE49-F238E27FC236}">
                <a16:creationId xmlns:a16="http://schemas.microsoft.com/office/drawing/2014/main" id="{FFB8F380-E4B8-3FB2-E040-6AB117D96454}"/>
              </a:ext>
            </a:extLst>
          </p:cNvPr>
          <p:cNvSpPr/>
          <p:nvPr/>
        </p:nvSpPr>
        <p:spPr>
          <a:xfrm>
            <a:off x="580733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56" name="Picture 855">
            <a:extLst>
              <a:ext uri="{FF2B5EF4-FFF2-40B4-BE49-F238E27FC236}">
                <a16:creationId xmlns:a16="http://schemas.microsoft.com/office/drawing/2014/main" id="{2D3A842D-747B-B077-3456-A3F3A8AB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65999"/>
            <a:ext cx="728704" cy="728704"/>
          </a:xfrm>
          <a:prstGeom prst="rect">
            <a:avLst/>
          </a:prstGeom>
        </p:spPr>
      </p:pic>
      <p:sp>
        <p:nvSpPr>
          <p:cNvPr id="867" name="Rectangle 866">
            <a:extLst>
              <a:ext uri="{FF2B5EF4-FFF2-40B4-BE49-F238E27FC236}">
                <a16:creationId xmlns:a16="http://schemas.microsoft.com/office/drawing/2014/main" id="{BE6AE3CB-AD3D-48F2-AFEA-088D7B52E35D}"/>
              </a:ext>
            </a:extLst>
          </p:cNvPr>
          <p:cNvSpPr/>
          <p:nvPr/>
        </p:nvSpPr>
        <p:spPr>
          <a:xfrm>
            <a:off x="650048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547A61DB-4750-FCFF-73D1-0379CBA144C7}"/>
              </a:ext>
            </a:extLst>
          </p:cNvPr>
          <p:cNvSpPr/>
          <p:nvPr/>
        </p:nvSpPr>
        <p:spPr>
          <a:xfrm>
            <a:off x="642877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9" name="Rectangle 868">
            <a:extLst>
              <a:ext uri="{FF2B5EF4-FFF2-40B4-BE49-F238E27FC236}">
                <a16:creationId xmlns:a16="http://schemas.microsoft.com/office/drawing/2014/main" id="{257E4173-CCBC-BD7A-1266-66C45CDED173}"/>
              </a:ext>
            </a:extLst>
          </p:cNvPr>
          <p:cNvSpPr/>
          <p:nvPr/>
        </p:nvSpPr>
        <p:spPr>
          <a:xfrm>
            <a:off x="650048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23A577FC-C068-900A-C685-5F5AA23F2810}"/>
              </a:ext>
            </a:extLst>
          </p:cNvPr>
          <p:cNvSpPr/>
          <p:nvPr/>
        </p:nvSpPr>
        <p:spPr>
          <a:xfrm>
            <a:off x="642877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E282C72C-9C12-334C-1764-3A5ABA70C4E7}"/>
              </a:ext>
            </a:extLst>
          </p:cNvPr>
          <p:cNvSpPr/>
          <p:nvPr/>
        </p:nvSpPr>
        <p:spPr>
          <a:xfrm>
            <a:off x="650048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EF6EE0CA-43FA-7F64-2CD7-BFCDEBDF7CE4}"/>
              </a:ext>
            </a:extLst>
          </p:cNvPr>
          <p:cNvSpPr/>
          <p:nvPr/>
        </p:nvSpPr>
        <p:spPr>
          <a:xfrm>
            <a:off x="642877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25D1D8A-3673-5E9E-569B-16432A493727}"/>
              </a:ext>
            </a:extLst>
          </p:cNvPr>
          <p:cNvSpPr/>
          <p:nvPr/>
        </p:nvSpPr>
        <p:spPr>
          <a:xfrm>
            <a:off x="650048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F2A5772C-8AFD-8D0E-8CBA-CA14BB26BE2A}"/>
              </a:ext>
            </a:extLst>
          </p:cNvPr>
          <p:cNvSpPr/>
          <p:nvPr/>
        </p:nvSpPr>
        <p:spPr>
          <a:xfrm>
            <a:off x="592675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17C1BD61-160C-C92D-66CD-CF1B40BDFF7F}"/>
              </a:ext>
            </a:extLst>
          </p:cNvPr>
          <p:cNvSpPr/>
          <p:nvPr/>
        </p:nvSpPr>
        <p:spPr>
          <a:xfrm>
            <a:off x="599847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3F9D1221-8FE5-F26D-C865-5BA11D7783F5}"/>
              </a:ext>
            </a:extLst>
          </p:cNvPr>
          <p:cNvSpPr/>
          <p:nvPr/>
        </p:nvSpPr>
        <p:spPr>
          <a:xfrm>
            <a:off x="607018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E7734D1A-67D1-8ACA-2513-BB3131A6FF14}"/>
              </a:ext>
            </a:extLst>
          </p:cNvPr>
          <p:cNvSpPr/>
          <p:nvPr/>
        </p:nvSpPr>
        <p:spPr>
          <a:xfrm>
            <a:off x="61419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D696F4E8-B8CD-DCEF-B69A-61F82FE26B6F}"/>
              </a:ext>
            </a:extLst>
          </p:cNvPr>
          <p:cNvSpPr/>
          <p:nvPr/>
        </p:nvSpPr>
        <p:spPr>
          <a:xfrm>
            <a:off x="62136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33CC33CB-2EE0-F41D-1D1D-ABE5588B6C10}"/>
              </a:ext>
            </a:extLst>
          </p:cNvPr>
          <p:cNvSpPr/>
          <p:nvPr/>
        </p:nvSpPr>
        <p:spPr>
          <a:xfrm>
            <a:off x="657348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1" name="TextBox 880">
            <a:extLst>
              <a:ext uri="{FF2B5EF4-FFF2-40B4-BE49-F238E27FC236}">
                <a16:creationId xmlns:a16="http://schemas.microsoft.com/office/drawing/2014/main" id="{4EE725E9-A906-8E1E-BE93-7EC7AE485AC1}"/>
              </a:ext>
            </a:extLst>
          </p:cNvPr>
          <p:cNvSpPr txBox="1"/>
          <p:nvPr/>
        </p:nvSpPr>
        <p:spPr>
          <a:xfrm>
            <a:off x="5487063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24D69158-F57E-D719-4A03-DE971F74F8FD}"/>
              </a:ext>
            </a:extLst>
          </p:cNvPr>
          <p:cNvCxnSpPr>
            <a:cxnSpLocks/>
          </p:cNvCxnSpPr>
          <p:nvPr/>
        </p:nvCxnSpPr>
        <p:spPr>
          <a:xfrm>
            <a:off x="716917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6" name="Oval 825">
            <a:extLst>
              <a:ext uri="{FF2B5EF4-FFF2-40B4-BE49-F238E27FC236}">
                <a16:creationId xmlns:a16="http://schemas.microsoft.com/office/drawing/2014/main" id="{411000B0-85F5-D2B3-A8FD-7D06864B5ABE}"/>
              </a:ext>
            </a:extLst>
          </p:cNvPr>
          <p:cNvSpPr/>
          <p:nvPr/>
        </p:nvSpPr>
        <p:spPr>
          <a:xfrm>
            <a:off x="738149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7" name="Picture 826">
            <a:extLst>
              <a:ext uri="{FF2B5EF4-FFF2-40B4-BE49-F238E27FC236}">
                <a16:creationId xmlns:a16="http://schemas.microsoft.com/office/drawing/2014/main" id="{F3146743-B9D0-5D7E-92F1-FB1188812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65999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AD9C534B-6FBF-2F8E-78A5-D272AF583DE3}"/>
              </a:ext>
            </a:extLst>
          </p:cNvPr>
          <p:cNvSpPr/>
          <p:nvPr/>
        </p:nvSpPr>
        <p:spPr>
          <a:xfrm>
            <a:off x="757263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7" name="Rectangle 846">
            <a:extLst>
              <a:ext uri="{FF2B5EF4-FFF2-40B4-BE49-F238E27FC236}">
                <a16:creationId xmlns:a16="http://schemas.microsoft.com/office/drawing/2014/main" id="{321C23E2-386C-D72D-9A19-3F88B5635E6F}"/>
              </a:ext>
            </a:extLst>
          </p:cNvPr>
          <p:cNvSpPr/>
          <p:nvPr/>
        </p:nvSpPr>
        <p:spPr>
          <a:xfrm>
            <a:off x="764435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264E09DE-D839-2035-F076-DA04DF4D57EC}"/>
              </a:ext>
            </a:extLst>
          </p:cNvPr>
          <p:cNvSpPr/>
          <p:nvPr/>
        </p:nvSpPr>
        <p:spPr>
          <a:xfrm>
            <a:off x="807524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C419F2E2-86B3-A987-3773-9AF4FD2D6F1A}"/>
              </a:ext>
            </a:extLst>
          </p:cNvPr>
          <p:cNvSpPr/>
          <p:nvPr/>
        </p:nvSpPr>
        <p:spPr>
          <a:xfrm>
            <a:off x="8146962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9A09205F-9949-B406-3E7B-6C57BC132421}"/>
              </a:ext>
            </a:extLst>
          </p:cNvPr>
          <p:cNvSpPr txBox="1"/>
          <p:nvPr/>
        </p:nvSpPr>
        <p:spPr>
          <a:xfrm>
            <a:off x="706122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7AD16B20-FD8B-8136-1D08-10AA7815DFEF}"/>
              </a:ext>
            </a:extLst>
          </p:cNvPr>
          <p:cNvCxnSpPr>
            <a:cxnSpLocks/>
          </p:cNvCxnSpPr>
          <p:nvPr/>
        </p:nvCxnSpPr>
        <p:spPr>
          <a:xfrm>
            <a:off x="872556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7" name="Oval 796">
            <a:extLst>
              <a:ext uri="{FF2B5EF4-FFF2-40B4-BE49-F238E27FC236}">
                <a16:creationId xmlns:a16="http://schemas.microsoft.com/office/drawing/2014/main" id="{233C54FE-18A1-BE19-AB6F-BD15B4BC41A2}"/>
              </a:ext>
            </a:extLst>
          </p:cNvPr>
          <p:cNvSpPr/>
          <p:nvPr/>
        </p:nvSpPr>
        <p:spPr>
          <a:xfrm>
            <a:off x="893788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8" name="Picture 797">
            <a:extLst>
              <a:ext uri="{FF2B5EF4-FFF2-40B4-BE49-F238E27FC236}">
                <a16:creationId xmlns:a16="http://schemas.microsoft.com/office/drawing/2014/main" id="{6C369A33-5621-8CD6-BF98-0C6C6EFD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65999"/>
            <a:ext cx="728704" cy="728704"/>
          </a:xfrm>
          <a:prstGeom prst="rect">
            <a:avLst/>
          </a:prstGeom>
        </p:spPr>
      </p:pic>
      <p:sp>
        <p:nvSpPr>
          <p:cNvPr id="883" name="TextBox 882">
            <a:extLst>
              <a:ext uri="{FF2B5EF4-FFF2-40B4-BE49-F238E27FC236}">
                <a16:creationId xmlns:a16="http://schemas.microsoft.com/office/drawing/2014/main" id="{BC0013E0-5174-FF99-21D1-F11357245537}"/>
              </a:ext>
            </a:extLst>
          </p:cNvPr>
          <p:cNvSpPr txBox="1"/>
          <p:nvPr/>
        </p:nvSpPr>
        <p:spPr>
          <a:xfrm>
            <a:off x="5106005" y="31362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84" name="Plus Sign 883">
            <a:extLst>
              <a:ext uri="{FF2B5EF4-FFF2-40B4-BE49-F238E27FC236}">
                <a16:creationId xmlns:a16="http://schemas.microsoft.com/office/drawing/2014/main" id="{6EB1A61E-6DE0-9D94-DBCC-2E02E4230EC5}"/>
              </a:ext>
            </a:extLst>
          </p:cNvPr>
          <p:cNvSpPr/>
          <p:nvPr/>
        </p:nvSpPr>
        <p:spPr>
          <a:xfrm>
            <a:off x="6705786" y="308262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5" name="Equals 884">
            <a:extLst>
              <a:ext uri="{FF2B5EF4-FFF2-40B4-BE49-F238E27FC236}">
                <a16:creationId xmlns:a16="http://schemas.microsoft.com/office/drawing/2014/main" id="{60F8EC96-425E-0ABA-2588-56200E8725D7}"/>
              </a:ext>
            </a:extLst>
          </p:cNvPr>
          <p:cNvSpPr/>
          <p:nvPr/>
        </p:nvSpPr>
        <p:spPr>
          <a:xfrm>
            <a:off x="8279950" y="25417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47" name="Straight Connector 946">
            <a:extLst>
              <a:ext uri="{FF2B5EF4-FFF2-40B4-BE49-F238E27FC236}">
                <a16:creationId xmlns:a16="http://schemas.microsoft.com/office/drawing/2014/main" id="{5BE5446D-7525-219F-F286-689BC505D219}"/>
              </a:ext>
            </a:extLst>
          </p:cNvPr>
          <p:cNvCxnSpPr>
            <a:cxnSpLocks/>
          </p:cNvCxnSpPr>
          <p:nvPr/>
        </p:nvCxnSpPr>
        <p:spPr>
          <a:xfrm>
            <a:off x="559501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9" name="Oval 948">
            <a:extLst>
              <a:ext uri="{FF2B5EF4-FFF2-40B4-BE49-F238E27FC236}">
                <a16:creationId xmlns:a16="http://schemas.microsoft.com/office/drawing/2014/main" id="{2CEFD95F-C0DE-FB2D-B675-4CFC15DA4A69}"/>
              </a:ext>
            </a:extLst>
          </p:cNvPr>
          <p:cNvSpPr/>
          <p:nvPr/>
        </p:nvSpPr>
        <p:spPr>
          <a:xfrm>
            <a:off x="580733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50" name="Picture 949">
            <a:extLst>
              <a:ext uri="{FF2B5EF4-FFF2-40B4-BE49-F238E27FC236}">
                <a16:creationId xmlns:a16="http://schemas.microsoft.com/office/drawing/2014/main" id="{360D154D-2A8E-6D06-5DC8-63B8C4DEA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96471"/>
            <a:ext cx="728704" cy="728704"/>
          </a:xfrm>
          <a:prstGeom prst="rect">
            <a:avLst/>
          </a:prstGeom>
        </p:spPr>
      </p:pic>
      <p:sp>
        <p:nvSpPr>
          <p:cNvPr id="955" name="Rectangle 954">
            <a:extLst>
              <a:ext uri="{FF2B5EF4-FFF2-40B4-BE49-F238E27FC236}">
                <a16:creationId xmlns:a16="http://schemas.microsoft.com/office/drawing/2014/main" id="{E544A8B1-07AD-BB2D-5065-F84BFD19DD67}"/>
              </a:ext>
            </a:extLst>
          </p:cNvPr>
          <p:cNvSpPr/>
          <p:nvPr/>
        </p:nvSpPr>
        <p:spPr>
          <a:xfrm>
            <a:off x="5928980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3092D8FE-B2EF-45A2-874F-08DA08A76608}"/>
              </a:ext>
            </a:extLst>
          </p:cNvPr>
          <p:cNvSpPr/>
          <p:nvPr/>
        </p:nvSpPr>
        <p:spPr>
          <a:xfrm>
            <a:off x="5928980" y="38649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E54D700-F068-FBBC-D760-E1E42ABA8D1F}"/>
              </a:ext>
            </a:extLst>
          </p:cNvPr>
          <p:cNvSpPr/>
          <p:nvPr/>
        </p:nvSpPr>
        <p:spPr>
          <a:xfrm>
            <a:off x="5928980" y="45821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75B4A3A-9D2D-8A8F-7E79-4A3058E39515}"/>
              </a:ext>
            </a:extLst>
          </p:cNvPr>
          <p:cNvSpPr/>
          <p:nvPr/>
        </p:nvSpPr>
        <p:spPr>
          <a:xfrm>
            <a:off x="5928980" y="5299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6EDCDDE6-AF1C-C6A7-D326-9EF0C5F573AC}"/>
              </a:ext>
            </a:extLst>
          </p:cNvPr>
          <p:cNvSpPr/>
          <p:nvPr/>
        </p:nvSpPr>
        <p:spPr>
          <a:xfrm>
            <a:off x="5928980" y="6016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8D218554-FE29-544E-81A1-5018F5CE25BB}"/>
              </a:ext>
            </a:extLst>
          </p:cNvPr>
          <p:cNvSpPr/>
          <p:nvPr/>
        </p:nvSpPr>
        <p:spPr>
          <a:xfrm>
            <a:off x="5928980" y="6733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D2F7F7D6-0BEE-4174-B061-395DEE1E7734}"/>
              </a:ext>
            </a:extLst>
          </p:cNvPr>
          <p:cNvSpPr/>
          <p:nvPr/>
        </p:nvSpPr>
        <p:spPr>
          <a:xfrm>
            <a:off x="5928980" y="7450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62FF68C8-4F0E-8364-B8A8-2261EDE872ED}"/>
              </a:ext>
            </a:extLst>
          </p:cNvPr>
          <p:cNvSpPr txBox="1"/>
          <p:nvPr/>
        </p:nvSpPr>
        <p:spPr>
          <a:xfrm>
            <a:off x="548706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8" name="Straight Connector 917">
            <a:extLst>
              <a:ext uri="{FF2B5EF4-FFF2-40B4-BE49-F238E27FC236}">
                <a16:creationId xmlns:a16="http://schemas.microsoft.com/office/drawing/2014/main" id="{4052F827-8268-66AF-7F01-BE27A8894695}"/>
              </a:ext>
            </a:extLst>
          </p:cNvPr>
          <p:cNvCxnSpPr>
            <a:cxnSpLocks/>
          </p:cNvCxnSpPr>
          <p:nvPr/>
        </p:nvCxnSpPr>
        <p:spPr>
          <a:xfrm>
            <a:off x="7169178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0" name="Oval 919">
            <a:extLst>
              <a:ext uri="{FF2B5EF4-FFF2-40B4-BE49-F238E27FC236}">
                <a16:creationId xmlns:a16="http://schemas.microsoft.com/office/drawing/2014/main" id="{052BE690-9047-B386-3F17-EEEE3C249A55}"/>
              </a:ext>
            </a:extLst>
          </p:cNvPr>
          <p:cNvSpPr/>
          <p:nvPr/>
        </p:nvSpPr>
        <p:spPr>
          <a:xfrm>
            <a:off x="7381498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21" name="Picture 920">
            <a:extLst>
              <a:ext uri="{FF2B5EF4-FFF2-40B4-BE49-F238E27FC236}">
                <a16:creationId xmlns:a16="http://schemas.microsoft.com/office/drawing/2014/main" id="{F5E30BD2-118C-D43F-3367-D1774368D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96471"/>
            <a:ext cx="728704" cy="728704"/>
          </a:xfrm>
          <a:prstGeom prst="rect">
            <a:avLst/>
          </a:prstGeom>
        </p:spPr>
      </p:pic>
      <p:sp>
        <p:nvSpPr>
          <p:cNvPr id="922" name="Rectangle 921">
            <a:extLst>
              <a:ext uri="{FF2B5EF4-FFF2-40B4-BE49-F238E27FC236}">
                <a16:creationId xmlns:a16="http://schemas.microsoft.com/office/drawing/2014/main" id="{A3D0655F-AF26-E77E-0534-E67E797997C2}"/>
              </a:ext>
            </a:extLst>
          </p:cNvPr>
          <p:cNvSpPr/>
          <p:nvPr/>
        </p:nvSpPr>
        <p:spPr>
          <a:xfrm>
            <a:off x="7504625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6F90CDF9-184A-C5EF-FC55-7DF38EC8FBBD}"/>
              </a:ext>
            </a:extLst>
          </p:cNvPr>
          <p:cNvSpPr/>
          <p:nvPr/>
        </p:nvSpPr>
        <p:spPr>
          <a:xfrm>
            <a:off x="7504625" y="1713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C5B70726-B769-9A37-A572-CC0DC6E443CB}"/>
              </a:ext>
            </a:extLst>
          </p:cNvPr>
          <p:cNvSpPr/>
          <p:nvPr/>
        </p:nvSpPr>
        <p:spPr>
          <a:xfrm>
            <a:off x="7504625" y="2430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4E454E98-AEA0-588F-0FDF-CCBCF3EA6DAE}"/>
              </a:ext>
            </a:extLst>
          </p:cNvPr>
          <p:cNvSpPr/>
          <p:nvPr/>
        </p:nvSpPr>
        <p:spPr>
          <a:xfrm>
            <a:off x="7504625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B8E5AAEB-1EFD-C940-B159-D0FCBE7BCB77}"/>
              </a:ext>
            </a:extLst>
          </p:cNvPr>
          <p:cNvSpPr txBox="1"/>
          <p:nvPr/>
        </p:nvSpPr>
        <p:spPr>
          <a:xfrm>
            <a:off x="7061227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2ADBFC8-3CC7-7E70-2706-BD167170CA71}"/>
              </a:ext>
            </a:extLst>
          </p:cNvPr>
          <p:cNvCxnSpPr>
            <a:cxnSpLocks/>
          </p:cNvCxnSpPr>
          <p:nvPr/>
        </p:nvCxnSpPr>
        <p:spPr>
          <a:xfrm>
            <a:off x="872556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1" name="Oval 890">
            <a:extLst>
              <a:ext uri="{FF2B5EF4-FFF2-40B4-BE49-F238E27FC236}">
                <a16:creationId xmlns:a16="http://schemas.microsoft.com/office/drawing/2014/main" id="{888E9458-E8AB-DEC1-2B5E-D8AA3283D306}"/>
              </a:ext>
            </a:extLst>
          </p:cNvPr>
          <p:cNvSpPr/>
          <p:nvPr/>
        </p:nvSpPr>
        <p:spPr>
          <a:xfrm>
            <a:off x="893788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92" name="Picture 891">
            <a:extLst>
              <a:ext uri="{FF2B5EF4-FFF2-40B4-BE49-F238E27FC236}">
                <a16:creationId xmlns:a16="http://schemas.microsoft.com/office/drawing/2014/main" id="{5B65D250-7741-236C-4CB8-D109B05F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96471"/>
            <a:ext cx="728704" cy="728704"/>
          </a:xfrm>
          <a:prstGeom prst="rect">
            <a:avLst/>
          </a:prstGeom>
        </p:spPr>
      </p:pic>
      <p:sp>
        <p:nvSpPr>
          <p:cNvPr id="917" name="TextBox 916">
            <a:extLst>
              <a:ext uri="{FF2B5EF4-FFF2-40B4-BE49-F238E27FC236}">
                <a16:creationId xmlns:a16="http://schemas.microsoft.com/office/drawing/2014/main" id="{4B128C04-D144-E21B-6F4F-3E64D134DD3D}"/>
              </a:ext>
            </a:extLst>
          </p:cNvPr>
          <p:cNvSpPr txBox="1"/>
          <p:nvPr/>
        </p:nvSpPr>
        <p:spPr>
          <a:xfrm>
            <a:off x="861761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0,14</a:t>
            </a: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3722741B-CAD4-687C-5144-FFBC01F1E436}"/>
              </a:ext>
            </a:extLst>
          </p:cNvPr>
          <p:cNvSpPr/>
          <p:nvPr/>
        </p:nvSpPr>
        <p:spPr>
          <a:xfrm>
            <a:off x="919133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988" name="Group 987">
            <a:extLst>
              <a:ext uri="{FF2B5EF4-FFF2-40B4-BE49-F238E27FC236}">
                <a16:creationId xmlns:a16="http://schemas.microsoft.com/office/drawing/2014/main" id="{0E70C72C-0E16-F253-1161-BE6E16440CEF}"/>
              </a:ext>
            </a:extLst>
          </p:cNvPr>
          <p:cNvGrpSpPr/>
          <p:nvPr/>
        </p:nvGrpSpPr>
        <p:grpSpPr>
          <a:xfrm rot="5400000">
            <a:off x="7644012" y="1349140"/>
            <a:ext cx="71717" cy="358583"/>
            <a:chOff x="6220024" y="1644415"/>
            <a:chExt cx="71717" cy="358583"/>
          </a:xfrm>
        </p:grpSpPr>
        <p:sp>
          <p:nvSpPr>
            <p:cNvPr id="983" name="Rectangle 982">
              <a:extLst>
                <a:ext uri="{FF2B5EF4-FFF2-40B4-BE49-F238E27FC236}">
                  <a16:creationId xmlns:a16="http://schemas.microsoft.com/office/drawing/2014/main" id="{5A83CF06-CF69-D975-C452-CB3FF7D423F8}"/>
                </a:ext>
              </a:extLst>
            </p:cNvPr>
            <p:cNvSpPr/>
            <p:nvPr/>
          </p:nvSpPr>
          <p:spPr>
            <a:xfrm>
              <a:off x="6220024" y="164441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4" name="Rectangle 983">
              <a:extLst>
                <a:ext uri="{FF2B5EF4-FFF2-40B4-BE49-F238E27FC236}">
                  <a16:creationId xmlns:a16="http://schemas.microsoft.com/office/drawing/2014/main" id="{7D6BD2F4-BDA5-ECFC-9A51-7796D646CFF1}"/>
                </a:ext>
              </a:extLst>
            </p:cNvPr>
            <p:cNvSpPr/>
            <p:nvPr/>
          </p:nvSpPr>
          <p:spPr>
            <a:xfrm>
              <a:off x="6220024" y="171613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5" name="Rectangle 984">
              <a:extLst>
                <a:ext uri="{FF2B5EF4-FFF2-40B4-BE49-F238E27FC236}">
                  <a16:creationId xmlns:a16="http://schemas.microsoft.com/office/drawing/2014/main" id="{96911777-F72B-FD53-A70A-C31F789F8FFA}"/>
                </a:ext>
              </a:extLst>
            </p:cNvPr>
            <p:cNvSpPr/>
            <p:nvPr/>
          </p:nvSpPr>
          <p:spPr>
            <a:xfrm>
              <a:off x="6220024" y="1787848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35799C5-D429-69A5-13B6-33141DE43B10}"/>
                </a:ext>
              </a:extLst>
            </p:cNvPr>
            <p:cNvSpPr/>
            <p:nvPr/>
          </p:nvSpPr>
          <p:spPr>
            <a:xfrm>
              <a:off x="6220024" y="185956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DAAA7C47-1743-58BB-0CC3-9DAA447FA3B6}"/>
                </a:ext>
              </a:extLst>
            </p:cNvPr>
            <p:cNvSpPr/>
            <p:nvPr/>
          </p:nvSpPr>
          <p:spPr>
            <a:xfrm>
              <a:off x="6220024" y="1931281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989" name="Rectangle 988">
            <a:extLst>
              <a:ext uri="{FF2B5EF4-FFF2-40B4-BE49-F238E27FC236}">
                <a16:creationId xmlns:a16="http://schemas.microsoft.com/office/drawing/2014/main" id="{3DD2FCE0-F809-0061-A3BC-67A24484F898}"/>
              </a:ext>
            </a:extLst>
          </p:cNvPr>
          <p:cNvSpPr/>
          <p:nvPr/>
        </p:nvSpPr>
        <p:spPr>
          <a:xfrm>
            <a:off x="60699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4E76AB82-548D-577A-D605-76456C02F696}"/>
              </a:ext>
            </a:extLst>
          </p:cNvPr>
          <p:cNvSpPr/>
          <p:nvPr/>
        </p:nvSpPr>
        <p:spPr>
          <a:xfrm>
            <a:off x="60699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79A09811-80A4-3072-AF1C-AE147D0AE46C}"/>
              </a:ext>
            </a:extLst>
          </p:cNvPr>
          <p:cNvSpPr/>
          <p:nvPr/>
        </p:nvSpPr>
        <p:spPr>
          <a:xfrm>
            <a:off x="60699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6D20B57C-8367-99FD-2DAA-30116F4ACA7B}"/>
              </a:ext>
            </a:extLst>
          </p:cNvPr>
          <p:cNvSpPr/>
          <p:nvPr/>
        </p:nvSpPr>
        <p:spPr>
          <a:xfrm>
            <a:off x="60699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9B3D8E4E-0750-750D-74C8-B0E724FFFE36}"/>
              </a:ext>
            </a:extLst>
          </p:cNvPr>
          <p:cNvSpPr/>
          <p:nvPr/>
        </p:nvSpPr>
        <p:spPr>
          <a:xfrm>
            <a:off x="60699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0DC70938-E568-350B-F9B7-6D848961611C}"/>
              </a:ext>
            </a:extLst>
          </p:cNvPr>
          <p:cNvSpPr/>
          <p:nvPr/>
        </p:nvSpPr>
        <p:spPr>
          <a:xfrm>
            <a:off x="60699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1C9D1692-FE1E-9038-6B9C-DB0436A011CB}"/>
              </a:ext>
            </a:extLst>
          </p:cNvPr>
          <p:cNvSpPr/>
          <p:nvPr/>
        </p:nvSpPr>
        <p:spPr>
          <a:xfrm>
            <a:off x="60699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288B23A3-9A35-AE11-E2DC-A3E18C14E966}"/>
              </a:ext>
            </a:extLst>
          </p:cNvPr>
          <p:cNvSpPr/>
          <p:nvPr/>
        </p:nvSpPr>
        <p:spPr>
          <a:xfrm>
            <a:off x="60699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1A71E0A-4A82-C8FF-B4E6-D0B113F87164}"/>
              </a:ext>
            </a:extLst>
          </p:cNvPr>
          <p:cNvSpPr/>
          <p:nvPr/>
        </p:nvSpPr>
        <p:spPr>
          <a:xfrm>
            <a:off x="60699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8C85C1FA-14E0-C7E8-4538-D91E4CCC3B9B}"/>
              </a:ext>
            </a:extLst>
          </p:cNvPr>
          <p:cNvSpPr/>
          <p:nvPr/>
        </p:nvSpPr>
        <p:spPr>
          <a:xfrm>
            <a:off x="60699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36D7646-BA23-36F9-C22A-49CACC95FEDA}"/>
              </a:ext>
            </a:extLst>
          </p:cNvPr>
          <p:cNvSpPr/>
          <p:nvPr/>
        </p:nvSpPr>
        <p:spPr>
          <a:xfrm>
            <a:off x="60001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76EAE160-CE8F-FEBD-43A4-831768A6E955}"/>
              </a:ext>
            </a:extLst>
          </p:cNvPr>
          <p:cNvSpPr/>
          <p:nvPr/>
        </p:nvSpPr>
        <p:spPr>
          <a:xfrm>
            <a:off x="60001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7AF421EE-EDE6-02F4-36F4-EAE7B7B17F71}"/>
              </a:ext>
            </a:extLst>
          </p:cNvPr>
          <p:cNvSpPr/>
          <p:nvPr/>
        </p:nvSpPr>
        <p:spPr>
          <a:xfrm>
            <a:off x="60001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45F99D21-F337-2786-59B6-BCFBFC347AA6}"/>
              </a:ext>
            </a:extLst>
          </p:cNvPr>
          <p:cNvSpPr/>
          <p:nvPr/>
        </p:nvSpPr>
        <p:spPr>
          <a:xfrm>
            <a:off x="60001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108AEA7B-C445-34CA-CE28-C3139A933491}"/>
              </a:ext>
            </a:extLst>
          </p:cNvPr>
          <p:cNvSpPr/>
          <p:nvPr/>
        </p:nvSpPr>
        <p:spPr>
          <a:xfrm>
            <a:off x="60001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DDACA628-9B2A-4BA6-FC51-01F8C6F1E529}"/>
              </a:ext>
            </a:extLst>
          </p:cNvPr>
          <p:cNvSpPr/>
          <p:nvPr/>
        </p:nvSpPr>
        <p:spPr>
          <a:xfrm>
            <a:off x="60001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CB1B62BD-C898-12BA-404C-3F4C18EB635A}"/>
              </a:ext>
            </a:extLst>
          </p:cNvPr>
          <p:cNvSpPr/>
          <p:nvPr/>
        </p:nvSpPr>
        <p:spPr>
          <a:xfrm>
            <a:off x="60001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B3446A-686B-C330-1227-00594CC92C2D}"/>
              </a:ext>
            </a:extLst>
          </p:cNvPr>
          <p:cNvSpPr/>
          <p:nvPr/>
        </p:nvSpPr>
        <p:spPr>
          <a:xfrm>
            <a:off x="60001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C9266342-C885-F3FC-942C-816123EACB36}"/>
              </a:ext>
            </a:extLst>
          </p:cNvPr>
          <p:cNvSpPr/>
          <p:nvPr/>
        </p:nvSpPr>
        <p:spPr>
          <a:xfrm>
            <a:off x="60001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91490BF5-49DD-F184-BC88-BC1A51795846}"/>
              </a:ext>
            </a:extLst>
          </p:cNvPr>
          <p:cNvSpPr/>
          <p:nvPr/>
        </p:nvSpPr>
        <p:spPr>
          <a:xfrm>
            <a:off x="60001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27C93962-714A-992A-1EAE-B02E94F4DACC}"/>
              </a:ext>
            </a:extLst>
          </p:cNvPr>
          <p:cNvSpPr/>
          <p:nvPr/>
        </p:nvSpPr>
        <p:spPr>
          <a:xfrm>
            <a:off x="59302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AC4C201B-DB8C-5030-C2D5-7BBA705BFE89}"/>
              </a:ext>
            </a:extLst>
          </p:cNvPr>
          <p:cNvSpPr/>
          <p:nvPr/>
        </p:nvSpPr>
        <p:spPr>
          <a:xfrm>
            <a:off x="59302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927EAB33-7304-BACD-42EE-78FC74D6542F}"/>
              </a:ext>
            </a:extLst>
          </p:cNvPr>
          <p:cNvSpPr/>
          <p:nvPr/>
        </p:nvSpPr>
        <p:spPr>
          <a:xfrm>
            <a:off x="59302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E7E24609-67E4-FD44-C729-6B4FEAC82161}"/>
              </a:ext>
            </a:extLst>
          </p:cNvPr>
          <p:cNvSpPr/>
          <p:nvPr/>
        </p:nvSpPr>
        <p:spPr>
          <a:xfrm>
            <a:off x="59302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4AECAC49-5B34-1ECD-5D3F-00255BD242E0}"/>
              </a:ext>
            </a:extLst>
          </p:cNvPr>
          <p:cNvSpPr/>
          <p:nvPr/>
        </p:nvSpPr>
        <p:spPr>
          <a:xfrm>
            <a:off x="59302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69D70EFB-A621-4A4D-381A-A090CD346E1A}"/>
              </a:ext>
            </a:extLst>
          </p:cNvPr>
          <p:cNvSpPr/>
          <p:nvPr/>
        </p:nvSpPr>
        <p:spPr>
          <a:xfrm>
            <a:off x="59302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DB135515-A8DF-B7F2-6451-607F48222CAF}"/>
              </a:ext>
            </a:extLst>
          </p:cNvPr>
          <p:cNvSpPr/>
          <p:nvPr/>
        </p:nvSpPr>
        <p:spPr>
          <a:xfrm>
            <a:off x="59302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BD1C74D8-2F29-D89C-D4BC-2C4FB2F9E7D7}"/>
              </a:ext>
            </a:extLst>
          </p:cNvPr>
          <p:cNvSpPr/>
          <p:nvPr/>
        </p:nvSpPr>
        <p:spPr>
          <a:xfrm>
            <a:off x="59302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1B17F388-D356-7690-B8AC-4DBC569B211F}"/>
              </a:ext>
            </a:extLst>
          </p:cNvPr>
          <p:cNvSpPr/>
          <p:nvPr/>
        </p:nvSpPr>
        <p:spPr>
          <a:xfrm>
            <a:off x="59302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C47BAF79-7F28-295E-C4B9-39BE600CC50B}"/>
              </a:ext>
            </a:extLst>
          </p:cNvPr>
          <p:cNvSpPr/>
          <p:nvPr/>
        </p:nvSpPr>
        <p:spPr>
          <a:xfrm>
            <a:off x="59302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B413F83-E1AD-6952-51F2-C933AA186918}"/>
              </a:ext>
            </a:extLst>
          </p:cNvPr>
          <p:cNvGrpSpPr/>
          <p:nvPr/>
        </p:nvGrpSpPr>
        <p:grpSpPr>
          <a:xfrm rot="5400000">
            <a:off x="7824617" y="4390752"/>
            <a:ext cx="71717" cy="717167"/>
            <a:chOff x="6292245" y="4429179"/>
            <a:chExt cx="71717" cy="717167"/>
          </a:xfrm>
        </p:grpSpPr>
        <p:sp>
          <p:nvSpPr>
            <p:cNvPr id="1021" name="Rectangle 1020">
              <a:extLst>
                <a:ext uri="{FF2B5EF4-FFF2-40B4-BE49-F238E27FC236}">
                  <a16:creationId xmlns:a16="http://schemas.microsoft.com/office/drawing/2014/main" id="{F1754B33-D0B5-22B0-3B8A-271CDD909FDA}"/>
                </a:ext>
              </a:extLst>
            </p:cNvPr>
            <p:cNvSpPr/>
            <p:nvPr/>
          </p:nvSpPr>
          <p:spPr>
            <a:xfrm>
              <a:off x="6292245" y="44291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2" name="Rectangle 1021">
              <a:extLst>
                <a:ext uri="{FF2B5EF4-FFF2-40B4-BE49-F238E27FC236}">
                  <a16:creationId xmlns:a16="http://schemas.microsoft.com/office/drawing/2014/main" id="{A7D91850-86AE-E941-15D1-2BEE6393C5F7}"/>
                </a:ext>
              </a:extLst>
            </p:cNvPr>
            <p:cNvSpPr/>
            <p:nvPr/>
          </p:nvSpPr>
          <p:spPr>
            <a:xfrm>
              <a:off x="6292245" y="45008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3" name="Rectangle 1022">
              <a:extLst>
                <a:ext uri="{FF2B5EF4-FFF2-40B4-BE49-F238E27FC236}">
                  <a16:creationId xmlns:a16="http://schemas.microsoft.com/office/drawing/2014/main" id="{F112188F-886D-A0A5-F3A8-5E6A4EDF9480}"/>
                </a:ext>
              </a:extLst>
            </p:cNvPr>
            <p:cNvSpPr/>
            <p:nvPr/>
          </p:nvSpPr>
          <p:spPr>
            <a:xfrm>
              <a:off x="6292245" y="45726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41A5B146-6632-3BD9-3523-F52CE1435C73}"/>
                </a:ext>
              </a:extLst>
            </p:cNvPr>
            <p:cNvSpPr/>
            <p:nvPr/>
          </p:nvSpPr>
          <p:spPr>
            <a:xfrm>
              <a:off x="6292245" y="46443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4717FFBD-2CAE-6C67-DBEF-B8F92D1D4E33}"/>
                </a:ext>
              </a:extLst>
            </p:cNvPr>
            <p:cNvSpPr/>
            <p:nvPr/>
          </p:nvSpPr>
          <p:spPr>
            <a:xfrm>
              <a:off x="6292245" y="47160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80A7287E-CBE2-4D4D-B925-076EF1D63AC1}"/>
                </a:ext>
              </a:extLst>
            </p:cNvPr>
            <p:cNvSpPr/>
            <p:nvPr/>
          </p:nvSpPr>
          <p:spPr>
            <a:xfrm>
              <a:off x="6292245" y="47877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3A4BDBC8-84E4-FCD7-2956-45622E31F806}"/>
                </a:ext>
              </a:extLst>
            </p:cNvPr>
            <p:cNvSpPr/>
            <p:nvPr/>
          </p:nvSpPr>
          <p:spPr>
            <a:xfrm>
              <a:off x="6292245" y="48594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48F6D5CE-2C40-23CD-75DE-37E36999139A}"/>
                </a:ext>
              </a:extLst>
            </p:cNvPr>
            <p:cNvSpPr/>
            <p:nvPr/>
          </p:nvSpPr>
          <p:spPr>
            <a:xfrm>
              <a:off x="6292245" y="49311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D140116-D68C-9446-226D-9A93CEC71D3D}"/>
                </a:ext>
              </a:extLst>
            </p:cNvPr>
            <p:cNvSpPr/>
            <p:nvPr/>
          </p:nvSpPr>
          <p:spPr>
            <a:xfrm>
              <a:off x="6292245" y="50029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30" name="Rectangle 1029">
              <a:extLst>
                <a:ext uri="{FF2B5EF4-FFF2-40B4-BE49-F238E27FC236}">
                  <a16:creationId xmlns:a16="http://schemas.microsoft.com/office/drawing/2014/main" id="{315C3279-4E92-D345-4A93-F63A11261EF3}"/>
                </a:ext>
              </a:extLst>
            </p:cNvPr>
            <p:cNvSpPr/>
            <p:nvPr/>
          </p:nvSpPr>
          <p:spPr>
            <a:xfrm>
              <a:off x="6292245" y="50746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3D847EF-E88A-2E1F-55C7-CAD575115B8A}"/>
              </a:ext>
            </a:extLst>
          </p:cNvPr>
          <p:cNvSpPr/>
          <p:nvPr/>
        </p:nvSpPr>
        <p:spPr>
          <a:xfrm>
            <a:off x="7786240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AF3146-2DCA-848E-2DE3-8190EA024221}"/>
              </a:ext>
            </a:extLst>
          </p:cNvPr>
          <p:cNvSpPr/>
          <p:nvPr/>
        </p:nvSpPr>
        <p:spPr>
          <a:xfrm>
            <a:off x="785795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0A9E320-F1EE-7276-A9DF-1AA0F1DD856F}"/>
              </a:ext>
            </a:extLst>
          </p:cNvPr>
          <p:cNvSpPr/>
          <p:nvPr/>
        </p:nvSpPr>
        <p:spPr>
          <a:xfrm>
            <a:off x="778624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75C986F2-1FC9-373B-9EE1-C99681A5E3C4}"/>
              </a:ext>
            </a:extLst>
          </p:cNvPr>
          <p:cNvSpPr/>
          <p:nvPr/>
        </p:nvSpPr>
        <p:spPr>
          <a:xfrm>
            <a:off x="785795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EAC88E71-2ABD-F371-5899-0DD87F293E23}"/>
              </a:ext>
            </a:extLst>
          </p:cNvPr>
          <p:cNvSpPr/>
          <p:nvPr/>
        </p:nvSpPr>
        <p:spPr>
          <a:xfrm>
            <a:off x="778624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143915A-2BCF-6896-BABB-ABC0C7FD2172}"/>
              </a:ext>
            </a:extLst>
          </p:cNvPr>
          <p:cNvSpPr/>
          <p:nvPr/>
        </p:nvSpPr>
        <p:spPr>
          <a:xfrm>
            <a:off x="785795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9FE35689-A352-EA0B-D2E8-259C0241C062}"/>
              </a:ext>
            </a:extLst>
          </p:cNvPr>
          <p:cNvSpPr/>
          <p:nvPr/>
        </p:nvSpPr>
        <p:spPr>
          <a:xfrm>
            <a:off x="778624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BA2737F7-BEE7-9340-A77D-6B360E324BC6}"/>
              </a:ext>
            </a:extLst>
          </p:cNvPr>
          <p:cNvSpPr/>
          <p:nvPr/>
        </p:nvSpPr>
        <p:spPr>
          <a:xfrm>
            <a:off x="785795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84767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2615984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624505" y="-4906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35" name="Plus Sign 34">
            <a:extLst>
              <a:ext uri="{FF2B5EF4-FFF2-40B4-BE49-F238E27FC236}">
                <a16:creationId xmlns:a16="http://schemas.microsoft.com/office/drawing/2014/main" id="{72C218F8-CA44-3F92-2AB1-E426B5CD9F0E}"/>
              </a:ext>
            </a:extLst>
          </p:cNvPr>
          <p:cNvSpPr/>
          <p:nvPr/>
        </p:nvSpPr>
        <p:spPr>
          <a:xfrm>
            <a:off x="1626710" y="97328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57A53C04-DF89-EA1F-6C5E-F4EF45D2B856}"/>
              </a:ext>
            </a:extLst>
          </p:cNvPr>
          <p:cNvSpPr/>
          <p:nvPr/>
        </p:nvSpPr>
        <p:spPr>
          <a:xfrm>
            <a:off x="249355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06632BD-79E9-10C8-1ED7-D8CF7832BA99}"/>
              </a:ext>
            </a:extLst>
          </p:cNvPr>
          <p:cNvSpPr/>
          <p:nvPr/>
        </p:nvSpPr>
        <p:spPr>
          <a:xfrm>
            <a:off x="256527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5708577-FC53-E835-7995-5F5AA3FC1B92}"/>
              </a:ext>
            </a:extLst>
          </p:cNvPr>
          <p:cNvSpPr/>
          <p:nvPr/>
        </p:nvSpPr>
        <p:spPr>
          <a:xfrm>
            <a:off x="263699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3814ED61-E52B-94D8-C970-092F51E3F6F0}"/>
              </a:ext>
            </a:extLst>
          </p:cNvPr>
          <p:cNvSpPr/>
          <p:nvPr/>
        </p:nvSpPr>
        <p:spPr>
          <a:xfrm>
            <a:off x="270870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947396C7-61F0-2435-B872-06F30278CCD6}"/>
              </a:ext>
            </a:extLst>
          </p:cNvPr>
          <p:cNvSpPr/>
          <p:nvPr/>
        </p:nvSpPr>
        <p:spPr>
          <a:xfrm>
            <a:off x="41933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754149DE-7859-C0D8-E542-5D043B2D92D7}"/>
              </a:ext>
            </a:extLst>
          </p:cNvPr>
          <p:cNvSpPr/>
          <p:nvPr/>
        </p:nvSpPr>
        <p:spPr>
          <a:xfrm>
            <a:off x="42650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079577C-1CDB-1D96-5258-C8D3CE1DE385}"/>
              </a:ext>
            </a:extLst>
          </p:cNvPr>
          <p:cNvSpPr/>
          <p:nvPr/>
        </p:nvSpPr>
        <p:spPr>
          <a:xfrm>
            <a:off x="43368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6F29B96D-3B21-A263-8A04-FA6FCAF49164}"/>
              </a:ext>
            </a:extLst>
          </p:cNvPr>
          <p:cNvSpPr/>
          <p:nvPr/>
        </p:nvSpPr>
        <p:spPr>
          <a:xfrm>
            <a:off x="44085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6" name="Plus Sign 225">
            <a:extLst>
              <a:ext uri="{FF2B5EF4-FFF2-40B4-BE49-F238E27FC236}">
                <a16:creationId xmlns:a16="http://schemas.microsoft.com/office/drawing/2014/main" id="{EEFE84CE-EE0F-AC58-E25D-F59CAC6EFBD1}"/>
              </a:ext>
            </a:extLst>
          </p:cNvPr>
          <p:cNvSpPr/>
          <p:nvPr/>
        </p:nvSpPr>
        <p:spPr>
          <a:xfrm>
            <a:off x="1626710" y="2608117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91913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DEB3D1E-571B-51AB-0C8E-6664C15FAD5A}"/>
              </a:ext>
            </a:extLst>
          </p:cNvPr>
          <p:cNvSpPr/>
          <p:nvPr/>
        </p:nvSpPr>
        <p:spPr>
          <a:xfrm>
            <a:off x="919133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0A9E9B0A-8DEA-B55C-6FB2-31CDDDAA6B3B}"/>
              </a:ext>
            </a:extLst>
          </p:cNvPr>
          <p:cNvSpPr/>
          <p:nvPr/>
        </p:nvSpPr>
        <p:spPr>
          <a:xfrm>
            <a:off x="919133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0,34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1975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A2DD77BA-1775-5728-86D2-910A7DA0F3C5}"/>
              </a:ext>
            </a:extLst>
          </p:cNvPr>
          <p:cNvSpPr/>
          <p:nvPr/>
        </p:nvSpPr>
        <p:spPr>
          <a:xfrm>
            <a:off x="4197542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9BE4D82F-D8C0-956A-6AA1-363395D963B8}"/>
              </a:ext>
            </a:extLst>
          </p:cNvPr>
          <p:cNvSpPr/>
          <p:nvPr/>
        </p:nvSpPr>
        <p:spPr>
          <a:xfrm>
            <a:off x="4197542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4819E4C-ADF1-88FF-375A-D96A8EE77B56}"/>
              </a:ext>
            </a:extLst>
          </p:cNvPr>
          <p:cNvSpPr/>
          <p:nvPr/>
        </p:nvSpPr>
        <p:spPr>
          <a:xfrm>
            <a:off x="4049944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13FF467-426F-88B3-9924-F9126D7DACFC}"/>
              </a:ext>
            </a:extLst>
          </p:cNvPr>
          <p:cNvSpPr/>
          <p:nvPr/>
        </p:nvSpPr>
        <p:spPr>
          <a:xfrm>
            <a:off x="4121660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0" name="Plus Sign 319">
            <a:extLst>
              <a:ext uri="{FF2B5EF4-FFF2-40B4-BE49-F238E27FC236}">
                <a16:creationId xmlns:a16="http://schemas.microsoft.com/office/drawing/2014/main" id="{715ABA57-0EBD-BA25-545E-3EEBB7B5CABB}"/>
              </a:ext>
            </a:extLst>
          </p:cNvPr>
          <p:cNvSpPr/>
          <p:nvPr/>
        </p:nvSpPr>
        <p:spPr>
          <a:xfrm>
            <a:off x="1626710" y="424295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387" name="Rectangle 386">
            <a:extLst>
              <a:ext uri="{FF2B5EF4-FFF2-40B4-BE49-F238E27FC236}">
                <a16:creationId xmlns:a16="http://schemas.microsoft.com/office/drawing/2014/main" id="{F06001C1-2404-7B3B-2919-BC0432FC1CCD}"/>
              </a:ext>
            </a:extLst>
          </p:cNvPr>
          <p:cNvSpPr/>
          <p:nvPr/>
        </p:nvSpPr>
        <p:spPr>
          <a:xfrm>
            <a:off x="9909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92058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92058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EC377DC-F481-E411-9A29-F164D52D16B1}"/>
              </a:ext>
            </a:extLst>
          </p:cNvPr>
          <p:cNvSpPr/>
          <p:nvPr/>
        </p:nvSpPr>
        <p:spPr>
          <a:xfrm>
            <a:off x="2492058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C64907D-767D-0529-24F2-67DD409BDF47}"/>
              </a:ext>
            </a:extLst>
          </p:cNvPr>
          <p:cNvSpPr/>
          <p:nvPr/>
        </p:nvSpPr>
        <p:spPr>
          <a:xfrm>
            <a:off x="2492058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82827DE-6AE1-C978-F73B-DEE39535845E}"/>
              </a:ext>
            </a:extLst>
          </p:cNvPr>
          <p:cNvSpPr/>
          <p:nvPr/>
        </p:nvSpPr>
        <p:spPr>
          <a:xfrm>
            <a:off x="2492058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26E5B2C-67EF-6CEB-FF07-9D00C111AB60}"/>
              </a:ext>
            </a:extLst>
          </p:cNvPr>
          <p:cNvSpPr/>
          <p:nvPr/>
        </p:nvSpPr>
        <p:spPr>
          <a:xfrm>
            <a:off x="2421841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4" name="Plus Sign 413">
            <a:extLst>
              <a:ext uri="{FF2B5EF4-FFF2-40B4-BE49-F238E27FC236}">
                <a16:creationId xmlns:a16="http://schemas.microsoft.com/office/drawing/2014/main" id="{818FFE4E-9EE3-7BB5-5C4D-4B23374370F7}"/>
              </a:ext>
            </a:extLst>
          </p:cNvPr>
          <p:cNvSpPr/>
          <p:nvPr/>
        </p:nvSpPr>
        <p:spPr>
          <a:xfrm>
            <a:off x="1626710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84" name="Rectangle 483">
            <a:extLst>
              <a:ext uri="{FF2B5EF4-FFF2-40B4-BE49-F238E27FC236}">
                <a16:creationId xmlns:a16="http://schemas.microsoft.com/office/drawing/2014/main" id="{DD532DF9-7CB4-C5FB-4741-44280ACE9438}"/>
              </a:ext>
            </a:extLst>
          </p:cNvPr>
          <p:cNvSpPr/>
          <p:nvPr/>
        </p:nvSpPr>
        <p:spPr>
          <a:xfrm>
            <a:off x="1206139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3E00E98-E27A-CFF1-26E6-2027403E81C1}"/>
              </a:ext>
            </a:extLst>
          </p:cNvPr>
          <p:cNvSpPr/>
          <p:nvPr/>
        </p:nvSpPr>
        <p:spPr>
          <a:xfrm>
            <a:off x="1206139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EAEEF18A-6713-F73A-C1A0-1356AA2742E9}"/>
              </a:ext>
            </a:extLst>
          </p:cNvPr>
          <p:cNvSpPr/>
          <p:nvPr/>
        </p:nvSpPr>
        <p:spPr>
          <a:xfrm>
            <a:off x="1206139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98DEBE14-65CE-75A7-D72E-80350E36F8EB}"/>
              </a:ext>
            </a:extLst>
          </p:cNvPr>
          <p:cNvSpPr/>
          <p:nvPr/>
        </p:nvSpPr>
        <p:spPr>
          <a:xfrm>
            <a:off x="1206139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55A9F68-CE27-06FD-A3C7-868AA504053C}"/>
              </a:ext>
            </a:extLst>
          </p:cNvPr>
          <p:cNvSpPr/>
          <p:nvPr/>
        </p:nvSpPr>
        <p:spPr>
          <a:xfrm>
            <a:off x="1206139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8536EEA9-4EC2-4F98-4410-9125196BC716}"/>
              </a:ext>
            </a:extLst>
          </p:cNvPr>
          <p:cNvSpPr/>
          <p:nvPr/>
        </p:nvSpPr>
        <p:spPr>
          <a:xfrm>
            <a:off x="1206139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BEB639C-00F3-597D-2276-405F982C42FA}"/>
              </a:ext>
            </a:extLst>
          </p:cNvPr>
          <p:cNvSpPr/>
          <p:nvPr/>
        </p:nvSpPr>
        <p:spPr>
          <a:xfrm>
            <a:off x="1206139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96E6771-A05E-CB68-EF90-6DC35DAFDA9C}"/>
              </a:ext>
            </a:extLst>
          </p:cNvPr>
          <p:cNvSpPr/>
          <p:nvPr/>
        </p:nvSpPr>
        <p:spPr>
          <a:xfrm>
            <a:off x="9911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71F57264-20E6-DE19-D6EE-F36A17FC723F}"/>
              </a:ext>
            </a:extLst>
          </p:cNvPr>
          <p:cNvSpPr/>
          <p:nvPr/>
        </p:nvSpPr>
        <p:spPr>
          <a:xfrm>
            <a:off x="10628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BA4AA158-E59D-0CE0-4147-3A7F129C54B8}"/>
              </a:ext>
            </a:extLst>
          </p:cNvPr>
          <p:cNvSpPr/>
          <p:nvPr/>
        </p:nvSpPr>
        <p:spPr>
          <a:xfrm>
            <a:off x="11345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52" name="Rectangle 451">
            <a:extLst>
              <a:ext uri="{FF2B5EF4-FFF2-40B4-BE49-F238E27FC236}">
                <a16:creationId xmlns:a16="http://schemas.microsoft.com/office/drawing/2014/main" id="{E7FDB50A-9D2D-BB95-FD87-A588D5396C88}"/>
              </a:ext>
            </a:extLst>
          </p:cNvPr>
          <p:cNvSpPr/>
          <p:nvPr/>
        </p:nvSpPr>
        <p:spPr>
          <a:xfrm>
            <a:off x="2636565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81416B41-5BEE-FC02-15D0-033A1D0AE587}"/>
              </a:ext>
            </a:extLst>
          </p:cNvPr>
          <p:cNvSpPr/>
          <p:nvPr/>
        </p:nvSpPr>
        <p:spPr>
          <a:xfrm>
            <a:off x="2636565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C67BCE49-8FC3-DE28-03E2-9CF86B2DB8BE}"/>
              </a:ext>
            </a:extLst>
          </p:cNvPr>
          <p:cNvSpPr/>
          <p:nvPr/>
        </p:nvSpPr>
        <p:spPr>
          <a:xfrm>
            <a:off x="2421841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1AB1754F-4E3B-F0AE-4073-9BADAA170B68}"/>
              </a:ext>
            </a:extLst>
          </p:cNvPr>
          <p:cNvSpPr/>
          <p:nvPr/>
        </p:nvSpPr>
        <p:spPr>
          <a:xfrm>
            <a:off x="2493558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9A392F0-72D7-3D77-26DF-4C69437004F5}"/>
              </a:ext>
            </a:extLst>
          </p:cNvPr>
          <p:cNvSpPr/>
          <p:nvPr/>
        </p:nvSpPr>
        <p:spPr>
          <a:xfrm>
            <a:off x="256527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8" name="Plus Sign 507">
            <a:extLst>
              <a:ext uri="{FF2B5EF4-FFF2-40B4-BE49-F238E27FC236}">
                <a16:creationId xmlns:a16="http://schemas.microsoft.com/office/drawing/2014/main" id="{CEBBFCE4-7FBA-BCB0-DBC8-95D3E0075DDF}"/>
              </a:ext>
            </a:extLst>
          </p:cNvPr>
          <p:cNvSpPr/>
          <p:nvPr/>
        </p:nvSpPr>
        <p:spPr>
          <a:xfrm>
            <a:off x="6705786" y="170064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75" name="Rectangle 574">
            <a:extLst>
              <a:ext uri="{FF2B5EF4-FFF2-40B4-BE49-F238E27FC236}">
                <a16:creationId xmlns:a16="http://schemas.microsoft.com/office/drawing/2014/main" id="{9741C39F-065C-22E9-FEB3-B7FEF56BB0E1}"/>
              </a:ext>
            </a:extLst>
          </p:cNvPr>
          <p:cNvSpPr/>
          <p:nvPr/>
        </p:nvSpPr>
        <p:spPr>
          <a:xfrm>
            <a:off x="6067624" y="149201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5B54CCD-675B-7F10-81DF-7B82B22D3B62}"/>
              </a:ext>
            </a:extLst>
          </p:cNvPr>
          <p:cNvSpPr/>
          <p:nvPr/>
        </p:nvSpPr>
        <p:spPr>
          <a:xfrm>
            <a:off x="6067624" y="156373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07D71F1D-6A03-E678-807D-D4AA056863BC}"/>
              </a:ext>
            </a:extLst>
          </p:cNvPr>
          <p:cNvSpPr/>
          <p:nvPr/>
        </p:nvSpPr>
        <p:spPr>
          <a:xfrm>
            <a:off x="6067624" y="163544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97F3131C-1666-AB63-23EA-24CFC7A54390}"/>
              </a:ext>
            </a:extLst>
          </p:cNvPr>
          <p:cNvSpPr/>
          <p:nvPr/>
        </p:nvSpPr>
        <p:spPr>
          <a:xfrm>
            <a:off x="6067624" y="170716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6F8E1338-612A-97ED-A941-19DC477C27DC}"/>
              </a:ext>
            </a:extLst>
          </p:cNvPr>
          <p:cNvSpPr/>
          <p:nvPr/>
        </p:nvSpPr>
        <p:spPr>
          <a:xfrm>
            <a:off x="6067624" y="177888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2" name="Plus Sign 601">
            <a:extLst>
              <a:ext uri="{FF2B5EF4-FFF2-40B4-BE49-F238E27FC236}">
                <a16:creationId xmlns:a16="http://schemas.microsoft.com/office/drawing/2014/main" id="{3B91B6FE-CA2E-60EE-1E04-FE8D71D4AF57}"/>
              </a:ext>
            </a:extLst>
          </p:cNvPr>
          <p:cNvSpPr/>
          <p:nvPr/>
        </p:nvSpPr>
        <p:spPr>
          <a:xfrm>
            <a:off x="6705786" y="3093026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071432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071432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071432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267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599847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42" name="Rectangle 641">
            <a:extLst>
              <a:ext uri="{FF2B5EF4-FFF2-40B4-BE49-F238E27FC236}">
                <a16:creationId xmlns:a16="http://schemas.microsoft.com/office/drawing/2014/main" id="{E6E21E7F-34C0-488E-AED6-00AB54BCA848}"/>
              </a:ext>
            </a:extLst>
          </p:cNvPr>
          <p:cNvSpPr/>
          <p:nvPr/>
        </p:nvSpPr>
        <p:spPr>
          <a:xfrm>
            <a:off x="757229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331E600F-9B20-009F-C92A-EEEE74ED3753}"/>
              </a:ext>
            </a:extLst>
          </p:cNvPr>
          <p:cNvSpPr/>
          <p:nvPr/>
        </p:nvSpPr>
        <p:spPr>
          <a:xfrm>
            <a:off x="7572295" y="30995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237B542F-387A-1B91-3DAC-F98B3B7F6744}"/>
              </a:ext>
            </a:extLst>
          </p:cNvPr>
          <p:cNvSpPr/>
          <p:nvPr/>
        </p:nvSpPr>
        <p:spPr>
          <a:xfrm>
            <a:off x="7572295" y="317126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B2E7A636-F47C-766B-8C75-83FEB8A7789C}"/>
              </a:ext>
            </a:extLst>
          </p:cNvPr>
          <p:cNvSpPr/>
          <p:nvPr/>
        </p:nvSpPr>
        <p:spPr>
          <a:xfrm>
            <a:off x="7572295" y="32429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D24BCD12-7ECA-91E4-A39D-94A41CE151CC}"/>
              </a:ext>
            </a:extLst>
          </p:cNvPr>
          <p:cNvSpPr/>
          <p:nvPr/>
        </p:nvSpPr>
        <p:spPr>
          <a:xfrm>
            <a:off x="7572295" y="33146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33864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34581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35298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6" name="Plus Sign 695">
            <a:extLst>
              <a:ext uri="{FF2B5EF4-FFF2-40B4-BE49-F238E27FC236}">
                <a16:creationId xmlns:a16="http://schemas.microsoft.com/office/drawing/2014/main" id="{95669BB9-B292-46A8-24AE-797775915F28}"/>
              </a:ext>
            </a:extLst>
          </p:cNvPr>
          <p:cNvSpPr/>
          <p:nvPr/>
        </p:nvSpPr>
        <p:spPr>
          <a:xfrm>
            <a:off x="6705786" y="4485408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63" name="Rectangle 762">
            <a:extLst>
              <a:ext uri="{FF2B5EF4-FFF2-40B4-BE49-F238E27FC236}">
                <a16:creationId xmlns:a16="http://schemas.microsoft.com/office/drawing/2014/main" id="{F6C2C752-3BBF-3F8A-2985-D8B03E36F3A4}"/>
              </a:ext>
            </a:extLst>
          </p:cNvPr>
          <p:cNvSpPr/>
          <p:nvPr/>
        </p:nvSpPr>
        <p:spPr>
          <a:xfrm>
            <a:off x="61398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296517DB-B746-28E7-E10B-9F1952EBEFD6}"/>
              </a:ext>
            </a:extLst>
          </p:cNvPr>
          <p:cNvSpPr/>
          <p:nvPr/>
        </p:nvSpPr>
        <p:spPr>
          <a:xfrm>
            <a:off x="61398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EE1459E7-0BD3-CD6B-3C89-62B83E9E2D69}"/>
              </a:ext>
            </a:extLst>
          </p:cNvPr>
          <p:cNvSpPr/>
          <p:nvPr/>
        </p:nvSpPr>
        <p:spPr>
          <a:xfrm>
            <a:off x="61398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372F9207-987C-8FB0-8555-44E6621B54FD}"/>
              </a:ext>
            </a:extLst>
          </p:cNvPr>
          <p:cNvSpPr/>
          <p:nvPr/>
        </p:nvSpPr>
        <p:spPr>
          <a:xfrm>
            <a:off x="61398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CB90F32-9EF0-80FB-1932-1FD04C948D24}"/>
              </a:ext>
            </a:extLst>
          </p:cNvPr>
          <p:cNvSpPr/>
          <p:nvPr/>
        </p:nvSpPr>
        <p:spPr>
          <a:xfrm>
            <a:off x="61398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C4741E33-3CE3-DC9A-A3E5-35DB524C14CE}"/>
              </a:ext>
            </a:extLst>
          </p:cNvPr>
          <p:cNvSpPr/>
          <p:nvPr/>
        </p:nvSpPr>
        <p:spPr>
          <a:xfrm>
            <a:off x="6211561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42810122-662C-059C-56C8-DD9590E9E090}"/>
              </a:ext>
            </a:extLst>
          </p:cNvPr>
          <p:cNvSpPr/>
          <p:nvPr/>
        </p:nvSpPr>
        <p:spPr>
          <a:xfrm>
            <a:off x="61398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3352A117-693F-A138-64A4-214C65ECC7B1}"/>
              </a:ext>
            </a:extLst>
          </p:cNvPr>
          <p:cNvSpPr/>
          <p:nvPr/>
        </p:nvSpPr>
        <p:spPr>
          <a:xfrm>
            <a:off x="6211561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80C8167F-0838-0A96-5248-8C3087BAC3E0}"/>
              </a:ext>
            </a:extLst>
          </p:cNvPr>
          <p:cNvSpPr/>
          <p:nvPr/>
        </p:nvSpPr>
        <p:spPr>
          <a:xfrm>
            <a:off x="61398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48BB2ADC-CFC8-A6D2-B711-EE69501266E1}"/>
              </a:ext>
            </a:extLst>
          </p:cNvPr>
          <p:cNvSpPr/>
          <p:nvPr/>
        </p:nvSpPr>
        <p:spPr>
          <a:xfrm>
            <a:off x="6211561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9AA8D63D-8BD0-D233-9867-7C3947FF996F}"/>
              </a:ext>
            </a:extLst>
          </p:cNvPr>
          <p:cNvSpPr/>
          <p:nvPr/>
        </p:nvSpPr>
        <p:spPr>
          <a:xfrm>
            <a:off x="61398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E2808AC9-82D4-62E7-B302-047AD147DEB4}"/>
              </a:ext>
            </a:extLst>
          </p:cNvPr>
          <p:cNvSpPr/>
          <p:nvPr/>
        </p:nvSpPr>
        <p:spPr>
          <a:xfrm>
            <a:off x="6211561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CDDB8D6C-4227-4B4E-43EC-2B9AED636A74}"/>
              </a:ext>
            </a:extLst>
          </p:cNvPr>
          <p:cNvSpPr/>
          <p:nvPr/>
        </p:nvSpPr>
        <p:spPr>
          <a:xfrm>
            <a:off x="61398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A15AC380-55C2-0425-AAB1-F0E3B25C8986}"/>
              </a:ext>
            </a:extLst>
          </p:cNvPr>
          <p:cNvSpPr/>
          <p:nvPr/>
        </p:nvSpPr>
        <p:spPr>
          <a:xfrm>
            <a:off x="6211561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73C62541-37B0-E6A7-594D-365DD1A6A7DA}"/>
              </a:ext>
            </a:extLst>
          </p:cNvPr>
          <p:cNvSpPr/>
          <p:nvPr/>
        </p:nvSpPr>
        <p:spPr>
          <a:xfrm>
            <a:off x="61398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5E2A2C65-BF48-91F7-EDF8-4AF1FC6025E1}"/>
              </a:ext>
            </a:extLst>
          </p:cNvPr>
          <p:cNvSpPr/>
          <p:nvPr/>
        </p:nvSpPr>
        <p:spPr>
          <a:xfrm>
            <a:off x="6211561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grpSp>
        <p:nvGrpSpPr>
          <p:cNvPr id="1019" name="Group 1018">
            <a:extLst>
              <a:ext uri="{FF2B5EF4-FFF2-40B4-BE49-F238E27FC236}">
                <a16:creationId xmlns:a16="http://schemas.microsoft.com/office/drawing/2014/main" id="{06AD108E-D3D9-8666-A645-6FE9A20CB83A}"/>
              </a:ext>
            </a:extLst>
          </p:cNvPr>
          <p:cNvGrpSpPr/>
          <p:nvPr/>
        </p:nvGrpSpPr>
        <p:grpSpPr>
          <a:xfrm rot="5400000">
            <a:off x="7788759" y="4352892"/>
            <a:ext cx="71717" cy="645450"/>
            <a:chOff x="8002934" y="4348496"/>
            <a:chExt cx="71717" cy="645450"/>
          </a:xfrm>
        </p:grpSpPr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1A181389-112D-6661-585E-142A31CE04EB}"/>
                </a:ext>
              </a:extLst>
            </p:cNvPr>
            <p:cNvSpPr/>
            <p:nvPr/>
          </p:nvSpPr>
          <p:spPr>
            <a:xfrm>
              <a:off x="8002934" y="43484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C65D6BF3-FD45-2796-F942-C54CBE98EE58}"/>
                </a:ext>
              </a:extLst>
            </p:cNvPr>
            <p:cNvSpPr/>
            <p:nvPr/>
          </p:nvSpPr>
          <p:spPr>
            <a:xfrm>
              <a:off x="8002934" y="44202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72D32CA4-7211-F630-3157-8C1E15B413E9}"/>
                </a:ext>
              </a:extLst>
            </p:cNvPr>
            <p:cNvSpPr/>
            <p:nvPr/>
          </p:nvSpPr>
          <p:spPr>
            <a:xfrm>
              <a:off x="8002934" y="44919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F5143732-D3BF-186E-6D63-9E8F21B64FAD}"/>
                </a:ext>
              </a:extLst>
            </p:cNvPr>
            <p:cNvSpPr/>
            <p:nvPr/>
          </p:nvSpPr>
          <p:spPr>
            <a:xfrm>
              <a:off x="8002934" y="45636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AAA732AA-CBCF-8825-59C9-30E88476CB38}"/>
                </a:ext>
              </a:extLst>
            </p:cNvPr>
            <p:cNvSpPr/>
            <p:nvPr/>
          </p:nvSpPr>
          <p:spPr>
            <a:xfrm>
              <a:off x="8002934" y="46353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5235BEF4-39F8-F6E6-0297-08CD6854F7A0}"/>
                </a:ext>
              </a:extLst>
            </p:cNvPr>
            <p:cNvSpPr/>
            <p:nvPr/>
          </p:nvSpPr>
          <p:spPr>
            <a:xfrm>
              <a:off x="8002934" y="47070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5" name="Rectangle 744">
              <a:extLst>
                <a:ext uri="{FF2B5EF4-FFF2-40B4-BE49-F238E27FC236}">
                  <a16:creationId xmlns:a16="http://schemas.microsoft.com/office/drawing/2014/main" id="{69636F01-3083-3269-DF95-12D3FACC0EBC}"/>
                </a:ext>
              </a:extLst>
            </p:cNvPr>
            <p:cNvSpPr/>
            <p:nvPr/>
          </p:nvSpPr>
          <p:spPr>
            <a:xfrm>
              <a:off x="8002934" y="47787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1D9495C3-65D2-4F36-7958-738B7131D0B8}"/>
                </a:ext>
              </a:extLst>
            </p:cNvPr>
            <p:cNvSpPr/>
            <p:nvPr/>
          </p:nvSpPr>
          <p:spPr>
            <a:xfrm>
              <a:off x="8002934" y="48505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9" name="Rectangle 748">
              <a:extLst>
                <a:ext uri="{FF2B5EF4-FFF2-40B4-BE49-F238E27FC236}">
                  <a16:creationId xmlns:a16="http://schemas.microsoft.com/office/drawing/2014/main" id="{08E49E36-4EA4-FCC3-4029-CC46E234AF17}"/>
                </a:ext>
              </a:extLst>
            </p:cNvPr>
            <p:cNvSpPr/>
            <p:nvPr/>
          </p:nvSpPr>
          <p:spPr>
            <a:xfrm>
              <a:off x="8002934" y="49222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020" name="Group 1019">
            <a:extLst>
              <a:ext uri="{FF2B5EF4-FFF2-40B4-BE49-F238E27FC236}">
                <a16:creationId xmlns:a16="http://schemas.microsoft.com/office/drawing/2014/main" id="{A0568E2B-9BD8-D280-9A18-0094CCE2D3E4}"/>
              </a:ext>
            </a:extLst>
          </p:cNvPr>
          <p:cNvGrpSpPr/>
          <p:nvPr/>
        </p:nvGrpSpPr>
        <p:grpSpPr>
          <a:xfrm rot="5400000">
            <a:off x="7788759" y="3993320"/>
            <a:ext cx="143434" cy="717167"/>
            <a:chOff x="7859500" y="4276779"/>
            <a:chExt cx="143434" cy="717167"/>
          </a:xfrm>
        </p:grpSpPr>
        <p:sp>
          <p:nvSpPr>
            <p:cNvPr id="756" name="Rectangle 755">
              <a:extLst>
                <a:ext uri="{FF2B5EF4-FFF2-40B4-BE49-F238E27FC236}">
                  <a16:creationId xmlns:a16="http://schemas.microsoft.com/office/drawing/2014/main" id="{3817DF8C-44DF-7B4C-7D0B-EF825471A30E}"/>
                </a:ext>
              </a:extLst>
            </p:cNvPr>
            <p:cNvSpPr/>
            <p:nvPr/>
          </p:nvSpPr>
          <p:spPr>
            <a:xfrm>
              <a:off x="7859500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57" name="Rectangle 756">
              <a:extLst>
                <a:ext uri="{FF2B5EF4-FFF2-40B4-BE49-F238E27FC236}">
                  <a16:creationId xmlns:a16="http://schemas.microsoft.com/office/drawing/2014/main" id="{45AB176A-4375-0584-FB61-F78422ADD51C}"/>
                </a:ext>
              </a:extLst>
            </p:cNvPr>
            <p:cNvSpPr/>
            <p:nvPr/>
          </p:nvSpPr>
          <p:spPr>
            <a:xfrm>
              <a:off x="7931217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9" name="TextBox 728">
            <a:extLst>
              <a:ext uri="{FF2B5EF4-FFF2-40B4-BE49-F238E27FC236}">
                <a16:creationId xmlns:a16="http://schemas.microsoft.com/office/drawing/2014/main" id="{F4998129-92AA-F91A-F057-80A1306317CB}"/>
              </a:ext>
            </a:extLst>
          </p:cNvPr>
          <p:cNvSpPr txBox="1"/>
          <p:nvPr/>
        </p:nvSpPr>
        <p:spPr>
          <a:xfrm>
            <a:off x="861761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F6213150-EAF5-6BFA-D4BE-FB96C2F73092}"/>
              </a:ext>
            </a:extLst>
          </p:cNvPr>
          <p:cNvSpPr txBox="1"/>
          <p:nvPr/>
        </p:nvSpPr>
        <p:spPr>
          <a:xfrm>
            <a:off x="5124439" y="588315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790" name="Plus Sign 789">
            <a:extLst>
              <a:ext uri="{FF2B5EF4-FFF2-40B4-BE49-F238E27FC236}">
                <a16:creationId xmlns:a16="http://schemas.microsoft.com/office/drawing/2014/main" id="{B702BCCE-2376-76B3-C4D2-7975F7420590}"/>
              </a:ext>
            </a:extLst>
          </p:cNvPr>
          <p:cNvSpPr/>
          <p:nvPr/>
        </p:nvSpPr>
        <p:spPr>
          <a:xfrm>
            <a:off x="6705786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1" name="Equals 790">
            <a:extLst>
              <a:ext uri="{FF2B5EF4-FFF2-40B4-BE49-F238E27FC236}">
                <a16:creationId xmlns:a16="http://schemas.microsoft.com/office/drawing/2014/main" id="{93A1BAF3-474E-1514-66C3-41FE45E663D5}"/>
              </a:ext>
            </a:extLst>
          </p:cNvPr>
          <p:cNvSpPr/>
          <p:nvPr/>
        </p:nvSpPr>
        <p:spPr>
          <a:xfrm>
            <a:off x="8279950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53" name="Straight Connector 852">
            <a:extLst>
              <a:ext uri="{FF2B5EF4-FFF2-40B4-BE49-F238E27FC236}">
                <a16:creationId xmlns:a16="http://schemas.microsoft.com/office/drawing/2014/main" id="{2E4B9D52-8868-4EA9-C570-C0C70EC05EBA}"/>
              </a:ext>
            </a:extLst>
          </p:cNvPr>
          <p:cNvCxnSpPr>
            <a:cxnSpLocks/>
          </p:cNvCxnSpPr>
          <p:nvPr/>
        </p:nvCxnSpPr>
        <p:spPr>
          <a:xfrm>
            <a:off x="559501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Oval 854">
            <a:extLst>
              <a:ext uri="{FF2B5EF4-FFF2-40B4-BE49-F238E27FC236}">
                <a16:creationId xmlns:a16="http://schemas.microsoft.com/office/drawing/2014/main" id="{FFB8F380-E4B8-3FB2-E040-6AB117D96454}"/>
              </a:ext>
            </a:extLst>
          </p:cNvPr>
          <p:cNvSpPr/>
          <p:nvPr/>
        </p:nvSpPr>
        <p:spPr>
          <a:xfrm>
            <a:off x="580733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56" name="Picture 855">
            <a:extLst>
              <a:ext uri="{FF2B5EF4-FFF2-40B4-BE49-F238E27FC236}">
                <a16:creationId xmlns:a16="http://schemas.microsoft.com/office/drawing/2014/main" id="{2D3A842D-747B-B077-3456-A3F3A8AB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65999"/>
            <a:ext cx="728704" cy="728704"/>
          </a:xfrm>
          <a:prstGeom prst="rect">
            <a:avLst/>
          </a:prstGeom>
        </p:spPr>
      </p:pic>
      <p:sp>
        <p:nvSpPr>
          <p:cNvPr id="867" name="Rectangle 866">
            <a:extLst>
              <a:ext uri="{FF2B5EF4-FFF2-40B4-BE49-F238E27FC236}">
                <a16:creationId xmlns:a16="http://schemas.microsoft.com/office/drawing/2014/main" id="{BE6AE3CB-AD3D-48F2-AFEA-088D7B52E35D}"/>
              </a:ext>
            </a:extLst>
          </p:cNvPr>
          <p:cNvSpPr/>
          <p:nvPr/>
        </p:nvSpPr>
        <p:spPr>
          <a:xfrm>
            <a:off x="650048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547A61DB-4750-FCFF-73D1-0379CBA144C7}"/>
              </a:ext>
            </a:extLst>
          </p:cNvPr>
          <p:cNvSpPr/>
          <p:nvPr/>
        </p:nvSpPr>
        <p:spPr>
          <a:xfrm>
            <a:off x="642877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9" name="Rectangle 868">
            <a:extLst>
              <a:ext uri="{FF2B5EF4-FFF2-40B4-BE49-F238E27FC236}">
                <a16:creationId xmlns:a16="http://schemas.microsoft.com/office/drawing/2014/main" id="{257E4173-CCBC-BD7A-1266-66C45CDED173}"/>
              </a:ext>
            </a:extLst>
          </p:cNvPr>
          <p:cNvSpPr/>
          <p:nvPr/>
        </p:nvSpPr>
        <p:spPr>
          <a:xfrm>
            <a:off x="650048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23A577FC-C068-900A-C685-5F5AA23F2810}"/>
              </a:ext>
            </a:extLst>
          </p:cNvPr>
          <p:cNvSpPr/>
          <p:nvPr/>
        </p:nvSpPr>
        <p:spPr>
          <a:xfrm>
            <a:off x="642877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E282C72C-9C12-334C-1764-3A5ABA70C4E7}"/>
              </a:ext>
            </a:extLst>
          </p:cNvPr>
          <p:cNvSpPr/>
          <p:nvPr/>
        </p:nvSpPr>
        <p:spPr>
          <a:xfrm>
            <a:off x="650048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EF6EE0CA-43FA-7F64-2CD7-BFCDEBDF7CE4}"/>
              </a:ext>
            </a:extLst>
          </p:cNvPr>
          <p:cNvSpPr/>
          <p:nvPr/>
        </p:nvSpPr>
        <p:spPr>
          <a:xfrm>
            <a:off x="642877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25D1D8A-3673-5E9E-569B-16432A493727}"/>
              </a:ext>
            </a:extLst>
          </p:cNvPr>
          <p:cNvSpPr/>
          <p:nvPr/>
        </p:nvSpPr>
        <p:spPr>
          <a:xfrm>
            <a:off x="650048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F2A5772C-8AFD-8D0E-8CBA-CA14BB26BE2A}"/>
              </a:ext>
            </a:extLst>
          </p:cNvPr>
          <p:cNvSpPr/>
          <p:nvPr/>
        </p:nvSpPr>
        <p:spPr>
          <a:xfrm>
            <a:off x="592675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17C1BD61-160C-C92D-66CD-CF1B40BDFF7F}"/>
              </a:ext>
            </a:extLst>
          </p:cNvPr>
          <p:cNvSpPr/>
          <p:nvPr/>
        </p:nvSpPr>
        <p:spPr>
          <a:xfrm>
            <a:off x="599847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3F9D1221-8FE5-F26D-C865-5BA11D7783F5}"/>
              </a:ext>
            </a:extLst>
          </p:cNvPr>
          <p:cNvSpPr/>
          <p:nvPr/>
        </p:nvSpPr>
        <p:spPr>
          <a:xfrm>
            <a:off x="607018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E7734D1A-67D1-8ACA-2513-BB3131A6FF14}"/>
              </a:ext>
            </a:extLst>
          </p:cNvPr>
          <p:cNvSpPr/>
          <p:nvPr/>
        </p:nvSpPr>
        <p:spPr>
          <a:xfrm>
            <a:off x="61419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D696F4E8-B8CD-DCEF-B69A-61F82FE26B6F}"/>
              </a:ext>
            </a:extLst>
          </p:cNvPr>
          <p:cNvSpPr/>
          <p:nvPr/>
        </p:nvSpPr>
        <p:spPr>
          <a:xfrm>
            <a:off x="62136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33CC33CB-2EE0-F41D-1D1D-ABE5588B6C10}"/>
              </a:ext>
            </a:extLst>
          </p:cNvPr>
          <p:cNvSpPr/>
          <p:nvPr/>
        </p:nvSpPr>
        <p:spPr>
          <a:xfrm>
            <a:off x="657348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1" name="TextBox 880">
            <a:extLst>
              <a:ext uri="{FF2B5EF4-FFF2-40B4-BE49-F238E27FC236}">
                <a16:creationId xmlns:a16="http://schemas.microsoft.com/office/drawing/2014/main" id="{4EE725E9-A906-8E1E-BE93-7EC7AE485AC1}"/>
              </a:ext>
            </a:extLst>
          </p:cNvPr>
          <p:cNvSpPr txBox="1"/>
          <p:nvPr/>
        </p:nvSpPr>
        <p:spPr>
          <a:xfrm>
            <a:off x="5487063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24D69158-F57E-D719-4A03-DE971F74F8FD}"/>
              </a:ext>
            </a:extLst>
          </p:cNvPr>
          <p:cNvCxnSpPr>
            <a:cxnSpLocks/>
          </p:cNvCxnSpPr>
          <p:nvPr/>
        </p:nvCxnSpPr>
        <p:spPr>
          <a:xfrm>
            <a:off x="716917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6" name="Oval 825">
            <a:extLst>
              <a:ext uri="{FF2B5EF4-FFF2-40B4-BE49-F238E27FC236}">
                <a16:creationId xmlns:a16="http://schemas.microsoft.com/office/drawing/2014/main" id="{411000B0-85F5-D2B3-A8FD-7D06864B5ABE}"/>
              </a:ext>
            </a:extLst>
          </p:cNvPr>
          <p:cNvSpPr/>
          <p:nvPr/>
        </p:nvSpPr>
        <p:spPr>
          <a:xfrm>
            <a:off x="738149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7" name="Picture 826">
            <a:extLst>
              <a:ext uri="{FF2B5EF4-FFF2-40B4-BE49-F238E27FC236}">
                <a16:creationId xmlns:a16="http://schemas.microsoft.com/office/drawing/2014/main" id="{F3146743-B9D0-5D7E-92F1-FB1188812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65999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AD9C534B-6FBF-2F8E-78A5-D272AF583DE3}"/>
              </a:ext>
            </a:extLst>
          </p:cNvPr>
          <p:cNvSpPr/>
          <p:nvPr/>
        </p:nvSpPr>
        <p:spPr>
          <a:xfrm>
            <a:off x="757263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7" name="Rectangle 846">
            <a:extLst>
              <a:ext uri="{FF2B5EF4-FFF2-40B4-BE49-F238E27FC236}">
                <a16:creationId xmlns:a16="http://schemas.microsoft.com/office/drawing/2014/main" id="{321C23E2-386C-D72D-9A19-3F88B5635E6F}"/>
              </a:ext>
            </a:extLst>
          </p:cNvPr>
          <p:cNvSpPr/>
          <p:nvPr/>
        </p:nvSpPr>
        <p:spPr>
          <a:xfrm>
            <a:off x="764435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264E09DE-D839-2035-F076-DA04DF4D57EC}"/>
              </a:ext>
            </a:extLst>
          </p:cNvPr>
          <p:cNvSpPr/>
          <p:nvPr/>
        </p:nvSpPr>
        <p:spPr>
          <a:xfrm>
            <a:off x="807524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C419F2E2-86B3-A987-3773-9AF4FD2D6F1A}"/>
              </a:ext>
            </a:extLst>
          </p:cNvPr>
          <p:cNvSpPr/>
          <p:nvPr/>
        </p:nvSpPr>
        <p:spPr>
          <a:xfrm>
            <a:off x="8146962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9A09205F-9949-B406-3E7B-6C57BC132421}"/>
              </a:ext>
            </a:extLst>
          </p:cNvPr>
          <p:cNvSpPr txBox="1"/>
          <p:nvPr/>
        </p:nvSpPr>
        <p:spPr>
          <a:xfrm>
            <a:off x="706122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7AD16B20-FD8B-8136-1D08-10AA7815DFEF}"/>
              </a:ext>
            </a:extLst>
          </p:cNvPr>
          <p:cNvCxnSpPr>
            <a:cxnSpLocks/>
          </p:cNvCxnSpPr>
          <p:nvPr/>
        </p:nvCxnSpPr>
        <p:spPr>
          <a:xfrm>
            <a:off x="872556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7" name="Oval 796">
            <a:extLst>
              <a:ext uri="{FF2B5EF4-FFF2-40B4-BE49-F238E27FC236}">
                <a16:creationId xmlns:a16="http://schemas.microsoft.com/office/drawing/2014/main" id="{233C54FE-18A1-BE19-AB6F-BD15B4BC41A2}"/>
              </a:ext>
            </a:extLst>
          </p:cNvPr>
          <p:cNvSpPr/>
          <p:nvPr/>
        </p:nvSpPr>
        <p:spPr>
          <a:xfrm>
            <a:off x="893788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8" name="Picture 797">
            <a:extLst>
              <a:ext uri="{FF2B5EF4-FFF2-40B4-BE49-F238E27FC236}">
                <a16:creationId xmlns:a16="http://schemas.microsoft.com/office/drawing/2014/main" id="{6C369A33-5621-8CD6-BF98-0C6C6EFD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65999"/>
            <a:ext cx="728704" cy="728704"/>
          </a:xfrm>
          <a:prstGeom prst="rect">
            <a:avLst/>
          </a:prstGeom>
        </p:spPr>
      </p:pic>
      <p:sp>
        <p:nvSpPr>
          <p:cNvPr id="883" name="TextBox 882">
            <a:extLst>
              <a:ext uri="{FF2B5EF4-FFF2-40B4-BE49-F238E27FC236}">
                <a16:creationId xmlns:a16="http://schemas.microsoft.com/office/drawing/2014/main" id="{BC0013E0-5174-FF99-21D1-F11357245537}"/>
              </a:ext>
            </a:extLst>
          </p:cNvPr>
          <p:cNvSpPr txBox="1"/>
          <p:nvPr/>
        </p:nvSpPr>
        <p:spPr>
          <a:xfrm>
            <a:off x="5106005" y="31362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84" name="Plus Sign 883">
            <a:extLst>
              <a:ext uri="{FF2B5EF4-FFF2-40B4-BE49-F238E27FC236}">
                <a16:creationId xmlns:a16="http://schemas.microsoft.com/office/drawing/2014/main" id="{6EB1A61E-6DE0-9D94-DBCC-2E02E4230EC5}"/>
              </a:ext>
            </a:extLst>
          </p:cNvPr>
          <p:cNvSpPr/>
          <p:nvPr/>
        </p:nvSpPr>
        <p:spPr>
          <a:xfrm>
            <a:off x="6705786" y="308262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5" name="Equals 884">
            <a:extLst>
              <a:ext uri="{FF2B5EF4-FFF2-40B4-BE49-F238E27FC236}">
                <a16:creationId xmlns:a16="http://schemas.microsoft.com/office/drawing/2014/main" id="{60F8EC96-425E-0ABA-2588-56200E8725D7}"/>
              </a:ext>
            </a:extLst>
          </p:cNvPr>
          <p:cNvSpPr/>
          <p:nvPr/>
        </p:nvSpPr>
        <p:spPr>
          <a:xfrm>
            <a:off x="8279950" y="25417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47" name="Straight Connector 946">
            <a:extLst>
              <a:ext uri="{FF2B5EF4-FFF2-40B4-BE49-F238E27FC236}">
                <a16:creationId xmlns:a16="http://schemas.microsoft.com/office/drawing/2014/main" id="{5BE5446D-7525-219F-F286-689BC505D219}"/>
              </a:ext>
            </a:extLst>
          </p:cNvPr>
          <p:cNvCxnSpPr>
            <a:cxnSpLocks/>
          </p:cNvCxnSpPr>
          <p:nvPr/>
        </p:nvCxnSpPr>
        <p:spPr>
          <a:xfrm>
            <a:off x="559501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9" name="Oval 948">
            <a:extLst>
              <a:ext uri="{FF2B5EF4-FFF2-40B4-BE49-F238E27FC236}">
                <a16:creationId xmlns:a16="http://schemas.microsoft.com/office/drawing/2014/main" id="{2CEFD95F-C0DE-FB2D-B675-4CFC15DA4A69}"/>
              </a:ext>
            </a:extLst>
          </p:cNvPr>
          <p:cNvSpPr/>
          <p:nvPr/>
        </p:nvSpPr>
        <p:spPr>
          <a:xfrm>
            <a:off x="580733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50" name="Picture 949">
            <a:extLst>
              <a:ext uri="{FF2B5EF4-FFF2-40B4-BE49-F238E27FC236}">
                <a16:creationId xmlns:a16="http://schemas.microsoft.com/office/drawing/2014/main" id="{360D154D-2A8E-6D06-5DC8-63B8C4DEA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96471"/>
            <a:ext cx="728704" cy="728704"/>
          </a:xfrm>
          <a:prstGeom prst="rect">
            <a:avLst/>
          </a:prstGeom>
        </p:spPr>
      </p:pic>
      <p:sp>
        <p:nvSpPr>
          <p:cNvPr id="955" name="Rectangle 954">
            <a:extLst>
              <a:ext uri="{FF2B5EF4-FFF2-40B4-BE49-F238E27FC236}">
                <a16:creationId xmlns:a16="http://schemas.microsoft.com/office/drawing/2014/main" id="{E544A8B1-07AD-BB2D-5065-F84BFD19DD67}"/>
              </a:ext>
            </a:extLst>
          </p:cNvPr>
          <p:cNvSpPr/>
          <p:nvPr/>
        </p:nvSpPr>
        <p:spPr>
          <a:xfrm>
            <a:off x="5928980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3092D8FE-B2EF-45A2-874F-08DA08A76608}"/>
              </a:ext>
            </a:extLst>
          </p:cNvPr>
          <p:cNvSpPr/>
          <p:nvPr/>
        </p:nvSpPr>
        <p:spPr>
          <a:xfrm>
            <a:off x="5928980" y="38649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E54D700-F068-FBBC-D760-E1E42ABA8D1F}"/>
              </a:ext>
            </a:extLst>
          </p:cNvPr>
          <p:cNvSpPr/>
          <p:nvPr/>
        </p:nvSpPr>
        <p:spPr>
          <a:xfrm>
            <a:off x="5928980" y="45821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75B4A3A-9D2D-8A8F-7E79-4A3058E39515}"/>
              </a:ext>
            </a:extLst>
          </p:cNvPr>
          <p:cNvSpPr/>
          <p:nvPr/>
        </p:nvSpPr>
        <p:spPr>
          <a:xfrm>
            <a:off x="5928980" y="5299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6EDCDDE6-AF1C-C6A7-D326-9EF0C5F573AC}"/>
              </a:ext>
            </a:extLst>
          </p:cNvPr>
          <p:cNvSpPr/>
          <p:nvPr/>
        </p:nvSpPr>
        <p:spPr>
          <a:xfrm>
            <a:off x="5928980" y="6016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8D218554-FE29-544E-81A1-5018F5CE25BB}"/>
              </a:ext>
            </a:extLst>
          </p:cNvPr>
          <p:cNvSpPr/>
          <p:nvPr/>
        </p:nvSpPr>
        <p:spPr>
          <a:xfrm>
            <a:off x="5928980" y="6733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D2F7F7D6-0BEE-4174-B061-395DEE1E7734}"/>
              </a:ext>
            </a:extLst>
          </p:cNvPr>
          <p:cNvSpPr/>
          <p:nvPr/>
        </p:nvSpPr>
        <p:spPr>
          <a:xfrm>
            <a:off x="5928980" y="7450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62FF68C8-4F0E-8364-B8A8-2261EDE872ED}"/>
              </a:ext>
            </a:extLst>
          </p:cNvPr>
          <p:cNvSpPr txBox="1"/>
          <p:nvPr/>
        </p:nvSpPr>
        <p:spPr>
          <a:xfrm>
            <a:off x="548706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8" name="Straight Connector 917">
            <a:extLst>
              <a:ext uri="{FF2B5EF4-FFF2-40B4-BE49-F238E27FC236}">
                <a16:creationId xmlns:a16="http://schemas.microsoft.com/office/drawing/2014/main" id="{4052F827-8268-66AF-7F01-BE27A8894695}"/>
              </a:ext>
            </a:extLst>
          </p:cNvPr>
          <p:cNvCxnSpPr>
            <a:cxnSpLocks/>
          </p:cNvCxnSpPr>
          <p:nvPr/>
        </p:nvCxnSpPr>
        <p:spPr>
          <a:xfrm>
            <a:off x="7169178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0" name="Oval 919">
            <a:extLst>
              <a:ext uri="{FF2B5EF4-FFF2-40B4-BE49-F238E27FC236}">
                <a16:creationId xmlns:a16="http://schemas.microsoft.com/office/drawing/2014/main" id="{052BE690-9047-B386-3F17-EEEE3C249A55}"/>
              </a:ext>
            </a:extLst>
          </p:cNvPr>
          <p:cNvSpPr/>
          <p:nvPr/>
        </p:nvSpPr>
        <p:spPr>
          <a:xfrm>
            <a:off x="7381498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21" name="Picture 920">
            <a:extLst>
              <a:ext uri="{FF2B5EF4-FFF2-40B4-BE49-F238E27FC236}">
                <a16:creationId xmlns:a16="http://schemas.microsoft.com/office/drawing/2014/main" id="{F5E30BD2-118C-D43F-3367-D1774368D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96471"/>
            <a:ext cx="728704" cy="728704"/>
          </a:xfrm>
          <a:prstGeom prst="rect">
            <a:avLst/>
          </a:prstGeom>
        </p:spPr>
      </p:pic>
      <p:sp>
        <p:nvSpPr>
          <p:cNvPr id="922" name="Rectangle 921">
            <a:extLst>
              <a:ext uri="{FF2B5EF4-FFF2-40B4-BE49-F238E27FC236}">
                <a16:creationId xmlns:a16="http://schemas.microsoft.com/office/drawing/2014/main" id="{A3D0655F-AF26-E77E-0534-E67E797997C2}"/>
              </a:ext>
            </a:extLst>
          </p:cNvPr>
          <p:cNvSpPr/>
          <p:nvPr/>
        </p:nvSpPr>
        <p:spPr>
          <a:xfrm>
            <a:off x="7504625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6F90CDF9-184A-C5EF-FC55-7DF38EC8FBBD}"/>
              </a:ext>
            </a:extLst>
          </p:cNvPr>
          <p:cNvSpPr/>
          <p:nvPr/>
        </p:nvSpPr>
        <p:spPr>
          <a:xfrm>
            <a:off x="7504625" y="1713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C5B70726-B769-9A37-A572-CC0DC6E443CB}"/>
              </a:ext>
            </a:extLst>
          </p:cNvPr>
          <p:cNvSpPr/>
          <p:nvPr/>
        </p:nvSpPr>
        <p:spPr>
          <a:xfrm>
            <a:off x="7504625" y="2430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4E454E98-AEA0-588F-0FDF-CCBCF3EA6DAE}"/>
              </a:ext>
            </a:extLst>
          </p:cNvPr>
          <p:cNvSpPr/>
          <p:nvPr/>
        </p:nvSpPr>
        <p:spPr>
          <a:xfrm>
            <a:off x="7504625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B8E5AAEB-1EFD-C940-B159-D0FCBE7BCB77}"/>
              </a:ext>
            </a:extLst>
          </p:cNvPr>
          <p:cNvSpPr txBox="1"/>
          <p:nvPr/>
        </p:nvSpPr>
        <p:spPr>
          <a:xfrm>
            <a:off x="7061227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2ADBFC8-3CC7-7E70-2706-BD167170CA71}"/>
              </a:ext>
            </a:extLst>
          </p:cNvPr>
          <p:cNvCxnSpPr>
            <a:cxnSpLocks/>
          </p:cNvCxnSpPr>
          <p:nvPr/>
        </p:nvCxnSpPr>
        <p:spPr>
          <a:xfrm>
            <a:off x="872556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1" name="Oval 890">
            <a:extLst>
              <a:ext uri="{FF2B5EF4-FFF2-40B4-BE49-F238E27FC236}">
                <a16:creationId xmlns:a16="http://schemas.microsoft.com/office/drawing/2014/main" id="{888E9458-E8AB-DEC1-2B5E-D8AA3283D306}"/>
              </a:ext>
            </a:extLst>
          </p:cNvPr>
          <p:cNvSpPr/>
          <p:nvPr/>
        </p:nvSpPr>
        <p:spPr>
          <a:xfrm>
            <a:off x="893788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92" name="Picture 891">
            <a:extLst>
              <a:ext uri="{FF2B5EF4-FFF2-40B4-BE49-F238E27FC236}">
                <a16:creationId xmlns:a16="http://schemas.microsoft.com/office/drawing/2014/main" id="{5B65D250-7741-236C-4CB8-D109B05F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96471"/>
            <a:ext cx="728704" cy="728704"/>
          </a:xfrm>
          <a:prstGeom prst="rect">
            <a:avLst/>
          </a:prstGeom>
        </p:spPr>
      </p:pic>
      <p:sp>
        <p:nvSpPr>
          <p:cNvPr id="917" name="TextBox 916">
            <a:extLst>
              <a:ext uri="{FF2B5EF4-FFF2-40B4-BE49-F238E27FC236}">
                <a16:creationId xmlns:a16="http://schemas.microsoft.com/office/drawing/2014/main" id="{4B128C04-D144-E21B-6F4F-3E64D134DD3D}"/>
              </a:ext>
            </a:extLst>
          </p:cNvPr>
          <p:cNvSpPr txBox="1"/>
          <p:nvPr/>
        </p:nvSpPr>
        <p:spPr>
          <a:xfrm>
            <a:off x="861761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6" name="Rectangle 975">
            <a:extLst>
              <a:ext uri="{FF2B5EF4-FFF2-40B4-BE49-F238E27FC236}">
                <a16:creationId xmlns:a16="http://schemas.microsoft.com/office/drawing/2014/main" id="{EC268BBC-D98F-5637-5F76-8E9F4F118E2C}"/>
              </a:ext>
            </a:extLst>
          </p:cNvPr>
          <p:cNvSpPr/>
          <p:nvPr/>
        </p:nvSpPr>
        <p:spPr>
          <a:xfrm>
            <a:off x="4479685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7" name="Rectangle 976">
            <a:extLst>
              <a:ext uri="{FF2B5EF4-FFF2-40B4-BE49-F238E27FC236}">
                <a16:creationId xmlns:a16="http://schemas.microsoft.com/office/drawing/2014/main" id="{3B657A17-9606-CAD4-B799-6ED9E1FD6C86}"/>
              </a:ext>
            </a:extLst>
          </p:cNvPr>
          <p:cNvSpPr/>
          <p:nvPr/>
        </p:nvSpPr>
        <p:spPr>
          <a:xfrm>
            <a:off x="4551402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0,14</a:t>
            </a: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3722741B-CAD4-687C-5144-FFBC01F1E436}"/>
              </a:ext>
            </a:extLst>
          </p:cNvPr>
          <p:cNvSpPr/>
          <p:nvPr/>
        </p:nvSpPr>
        <p:spPr>
          <a:xfrm>
            <a:off x="919133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E095CA3E-6599-E8FD-0EE1-0A65294092A5}"/>
              </a:ext>
            </a:extLst>
          </p:cNvPr>
          <p:cNvSpPr/>
          <p:nvPr/>
        </p:nvSpPr>
        <p:spPr>
          <a:xfrm>
            <a:off x="4197542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988" name="Group 987">
            <a:extLst>
              <a:ext uri="{FF2B5EF4-FFF2-40B4-BE49-F238E27FC236}">
                <a16:creationId xmlns:a16="http://schemas.microsoft.com/office/drawing/2014/main" id="{0E70C72C-0E16-F253-1161-BE6E16440CEF}"/>
              </a:ext>
            </a:extLst>
          </p:cNvPr>
          <p:cNvGrpSpPr/>
          <p:nvPr/>
        </p:nvGrpSpPr>
        <p:grpSpPr>
          <a:xfrm rot="5400000">
            <a:off x="7644012" y="1349140"/>
            <a:ext cx="71717" cy="358583"/>
            <a:chOff x="6220024" y="1644415"/>
            <a:chExt cx="71717" cy="358583"/>
          </a:xfrm>
        </p:grpSpPr>
        <p:sp>
          <p:nvSpPr>
            <p:cNvPr id="983" name="Rectangle 982">
              <a:extLst>
                <a:ext uri="{FF2B5EF4-FFF2-40B4-BE49-F238E27FC236}">
                  <a16:creationId xmlns:a16="http://schemas.microsoft.com/office/drawing/2014/main" id="{5A83CF06-CF69-D975-C452-CB3FF7D423F8}"/>
                </a:ext>
              </a:extLst>
            </p:cNvPr>
            <p:cNvSpPr/>
            <p:nvPr/>
          </p:nvSpPr>
          <p:spPr>
            <a:xfrm>
              <a:off x="6220024" y="164441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4" name="Rectangle 983">
              <a:extLst>
                <a:ext uri="{FF2B5EF4-FFF2-40B4-BE49-F238E27FC236}">
                  <a16:creationId xmlns:a16="http://schemas.microsoft.com/office/drawing/2014/main" id="{7D6BD2F4-BDA5-ECFC-9A51-7796D646CFF1}"/>
                </a:ext>
              </a:extLst>
            </p:cNvPr>
            <p:cNvSpPr/>
            <p:nvPr/>
          </p:nvSpPr>
          <p:spPr>
            <a:xfrm>
              <a:off x="6220024" y="171613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5" name="Rectangle 984">
              <a:extLst>
                <a:ext uri="{FF2B5EF4-FFF2-40B4-BE49-F238E27FC236}">
                  <a16:creationId xmlns:a16="http://schemas.microsoft.com/office/drawing/2014/main" id="{96911777-F72B-FD53-A70A-C31F789F8FFA}"/>
                </a:ext>
              </a:extLst>
            </p:cNvPr>
            <p:cNvSpPr/>
            <p:nvPr/>
          </p:nvSpPr>
          <p:spPr>
            <a:xfrm>
              <a:off x="6220024" y="1787848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35799C5-D429-69A5-13B6-33141DE43B10}"/>
                </a:ext>
              </a:extLst>
            </p:cNvPr>
            <p:cNvSpPr/>
            <p:nvPr/>
          </p:nvSpPr>
          <p:spPr>
            <a:xfrm>
              <a:off x="6220024" y="185956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DAAA7C47-1743-58BB-0CC3-9DAA447FA3B6}"/>
                </a:ext>
              </a:extLst>
            </p:cNvPr>
            <p:cNvSpPr/>
            <p:nvPr/>
          </p:nvSpPr>
          <p:spPr>
            <a:xfrm>
              <a:off x="6220024" y="1931281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989" name="Rectangle 988">
            <a:extLst>
              <a:ext uri="{FF2B5EF4-FFF2-40B4-BE49-F238E27FC236}">
                <a16:creationId xmlns:a16="http://schemas.microsoft.com/office/drawing/2014/main" id="{3DD2FCE0-F809-0061-A3BC-67A24484F898}"/>
              </a:ext>
            </a:extLst>
          </p:cNvPr>
          <p:cNvSpPr/>
          <p:nvPr/>
        </p:nvSpPr>
        <p:spPr>
          <a:xfrm>
            <a:off x="60699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4E76AB82-548D-577A-D605-76456C02F696}"/>
              </a:ext>
            </a:extLst>
          </p:cNvPr>
          <p:cNvSpPr/>
          <p:nvPr/>
        </p:nvSpPr>
        <p:spPr>
          <a:xfrm>
            <a:off x="60699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79A09811-80A4-3072-AF1C-AE147D0AE46C}"/>
              </a:ext>
            </a:extLst>
          </p:cNvPr>
          <p:cNvSpPr/>
          <p:nvPr/>
        </p:nvSpPr>
        <p:spPr>
          <a:xfrm>
            <a:off x="60699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6D20B57C-8367-99FD-2DAA-30116F4ACA7B}"/>
              </a:ext>
            </a:extLst>
          </p:cNvPr>
          <p:cNvSpPr/>
          <p:nvPr/>
        </p:nvSpPr>
        <p:spPr>
          <a:xfrm>
            <a:off x="60699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9B3D8E4E-0750-750D-74C8-B0E724FFFE36}"/>
              </a:ext>
            </a:extLst>
          </p:cNvPr>
          <p:cNvSpPr/>
          <p:nvPr/>
        </p:nvSpPr>
        <p:spPr>
          <a:xfrm>
            <a:off x="60699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0DC70938-E568-350B-F9B7-6D848961611C}"/>
              </a:ext>
            </a:extLst>
          </p:cNvPr>
          <p:cNvSpPr/>
          <p:nvPr/>
        </p:nvSpPr>
        <p:spPr>
          <a:xfrm>
            <a:off x="60699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1C9D1692-FE1E-9038-6B9C-DB0436A011CB}"/>
              </a:ext>
            </a:extLst>
          </p:cNvPr>
          <p:cNvSpPr/>
          <p:nvPr/>
        </p:nvSpPr>
        <p:spPr>
          <a:xfrm>
            <a:off x="60699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288B23A3-9A35-AE11-E2DC-A3E18C14E966}"/>
              </a:ext>
            </a:extLst>
          </p:cNvPr>
          <p:cNvSpPr/>
          <p:nvPr/>
        </p:nvSpPr>
        <p:spPr>
          <a:xfrm>
            <a:off x="60699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1A71E0A-4A82-C8FF-B4E6-D0B113F87164}"/>
              </a:ext>
            </a:extLst>
          </p:cNvPr>
          <p:cNvSpPr/>
          <p:nvPr/>
        </p:nvSpPr>
        <p:spPr>
          <a:xfrm>
            <a:off x="60699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8C85C1FA-14E0-C7E8-4538-D91E4CCC3B9B}"/>
              </a:ext>
            </a:extLst>
          </p:cNvPr>
          <p:cNvSpPr/>
          <p:nvPr/>
        </p:nvSpPr>
        <p:spPr>
          <a:xfrm>
            <a:off x="60699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36D7646-BA23-36F9-C22A-49CACC95FEDA}"/>
              </a:ext>
            </a:extLst>
          </p:cNvPr>
          <p:cNvSpPr/>
          <p:nvPr/>
        </p:nvSpPr>
        <p:spPr>
          <a:xfrm>
            <a:off x="60001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76EAE160-CE8F-FEBD-43A4-831768A6E955}"/>
              </a:ext>
            </a:extLst>
          </p:cNvPr>
          <p:cNvSpPr/>
          <p:nvPr/>
        </p:nvSpPr>
        <p:spPr>
          <a:xfrm>
            <a:off x="60001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7AF421EE-EDE6-02F4-36F4-EAE7B7B17F71}"/>
              </a:ext>
            </a:extLst>
          </p:cNvPr>
          <p:cNvSpPr/>
          <p:nvPr/>
        </p:nvSpPr>
        <p:spPr>
          <a:xfrm>
            <a:off x="60001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45F99D21-F337-2786-59B6-BCFBFC347AA6}"/>
              </a:ext>
            </a:extLst>
          </p:cNvPr>
          <p:cNvSpPr/>
          <p:nvPr/>
        </p:nvSpPr>
        <p:spPr>
          <a:xfrm>
            <a:off x="60001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108AEA7B-C445-34CA-CE28-C3139A933491}"/>
              </a:ext>
            </a:extLst>
          </p:cNvPr>
          <p:cNvSpPr/>
          <p:nvPr/>
        </p:nvSpPr>
        <p:spPr>
          <a:xfrm>
            <a:off x="60001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DDACA628-9B2A-4BA6-FC51-01F8C6F1E529}"/>
              </a:ext>
            </a:extLst>
          </p:cNvPr>
          <p:cNvSpPr/>
          <p:nvPr/>
        </p:nvSpPr>
        <p:spPr>
          <a:xfrm>
            <a:off x="60001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CB1B62BD-C898-12BA-404C-3F4C18EB635A}"/>
              </a:ext>
            </a:extLst>
          </p:cNvPr>
          <p:cNvSpPr/>
          <p:nvPr/>
        </p:nvSpPr>
        <p:spPr>
          <a:xfrm>
            <a:off x="60001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B3446A-686B-C330-1227-00594CC92C2D}"/>
              </a:ext>
            </a:extLst>
          </p:cNvPr>
          <p:cNvSpPr/>
          <p:nvPr/>
        </p:nvSpPr>
        <p:spPr>
          <a:xfrm>
            <a:off x="60001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C9266342-C885-F3FC-942C-816123EACB36}"/>
              </a:ext>
            </a:extLst>
          </p:cNvPr>
          <p:cNvSpPr/>
          <p:nvPr/>
        </p:nvSpPr>
        <p:spPr>
          <a:xfrm>
            <a:off x="60001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91490BF5-49DD-F184-BC88-BC1A51795846}"/>
              </a:ext>
            </a:extLst>
          </p:cNvPr>
          <p:cNvSpPr/>
          <p:nvPr/>
        </p:nvSpPr>
        <p:spPr>
          <a:xfrm>
            <a:off x="60001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27C93962-714A-992A-1EAE-B02E94F4DACC}"/>
              </a:ext>
            </a:extLst>
          </p:cNvPr>
          <p:cNvSpPr/>
          <p:nvPr/>
        </p:nvSpPr>
        <p:spPr>
          <a:xfrm>
            <a:off x="59302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AC4C201B-DB8C-5030-C2D5-7BBA705BFE89}"/>
              </a:ext>
            </a:extLst>
          </p:cNvPr>
          <p:cNvSpPr/>
          <p:nvPr/>
        </p:nvSpPr>
        <p:spPr>
          <a:xfrm>
            <a:off x="59302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927EAB33-7304-BACD-42EE-78FC74D6542F}"/>
              </a:ext>
            </a:extLst>
          </p:cNvPr>
          <p:cNvSpPr/>
          <p:nvPr/>
        </p:nvSpPr>
        <p:spPr>
          <a:xfrm>
            <a:off x="59302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E7E24609-67E4-FD44-C729-6B4FEAC82161}"/>
              </a:ext>
            </a:extLst>
          </p:cNvPr>
          <p:cNvSpPr/>
          <p:nvPr/>
        </p:nvSpPr>
        <p:spPr>
          <a:xfrm>
            <a:off x="59302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4AECAC49-5B34-1ECD-5D3F-00255BD242E0}"/>
              </a:ext>
            </a:extLst>
          </p:cNvPr>
          <p:cNvSpPr/>
          <p:nvPr/>
        </p:nvSpPr>
        <p:spPr>
          <a:xfrm>
            <a:off x="59302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69D70EFB-A621-4A4D-381A-A090CD346E1A}"/>
              </a:ext>
            </a:extLst>
          </p:cNvPr>
          <p:cNvSpPr/>
          <p:nvPr/>
        </p:nvSpPr>
        <p:spPr>
          <a:xfrm>
            <a:off x="59302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DB135515-A8DF-B7F2-6451-607F48222CAF}"/>
              </a:ext>
            </a:extLst>
          </p:cNvPr>
          <p:cNvSpPr/>
          <p:nvPr/>
        </p:nvSpPr>
        <p:spPr>
          <a:xfrm>
            <a:off x="59302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BD1C74D8-2F29-D89C-D4BC-2C4FB2F9E7D7}"/>
              </a:ext>
            </a:extLst>
          </p:cNvPr>
          <p:cNvSpPr/>
          <p:nvPr/>
        </p:nvSpPr>
        <p:spPr>
          <a:xfrm>
            <a:off x="59302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1B17F388-D356-7690-B8AC-4DBC569B211F}"/>
              </a:ext>
            </a:extLst>
          </p:cNvPr>
          <p:cNvSpPr/>
          <p:nvPr/>
        </p:nvSpPr>
        <p:spPr>
          <a:xfrm>
            <a:off x="59302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C47BAF79-7F28-295E-C4B9-39BE600CC50B}"/>
              </a:ext>
            </a:extLst>
          </p:cNvPr>
          <p:cNvSpPr/>
          <p:nvPr/>
        </p:nvSpPr>
        <p:spPr>
          <a:xfrm>
            <a:off x="59302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B413F83-E1AD-6952-51F2-C933AA186918}"/>
              </a:ext>
            </a:extLst>
          </p:cNvPr>
          <p:cNvGrpSpPr/>
          <p:nvPr/>
        </p:nvGrpSpPr>
        <p:grpSpPr>
          <a:xfrm rot="5400000">
            <a:off x="7824617" y="4390752"/>
            <a:ext cx="71717" cy="717167"/>
            <a:chOff x="6292245" y="4429179"/>
            <a:chExt cx="71717" cy="717167"/>
          </a:xfrm>
        </p:grpSpPr>
        <p:sp>
          <p:nvSpPr>
            <p:cNvPr id="1021" name="Rectangle 1020">
              <a:extLst>
                <a:ext uri="{FF2B5EF4-FFF2-40B4-BE49-F238E27FC236}">
                  <a16:creationId xmlns:a16="http://schemas.microsoft.com/office/drawing/2014/main" id="{F1754B33-D0B5-22B0-3B8A-271CDD909FDA}"/>
                </a:ext>
              </a:extLst>
            </p:cNvPr>
            <p:cNvSpPr/>
            <p:nvPr/>
          </p:nvSpPr>
          <p:spPr>
            <a:xfrm>
              <a:off x="6292245" y="44291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2" name="Rectangle 1021">
              <a:extLst>
                <a:ext uri="{FF2B5EF4-FFF2-40B4-BE49-F238E27FC236}">
                  <a16:creationId xmlns:a16="http://schemas.microsoft.com/office/drawing/2014/main" id="{A7D91850-86AE-E941-15D1-2BEE6393C5F7}"/>
                </a:ext>
              </a:extLst>
            </p:cNvPr>
            <p:cNvSpPr/>
            <p:nvPr/>
          </p:nvSpPr>
          <p:spPr>
            <a:xfrm>
              <a:off x="6292245" y="45008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3" name="Rectangle 1022">
              <a:extLst>
                <a:ext uri="{FF2B5EF4-FFF2-40B4-BE49-F238E27FC236}">
                  <a16:creationId xmlns:a16="http://schemas.microsoft.com/office/drawing/2014/main" id="{F112188F-886D-A0A5-F3A8-5E6A4EDF9480}"/>
                </a:ext>
              </a:extLst>
            </p:cNvPr>
            <p:cNvSpPr/>
            <p:nvPr/>
          </p:nvSpPr>
          <p:spPr>
            <a:xfrm>
              <a:off x="6292245" y="45726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41A5B146-6632-3BD9-3523-F52CE1435C73}"/>
                </a:ext>
              </a:extLst>
            </p:cNvPr>
            <p:cNvSpPr/>
            <p:nvPr/>
          </p:nvSpPr>
          <p:spPr>
            <a:xfrm>
              <a:off x="6292245" y="46443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4717FFBD-2CAE-6C67-DBEF-B8F92D1D4E33}"/>
                </a:ext>
              </a:extLst>
            </p:cNvPr>
            <p:cNvSpPr/>
            <p:nvPr/>
          </p:nvSpPr>
          <p:spPr>
            <a:xfrm>
              <a:off x="6292245" y="47160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80A7287E-CBE2-4D4D-B925-076EF1D63AC1}"/>
                </a:ext>
              </a:extLst>
            </p:cNvPr>
            <p:cNvSpPr/>
            <p:nvPr/>
          </p:nvSpPr>
          <p:spPr>
            <a:xfrm>
              <a:off x="6292245" y="47877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3A4BDBC8-84E4-FCD7-2956-45622E31F806}"/>
                </a:ext>
              </a:extLst>
            </p:cNvPr>
            <p:cNvSpPr/>
            <p:nvPr/>
          </p:nvSpPr>
          <p:spPr>
            <a:xfrm>
              <a:off x="6292245" y="48594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48F6D5CE-2C40-23CD-75DE-37E36999139A}"/>
                </a:ext>
              </a:extLst>
            </p:cNvPr>
            <p:cNvSpPr/>
            <p:nvPr/>
          </p:nvSpPr>
          <p:spPr>
            <a:xfrm>
              <a:off x="6292245" y="49311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D140116-D68C-9446-226D-9A93CEC71D3D}"/>
                </a:ext>
              </a:extLst>
            </p:cNvPr>
            <p:cNvSpPr/>
            <p:nvPr/>
          </p:nvSpPr>
          <p:spPr>
            <a:xfrm>
              <a:off x="6292245" y="50029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30" name="Rectangle 1029">
              <a:extLst>
                <a:ext uri="{FF2B5EF4-FFF2-40B4-BE49-F238E27FC236}">
                  <a16:creationId xmlns:a16="http://schemas.microsoft.com/office/drawing/2014/main" id="{315C3279-4E92-D345-4A93-F63A11261EF3}"/>
                </a:ext>
              </a:extLst>
            </p:cNvPr>
            <p:cNvSpPr/>
            <p:nvPr/>
          </p:nvSpPr>
          <p:spPr>
            <a:xfrm>
              <a:off x="6292245" y="50746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3D847EF-E88A-2E1F-55C7-CAD575115B8A}"/>
              </a:ext>
            </a:extLst>
          </p:cNvPr>
          <p:cNvSpPr/>
          <p:nvPr/>
        </p:nvSpPr>
        <p:spPr>
          <a:xfrm>
            <a:off x="7786240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AF3146-2DCA-848E-2DE3-8190EA024221}"/>
              </a:ext>
            </a:extLst>
          </p:cNvPr>
          <p:cNvSpPr/>
          <p:nvPr/>
        </p:nvSpPr>
        <p:spPr>
          <a:xfrm>
            <a:off x="785795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0A9E320-F1EE-7276-A9DF-1AA0F1DD856F}"/>
              </a:ext>
            </a:extLst>
          </p:cNvPr>
          <p:cNvSpPr/>
          <p:nvPr/>
        </p:nvSpPr>
        <p:spPr>
          <a:xfrm>
            <a:off x="778624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75C986F2-1FC9-373B-9EE1-C99681A5E3C4}"/>
              </a:ext>
            </a:extLst>
          </p:cNvPr>
          <p:cNvSpPr/>
          <p:nvPr/>
        </p:nvSpPr>
        <p:spPr>
          <a:xfrm>
            <a:off x="785795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EAC88E71-2ABD-F371-5899-0DD87F293E23}"/>
              </a:ext>
            </a:extLst>
          </p:cNvPr>
          <p:cNvSpPr/>
          <p:nvPr/>
        </p:nvSpPr>
        <p:spPr>
          <a:xfrm>
            <a:off x="778624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143915A-2BCF-6896-BABB-ABC0C7FD2172}"/>
              </a:ext>
            </a:extLst>
          </p:cNvPr>
          <p:cNvSpPr/>
          <p:nvPr/>
        </p:nvSpPr>
        <p:spPr>
          <a:xfrm>
            <a:off x="785795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9FE35689-A352-EA0B-D2E8-259C0241C062}"/>
              </a:ext>
            </a:extLst>
          </p:cNvPr>
          <p:cNvSpPr/>
          <p:nvPr/>
        </p:nvSpPr>
        <p:spPr>
          <a:xfrm>
            <a:off x="778624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BA2737F7-BEE7-9340-A77D-6B360E324BC6}"/>
              </a:ext>
            </a:extLst>
          </p:cNvPr>
          <p:cNvSpPr/>
          <p:nvPr/>
        </p:nvSpPr>
        <p:spPr>
          <a:xfrm>
            <a:off x="785795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84767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3603704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624505" y="-4906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35" name="Plus Sign 34">
            <a:extLst>
              <a:ext uri="{FF2B5EF4-FFF2-40B4-BE49-F238E27FC236}">
                <a16:creationId xmlns:a16="http://schemas.microsoft.com/office/drawing/2014/main" id="{72C218F8-CA44-3F92-2AB1-E426B5CD9F0E}"/>
              </a:ext>
            </a:extLst>
          </p:cNvPr>
          <p:cNvSpPr/>
          <p:nvPr/>
        </p:nvSpPr>
        <p:spPr>
          <a:xfrm>
            <a:off x="1626710" y="97328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57A53C04-DF89-EA1F-6C5E-F4EF45D2B856}"/>
              </a:ext>
            </a:extLst>
          </p:cNvPr>
          <p:cNvSpPr/>
          <p:nvPr/>
        </p:nvSpPr>
        <p:spPr>
          <a:xfrm>
            <a:off x="249355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06632BD-79E9-10C8-1ED7-D8CF7832BA99}"/>
              </a:ext>
            </a:extLst>
          </p:cNvPr>
          <p:cNvSpPr/>
          <p:nvPr/>
        </p:nvSpPr>
        <p:spPr>
          <a:xfrm>
            <a:off x="256527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5708577-FC53-E835-7995-5F5AA3FC1B92}"/>
              </a:ext>
            </a:extLst>
          </p:cNvPr>
          <p:cNvSpPr/>
          <p:nvPr/>
        </p:nvSpPr>
        <p:spPr>
          <a:xfrm>
            <a:off x="263699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3814ED61-E52B-94D8-C970-092F51E3F6F0}"/>
              </a:ext>
            </a:extLst>
          </p:cNvPr>
          <p:cNvSpPr/>
          <p:nvPr/>
        </p:nvSpPr>
        <p:spPr>
          <a:xfrm>
            <a:off x="270870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947396C7-61F0-2435-B872-06F30278CCD6}"/>
              </a:ext>
            </a:extLst>
          </p:cNvPr>
          <p:cNvSpPr/>
          <p:nvPr/>
        </p:nvSpPr>
        <p:spPr>
          <a:xfrm>
            <a:off x="41933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754149DE-7859-C0D8-E542-5D043B2D92D7}"/>
              </a:ext>
            </a:extLst>
          </p:cNvPr>
          <p:cNvSpPr/>
          <p:nvPr/>
        </p:nvSpPr>
        <p:spPr>
          <a:xfrm>
            <a:off x="42650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079577C-1CDB-1D96-5258-C8D3CE1DE385}"/>
              </a:ext>
            </a:extLst>
          </p:cNvPr>
          <p:cNvSpPr/>
          <p:nvPr/>
        </p:nvSpPr>
        <p:spPr>
          <a:xfrm>
            <a:off x="43368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6F29B96D-3B21-A263-8A04-FA6FCAF49164}"/>
              </a:ext>
            </a:extLst>
          </p:cNvPr>
          <p:cNvSpPr/>
          <p:nvPr/>
        </p:nvSpPr>
        <p:spPr>
          <a:xfrm>
            <a:off x="44085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6" name="Plus Sign 225">
            <a:extLst>
              <a:ext uri="{FF2B5EF4-FFF2-40B4-BE49-F238E27FC236}">
                <a16:creationId xmlns:a16="http://schemas.microsoft.com/office/drawing/2014/main" id="{EEFE84CE-EE0F-AC58-E25D-F59CAC6EFBD1}"/>
              </a:ext>
            </a:extLst>
          </p:cNvPr>
          <p:cNvSpPr/>
          <p:nvPr/>
        </p:nvSpPr>
        <p:spPr>
          <a:xfrm>
            <a:off x="1626710" y="2608117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91913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DEB3D1E-571B-51AB-0C8E-6664C15FAD5A}"/>
              </a:ext>
            </a:extLst>
          </p:cNvPr>
          <p:cNvSpPr/>
          <p:nvPr/>
        </p:nvSpPr>
        <p:spPr>
          <a:xfrm>
            <a:off x="919133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0A9E9B0A-8DEA-B55C-6FB2-31CDDDAA6B3B}"/>
              </a:ext>
            </a:extLst>
          </p:cNvPr>
          <p:cNvSpPr/>
          <p:nvPr/>
        </p:nvSpPr>
        <p:spPr>
          <a:xfrm>
            <a:off x="919133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0,34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1975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A2DD77BA-1775-5728-86D2-910A7DA0F3C5}"/>
              </a:ext>
            </a:extLst>
          </p:cNvPr>
          <p:cNvSpPr/>
          <p:nvPr/>
        </p:nvSpPr>
        <p:spPr>
          <a:xfrm>
            <a:off x="4197542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9BE4D82F-D8C0-956A-6AA1-363395D963B8}"/>
              </a:ext>
            </a:extLst>
          </p:cNvPr>
          <p:cNvSpPr/>
          <p:nvPr/>
        </p:nvSpPr>
        <p:spPr>
          <a:xfrm>
            <a:off x="4197542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4819E4C-ADF1-88FF-375A-D96A8EE77B56}"/>
              </a:ext>
            </a:extLst>
          </p:cNvPr>
          <p:cNvSpPr/>
          <p:nvPr/>
        </p:nvSpPr>
        <p:spPr>
          <a:xfrm>
            <a:off x="4049944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13FF467-426F-88B3-9924-F9126D7DACFC}"/>
              </a:ext>
            </a:extLst>
          </p:cNvPr>
          <p:cNvSpPr/>
          <p:nvPr/>
        </p:nvSpPr>
        <p:spPr>
          <a:xfrm>
            <a:off x="4121660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0" name="Plus Sign 319">
            <a:extLst>
              <a:ext uri="{FF2B5EF4-FFF2-40B4-BE49-F238E27FC236}">
                <a16:creationId xmlns:a16="http://schemas.microsoft.com/office/drawing/2014/main" id="{715ABA57-0EBD-BA25-545E-3EEBB7B5CABB}"/>
              </a:ext>
            </a:extLst>
          </p:cNvPr>
          <p:cNvSpPr/>
          <p:nvPr/>
        </p:nvSpPr>
        <p:spPr>
          <a:xfrm>
            <a:off x="1626710" y="424295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0,21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387" name="Rectangle 386">
            <a:extLst>
              <a:ext uri="{FF2B5EF4-FFF2-40B4-BE49-F238E27FC236}">
                <a16:creationId xmlns:a16="http://schemas.microsoft.com/office/drawing/2014/main" id="{F06001C1-2404-7B3B-2919-BC0432FC1CCD}"/>
              </a:ext>
            </a:extLst>
          </p:cNvPr>
          <p:cNvSpPr/>
          <p:nvPr/>
        </p:nvSpPr>
        <p:spPr>
          <a:xfrm>
            <a:off x="9909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0,15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92058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92058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EC377DC-F481-E411-9A29-F164D52D16B1}"/>
              </a:ext>
            </a:extLst>
          </p:cNvPr>
          <p:cNvSpPr/>
          <p:nvPr/>
        </p:nvSpPr>
        <p:spPr>
          <a:xfrm>
            <a:off x="2492058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C64907D-767D-0529-24F2-67DD409BDF47}"/>
              </a:ext>
            </a:extLst>
          </p:cNvPr>
          <p:cNvSpPr/>
          <p:nvPr/>
        </p:nvSpPr>
        <p:spPr>
          <a:xfrm>
            <a:off x="2492058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82827DE-6AE1-C978-F73B-DEE39535845E}"/>
              </a:ext>
            </a:extLst>
          </p:cNvPr>
          <p:cNvSpPr/>
          <p:nvPr/>
        </p:nvSpPr>
        <p:spPr>
          <a:xfrm>
            <a:off x="2492058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26E5B2C-67EF-6CEB-FF07-9D00C111AB60}"/>
              </a:ext>
            </a:extLst>
          </p:cNvPr>
          <p:cNvSpPr/>
          <p:nvPr/>
        </p:nvSpPr>
        <p:spPr>
          <a:xfrm>
            <a:off x="2421841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0,36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913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9131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9131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5AA1072-AD8B-42D0-E4E0-76964312B296}"/>
              </a:ext>
            </a:extLst>
          </p:cNvPr>
          <p:cNvSpPr/>
          <p:nvPr/>
        </p:nvSpPr>
        <p:spPr>
          <a:xfrm>
            <a:off x="419131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5DDB52E9-40D7-8DCF-814F-CFEF752FDD26}"/>
              </a:ext>
            </a:extLst>
          </p:cNvPr>
          <p:cNvSpPr/>
          <p:nvPr/>
        </p:nvSpPr>
        <p:spPr>
          <a:xfrm>
            <a:off x="419131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5454DDBD-6FF9-DC99-7283-1D6B9654E0FA}"/>
              </a:ext>
            </a:extLst>
          </p:cNvPr>
          <p:cNvSpPr/>
          <p:nvPr/>
        </p:nvSpPr>
        <p:spPr>
          <a:xfrm>
            <a:off x="4191319" y="439290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FBDF602B-51E3-A851-C330-6D5329393A1F}"/>
              </a:ext>
            </a:extLst>
          </p:cNvPr>
          <p:cNvSpPr/>
          <p:nvPr/>
        </p:nvSpPr>
        <p:spPr>
          <a:xfrm>
            <a:off x="397822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404994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121660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4" name="Plus Sign 413">
            <a:extLst>
              <a:ext uri="{FF2B5EF4-FFF2-40B4-BE49-F238E27FC236}">
                <a16:creationId xmlns:a16="http://schemas.microsoft.com/office/drawing/2014/main" id="{818FFE4E-9EE3-7BB5-5C4D-4B23374370F7}"/>
              </a:ext>
            </a:extLst>
          </p:cNvPr>
          <p:cNvSpPr/>
          <p:nvPr/>
        </p:nvSpPr>
        <p:spPr>
          <a:xfrm>
            <a:off x="1626710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0,57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84" name="Rectangle 483">
            <a:extLst>
              <a:ext uri="{FF2B5EF4-FFF2-40B4-BE49-F238E27FC236}">
                <a16:creationId xmlns:a16="http://schemas.microsoft.com/office/drawing/2014/main" id="{DD532DF9-7CB4-C5FB-4741-44280ACE9438}"/>
              </a:ext>
            </a:extLst>
          </p:cNvPr>
          <p:cNvSpPr/>
          <p:nvPr/>
        </p:nvSpPr>
        <p:spPr>
          <a:xfrm>
            <a:off x="1206139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3E00E98-E27A-CFF1-26E6-2027403E81C1}"/>
              </a:ext>
            </a:extLst>
          </p:cNvPr>
          <p:cNvSpPr/>
          <p:nvPr/>
        </p:nvSpPr>
        <p:spPr>
          <a:xfrm>
            <a:off x="1206139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EAEEF18A-6713-F73A-C1A0-1356AA2742E9}"/>
              </a:ext>
            </a:extLst>
          </p:cNvPr>
          <p:cNvSpPr/>
          <p:nvPr/>
        </p:nvSpPr>
        <p:spPr>
          <a:xfrm>
            <a:off x="1206139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98DEBE14-65CE-75A7-D72E-80350E36F8EB}"/>
              </a:ext>
            </a:extLst>
          </p:cNvPr>
          <p:cNvSpPr/>
          <p:nvPr/>
        </p:nvSpPr>
        <p:spPr>
          <a:xfrm>
            <a:off x="1206139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55A9F68-CE27-06FD-A3C7-868AA504053C}"/>
              </a:ext>
            </a:extLst>
          </p:cNvPr>
          <p:cNvSpPr/>
          <p:nvPr/>
        </p:nvSpPr>
        <p:spPr>
          <a:xfrm>
            <a:off x="1206139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8536EEA9-4EC2-4F98-4410-9125196BC716}"/>
              </a:ext>
            </a:extLst>
          </p:cNvPr>
          <p:cNvSpPr/>
          <p:nvPr/>
        </p:nvSpPr>
        <p:spPr>
          <a:xfrm>
            <a:off x="1206139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BEB639C-00F3-597D-2276-405F982C42FA}"/>
              </a:ext>
            </a:extLst>
          </p:cNvPr>
          <p:cNvSpPr/>
          <p:nvPr/>
        </p:nvSpPr>
        <p:spPr>
          <a:xfrm>
            <a:off x="1206139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96E6771-A05E-CB68-EF90-6DC35DAFDA9C}"/>
              </a:ext>
            </a:extLst>
          </p:cNvPr>
          <p:cNvSpPr/>
          <p:nvPr/>
        </p:nvSpPr>
        <p:spPr>
          <a:xfrm>
            <a:off x="9911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71F57264-20E6-DE19-D6EE-F36A17FC723F}"/>
              </a:ext>
            </a:extLst>
          </p:cNvPr>
          <p:cNvSpPr/>
          <p:nvPr/>
        </p:nvSpPr>
        <p:spPr>
          <a:xfrm>
            <a:off x="10628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BA4AA158-E59D-0CE0-4147-3A7F129C54B8}"/>
              </a:ext>
            </a:extLst>
          </p:cNvPr>
          <p:cNvSpPr/>
          <p:nvPr/>
        </p:nvSpPr>
        <p:spPr>
          <a:xfrm>
            <a:off x="11345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0,32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52" name="Rectangle 451">
            <a:extLst>
              <a:ext uri="{FF2B5EF4-FFF2-40B4-BE49-F238E27FC236}">
                <a16:creationId xmlns:a16="http://schemas.microsoft.com/office/drawing/2014/main" id="{E7FDB50A-9D2D-BB95-FD87-A588D5396C88}"/>
              </a:ext>
            </a:extLst>
          </p:cNvPr>
          <p:cNvSpPr/>
          <p:nvPr/>
        </p:nvSpPr>
        <p:spPr>
          <a:xfrm>
            <a:off x="2636565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81416B41-5BEE-FC02-15D0-033A1D0AE587}"/>
              </a:ext>
            </a:extLst>
          </p:cNvPr>
          <p:cNvSpPr/>
          <p:nvPr/>
        </p:nvSpPr>
        <p:spPr>
          <a:xfrm>
            <a:off x="2636565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C67BCE49-8FC3-DE28-03E2-9CF86B2DB8BE}"/>
              </a:ext>
            </a:extLst>
          </p:cNvPr>
          <p:cNvSpPr/>
          <p:nvPr/>
        </p:nvSpPr>
        <p:spPr>
          <a:xfrm>
            <a:off x="2421841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1AB1754F-4E3B-F0AE-4073-9BADAA170B68}"/>
              </a:ext>
            </a:extLst>
          </p:cNvPr>
          <p:cNvSpPr/>
          <p:nvPr/>
        </p:nvSpPr>
        <p:spPr>
          <a:xfrm>
            <a:off x="2493558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9A392F0-72D7-3D77-26DF-4C69437004F5}"/>
              </a:ext>
            </a:extLst>
          </p:cNvPr>
          <p:cNvSpPr/>
          <p:nvPr/>
        </p:nvSpPr>
        <p:spPr>
          <a:xfrm>
            <a:off x="256527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0,89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23" name="Rectangle 422">
            <a:extLst>
              <a:ext uri="{FF2B5EF4-FFF2-40B4-BE49-F238E27FC236}">
                <a16:creationId xmlns:a16="http://schemas.microsoft.com/office/drawing/2014/main" id="{C2396A56-C5C4-345E-A25D-3BB74D555FFE}"/>
              </a:ext>
            </a:extLst>
          </p:cNvPr>
          <p:cNvSpPr/>
          <p:nvPr/>
        </p:nvSpPr>
        <p:spPr>
          <a:xfrm>
            <a:off x="4551112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6A559D60-ABC0-9CD3-709E-4EACE5B01A27}"/>
              </a:ext>
            </a:extLst>
          </p:cNvPr>
          <p:cNvSpPr/>
          <p:nvPr/>
        </p:nvSpPr>
        <p:spPr>
          <a:xfrm>
            <a:off x="4551112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674272D7-D89C-6349-A4D3-C3BA3793695F}"/>
              </a:ext>
            </a:extLst>
          </p:cNvPr>
          <p:cNvSpPr/>
          <p:nvPr/>
        </p:nvSpPr>
        <p:spPr>
          <a:xfrm>
            <a:off x="4551112" y="58125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0EEEB743-73E3-DA76-31A2-200A57CEAB9A}"/>
              </a:ext>
            </a:extLst>
          </p:cNvPr>
          <p:cNvSpPr/>
          <p:nvPr/>
        </p:nvSpPr>
        <p:spPr>
          <a:xfrm>
            <a:off x="4551112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715A1BEE-0D64-F3C8-9B3D-BD95FD96E531}"/>
              </a:ext>
            </a:extLst>
          </p:cNvPr>
          <p:cNvSpPr/>
          <p:nvPr/>
        </p:nvSpPr>
        <p:spPr>
          <a:xfrm>
            <a:off x="4551112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4AA80AAB-6C2D-D4F9-F3A3-5EB8D7CD6E5C}"/>
              </a:ext>
            </a:extLst>
          </p:cNvPr>
          <p:cNvSpPr/>
          <p:nvPr/>
        </p:nvSpPr>
        <p:spPr>
          <a:xfrm>
            <a:off x="4551112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9AC13521-0AE4-E08C-6B4A-BD59D4293D78}"/>
              </a:ext>
            </a:extLst>
          </p:cNvPr>
          <p:cNvSpPr/>
          <p:nvPr/>
        </p:nvSpPr>
        <p:spPr>
          <a:xfrm>
            <a:off x="4551112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2093C470-DC26-25DB-5D19-C34F79DC8EAD}"/>
              </a:ext>
            </a:extLst>
          </p:cNvPr>
          <p:cNvSpPr/>
          <p:nvPr/>
        </p:nvSpPr>
        <p:spPr>
          <a:xfrm>
            <a:off x="4551112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E69D5697-1F5D-929B-267B-7D10F6B808EB}"/>
              </a:ext>
            </a:extLst>
          </p:cNvPr>
          <p:cNvSpPr/>
          <p:nvPr/>
        </p:nvSpPr>
        <p:spPr>
          <a:xfrm>
            <a:off x="4551112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96B43C60-446B-8BD7-9405-694B20F55604}"/>
              </a:ext>
            </a:extLst>
          </p:cNvPr>
          <p:cNvSpPr/>
          <p:nvPr/>
        </p:nvSpPr>
        <p:spPr>
          <a:xfrm>
            <a:off x="39782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6A3F4B06-DDB3-2B36-5E0B-E8BC6287592D}"/>
              </a:ext>
            </a:extLst>
          </p:cNvPr>
          <p:cNvSpPr/>
          <p:nvPr/>
        </p:nvSpPr>
        <p:spPr>
          <a:xfrm>
            <a:off x="40499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79FFC581-E38E-66C2-8C03-784C93AFA224}"/>
              </a:ext>
            </a:extLst>
          </p:cNvPr>
          <p:cNvSpPr/>
          <p:nvPr/>
        </p:nvSpPr>
        <p:spPr>
          <a:xfrm>
            <a:off x="412166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93D06BA8-481A-7BAF-8A3D-EAE5A12F3C5D}"/>
              </a:ext>
            </a:extLst>
          </p:cNvPr>
          <p:cNvSpPr/>
          <p:nvPr/>
        </p:nvSpPr>
        <p:spPr>
          <a:xfrm>
            <a:off x="41933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9AAC296A-F77B-9B0E-92D2-A70B9DE7BEEB}"/>
              </a:ext>
            </a:extLst>
          </p:cNvPr>
          <p:cNvSpPr/>
          <p:nvPr/>
        </p:nvSpPr>
        <p:spPr>
          <a:xfrm>
            <a:off x="42650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5AE55525-3060-3AE9-2D48-07A3D0C75C8E}"/>
              </a:ext>
            </a:extLst>
          </p:cNvPr>
          <p:cNvSpPr/>
          <p:nvPr/>
        </p:nvSpPr>
        <p:spPr>
          <a:xfrm>
            <a:off x="43368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9E3A998C-FBEB-C8C4-ECBC-E04B1DC74C89}"/>
              </a:ext>
            </a:extLst>
          </p:cNvPr>
          <p:cNvSpPr/>
          <p:nvPr/>
        </p:nvSpPr>
        <p:spPr>
          <a:xfrm>
            <a:off x="447939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8" name="Plus Sign 507">
            <a:extLst>
              <a:ext uri="{FF2B5EF4-FFF2-40B4-BE49-F238E27FC236}">
                <a16:creationId xmlns:a16="http://schemas.microsoft.com/office/drawing/2014/main" id="{CEBBFCE4-7FBA-BCB0-DBC8-95D3E0075DDF}"/>
              </a:ext>
            </a:extLst>
          </p:cNvPr>
          <p:cNvSpPr/>
          <p:nvPr/>
        </p:nvSpPr>
        <p:spPr>
          <a:xfrm>
            <a:off x="6705786" y="170064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75" name="Rectangle 574">
            <a:extLst>
              <a:ext uri="{FF2B5EF4-FFF2-40B4-BE49-F238E27FC236}">
                <a16:creationId xmlns:a16="http://schemas.microsoft.com/office/drawing/2014/main" id="{9741C39F-065C-22E9-FEB3-B7FEF56BB0E1}"/>
              </a:ext>
            </a:extLst>
          </p:cNvPr>
          <p:cNvSpPr/>
          <p:nvPr/>
        </p:nvSpPr>
        <p:spPr>
          <a:xfrm>
            <a:off x="6067624" y="149201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5B54CCD-675B-7F10-81DF-7B82B22D3B62}"/>
              </a:ext>
            </a:extLst>
          </p:cNvPr>
          <p:cNvSpPr/>
          <p:nvPr/>
        </p:nvSpPr>
        <p:spPr>
          <a:xfrm>
            <a:off x="6067624" y="156373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07D71F1D-6A03-E678-807D-D4AA056863BC}"/>
              </a:ext>
            </a:extLst>
          </p:cNvPr>
          <p:cNvSpPr/>
          <p:nvPr/>
        </p:nvSpPr>
        <p:spPr>
          <a:xfrm>
            <a:off x="6067624" y="163544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97F3131C-1666-AB63-23EA-24CFC7A54390}"/>
              </a:ext>
            </a:extLst>
          </p:cNvPr>
          <p:cNvSpPr/>
          <p:nvPr/>
        </p:nvSpPr>
        <p:spPr>
          <a:xfrm>
            <a:off x="6067624" y="170716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6F8E1338-612A-97ED-A941-19DC477C27DC}"/>
              </a:ext>
            </a:extLst>
          </p:cNvPr>
          <p:cNvSpPr/>
          <p:nvPr/>
        </p:nvSpPr>
        <p:spPr>
          <a:xfrm>
            <a:off x="6067624" y="177888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2" name="Plus Sign 601">
            <a:extLst>
              <a:ext uri="{FF2B5EF4-FFF2-40B4-BE49-F238E27FC236}">
                <a16:creationId xmlns:a16="http://schemas.microsoft.com/office/drawing/2014/main" id="{3B91B6FE-CA2E-60EE-1E04-FE8D71D4AF57}"/>
              </a:ext>
            </a:extLst>
          </p:cNvPr>
          <p:cNvSpPr/>
          <p:nvPr/>
        </p:nvSpPr>
        <p:spPr>
          <a:xfrm>
            <a:off x="6705786" y="3093026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071432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071432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071432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267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599847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42" name="Rectangle 641">
            <a:extLst>
              <a:ext uri="{FF2B5EF4-FFF2-40B4-BE49-F238E27FC236}">
                <a16:creationId xmlns:a16="http://schemas.microsoft.com/office/drawing/2014/main" id="{E6E21E7F-34C0-488E-AED6-00AB54BCA848}"/>
              </a:ext>
            </a:extLst>
          </p:cNvPr>
          <p:cNvSpPr/>
          <p:nvPr/>
        </p:nvSpPr>
        <p:spPr>
          <a:xfrm>
            <a:off x="757229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331E600F-9B20-009F-C92A-EEEE74ED3753}"/>
              </a:ext>
            </a:extLst>
          </p:cNvPr>
          <p:cNvSpPr/>
          <p:nvPr/>
        </p:nvSpPr>
        <p:spPr>
          <a:xfrm>
            <a:off x="7572295" y="30995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237B542F-387A-1B91-3DAC-F98B3B7F6744}"/>
              </a:ext>
            </a:extLst>
          </p:cNvPr>
          <p:cNvSpPr/>
          <p:nvPr/>
        </p:nvSpPr>
        <p:spPr>
          <a:xfrm>
            <a:off x="7572295" y="317126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B2E7A636-F47C-766B-8C75-83FEB8A7789C}"/>
              </a:ext>
            </a:extLst>
          </p:cNvPr>
          <p:cNvSpPr/>
          <p:nvPr/>
        </p:nvSpPr>
        <p:spPr>
          <a:xfrm>
            <a:off x="7572295" y="32429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D24BCD12-7ECA-91E4-A39D-94A41CE151CC}"/>
              </a:ext>
            </a:extLst>
          </p:cNvPr>
          <p:cNvSpPr/>
          <p:nvPr/>
        </p:nvSpPr>
        <p:spPr>
          <a:xfrm>
            <a:off x="7572295" y="33146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33864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34581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35298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6" name="Plus Sign 695">
            <a:extLst>
              <a:ext uri="{FF2B5EF4-FFF2-40B4-BE49-F238E27FC236}">
                <a16:creationId xmlns:a16="http://schemas.microsoft.com/office/drawing/2014/main" id="{95669BB9-B292-46A8-24AE-797775915F28}"/>
              </a:ext>
            </a:extLst>
          </p:cNvPr>
          <p:cNvSpPr/>
          <p:nvPr/>
        </p:nvSpPr>
        <p:spPr>
          <a:xfrm>
            <a:off x="6705786" y="4485408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63" name="Rectangle 762">
            <a:extLst>
              <a:ext uri="{FF2B5EF4-FFF2-40B4-BE49-F238E27FC236}">
                <a16:creationId xmlns:a16="http://schemas.microsoft.com/office/drawing/2014/main" id="{F6C2C752-3BBF-3F8A-2985-D8B03E36F3A4}"/>
              </a:ext>
            </a:extLst>
          </p:cNvPr>
          <p:cNvSpPr/>
          <p:nvPr/>
        </p:nvSpPr>
        <p:spPr>
          <a:xfrm>
            <a:off x="61398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296517DB-B746-28E7-E10B-9F1952EBEFD6}"/>
              </a:ext>
            </a:extLst>
          </p:cNvPr>
          <p:cNvSpPr/>
          <p:nvPr/>
        </p:nvSpPr>
        <p:spPr>
          <a:xfrm>
            <a:off x="61398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EE1459E7-0BD3-CD6B-3C89-62B83E9E2D69}"/>
              </a:ext>
            </a:extLst>
          </p:cNvPr>
          <p:cNvSpPr/>
          <p:nvPr/>
        </p:nvSpPr>
        <p:spPr>
          <a:xfrm>
            <a:off x="61398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372F9207-987C-8FB0-8555-44E6621B54FD}"/>
              </a:ext>
            </a:extLst>
          </p:cNvPr>
          <p:cNvSpPr/>
          <p:nvPr/>
        </p:nvSpPr>
        <p:spPr>
          <a:xfrm>
            <a:off x="61398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CB90F32-9EF0-80FB-1932-1FD04C948D24}"/>
              </a:ext>
            </a:extLst>
          </p:cNvPr>
          <p:cNvSpPr/>
          <p:nvPr/>
        </p:nvSpPr>
        <p:spPr>
          <a:xfrm>
            <a:off x="61398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C4741E33-3CE3-DC9A-A3E5-35DB524C14CE}"/>
              </a:ext>
            </a:extLst>
          </p:cNvPr>
          <p:cNvSpPr/>
          <p:nvPr/>
        </p:nvSpPr>
        <p:spPr>
          <a:xfrm>
            <a:off x="6211561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42810122-662C-059C-56C8-DD9590E9E090}"/>
              </a:ext>
            </a:extLst>
          </p:cNvPr>
          <p:cNvSpPr/>
          <p:nvPr/>
        </p:nvSpPr>
        <p:spPr>
          <a:xfrm>
            <a:off x="61398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3352A117-693F-A138-64A4-214C65ECC7B1}"/>
              </a:ext>
            </a:extLst>
          </p:cNvPr>
          <p:cNvSpPr/>
          <p:nvPr/>
        </p:nvSpPr>
        <p:spPr>
          <a:xfrm>
            <a:off x="6211561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80C8167F-0838-0A96-5248-8C3087BAC3E0}"/>
              </a:ext>
            </a:extLst>
          </p:cNvPr>
          <p:cNvSpPr/>
          <p:nvPr/>
        </p:nvSpPr>
        <p:spPr>
          <a:xfrm>
            <a:off x="61398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48BB2ADC-CFC8-A6D2-B711-EE69501266E1}"/>
              </a:ext>
            </a:extLst>
          </p:cNvPr>
          <p:cNvSpPr/>
          <p:nvPr/>
        </p:nvSpPr>
        <p:spPr>
          <a:xfrm>
            <a:off x="6211561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9AA8D63D-8BD0-D233-9867-7C3947FF996F}"/>
              </a:ext>
            </a:extLst>
          </p:cNvPr>
          <p:cNvSpPr/>
          <p:nvPr/>
        </p:nvSpPr>
        <p:spPr>
          <a:xfrm>
            <a:off x="61398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E2808AC9-82D4-62E7-B302-047AD147DEB4}"/>
              </a:ext>
            </a:extLst>
          </p:cNvPr>
          <p:cNvSpPr/>
          <p:nvPr/>
        </p:nvSpPr>
        <p:spPr>
          <a:xfrm>
            <a:off x="6211561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CDDB8D6C-4227-4B4E-43EC-2B9AED636A74}"/>
              </a:ext>
            </a:extLst>
          </p:cNvPr>
          <p:cNvSpPr/>
          <p:nvPr/>
        </p:nvSpPr>
        <p:spPr>
          <a:xfrm>
            <a:off x="61398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A15AC380-55C2-0425-AAB1-F0E3B25C8986}"/>
              </a:ext>
            </a:extLst>
          </p:cNvPr>
          <p:cNvSpPr/>
          <p:nvPr/>
        </p:nvSpPr>
        <p:spPr>
          <a:xfrm>
            <a:off x="6211561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73C62541-37B0-E6A7-594D-365DD1A6A7DA}"/>
              </a:ext>
            </a:extLst>
          </p:cNvPr>
          <p:cNvSpPr/>
          <p:nvPr/>
        </p:nvSpPr>
        <p:spPr>
          <a:xfrm>
            <a:off x="61398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5E2A2C65-BF48-91F7-EDF8-4AF1FC6025E1}"/>
              </a:ext>
            </a:extLst>
          </p:cNvPr>
          <p:cNvSpPr/>
          <p:nvPr/>
        </p:nvSpPr>
        <p:spPr>
          <a:xfrm>
            <a:off x="6211561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grpSp>
        <p:nvGrpSpPr>
          <p:cNvPr id="1019" name="Group 1018">
            <a:extLst>
              <a:ext uri="{FF2B5EF4-FFF2-40B4-BE49-F238E27FC236}">
                <a16:creationId xmlns:a16="http://schemas.microsoft.com/office/drawing/2014/main" id="{06AD108E-D3D9-8666-A645-6FE9A20CB83A}"/>
              </a:ext>
            </a:extLst>
          </p:cNvPr>
          <p:cNvGrpSpPr/>
          <p:nvPr/>
        </p:nvGrpSpPr>
        <p:grpSpPr>
          <a:xfrm rot="5400000">
            <a:off x="7788759" y="4352892"/>
            <a:ext cx="71717" cy="645450"/>
            <a:chOff x="8002934" y="4348496"/>
            <a:chExt cx="71717" cy="645450"/>
          </a:xfrm>
        </p:grpSpPr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1A181389-112D-6661-585E-142A31CE04EB}"/>
                </a:ext>
              </a:extLst>
            </p:cNvPr>
            <p:cNvSpPr/>
            <p:nvPr/>
          </p:nvSpPr>
          <p:spPr>
            <a:xfrm>
              <a:off x="8002934" y="43484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C65D6BF3-FD45-2796-F942-C54CBE98EE58}"/>
                </a:ext>
              </a:extLst>
            </p:cNvPr>
            <p:cNvSpPr/>
            <p:nvPr/>
          </p:nvSpPr>
          <p:spPr>
            <a:xfrm>
              <a:off x="8002934" y="44202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72D32CA4-7211-F630-3157-8C1E15B413E9}"/>
                </a:ext>
              </a:extLst>
            </p:cNvPr>
            <p:cNvSpPr/>
            <p:nvPr/>
          </p:nvSpPr>
          <p:spPr>
            <a:xfrm>
              <a:off x="8002934" y="44919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F5143732-D3BF-186E-6D63-9E8F21B64FAD}"/>
                </a:ext>
              </a:extLst>
            </p:cNvPr>
            <p:cNvSpPr/>
            <p:nvPr/>
          </p:nvSpPr>
          <p:spPr>
            <a:xfrm>
              <a:off x="8002934" y="45636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AAA732AA-CBCF-8825-59C9-30E88476CB38}"/>
                </a:ext>
              </a:extLst>
            </p:cNvPr>
            <p:cNvSpPr/>
            <p:nvPr/>
          </p:nvSpPr>
          <p:spPr>
            <a:xfrm>
              <a:off x="8002934" y="46353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5235BEF4-39F8-F6E6-0297-08CD6854F7A0}"/>
                </a:ext>
              </a:extLst>
            </p:cNvPr>
            <p:cNvSpPr/>
            <p:nvPr/>
          </p:nvSpPr>
          <p:spPr>
            <a:xfrm>
              <a:off x="8002934" y="47070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5" name="Rectangle 744">
              <a:extLst>
                <a:ext uri="{FF2B5EF4-FFF2-40B4-BE49-F238E27FC236}">
                  <a16:creationId xmlns:a16="http://schemas.microsoft.com/office/drawing/2014/main" id="{69636F01-3083-3269-DF95-12D3FACC0EBC}"/>
                </a:ext>
              </a:extLst>
            </p:cNvPr>
            <p:cNvSpPr/>
            <p:nvPr/>
          </p:nvSpPr>
          <p:spPr>
            <a:xfrm>
              <a:off x="8002934" y="47787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1D9495C3-65D2-4F36-7958-738B7131D0B8}"/>
                </a:ext>
              </a:extLst>
            </p:cNvPr>
            <p:cNvSpPr/>
            <p:nvPr/>
          </p:nvSpPr>
          <p:spPr>
            <a:xfrm>
              <a:off x="8002934" y="48505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9" name="Rectangle 748">
              <a:extLst>
                <a:ext uri="{FF2B5EF4-FFF2-40B4-BE49-F238E27FC236}">
                  <a16:creationId xmlns:a16="http://schemas.microsoft.com/office/drawing/2014/main" id="{08E49E36-4EA4-FCC3-4029-CC46E234AF17}"/>
                </a:ext>
              </a:extLst>
            </p:cNvPr>
            <p:cNvSpPr/>
            <p:nvPr/>
          </p:nvSpPr>
          <p:spPr>
            <a:xfrm>
              <a:off x="8002934" y="49222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020" name="Group 1019">
            <a:extLst>
              <a:ext uri="{FF2B5EF4-FFF2-40B4-BE49-F238E27FC236}">
                <a16:creationId xmlns:a16="http://schemas.microsoft.com/office/drawing/2014/main" id="{A0568E2B-9BD8-D280-9A18-0094CCE2D3E4}"/>
              </a:ext>
            </a:extLst>
          </p:cNvPr>
          <p:cNvGrpSpPr/>
          <p:nvPr/>
        </p:nvGrpSpPr>
        <p:grpSpPr>
          <a:xfrm rot="5400000">
            <a:off x="7788759" y="3993320"/>
            <a:ext cx="143434" cy="717167"/>
            <a:chOff x="7859500" y="4276779"/>
            <a:chExt cx="143434" cy="717167"/>
          </a:xfrm>
        </p:grpSpPr>
        <p:sp>
          <p:nvSpPr>
            <p:cNvPr id="756" name="Rectangle 755">
              <a:extLst>
                <a:ext uri="{FF2B5EF4-FFF2-40B4-BE49-F238E27FC236}">
                  <a16:creationId xmlns:a16="http://schemas.microsoft.com/office/drawing/2014/main" id="{3817DF8C-44DF-7B4C-7D0B-EF825471A30E}"/>
                </a:ext>
              </a:extLst>
            </p:cNvPr>
            <p:cNvSpPr/>
            <p:nvPr/>
          </p:nvSpPr>
          <p:spPr>
            <a:xfrm>
              <a:off x="7859500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57" name="Rectangle 756">
              <a:extLst>
                <a:ext uri="{FF2B5EF4-FFF2-40B4-BE49-F238E27FC236}">
                  <a16:creationId xmlns:a16="http://schemas.microsoft.com/office/drawing/2014/main" id="{45AB176A-4375-0584-FB61-F78422ADD51C}"/>
                </a:ext>
              </a:extLst>
            </p:cNvPr>
            <p:cNvSpPr/>
            <p:nvPr/>
          </p:nvSpPr>
          <p:spPr>
            <a:xfrm>
              <a:off x="7931217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9" name="TextBox 728">
            <a:extLst>
              <a:ext uri="{FF2B5EF4-FFF2-40B4-BE49-F238E27FC236}">
                <a16:creationId xmlns:a16="http://schemas.microsoft.com/office/drawing/2014/main" id="{F4998129-92AA-F91A-F057-80A1306317CB}"/>
              </a:ext>
            </a:extLst>
          </p:cNvPr>
          <p:cNvSpPr txBox="1"/>
          <p:nvPr/>
        </p:nvSpPr>
        <p:spPr>
          <a:xfrm>
            <a:off x="861761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F6213150-EAF5-6BFA-D4BE-FB96C2F73092}"/>
              </a:ext>
            </a:extLst>
          </p:cNvPr>
          <p:cNvSpPr txBox="1"/>
          <p:nvPr/>
        </p:nvSpPr>
        <p:spPr>
          <a:xfrm>
            <a:off x="5124439" y="588315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790" name="Plus Sign 789">
            <a:extLst>
              <a:ext uri="{FF2B5EF4-FFF2-40B4-BE49-F238E27FC236}">
                <a16:creationId xmlns:a16="http://schemas.microsoft.com/office/drawing/2014/main" id="{B702BCCE-2376-76B3-C4D2-7975F7420590}"/>
              </a:ext>
            </a:extLst>
          </p:cNvPr>
          <p:cNvSpPr/>
          <p:nvPr/>
        </p:nvSpPr>
        <p:spPr>
          <a:xfrm>
            <a:off x="6705786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1" name="Equals 790">
            <a:extLst>
              <a:ext uri="{FF2B5EF4-FFF2-40B4-BE49-F238E27FC236}">
                <a16:creationId xmlns:a16="http://schemas.microsoft.com/office/drawing/2014/main" id="{93A1BAF3-474E-1514-66C3-41FE45E663D5}"/>
              </a:ext>
            </a:extLst>
          </p:cNvPr>
          <p:cNvSpPr/>
          <p:nvPr/>
        </p:nvSpPr>
        <p:spPr>
          <a:xfrm>
            <a:off x="8279950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53" name="Straight Connector 852">
            <a:extLst>
              <a:ext uri="{FF2B5EF4-FFF2-40B4-BE49-F238E27FC236}">
                <a16:creationId xmlns:a16="http://schemas.microsoft.com/office/drawing/2014/main" id="{2E4B9D52-8868-4EA9-C570-C0C70EC05EBA}"/>
              </a:ext>
            </a:extLst>
          </p:cNvPr>
          <p:cNvCxnSpPr>
            <a:cxnSpLocks/>
          </p:cNvCxnSpPr>
          <p:nvPr/>
        </p:nvCxnSpPr>
        <p:spPr>
          <a:xfrm>
            <a:off x="559501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Oval 854">
            <a:extLst>
              <a:ext uri="{FF2B5EF4-FFF2-40B4-BE49-F238E27FC236}">
                <a16:creationId xmlns:a16="http://schemas.microsoft.com/office/drawing/2014/main" id="{FFB8F380-E4B8-3FB2-E040-6AB117D96454}"/>
              </a:ext>
            </a:extLst>
          </p:cNvPr>
          <p:cNvSpPr/>
          <p:nvPr/>
        </p:nvSpPr>
        <p:spPr>
          <a:xfrm>
            <a:off x="580733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56" name="Picture 855">
            <a:extLst>
              <a:ext uri="{FF2B5EF4-FFF2-40B4-BE49-F238E27FC236}">
                <a16:creationId xmlns:a16="http://schemas.microsoft.com/office/drawing/2014/main" id="{2D3A842D-747B-B077-3456-A3F3A8AB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65999"/>
            <a:ext cx="728704" cy="728704"/>
          </a:xfrm>
          <a:prstGeom prst="rect">
            <a:avLst/>
          </a:prstGeom>
        </p:spPr>
      </p:pic>
      <p:sp>
        <p:nvSpPr>
          <p:cNvPr id="867" name="Rectangle 866">
            <a:extLst>
              <a:ext uri="{FF2B5EF4-FFF2-40B4-BE49-F238E27FC236}">
                <a16:creationId xmlns:a16="http://schemas.microsoft.com/office/drawing/2014/main" id="{BE6AE3CB-AD3D-48F2-AFEA-088D7B52E35D}"/>
              </a:ext>
            </a:extLst>
          </p:cNvPr>
          <p:cNvSpPr/>
          <p:nvPr/>
        </p:nvSpPr>
        <p:spPr>
          <a:xfrm>
            <a:off x="650048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547A61DB-4750-FCFF-73D1-0379CBA144C7}"/>
              </a:ext>
            </a:extLst>
          </p:cNvPr>
          <p:cNvSpPr/>
          <p:nvPr/>
        </p:nvSpPr>
        <p:spPr>
          <a:xfrm>
            <a:off x="642877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9" name="Rectangle 868">
            <a:extLst>
              <a:ext uri="{FF2B5EF4-FFF2-40B4-BE49-F238E27FC236}">
                <a16:creationId xmlns:a16="http://schemas.microsoft.com/office/drawing/2014/main" id="{257E4173-CCBC-BD7A-1266-66C45CDED173}"/>
              </a:ext>
            </a:extLst>
          </p:cNvPr>
          <p:cNvSpPr/>
          <p:nvPr/>
        </p:nvSpPr>
        <p:spPr>
          <a:xfrm>
            <a:off x="650048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23A577FC-C068-900A-C685-5F5AA23F2810}"/>
              </a:ext>
            </a:extLst>
          </p:cNvPr>
          <p:cNvSpPr/>
          <p:nvPr/>
        </p:nvSpPr>
        <p:spPr>
          <a:xfrm>
            <a:off x="642877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E282C72C-9C12-334C-1764-3A5ABA70C4E7}"/>
              </a:ext>
            </a:extLst>
          </p:cNvPr>
          <p:cNvSpPr/>
          <p:nvPr/>
        </p:nvSpPr>
        <p:spPr>
          <a:xfrm>
            <a:off x="650048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EF6EE0CA-43FA-7F64-2CD7-BFCDEBDF7CE4}"/>
              </a:ext>
            </a:extLst>
          </p:cNvPr>
          <p:cNvSpPr/>
          <p:nvPr/>
        </p:nvSpPr>
        <p:spPr>
          <a:xfrm>
            <a:off x="642877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25D1D8A-3673-5E9E-569B-16432A493727}"/>
              </a:ext>
            </a:extLst>
          </p:cNvPr>
          <p:cNvSpPr/>
          <p:nvPr/>
        </p:nvSpPr>
        <p:spPr>
          <a:xfrm>
            <a:off x="650048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F2A5772C-8AFD-8D0E-8CBA-CA14BB26BE2A}"/>
              </a:ext>
            </a:extLst>
          </p:cNvPr>
          <p:cNvSpPr/>
          <p:nvPr/>
        </p:nvSpPr>
        <p:spPr>
          <a:xfrm>
            <a:off x="592675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17C1BD61-160C-C92D-66CD-CF1B40BDFF7F}"/>
              </a:ext>
            </a:extLst>
          </p:cNvPr>
          <p:cNvSpPr/>
          <p:nvPr/>
        </p:nvSpPr>
        <p:spPr>
          <a:xfrm>
            <a:off x="599847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3F9D1221-8FE5-F26D-C865-5BA11D7783F5}"/>
              </a:ext>
            </a:extLst>
          </p:cNvPr>
          <p:cNvSpPr/>
          <p:nvPr/>
        </p:nvSpPr>
        <p:spPr>
          <a:xfrm>
            <a:off x="607018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E7734D1A-67D1-8ACA-2513-BB3131A6FF14}"/>
              </a:ext>
            </a:extLst>
          </p:cNvPr>
          <p:cNvSpPr/>
          <p:nvPr/>
        </p:nvSpPr>
        <p:spPr>
          <a:xfrm>
            <a:off x="61419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D696F4E8-B8CD-DCEF-B69A-61F82FE26B6F}"/>
              </a:ext>
            </a:extLst>
          </p:cNvPr>
          <p:cNvSpPr/>
          <p:nvPr/>
        </p:nvSpPr>
        <p:spPr>
          <a:xfrm>
            <a:off x="62136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33CC33CB-2EE0-F41D-1D1D-ABE5588B6C10}"/>
              </a:ext>
            </a:extLst>
          </p:cNvPr>
          <p:cNvSpPr/>
          <p:nvPr/>
        </p:nvSpPr>
        <p:spPr>
          <a:xfrm>
            <a:off x="657348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1" name="TextBox 880">
            <a:extLst>
              <a:ext uri="{FF2B5EF4-FFF2-40B4-BE49-F238E27FC236}">
                <a16:creationId xmlns:a16="http://schemas.microsoft.com/office/drawing/2014/main" id="{4EE725E9-A906-8E1E-BE93-7EC7AE485AC1}"/>
              </a:ext>
            </a:extLst>
          </p:cNvPr>
          <p:cNvSpPr txBox="1"/>
          <p:nvPr/>
        </p:nvSpPr>
        <p:spPr>
          <a:xfrm>
            <a:off x="5487063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24D69158-F57E-D719-4A03-DE971F74F8FD}"/>
              </a:ext>
            </a:extLst>
          </p:cNvPr>
          <p:cNvCxnSpPr>
            <a:cxnSpLocks/>
          </p:cNvCxnSpPr>
          <p:nvPr/>
        </p:nvCxnSpPr>
        <p:spPr>
          <a:xfrm>
            <a:off x="716917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6" name="Oval 825">
            <a:extLst>
              <a:ext uri="{FF2B5EF4-FFF2-40B4-BE49-F238E27FC236}">
                <a16:creationId xmlns:a16="http://schemas.microsoft.com/office/drawing/2014/main" id="{411000B0-85F5-D2B3-A8FD-7D06864B5ABE}"/>
              </a:ext>
            </a:extLst>
          </p:cNvPr>
          <p:cNvSpPr/>
          <p:nvPr/>
        </p:nvSpPr>
        <p:spPr>
          <a:xfrm>
            <a:off x="738149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7" name="Picture 826">
            <a:extLst>
              <a:ext uri="{FF2B5EF4-FFF2-40B4-BE49-F238E27FC236}">
                <a16:creationId xmlns:a16="http://schemas.microsoft.com/office/drawing/2014/main" id="{F3146743-B9D0-5D7E-92F1-FB1188812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65999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AD9C534B-6FBF-2F8E-78A5-D272AF583DE3}"/>
              </a:ext>
            </a:extLst>
          </p:cNvPr>
          <p:cNvSpPr/>
          <p:nvPr/>
        </p:nvSpPr>
        <p:spPr>
          <a:xfrm>
            <a:off x="757263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7" name="Rectangle 846">
            <a:extLst>
              <a:ext uri="{FF2B5EF4-FFF2-40B4-BE49-F238E27FC236}">
                <a16:creationId xmlns:a16="http://schemas.microsoft.com/office/drawing/2014/main" id="{321C23E2-386C-D72D-9A19-3F88B5635E6F}"/>
              </a:ext>
            </a:extLst>
          </p:cNvPr>
          <p:cNvSpPr/>
          <p:nvPr/>
        </p:nvSpPr>
        <p:spPr>
          <a:xfrm>
            <a:off x="764435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264E09DE-D839-2035-F076-DA04DF4D57EC}"/>
              </a:ext>
            </a:extLst>
          </p:cNvPr>
          <p:cNvSpPr/>
          <p:nvPr/>
        </p:nvSpPr>
        <p:spPr>
          <a:xfrm>
            <a:off x="807524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C419F2E2-86B3-A987-3773-9AF4FD2D6F1A}"/>
              </a:ext>
            </a:extLst>
          </p:cNvPr>
          <p:cNvSpPr/>
          <p:nvPr/>
        </p:nvSpPr>
        <p:spPr>
          <a:xfrm>
            <a:off x="8146962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9A09205F-9949-B406-3E7B-6C57BC132421}"/>
              </a:ext>
            </a:extLst>
          </p:cNvPr>
          <p:cNvSpPr txBox="1"/>
          <p:nvPr/>
        </p:nvSpPr>
        <p:spPr>
          <a:xfrm>
            <a:off x="706122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7AD16B20-FD8B-8136-1D08-10AA7815DFEF}"/>
              </a:ext>
            </a:extLst>
          </p:cNvPr>
          <p:cNvCxnSpPr>
            <a:cxnSpLocks/>
          </p:cNvCxnSpPr>
          <p:nvPr/>
        </p:nvCxnSpPr>
        <p:spPr>
          <a:xfrm>
            <a:off x="872556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7" name="Oval 796">
            <a:extLst>
              <a:ext uri="{FF2B5EF4-FFF2-40B4-BE49-F238E27FC236}">
                <a16:creationId xmlns:a16="http://schemas.microsoft.com/office/drawing/2014/main" id="{233C54FE-18A1-BE19-AB6F-BD15B4BC41A2}"/>
              </a:ext>
            </a:extLst>
          </p:cNvPr>
          <p:cNvSpPr/>
          <p:nvPr/>
        </p:nvSpPr>
        <p:spPr>
          <a:xfrm>
            <a:off x="893788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8" name="Picture 797">
            <a:extLst>
              <a:ext uri="{FF2B5EF4-FFF2-40B4-BE49-F238E27FC236}">
                <a16:creationId xmlns:a16="http://schemas.microsoft.com/office/drawing/2014/main" id="{6C369A33-5621-8CD6-BF98-0C6C6EFD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65999"/>
            <a:ext cx="728704" cy="728704"/>
          </a:xfrm>
          <a:prstGeom prst="rect">
            <a:avLst/>
          </a:prstGeom>
        </p:spPr>
      </p:pic>
      <p:sp>
        <p:nvSpPr>
          <p:cNvPr id="883" name="TextBox 882">
            <a:extLst>
              <a:ext uri="{FF2B5EF4-FFF2-40B4-BE49-F238E27FC236}">
                <a16:creationId xmlns:a16="http://schemas.microsoft.com/office/drawing/2014/main" id="{BC0013E0-5174-FF99-21D1-F11357245537}"/>
              </a:ext>
            </a:extLst>
          </p:cNvPr>
          <p:cNvSpPr txBox="1"/>
          <p:nvPr/>
        </p:nvSpPr>
        <p:spPr>
          <a:xfrm>
            <a:off x="5106005" y="31362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84" name="Plus Sign 883">
            <a:extLst>
              <a:ext uri="{FF2B5EF4-FFF2-40B4-BE49-F238E27FC236}">
                <a16:creationId xmlns:a16="http://schemas.microsoft.com/office/drawing/2014/main" id="{6EB1A61E-6DE0-9D94-DBCC-2E02E4230EC5}"/>
              </a:ext>
            </a:extLst>
          </p:cNvPr>
          <p:cNvSpPr/>
          <p:nvPr/>
        </p:nvSpPr>
        <p:spPr>
          <a:xfrm>
            <a:off x="6705786" y="308262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5" name="Equals 884">
            <a:extLst>
              <a:ext uri="{FF2B5EF4-FFF2-40B4-BE49-F238E27FC236}">
                <a16:creationId xmlns:a16="http://schemas.microsoft.com/office/drawing/2014/main" id="{60F8EC96-425E-0ABA-2588-56200E8725D7}"/>
              </a:ext>
            </a:extLst>
          </p:cNvPr>
          <p:cNvSpPr/>
          <p:nvPr/>
        </p:nvSpPr>
        <p:spPr>
          <a:xfrm>
            <a:off x="8279950" y="25417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47" name="Straight Connector 946">
            <a:extLst>
              <a:ext uri="{FF2B5EF4-FFF2-40B4-BE49-F238E27FC236}">
                <a16:creationId xmlns:a16="http://schemas.microsoft.com/office/drawing/2014/main" id="{5BE5446D-7525-219F-F286-689BC505D219}"/>
              </a:ext>
            </a:extLst>
          </p:cNvPr>
          <p:cNvCxnSpPr>
            <a:cxnSpLocks/>
          </p:cNvCxnSpPr>
          <p:nvPr/>
        </p:nvCxnSpPr>
        <p:spPr>
          <a:xfrm>
            <a:off x="559501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9" name="Oval 948">
            <a:extLst>
              <a:ext uri="{FF2B5EF4-FFF2-40B4-BE49-F238E27FC236}">
                <a16:creationId xmlns:a16="http://schemas.microsoft.com/office/drawing/2014/main" id="{2CEFD95F-C0DE-FB2D-B675-4CFC15DA4A69}"/>
              </a:ext>
            </a:extLst>
          </p:cNvPr>
          <p:cNvSpPr/>
          <p:nvPr/>
        </p:nvSpPr>
        <p:spPr>
          <a:xfrm>
            <a:off x="580733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50" name="Picture 949">
            <a:extLst>
              <a:ext uri="{FF2B5EF4-FFF2-40B4-BE49-F238E27FC236}">
                <a16:creationId xmlns:a16="http://schemas.microsoft.com/office/drawing/2014/main" id="{360D154D-2A8E-6D06-5DC8-63B8C4DEA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96471"/>
            <a:ext cx="728704" cy="728704"/>
          </a:xfrm>
          <a:prstGeom prst="rect">
            <a:avLst/>
          </a:prstGeom>
        </p:spPr>
      </p:pic>
      <p:sp>
        <p:nvSpPr>
          <p:cNvPr id="955" name="Rectangle 954">
            <a:extLst>
              <a:ext uri="{FF2B5EF4-FFF2-40B4-BE49-F238E27FC236}">
                <a16:creationId xmlns:a16="http://schemas.microsoft.com/office/drawing/2014/main" id="{E544A8B1-07AD-BB2D-5065-F84BFD19DD67}"/>
              </a:ext>
            </a:extLst>
          </p:cNvPr>
          <p:cNvSpPr/>
          <p:nvPr/>
        </p:nvSpPr>
        <p:spPr>
          <a:xfrm>
            <a:off x="5928980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3092D8FE-B2EF-45A2-874F-08DA08A76608}"/>
              </a:ext>
            </a:extLst>
          </p:cNvPr>
          <p:cNvSpPr/>
          <p:nvPr/>
        </p:nvSpPr>
        <p:spPr>
          <a:xfrm>
            <a:off x="5928980" y="38649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E54D700-F068-FBBC-D760-E1E42ABA8D1F}"/>
              </a:ext>
            </a:extLst>
          </p:cNvPr>
          <p:cNvSpPr/>
          <p:nvPr/>
        </p:nvSpPr>
        <p:spPr>
          <a:xfrm>
            <a:off x="5928980" y="45821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75B4A3A-9D2D-8A8F-7E79-4A3058E39515}"/>
              </a:ext>
            </a:extLst>
          </p:cNvPr>
          <p:cNvSpPr/>
          <p:nvPr/>
        </p:nvSpPr>
        <p:spPr>
          <a:xfrm>
            <a:off x="5928980" y="5299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6EDCDDE6-AF1C-C6A7-D326-9EF0C5F573AC}"/>
              </a:ext>
            </a:extLst>
          </p:cNvPr>
          <p:cNvSpPr/>
          <p:nvPr/>
        </p:nvSpPr>
        <p:spPr>
          <a:xfrm>
            <a:off x="5928980" y="6016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8D218554-FE29-544E-81A1-5018F5CE25BB}"/>
              </a:ext>
            </a:extLst>
          </p:cNvPr>
          <p:cNvSpPr/>
          <p:nvPr/>
        </p:nvSpPr>
        <p:spPr>
          <a:xfrm>
            <a:off x="5928980" y="6733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D2F7F7D6-0BEE-4174-B061-395DEE1E7734}"/>
              </a:ext>
            </a:extLst>
          </p:cNvPr>
          <p:cNvSpPr/>
          <p:nvPr/>
        </p:nvSpPr>
        <p:spPr>
          <a:xfrm>
            <a:off x="5928980" y="7450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62FF68C8-4F0E-8364-B8A8-2261EDE872ED}"/>
              </a:ext>
            </a:extLst>
          </p:cNvPr>
          <p:cNvSpPr txBox="1"/>
          <p:nvPr/>
        </p:nvSpPr>
        <p:spPr>
          <a:xfrm>
            <a:off x="548706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8" name="Straight Connector 917">
            <a:extLst>
              <a:ext uri="{FF2B5EF4-FFF2-40B4-BE49-F238E27FC236}">
                <a16:creationId xmlns:a16="http://schemas.microsoft.com/office/drawing/2014/main" id="{4052F827-8268-66AF-7F01-BE27A8894695}"/>
              </a:ext>
            </a:extLst>
          </p:cNvPr>
          <p:cNvCxnSpPr>
            <a:cxnSpLocks/>
          </p:cNvCxnSpPr>
          <p:nvPr/>
        </p:nvCxnSpPr>
        <p:spPr>
          <a:xfrm>
            <a:off x="7169178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0" name="Oval 919">
            <a:extLst>
              <a:ext uri="{FF2B5EF4-FFF2-40B4-BE49-F238E27FC236}">
                <a16:creationId xmlns:a16="http://schemas.microsoft.com/office/drawing/2014/main" id="{052BE690-9047-B386-3F17-EEEE3C249A55}"/>
              </a:ext>
            </a:extLst>
          </p:cNvPr>
          <p:cNvSpPr/>
          <p:nvPr/>
        </p:nvSpPr>
        <p:spPr>
          <a:xfrm>
            <a:off x="7381498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21" name="Picture 920">
            <a:extLst>
              <a:ext uri="{FF2B5EF4-FFF2-40B4-BE49-F238E27FC236}">
                <a16:creationId xmlns:a16="http://schemas.microsoft.com/office/drawing/2014/main" id="{F5E30BD2-118C-D43F-3367-D1774368D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96471"/>
            <a:ext cx="728704" cy="728704"/>
          </a:xfrm>
          <a:prstGeom prst="rect">
            <a:avLst/>
          </a:prstGeom>
        </p:spPr>
      </p:pic>
      <p:sp>
        <p:nvSpPr>
          <p:cNvPr id="922" name="Rectangle 921">
            <a:extLst>
              <a:ext uri="{FF2B5EF4-FFF2-40B4-BE49-F238E27FC236}">
                <a16:creationId xmlns:a16="http://schemas.microsoft.com/office/drawing/2014/main" id="{A3D0655F-AF26-E77E-0534-E67E797997C2}"/>
              </a:ext>
            </a:extLst>
          </p:cNvPr>
          <p:cNvSpPr/>
          <p:nvPr/>
        </p:nvSpPr>
        <p:spPr>
          <a:xfrm>
            <a:off x="7504625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6F90CDF9-184A-C5EF-FC55-7DF38EC8FBBD}"/>
              </a:ext>
            </a:extLst>
          </p:cNvPr>
          <p:cNvSpPr/>
          <p:nvPr/>
        </p:nvSpPr>
        <p:spPr>
          <a:xfrm>
            <a:off x="7504625" y="1713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C5B70726-B769-9A37-A572-CC0DC6E443CB}"/>
              </a:ext>
            </a:extLst>
          </p:cNvPr>
          <p:cNvSpPr/>
          <p:nvPr/>
        </p:nvSpPr>
        <p:spPr>
          <a:xfrm>
            <a:off x="7504625" y="2430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4E454E98-AEA0-588F-0FDF-CCBCF3EA6DAE}"/>
              </a:ext>
            </a:extLst>
          </p:cNvPr>
          <p:cNvSpPr/>
          <p:nvPr/>
        </p:nvSpPr>
        <p:spPr>
          <a:xfrm>
            <a:off x="7504625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B8E5AAEB-1EFD-C940-B159-D0FCBE7BCB77}"/>
              </a:ext>
            </a:extLst>
          </p:cNvPr>
          <p:cNvSpPr txBox="1"/>
          <p:nvPr/>
        </p:nvSpPr>
        <p:spPr>
          <a:xfrm>
            <a:off x="7061227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2ADBFC8-3CC7-7E70-2706-BD167170CA71}"/>
              </a:ext>
            </a:extLst>
          </p:cNvPr>
          <p:cNvCxnSpPr>
            <a:cxnSpLocks/>
          </p:cNvCxnSpPr>
          <p:nvPr/>
        </p:nvCxnSpPr>
        <p:spPr>
          <a:xfrm>
            <a:off x="872556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1" name="Oval 890">
            <a:extLst>
              <a:ext uri="{FF2B5EF4-FFF2-40B4-BE49-F238E27FC236}">
                <a16:creationId xmlns:a16="http://schemas.microsoft.com/office/drawing/2014/main" id="{888E9458-E8AB-DEC1-2B5E-D8AA3283D306}"/>
              </a:ext>
            </a:extLst>
          </p:cNvPr>
          <p:cNvSpPr/>
          <p:nvPr/>
        </p:nvSpPr>
        <p:spPr>
          <a:xfrm>
            <a:off x="893788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92" name="Picture 891">
            <a:extLst>
              <a:ext uri="{FF2B5EF4-FFF2-40B4-BE49-F238E27FC236}">
                <a16:creationId xmlns:a16="http://schemas.microsoft.com/office/drawing/2014/main" id="{5B65D250-7741-236C-4CB8-D109B05F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96471"/>
            <a:ext cx="728704" cy="728704"/>
          </a:xfrm>
          <a:prstGeom prst="rect">
            <a:avLst/>
          </a:prstGeom>
        </p:spPr>
      </p:pic>
      <p:sp>
        <p:nvSpPr>
          <p:cNvPr id="917" name="TextBox 916">
            <a:extLst>
              <a:ext uri="{FF2B5EF4-FFF2-40B4-BE49-F238E27FC236}">
                <a16:creationId xmlns:a16="http://schemas.microsoft.com/office/drawing/2014/main" id="{4B128C04-D144-E21B-6F4F-3E64D134DD3D}"/>
              </a:ext>
            </a:extLst>
          </p:cNvPr>
          <p:cNvSpPr txBox="1"/>
          <p:nvPr/>
        </p:nvSpPr>
        <p:spPr>
          <a:xfrm>
            <a:off x="861761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6" name="Rectangle 975">
            <a:extLst>
              <a:ext uri="{FF2B5EF4-FFF2-40B4-BE49-F238E27FC236}">
                <a16:creationId xmlns:a16="http://schemas.microsoft.com/office/drawing/2014/main" id="{EC268BBC-D98F-5637-5F76-8E9F4F118E2C}"/>
              </a:ext>
            </a:extLst>
          </p:cNvPr>
          <p:cNvSpPr/>
          <p:nvPr/>
        </p:nvSpPr>
        <p:spPr>
          <a:xfrm>
            <a:off x="4479685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7" name="Rectangle 976">
            <a:extLst>
              <a:ext uri="{FF2B5EF4-FFF2-40B4-BE49-F238E27FC236}">
                <a16:creationId xmlns:a16="http://schemas.microsoft.com/office/drawing/2014/main" id="{3B657A17-9606-CAD4-B799-6ED9E1FD6C86}"/>
              </a:ext>
            </a:extLst>
          </p:cNvPr>
          <p:cNvSpPr/>
          <p:nvPr/>
        </p:nvSpPr>
        <p:spPr>
          <a:xfrm>
            <a:off x="4551402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0,14</a:t>
            </a: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3722741B-CAD4-687C-5144-FFBC01F1E436}"/>
              </a:ext>
            </a:extLst>
          </p:cNvPr>
          <p:cNvSpPr/>
          <p:nvPr/>
        </p:nvSpPr>
        <p:spPr>
          <a:xfrm>
            <a:off x="919133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E095CA3E-6599-E8FD-0EE1-0A65294092A5}"/>
              </a:ext>
            </a:extLst>
          </p:cNvPr>
          <p:cNvSpPr/>
          <p:nvPr/>
        </p:nvSpPr>
        <p:spPr>
          <a:xfrm>
            <a:off x="4197542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998D39CE-33D0-A94E-E7CC-E12257814967}"/>
              </a:ext>
            </a:extLst>
          </p:cNvPr>
          <p:cNvSpPr/>
          <p:nvPr/>
        </p:nvSpPr>
        <p:spPr>
          <a:xfrm>
            <a:off x="44082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988" name="Group 987">
            <a:extLst>
              <a:ext uri="{FF2B5EF4-FFF2-40B4-BE49-F238E27FC236}">
                <a16:creationId xmlns:a16="http://schemas.microsoft.com/office/drawing/2014/main" id="{0E70C72C-0E16-F253-1161-BE6E16440CEF}"/>
              </a:ext>
            </a:extLst>
          </p:cNvPr>
          <p:cNvGrpSpPr/>
          <p:nvPr/>
        </p:nvGrpSpPr>
        <p:grpSpPr>
          <a:xfrm rot="5400000">
            <a:off x="7644012" y="1349140"/>
            <a:ext cx="71717" cy="358583"/>
            <a:chOff x="6220024" y="1644415"/>
            <a:chExt cx="71717" cy="358583"/>
          </a:xfrm>
        </p:grpSpPr>
        <p:sp>
          <p:nvSpPr>
            <p:cNvPr id="983" name="Rectangle 982">
              <a:extLst>
                <a:ext uri="{FF2B5EF4-FFF2-40B4-BE49-F238E27FC236}">
                  <a16:creationId xmlns:a16="http://schemas.microsoft.com/office/drawing/2014/main" id="{5A83CF06-CF69-D975-C452-CB3FF7D423F8}"/>
                </a:ext>
              </a:extLst>
            </p:cNvPr>
            <p:cNvSpPr/>
            <p:nvPr/>
          </p:nvSpPr>
          <p:spPr>
            <a:xfrm>
              <a:off x="6220024" y="164441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4" name="Rectangle 983">
              <a:extLst>
                <a:ext uri="{FF2B5EF4-FFF2-40B4-BE49-F238E27FC236}">
                  <a16:creationId xmlns:a16="http://schemas.microsoft.com/office/drawing/2014/main" id="{7D6BD2F4-BDA5-ECFC-9A51-7796D646CFF1}"/>
                </a:ext>
              </a:extLst>
            </p:cNvPr>
            <p:cNvSpPr/>
            <p:nvPr/>
          </p:nvSpPr>
          <p:spPr>
            <a:xfrm>
              <a:off x="6220024" y="171613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5" name="Rectangle 984">
              <a:extLst>
                <a:ext uri="{FF2B5EF4-FFF2-40B4-BE49-F238E27FC236}">
                  <a16:creationId xmlns:a16="http://schemas.microsoft.com/office/drawing/2014/main" id="{96911777-F72B-FD53-A70A-C31F789F8FFA}"/>
                </a:ext>
              </a:extLst>
            </p:cNvPr>
            <p:cNvSpPr/>
            <p:nvPr/>
          </p:nvSpPr>
          <p:spPr>
            <a:xfrm>
              <a:off x="6220024" y="1787848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35799C5-D429-69A5-13B6-33141DE43B10}"/>
                </a:ext>
              </a:extLst>
            </p:cNvPr>
            <p:cNvSpPr/>
            <p:nvPr/>
          </p:nvSpPr>
          <p:spPr>
            <a:xfrm>
              <a:off x="6220024" y="185956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DAAA7C47-1743-58BB-0CC3-9DAA447FA3B6}"/>
                </a:ext>
              </a:extLst>
            </p:cNvPr>
            <p:cNvSpPr/>
            <p:nvPr/>
          </p:nvSpPr>
          <p:spPr>
            <a:xfrm>
              <a:off x="6220024" y="1931281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989" name="Rectangle 988">
            <a:extLst>
              <a:ext uri="{FF2B5EF4-FFF2-40B4-BE49-F238E27FC236}">
                <a16:creationId xmlns:a16="http://schemas.microsoft.com/office/drawing/2014/main" id="{3DD2FCE0-F809-0061-A3BC-67A24484F898}"/>
              </a:ext>
            </a:extLst>
          </p:cNvPr>
          <p:cNvSpPr/>
          <p:nvPr/>
        </p:nvSpPr>
        <p:spPr>
          <a:xfrm>
            <a:off x="60699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4E76AB82-548D-577A-D605-76456C02F696}"/>
              </a:ext>
            </a:extLst>
          </p:cNvPr>
          <p:cNvSpPr/>
          <p:nvPr/>
        </p:nvSpPr>
        <p:spPr>
          <a:xfrm>
            <a:off x="60699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79A09811-80A4-3072-AF1C-AE147D0AE46C}"/>
              </a:ext>
            </a:extLst>
          </p:cNvPr>
          <p:cNvSpPr/>
          <p:nvPr/>
        </p:nvSpPr>
        <p:spPr>
          <a:xfrm>
            <a:off x="60699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6D20B57C-8367-99FD-2DAA-30116F4ACA7B}"/>
              </a:ext>
            </a:extLst>
          </p:cNvPr>
          <p:cNvSpPr/>
          <p:nvPr/>
        </p:nvSpPr>
        <p:spPr>
          <a:xfrm>
            <a:off x="60699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9B3D8E4E-0750-750D-74C8-B0E724FFFE36}"/>
              </a:ext>
            </a:extLst>
          </p:cNvPr>
          <p:cNvSpPr/>
          <p:nvPr/>
        </p:nvSpPr>
        <p:spPr>
          <a:xfrm>
            <a:off x="60699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0DC70938-E568-350B-F9B7-6D848961611C}"/>
              </a:ext>
            </a:extLst>
          </p:cNvPr>
          <p:cNvSpPr/>
          <p:nvPr/>
        </p:nvSpPr>
        <p:spPr>
          <a:xfrm>
            <a:off x="60699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1C9D1692-FE1E-9038-6B9C-DB0436A011CB}"/>
              </a:ext>
            </a:extLst>
          </p:cNvPr>
          <p:cNvSpPr/>
          <p:nvPr/>
        </p:nvSpPr>
        <p:spPr>
          <a:xfrm>
            <a:off x="60699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288B23A3-9A35-AE11-E2DC-A3E18C14E966}"/>
              </a:ext>
            </a:extLst>
          </p:cNvPr>
          <p:cNvSpPr/>
          <p:nvPr/>
        </p:nvSpPr>
        <p:spPr>
          <a:xfrm>
            <a:off x="60699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1A71E0A-4A82-C8FF-B4E6-D0B113F87164}"/>
              </a:ext>
            </a:extLst>
          </p:cNvPr>
          <p:cNvSpPr/>
          <p:nvPr/>
        </p:nvSpPr>
        <p:spPr>
          <a:xfrm>
            <a:off x="60699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8C85C1FA-14E0-C7E8-4538-D91E4CCC3B9B}"/>
              </a:ext>
            </a:extLst>
          </p:cNvPr>
          <p:cNvSpPr/>
          <p:nvPr/>
        </p:nvSpPr>
        <p:spPr>
          <a:xfrm>
            <a:off x="60699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36D7646-BA23-36F9-C22A-49CACC95FEDA}"/>
              </a:ext>
            </a:extLst>
          </p:cNvPr>
          <p:cNvSpPr/>
          <p:nvPr/>
        </p:nvSpPr>
        <p:spPr>
          <a:xfrm>
            <a:off x="60001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76EAE160-CE8F-FEBD-43A4-831768A6E955}"/>
              </a:ext>
            </a:extLst>
          </p:cNvPr>
          <p:cNvSpPr/>
          <p:nvPr/>
        </p:nvSpPr>
        <p:spPr>
          <a:xfrm>
            <a:off x="60001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7AF421EE-EDE6-02F4-36F4-EAE7B7B17F71}"/>
              </a:ext>
            </a:extLst>
          </p:cNvPr>
          <p:cNvSpPr/>
          <p:nvPr/>
        </p:nvSpPr>
        <p:spPr>
          <a:xfrm>
            <a:off x="60001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45F99D21-F337-2786-59B6-BCFBFC347AA6}"/>
              </a:ext>
            </a:extLst>
          </p:cNvPr>
          <p:cNvSpPr/>
          <p:nvPr/>
        </p:nvSpPr>
        <p:spPr>
          <a:xfrm>
            <a:off x="60001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108AEA7B-C445-34CA-CE28-C3139A933491}"/>
              </a:ext>
            </a:extLst>
          </p:cNvPr>
          <p:cNvSpPr/>
          <p:nvPr/>
        </p:nvSpPr>
        <p:spPr>
          <a:xfrm>
            <a:off x="60001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DDACA628-9B2A-4BA6-FC51-01F8C6F1E529}"/>
              </a:ext>
            </a:extLst>
          </p:cNvPr>
          <p:cNvSpPr/>
          <p:nvPr/>
        </p:nvSpPr>
        <p:spPr>
          <a:xfrm>
            <a:off x="60001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CB1B62BD-C898-12BA-404C-3F4C18EB635A}"/>
              </a:ext>
            </a:extLst>
          </p:cNvPr>
          <p:cNvSpPr/>
          <p:nvPr/>
        </p:nvSpPr>
        <p:spPr>
          <a:xfrm>
            <a:off x="60001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B3446A-686B-C330-1227-00594CC92C2D}"/>
              </a:ext>
            </a:extLst>
          </p:cNvPr>
          <p:cNvSpPr/>
          <p:nvPr/>
        </p:nvSpPr>
        <p:spPr>
          <a:xfrm>
            <a:off x="60001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C9266342-C885-F3FC-942C-816123EACB36}"/>
              </a:ext>
            </a:extLst>
          </p:cNvPr>
          <p:cNvSpPr/>
          <p:nvPr/>
        </p:nvSpPr>
        <p:spPr>
          <a:xfrm>
            <a:off x="60001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91490BF5-49DD-F184-BC88-BC1A51795846}"/>
              </a:ext>
            </a:extLst>
          </p:cNvPr>
          <p:cNvSpPr/>
          <p:nvPr/>
        </p:nvSpPr>
        <p:spPr>
          <a:xfrm>
            <a:off x="60001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27C93962-714A-992A-1EAE-B02E94F4DACC}"/>
              </a:ext>
            </a:extLst>
          </p:cNvPr>
          <p:cNvSpPr/>
          <p:nvPr/>
        </p:nvSpPr>
        <p:spPr>
          <a:xfrm>
            <a:off x="59302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AC4C201B-DB8C-5030-C2D5-7BBA705BFE89}"/>
              </a:ext>
            </a:extLst>
          </p:cNvPr>
          <p:cNvSpPr/>
          <p:nvPr/>
        </p:nvSpPr>
        <p:spPr>
          <a:xfrm>
            <a:off x="59302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927EAB33-7304-BACD-42EE-78FC74D6542F}"/>
              </a:ext>
            </a:extLst>
          </p:cNvPr>
          <p:cNvSpPr/>
          <p:nvPr/>
        </p:nvSpPr>
        <p:spPr>
          <a:xfrm>
            <a:off x="59302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E7E24609-67E4-FD44-C729-6B4FEAC82161}"/>
              </a:ext>
            </a:extLst>
          </p:cNvPr>
          <p:cNvSpPr/>
          <p:nvPr/>
        </p:nvSpPr>
        <p:spPr>
          <a:xfrm>
            <a:off x="59302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4AECAC49-5B34-1ECD-5D3F-00255BD242E0}"/>
              </a:ext>
            </a:extLst>
          </p:cNvPr>
          <p:cNvSpPr/>
          <p:nvPr/>
        </p:nvSpPr>
        <p:spPr>
          <a:xfrm>
            <a:off x="59302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69D70EFB-A621-4A4D-381A-A090CD346E1A}"/>
              </a:ext>
            </a:extLst>
          </p:cNvPr>
          <p:cNvSpPr/>
          <p:nvPr/>
        </p:nvSpPr>
        <p:spPr>
          <a:xfrm>
            <a:off x="59302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DB135515-A8DF-B7F2-6451-607F48222CAF}"/>
              </a:ext>
            </a:extLst>
          </p:cNvPr>
          <p:cNvSpPr/>
          <p:nvPr/>
        </p:nvSpPr>
        <p:spPr>
          <a:xfrm>
            <a:off x="59302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BD1C74D8-2F29-D89C-D4BC-2C4FB2F9E7D7}"/>
              </a:ext>
            </a:extLst>
          </p:cNvPr>
          <p:cNvSpPr/>
          <p:nvPr/>
        </p:nvSpPr>
        <p:spPr>
          <a:xfrm>
            <a:off x="59302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1B17F388-D356-7690-B8AC-4DBC569B211F}"/>
              </a:ext>
            </a:extLst>
          </p:cNvPr>
          <p:cNvSpPr/>
          <p:nvPr/>
        </p:nvSpPr>
        <p:spPr>
          <a:xfrm>
            <a:off x="59302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C47BAF79-7F28-295E-C4B9-39BE600CC50B}"/>
              </a:ext>
            </a:extLst>
          </p:cNvPr>
          <p:cNvSpPr/>
          <p:nvPr/>
        </p:nvSpPr>
        <p:spPr>
          <a:xfrm>
            <a:off x="59302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B413F83-E1AD-6952-51F2-C933AA186918}"/>
              </a:ext>
            </a:extLst>
          </p:cNvPr>
          <p:cNvGrpSpPr/>
          <p:nvPr/>
        </p:nvGrpSpPr>
        <p:grpSpPr>
          <a:xfrm rot="5400000">
            <a:off x="7824617" y="4390752"/>
            <a:ext cx="71717" cy="717167"/>
            <a:chOff x="6292245" y="4429179"/>
            <a:chExt cx="71717" cy="717167"/>
          </a:xfrm>
        </p:grpSpPr>
        <p:sp>
          <p:nvSpPr>
            <p:cNvPr id="1021" name="Rectangle 1020">
              <a:extLst>
                <a:ext uri="{FF2B5EF4-FFF2-40B4-BE49-F238E27FC236}">
                  <a16:creationId xmlns:a16="http://schemas.microsoft.com/office/drawing/2014/main" id="{F1754B33-D0B5-22B0-3B8A-271CDD909FDA}"/>
                </a:ext>
              </a:extLst>
            </p:cNvPr>
            <p:cNvSpPr/>
            <p:nvPr/>
          </p:nvSpPr>
          <p:spPr>
            <a:xfrm>
              <a:off x="6292245" y="44291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2" name="Rectangle 1021">
              <a:extLst>
                <a:ext uri="{FF2B5EF4-FFF2-40B4-BE49-F238E27FC236}">
                  <a16:creationId xmlns:a16="http://schemas.microsoft.com/office/drawing/2014/main" id="{A7D91850-86AE-E941-15D1-2BEE6393C5F7}"/>
                </a:ext>
              </a:extLst>
            </p:cNvPr>
            <p:cNvSpPr/>
            <p:nvPr/>
          </p:nvSpPr>
          <p:spPr>
            <a:xfrm>
              <a:off x="6292245" y="45008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3" name="Rectangle 1022">
              <a:extLst>
                <a:ext uri="{FF2B5EF4-FFF2-40B4-BE49-F238E27FC236}">
                  <a16:creationId xmlns:a16="http://schemas.microsoft.com/office/drawing/2014/main" id="{F112188F-886D-A0A5-F3A8-5E6A4EDF9480}"/>
                </a:ext>
              </a:extLst>
            </p:cNvPr>
            <p:cNvSpPr/>
            <p:nvPr/>
          </p:nvSpPr>
          <p:spPr>
            <a:xfrm>
              <a:off x="6292245" y="45726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41A5B146-6632-3BD9-3523-F52CE1435C73}"/>
                </a:ext>
              </a:extLst>
            </p:cNvPr>
            <p:cNvSpPr/>
            <p:nvPr/>
          </p:nvSpPr>
          <p:spPr>
            <a:xfrm>
              <a:off x="6292245" y="46443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4717FFBD-2CAE-6C67-DBEF-B8F92D1D4E33}"/>
                </a:ext>
              </a:extLst>
            </p:cNvPr>
            <p:cNvSpPr/>
            <p:nvPr/>
          </p:nvSpPr>
          <p:spPr>
            <a:xfrm>
              <a:off x="6292245" y="47160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80A7287E-CBE2-4D4D-B925-076EF1D63AC1}"/>
                </a:ext>
              </a:extLst>
            </p:cNvPr>
            <p:cNvSpPr/>
            <p:nvPr/>
          </p:nvSpPr>
          <p:spPr>
            <a:xfrm>
              <a:off x="6292245" y="47877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3A4BDBC8-84E4-FCD7-2956-45622E31F806}"/>
                </a:ext>
              </a:extLst>
            </p:cNvPr>
            <p:cNvSpPr/>
            <p:nvPr/>
          </p:nvSpPr>
          <p:spPr>
            <a:xfrm>
              <a:off x="6292245" y="48594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48F6D5CE-2C40-23CD-75DE-37E36999139A}"/>
                </a:ext>
              </a:extLst>
            </p:cNvPr>
            <p:cNvSpPr/>
            <p:nvPr/>
          </p:nvSpPr>
          <p:spPr>
            <a:xfrm>
              <a:off x="6292245" y="49311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D140116-D68C-9446-226D-9A93CEC71D3D}"/>
                </a:ext>
              </a:extLst>
            </p:cNvPr>
            <p:cNvSpPr/>
            <p:nvPr/>
          </p:nvSpPr>
          <p:spPr>
            <a:xfrm>
              <a:off x="6292245" y="50029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30" name="Rectangle 1029">
              <a:extLst>
                <a:ext uri="{FF2B5EF4-FFF2-40B4-BE49-F238E27FC236}">
                  <a16:creationId xmlns:a16="http://schemas.microsoft.com/office/drawing/2014/main" id="{315C3279-4E92-D345-4A93-F63A11261EF3}"/>
                </a:ext>
              </a:extLst>
            </p:cNvPr>
            <p:cNvSpPr/>
            <p:nvPr/>
          </p:nvSpPr>
          <p:spPr>
            <a:xfrm>
              <a:off x="6292245" y="50746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3D847EF-E88A-2E1F-55C7-CAD575115B8A}"/>
              </a:ext>
            </a:extLst>
          </p:cNvPr>
          <p:cNvSpPr/>
          <p:nvPr/>
        </p:nvSpPr>
        <p:spPr>
          <a:xfrm>
            <a:off x="7786240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AF3146-2DCA-848E-2DE3-8190EA024221}"/>
              </a:ext>
            </a:extLst>
          </p:cNvPr>
          <p:cNvSpPr/>
          <p:nvPr/>
        </p:nvSpPr>
        <p:spPr>
          <a:xfrm>
            <a:off x="785795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0A9E320-F1EE-7276-A9DF-1AA0F1DD856F}"/>
              </a:ext>
            </a:extLst>
          </p:cNvPr>
          <p:cNvSpPr/>
          <p:nvPr/>
        </p:nvSpPr>
        <p:spPr>
          <a:xfrm>
            <a:off x="778624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75C986F2-1FC9-373B-9EE1-C99681A5E3C4}"/>
              </a:ext>
            </a:extLst>
          </p:cNvPr>
          <p:cNvSpPr/>
          <p:nvPr/>
        </p:nvSpPr>
        <p:spPr>
          <a:xfrm>
            <a:off x="785795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EAC88E71-2ABD-F371-5899-0DD87F293E23}"/>
              </a:ext>
            </a:extLst>
          </p:cNvPr>
          <p:cNvSpPr/>
          <p:nvPr/>
        </p:nvSpPr>
        <p:spPr>
          <a:xfrm>
            <a:off x="778624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143915A-2BCF-6896-BABB-ABC0C7FD2172}"/>
              </a:ext>
            </a:extLst>
          </p:cNvPr>
          <p:cNvSpPr/>
          <p:nvPr/>
        </p:nvSpPr>
        <p:spPr>
          <a:xfrm>
            <a:off x="785795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9FE35689-A352-EA0B-D2E8-259C0241C062}"/>
              </a:ext>
            </a:extLst>
          </p:cNvPr>
          <p:cNvSpPr/>
          <p:nvPr/>
        </p:nvSpPr>
        <p:spPr>
          <a:xfrm>
            <a:off x="778624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BA2737F7-BEE7-9340-A77D-6B360E324BC6}"/>
              </a:ext>
            </a:extLst>
          </p:cNvPr>
          <p:cNvSpPr/>
          <p:nvPr/>
        </p:nvSpPr>
        <p:spPr>
          <a:xfrm>
            <a:off x="785795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84767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603769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624505" y="-4906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35" name="Plus Sign 34">
            <a:extLst>
              <a:ext uri="{FF2B5EF4-FFF2-40B4-BE49-F238E27FC236}">
                <a16:creationId xmlns:a16="http://schemas.microsoft.com/office/drawing/2014/main" id="{72C218F8-CA44-3F92-2AB1-E426B5CD9F0E}"/>
              </a:ext>
            </a:extLst>
          </p:cNvPr>
          <p:cNvSpPr/>
          <p:nvPr/>
        </p:nvSpPr>
        <p:spPr>
          <a:xfrm>
            <a:off x="1626710" y="97328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57A53C04-DF89-EA1F-6C5E-F4EF45D2B856}"/>
              </a:ext>
            </a:extLst>
          </p:cNvPr>
          <p:cNvSpPr/>
          <p:nvPr/>
        </p:nvSpPr>
        <p:spPr>
          <a:xfrm>
            <a:off x="249355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06632BD-79E9-10C8-1ED7-D8CF7832BA99}"/>
              </a:ext>
            </a:extLst>
          </p:cNvPr>
          <p:cNvSpPr/>
          <p:nvPr/>
        </p:nvSpPr>
        <p:spPr>
          <a:xfrm>
            <a:off x="256527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5708577-FC53-E835-7995-5F5AA3FC1B92}"/>
              </a:ext>
            </a:extLst>
          </p:cNvPr>
          <p:cNvSpPr/>
          <p:nvPr/>
        </p:nvSpPr>
        <p:spPr>
          <a:xfrm>
            <a:off x="263699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3814ED61-E52B-94D8-C970-092F51E3F6F0}"/>
              </a:ext>
            </a:extLst>
          </p:cNvPr>
          <p:cNvSpPr/>
          <p:nvPr/>
        </p:nvSpPr>
        <p:spPr>
          <a:xfrm>
            <a:off x="270870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947396C7-61F0-2435-B872-06F30278CCD6}"/>
              </a:ext>
            </a:extLst>
          </p:cNvPr>
          <p:cNvSpPr/>
          <p:nvPr/>
        </p:nvSpPr>
        <p:spPr>
          <a:xfrm>
            <a:off x="41933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754149DE-7859-C0D8-E542-5D043B2D92D7}"/>
              </a:ext>
            </a:extLst>
          </p:cNvPr>
          <p:cNvSpPr/>
          <p:nvPr/>
        </p:nvSpPr>
        <p:spPr>
          <a:xfrm>
            <a:off x="42650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079577C-1CDB-1D96-5258-C8D3CE1DE385}"/>
              </a:ext>
            </a:extLst>
          </p:cNvPr>
          <p:cNvSpPr/>
          <p:nvPr/>
        </p:nvSpPr>
        <p:spPr>
          <a:xfrm>
            <a:off x="43368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6F29B96D-3B21-A263-8A04-FA6FCAF49164}"/>
              </a:ext>
            </a:extLst>
          </p:cNvPr>
          <p:cNvSpPr/>
          <p:nvPr/>
        </p:nvSpPr>
        <p:spPr>
          <a:xfrm>
            <a:off x="44085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4" y="221299"/>
            <a:ext cx="499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6" name="Plus Sign 225">
            <a:extLst>
              <a:ext uri="{FF2B5EF4-FFF2-40B4-BE49-F238E27FC236}">
                <a16:creationId xmlns:a16="http://schemas.microsoft.com/office/drawing/2014/main" id="{EEFE84CE-EE0F-AC58-E25D-F59CAC6EFBD1}"/>
              </a:ext>
            </a:extLst>
          </p:cNvPr>
          <p:cNvSpPr/>
          <p:nvPr/>
        </p:nvSpPr>
        <p:spPr>
          <a:xfrm>
            <a:off x="1626710" y="2608117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91913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DEB3D1E-571B-51AB-0C8E-6664C15FAD5A}"/>
              </a:ext>
            </a:extLst>
          </p:cNvPr>
          <p:cNvSpPr/>
          <p:nvPr/>
        </p:nvSpPr>
        <p:spPr>
          <a:xfrm>
            <a:off x="919133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0A9E9B0A-8DEA-B55C-6FB2-31CDDDAA6B3B}"/>
              </a:ext>
            </a:extLst>
          </p:cNvPr>
          <p:cNvSpPr/>
          <p:nvPr/>
        </p:nvSpPr>
        <p:spPr>
          <a:xfrm>
            <a:off x="919133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0,34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1975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A2DD77BA-1775-5728-86D2-910A7DA0F3C5}"/>
              </a:ext>
            </a:extLst>
          </p:cNvPr>
          <p:cNvSpPr/>
          <p:nvPr/>
        </p:nvSpPr>
        <p:spPr>
          <a:xfrm>
            <a:off x="4197542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9BE4D82F-D8C0-956A-6AA1-363395D963B8}"/>
              </a:ext>
            </a:extLst>
          </p:cNvPr>
          <p:cNvSpPr/>
          <p:nvPr/>
        </p:nvSpPr>
        <p:spPr>
          <a:xfrm>
            <a:off x="4197542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4819E4C-ADF1-88FF-375A-D96A8EE77B56}"/>
              </a:ext>
            </a:extLst>
          </p:cNvPr>
          <p:cNvSpPr/>
          <p:nvPr/>
        </p:nvSpPr>
        <p:spPr>
          <a:xfrm>
            <a:off x="4049944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13FF467-426F-88B3-9924-F9126D7DACFC}"/>
              </a:ext>
            </a:extLst>
          </p:cNvPr>
          <p:cNvSpPr/>
          <p:nvPr/>
        </p:nvSpPr>
        <p:spPr>
          <a:xfrm>
            <a:off x="4121660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0" name="Plus Sign 319">
            <a:extLst>
              <a:ext uri="{FF2B5EF4-FFF2-40B4-BE49-F238E27FC236}">
                <a16:creationId xmlns:a16="http://schemas.microsoft.com/office/drawing/2014/main" id="{715ABA57-0EBD-BA25-545E-3EEBB7B5CABB}"/>
              </a:ext>
            </a:extLst>
          </p:cNvPr>
          <p:cNvSpPr/>
          <p:nvPr/>
        </p:nvSpPr>
        <p:spPr>
          <a:xfrm>
            <a:off x="1626710" y="424295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0,21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387" name="Rectangle 386">
            <a:extLst>
              <a:ext uri="{FF2B5EF4-FFF2-40B4-BE49-F238E27FC236}">
                <a16:creationId xmlns:a16="http://schemas.microsoft.com/office/drawing/2014/main" id="{F06001C1-2404-7B3B-2919-BC0432FC1CCD}"/>
              </a:ext>
            </a:extLst>
          </p:cNvPr>
          <p:cNvSpPr/>
          <p:nvPr/>
        </p:nvSpPr>
        <p:spPr>
          <a:xfrm>
            <a:off x="9909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0,15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92058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92058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EC377DC-F481-E411-9A29-F164D52D16B1}"/>
              </a:ext>
            </a:extLst>
          </p:cNvPr>
          <p:cNvSpPr/>
          <p:nvPr/>
        </p:nvSpPr>
        <p:spPr>
          <a:xfrm>
            <a:off x="2492058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C64907D-767D-0529-24F2-67DD409BDF47}"/>
              </a:ext>
            </a:extLst>
          </p:cNvPr>
          <p:cNvSpPr/>
          <p:nvPr/>
        </p:nvSpPr>
        <p:spPr>
          <a:xfrm>
            <a:off x="2492058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82827DE-6AE1-C978-F73B-DEE39535845E}"/>
              </a:ext>
            </a:extLst>
          </p:cNvPr>
          <p:cNvSpPr/>
          <p:nvPr/>
        </p:nvSpPr>
        <p:spPr>
          <a:xfrm>
            <a:off x="2492058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26E5B2C-67EF-6CEB-FF07-9D00C111AB60}"/>
              </a:ext>
            </a:extLst>
          </p:cNvPr>
          <p:cNvSpPr/>
          <p:nvPr/>
        </p:nvSpPr>
        <p:spPr>
          <a:xfrm>
            <a:off x="2421841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0,36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913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9131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9131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5AA1072-AD8B-42D0-E4E0-76964312B296}"/>
              </a:ext>
            </a:extLst>
          </p:cNvPr>
          <p:cNvSpPr/>
          <p:nvPr/>
        </p:nvSpPr>
        <p:spPr>
          <a:xfrm>
            <a:off x="419131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5DDB52E9-40D7-8DCF-814F-CFEF752FDD26}"/>
              </a:ext>
            </a:extLst>
          </p:cNvPr>
          <p:cNvSpPr/>
          <p:nvPr/>
        </p:nvSpPr>
        <p:spPr>
          <a:xfrm>
            <a:off x="419131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5454DDBD-6FF9-DC99-7283-1D6B9654E0FA}"/>
              </a:ext>
            </a:extLst>
          </p:cNvPr>
          <p:cNvSpPr/>
          <p:nvPr/>
        </p:nvSpPr>
        <p:spPr>
          <a:xfrm>
            <a:off x="4191319" y="439290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FBDF602B-51E3-A851-C330-6D5329393A1F}"/>
              </a:ext>
            </a:extLst>
          </p:cNvPr>
          <p:cNvSpPr/>
          <p:nvPr/>
        </p:nvSpPr>
        <p:spPr>
          <a:xfrm>
            <a:off x="397822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404994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121660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4" name="Plus Sign 413">
            <a:extLst>
              <a:ext uri="{FF2B5EF4-FFF2-40B4-BE49-F238E27FC236}">
                <a16:creationId xmlns:a16="http://schemas.microsoft.com/office/drawing/2014/main" id="{818FFE4E-9EE3-7BB5-5C4D-4B23374370F7}"/>
              </a:ext>
            </a:extLst>
          </p:cNvPr>
          <p:cNvSpPr/>
          <p:nvPr/>
        </p:nvSpPr>
        <p:spPr>
          <a:xfrm>
            <a:off x="1626710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0,57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84" name="Rectangle 483">
            <a:extLst>
              <a:ext uri="{FF2B5EF4-FFF2-40B4-BE49-F238E27FC236}">
                <a16:creationId xmlns:a16="http://schemas.microsoft.com/office/drawing/2014/main" id="{DD532DF9-7CB4-C5FB-4741-44280ACE9438}"/>
              </a:ext>
            </a:extLst>
          </p:cNvPr>
          <p:cNvSpPr/>
          <p:nvPr/>
        </p:nvSpPr>
        <p:spPr>
          <a:xfrm>
            <a:off x="1206139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3E00E98-E27A-CFF1-26E6-2027403E81C1}"/>
              </a:ext>
            </a:extLst>
          </p:cNvPr>
          <p:cNvSpPr/>
          <p:nvPr/>
        </p:nvSpPr>
        <p:spPr>
          <a:xfrm>
            <a:off x="1206139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EAEEF18A-6713-F73A-C1A0-1356AA2742E9}"/>
              </a:ext>
            </a:extLst>
          </p:cNvPr>
          <p:cNvSpPr/>
          <p:nvPr/>
        </p:nvSpPr>
        <p:spPr>
          <a:xfrm>
            <a:off x="1206139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98DEBE14-65CE-75A7-D72E-80350E36F8EB}"/>
              </a:ext>
            </a:extLst>
          </p:cNvPr>
          <p:cNvSpPr/>
          <p:nvPr/>
        </p:nvSpPr>
        <p:spPr>
          <a:xfrm>
            <a:off x="1206139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55A9F68-CE27-06FD-A3C7-868AA504053C}"/>
              </a:ext>
            </a:extLst>
          </p:cNvPr>
          <p:cNvSpPr/>
          <p:nvPr/>
        </p:nvSpPr>
        <p:spPr>
          <a:xfrm>
            <a:off x="1206139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8536EEA9-4EC2-4F98-4410-9125196BC716}"/>
              </a:ext>
            </a:extLst>
          </p:cNvPr>
          <p:cNvSpPr/>
          <p:nvPr/>
        </p:nvSpPr>
        <p:spPr>
          <a:xfrm>
            <a:off x="1206139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BEB639C-00F3-597D-2276-405F982C42FA}"/>
              </a:ext>
            </a:extLst>
          </p:cNvPr>
          <p:cNvSpPr/>
          <p:nvPr/>
        </p:nvSpPr>
        <p:spPr>
          <a:xfrm>
            <a:off x="1206139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96E6771-A05E-CB68-EF90-6DC35DAFDA9C}"/>
              </a:ext>
            </a:extLst>
          </p:cNvPr>
          <p:cNvSpPr/>
          <p:nvPr/>
        </p:nvSpPr>
        <p:spPr>
          <a:xfrm>
            <a:off x="9911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71F57264-20E6-DE19-D6EE-F36A17FC723F}"/>
              </a:ext>
            </a:extLst>
          </p:cNvPr>
          <p:cNvSpPr/>
          <p:nvPr/>
        </p:nvSpPr>
        <p:spPr>
          <a:xfrm>
            <a:off x="10628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BA4AA158-E59D-0CE0-4147-3A7F129C54B8}"/>
              </a:ext>
            </a:extLst>
          </p:cNvPr>
          <p:cNvSpPr/>
          <p:nvPr/>
        </p:nvSpPr>
        <p:spPr>
          <a:xfrm>
            <a:off x="11345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0,32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52" name="Rectangle 451">
            <a:extLst>
              <a:ext uri="{FF2B5EF4-FFF2-40B4-BE49-F238E27FC236}">
                <a16:creationId xmlns:a16="http://schemas.microsoft.com/office/drawing/2014/main" id="{E7FDB50A-9D2D-BB95-FD87-A588D5396C88}"/>
              </a:ext>
            </a:extLst>
          </p:cNvPr>
          <p:cNvSpPr/>
          <p:nvPr/>
        </p:nvSpPr>
        <p:spPr>
          <a:xfrm>
            <a:off x="2636565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81416B41-5BEE-FC02-15D0-033A1D0AE587}"/>
              </a:ext>
            </a:extLst>
          </p:cNvPr>
          <p:cNvSpPr/>
          <p:nvPr/>
        </p:nvSpPr>
        <p:spPr>
          <a:xfrm>
            <a:off x="2636565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C67BCE49-8FC3-DE28-03E2-9CF86B2DB8BE}"/>
              </a:ext>
            </a:extLst>
          </p:cNvPr>
          <p:cNvSpPr/>
          <p:nvPr/>
        </p:nvSpPr>
        <p:spPr>
          <a:xfrm>
            <a:off x="2421841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1AB1754F-4E3B-F0AE-4073-9BADAA170B68}"/>
              </a:ext>
            </a:extLst>
          </p:cNvPr>
          <p:cNvSpPr/>
          <p:nvPr/>
        </p:nvSpPr>
        <p:spPr>
          <a:xfrm>
            <a:off x="2493558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9A392F0-72D7-3D77-26DF-4C69437004F5}"/>
              </a:ext>
            </a:extLst>
          </p:cNvPr>
          <p:cNvSpPr/>
          <p:nvPr/>
        </p:nvSpPr>
        <p:spPr>
          <a:xfrm>
            <a:off x="256527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0,89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23" name="Rectangle 422">
            <a:extLst>
              <a:ext uri="{FF2B5EF4-FFF2-40B4-BE49-F238E27FC236}">
                <a16:creationId xmlns:a16="http://schemas.microsoft.com/office/drawing/2014/main" id="{C2396A56-C5C4-345E-A25D-3BB74D555FFE}"/>
              </a:ext>
            </a:extLst>
          </p:cNvPr>
          <p:cNvSpPr/>
          <p:nvPr/>
        </p:nvSpPr>
        <p:spPr>
          <a:xfrm>
            <a:off x="4551112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6A559D60-ABC0-9CD3-709E-4EACE5B01A27}"/>
              </a:ext>
            </a:extLst>
          </p:cNvPr>
          <p:cNvSpPr/>
          <p:nvPr/>
        </p:nvSpPr>
        <p:spPr>
          <a:xfrm>
            <a:off x="4551112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674272D7-D89C-6349-A4D3-C3BA3793695F}"/>
              </a:ext>
            </a:extLst>
          </p:cNvPr>
          <p:cNvSpPr/>
          <p:nvPr/>
        </p:nvSpPr>
        <p:spPr>
          <a:xfrm>
            <a:off x="4551112" y="58125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0EEEB743-73E3-DA76-31A2-200A57CEAB9A}"/>
              </a:ext>
            </a:extLst>
          </p:cNvPr>
          <p:cNvSpPr/>
          <p:nvPr/>
        </p:nvSpPr>
        <p:spPr>
          <a:xfrm>
            <a:off x="4551112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715A1BEE-0D64-F3C8-9B3D-BD95FD96E531}"/>
              </a:ext>
            </a:extLst>
          </p:cNvPr>
          <p:cNvSpPr/>
          <p:nvPr/>
        </p:nvSpPr>
        <p:spPr>
          <a:xfrm>
            <a:off x="4551112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4AA80AAB-6C2D-D4F9-F3A3-5EB8D7CD6E5C}"/>
              </a:ext>
            </a:extLst>
          </p:cNvPr>
          <p:cNvSpPr/>
          <p:nvPr/>
        </p:nvSpPr>
        <p:spPr>
          <a:xfrm>
            <a:off x="4551112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9AC13521-0AE4-E08C-6B4A-BD59D4293D78}"/>
              </a:ext>
            </a:extLst>
          </p:cNvPr>
          <p:cNvSpPr/>
          <p:nvPr/>
        </p:nvSpPr>
        <p:spPr>
          <a:xfrm>
            <a:off x="4551112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2093C470-DC26-25DB-5D19-C34F79DC8EAD}"/>
              </a:ext>
            </a:extLst>
          </p:cNvPr>
          <p:cNvSpPr/>
          <p:nvPr/>
        </p:nvSpPr>
        <p:spPr>
          <a:xfrm>
            <a:off x="4551112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E69D5697-1F5D-929B-267B-7D10F6B808EB}"/>
              </a:ext>
            </a:extLst>
          </p:cNvPr>
          <p:cNvSpPr/>
          <p:nvPr/>
        </p:nvSpPr>
        <p:spPr>
          <a:xfrm>
            <a:off x="4551112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96B43C60-446B-8BD7-9405-694B20F55604}"/>
              </a:ext>
            </a:extLst>
          </p:cNvPr>
          <p:cNvSpPr/>
          <p:nvPr/>
        </p:nvSpPr>
        <p:spPr>
          <a:xfrm>
            <a:off x="39782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6A3F4B06-DDB3-2B36-5E0B-E8BC6287592D}"/>
              </a:ext>
            </a:extLst>
          </p:cNvPr>
          <p:cNvSpPr/>
          <p:nvPr/>
        </p:nvSpPr>
        <p:spPr>
          <a:xfrm>
            <a:off x="40499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79FFC581-E38E-66C2-8C03-784C93AFA224}"/>
              </a:ext>
            </a:extLst>
          </p:cNvPr>
          <p:cNvSpPr/>
          <p:nvPr/>
        </p:nvSpPr>
        <p:spPr>
          <a:xfrm>
            <a:off x="412166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93D06BA8-481A-7BAF-8A3D-EAE5A12F3C5D}"/>
              </a:ext>
            </a:extLst>
          </p:cNvPr>
          <p:cNvSpPr/>
          <p:nvPr/>
        </p:nvSpPr>
        <p:spPr>
          <a:xfrm>
            <a:off x="41933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9AAC296A-F77B-9B0E-92D2-A70B9DE7BEEB}"/>
              </a:ext>
            </a:extLst>
          </p:cNvPr>
          <p:cNvSpPr/>
          <p:nvPr/>
        </p:nvSpPr>
        <p:spPr>
          <a:xfrm>
            <a:off x="42650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5AE55525-3060-3AE9-2D48-07A3D0C75C8E}"/>
              </a:ext>
            </a:extLst>
          </p:cNvPr>
          <p:cNvSpPr/>
          <p:nvPr/>
        </p:nvSpPr>
        <p:spPr>
          <a:xfrm>
            <a:off x="43368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9E3A998C-FBEB-C8C4-ECBC-E04B1DC74C89}"/>
              </a:ext>
            </a:extLst>
          </p:cNvPr>
          <p:cNvSpPr/>
          <p:nvPr/>
        </p:nvSpPr>
        <p:spPr>
          <a:xfrm>
            <a:off x="447939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8" name="Plus Sign 507">
            <a:extLst>
              <a:ext uri="{FF2B5EF4-FFF2-40B4-BE49-F238E27FC236}">
                <a16:creationId xmlns:a16="http://schemas.microsoft.com/office/drawing/2014/main" id="{CEBBFCE4-7FBA-BCB0-DBC8-95D3E0075DDF}"/>
              </a:ext>
            </a:extLst>
          </p:cNvPr>
          <p:cNvSpPr/>
          <p:nvPr/>
        </p:nvSpPr>
        <p:spPr>
          <a:xfrm>
            <a:off x="6705786" y="170064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2" name="TextBox 571">
            <a:extLst>
              <a:ext uri="{FF2B5EF4-FFF2-40B4-BE49-F238E27FC236}">
                <a16:creationId xmlns:a16="http://schemas.microsoft.com/office/drawing/2014/main" id="{9935D0A3-5F8B-2B56-AA2D-994323576033}"/>
              </a:ext>
            </a:extLst>
          </p:cNvPr>
          <p:cNvSpPr txBox="1"/>
          <p:nvPr/>
        </p:nvSpPr>
        <p:spPr>
          <a:xfrm>
            <a:off x="5679800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0,25</a:t>
            </a:r>
          </a:p>
        </p:txBody>
      </p: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75" name="Rectangle 574">
            <a:extLst>
              <a:ext uri="{FF2B5EF4-FFF2-40B4-BE49-F238E27FC236}">
                <a16:creationId xmlns:a16="http://schemas.microsoft.com/office/drawing/2014/main" id="{9741C39F-065C-22E9-FEB3-B7FEF56BB0E1}"/>
              </a:ext>
            </a:extLst>
          </p:cNvPr>
          <p:cNvSpPr/>
          <p:nvPr/>
        </p:nvSpPr>
        <p:spPr>
          <a:xfrm>
            <a:off x="6067624" y="149201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5B54CCD-675B-7F10-81DF-7B82B22D3B62}"/>
              </a:ext>
            </a:extLst>
          </p:cNvPr>
          <p:cNvSpPr/>
          <p:nvPr/>
        </p:nvSpPr>
        <p:spPr>
          <a:xfrm>
            <a:off x="6067624" y="156373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07D71F1D-6A03-E678-807D-D4AA056863BC}"/>
              </a:ext>
            </a:extLst>
          </p:cNvPr>
          <p:cNvSpPr/>
          <p:nvPr/>
        </p:nvSpPr>
        <p:spPr>
          <a:xfrm>
            <a:off x="6067624" y="163544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97F3131C-1666-AB63-23EA-24CFC7A54390}"/>
              </a:ext>
            </a:extLst>
          </p:cNvPr>
          <p:cNvSpPr/>
          <p:nvPr/>
        </p:nvSpPr>
        <p:spPr>
          <a:xfrm>
            <a:off x="6067624" y="170716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6F8E1338-612A-97ED-A941-19DC477C27DC}"/>
              </a:ext>
            </a:extLst>
          </p:cNvPr>
          <p:cNvSpPr/>
          <p:nvPr/>
        </p:nvSpPr>
        <p:spPr>
          <a:xfrm>
            <a:off x="6067624" y="177888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3" name="TextBox 542">
            <a:extLst>
              <a:ext uri="{FF2B5EF4-FFF2-40B4-BE49-F238E27FC236}">
                <a16:creationId xmlns:a16="http://schemas.microsoft.com/office/drawing/2014/main" id="{BFAA5086-971C-278C-88D6-1CE79BC103BB}"/>
              </a:ext>
            </a:extLst>
          </p:cNvPr>
          <p:cNvSpPr txBox="1"/>
          <p:nvPr/>
        </p:nvSpPr>
        <p:spPr>
          <a:xfrm>
            <a:off x="7253964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0,05</a:t>
            </a:r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4" name="TextBox 513">
            <a:extLst>
              <a:ext uri="{FF2B5EF4-FFF2-40B4-BE49-F238E27FC236}">
                <a16:creationId xmlns:a16="http://schemas.microsoft.com/office/drawing/2014/main" id="{4A04475D-674C-6617-20EB-CBCA6EB24DD0}"/>
              </a:ext>
            </a:extLst>
          </p:cNvPr>
          <p:cNvSpPr txBox="1"/>
          <p:nvPr/>
        </p:nvSpPr>
        <p:spPr>
          <a:xfrm>
            <a:off x="8888096" y="2282591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34" name="Rectangle 533">
            <a:extLst>
              <a:ext uri="{FF2B5EF4-FFF2-40B4-BE49-F238E27FC236}">
                <a16:creationId xmlns:a16="http://schemas.microsoft.com/office/drawing/2014/main" id="{3163FADC-0B17-25BD-6359-7B779BC8A2F3}"/>
              </a:ext>
            </a:extLst>
          </p:cNvPr>
          <p:cNvSpPr/>
          <p:nvPr/>
        </p:nvSpPr>
        <p:spPr>
          <a:xfrm>
            <a:off x="905730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35D689F8-547E-602C-6671-87816984AE44}"/>
              </a:ext>
            </a:extLst>
          </p:cNvPr>
          <p:cNvSpPr/>
          <p:nvPr/>
        </p:nvSpPr>
        <p:spPr>
          <a:xfrm>
            <a:off x="912902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B19D4EA4-67D5-0978-4516-6791B4C52B59}"/>
              </a:ext>
            </a:extLst>
          </p:cNvPr>
          <p:cNvSpPr/>
          <p:nvPr/>
        </p:nvSpPr>
        <p:spPr>
          <a:xfrm>
            <a:off x="9200736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2" name="Plus Sign 601">
            <a:extLst>
              <a:ext uri="{FF2B5EF4-FFF2-40B4-BE49-F238E27FC236}">
                <a16:creationId xmlns:a16="http://schemas.microsoft.com/office/drawing/2014/main" id="{3B91B6FE-CA2E-60EE-1E04-FE8D71D4AF57}"/>
              </a:ext>
            </a:extLst>
          </p:cNvPr>
          <p:cNvSpPr/>
          <p:nvPr/>
        </p:nvSpPr>
        <p:spPr>
          <a:xfrm>
            <a:off x="6705786" y="3093026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6" name="TextBox 665">
            <a:extLst>
              <a:ext uri="{FF2B5EF4-FFF2-40B4-BE49-F238E27FC236}">
                <a16:creationId xmlns:a16="http://schemas.microsoft.com/office/drawing/2014/main" id="{88B95A6E-2943-E184-9515-4CD85CB69C0A}"/>
              </a:ext>
            </a:extLst>
          </p:cNvPr>
          <p:cNvSpPr txBox="1"/>
          <p:nvPr/>
        </p:nvSpPr>
        <p:spPr>
          <a:xfrm>
            <a:off x="567980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0,23</a:t>
            </a:r>
          </a:p>
        </p:txBody>
      </p: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071432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071432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071432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267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599847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D258A318-88D0-1CA2-3829-08071101CB43}"/>
              </a:ext>
            </a:extLst>
          </p:cNvPr>
          <p:cNvSpPr txBox="1"/>
          <p:nvPr/>
        </p:nvSpPr>
        <p:spPr>
          <a:xfrm>
            <a:off x="7253965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0,18</a:t>
            </a:r>
          </a:p>
        </p:txBody>
      </p: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42" name="Rectangle 641">
            <a:extLst>
              <a:ext uri="{FF2B5EF4-FFF2-40B4-BE49-F238E27FC236}">
                <a16:creationId xmlns:a16="http://schemas.microsoft.com/office/drawing/2014/main" id="{E6E21E7F-34C0-488E-AED6-00AB54BCA848}"/>
              </a:ext>
            </a:extLst>
          </p:cNvPr>
          <p:cNvSpPr/>
          <p:nvPr/>
        </p:nvSpPr>
        <p:spPr>
          <a:xfrm>
            <a:off x="757229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331E600F-9B20-009F-C92A-EEEE74ED3753}"/>
              </a:ext>
            </a:extLst>
          </p:cNvPr>
          <p:cNvSpPr/>
          <p:nvPr/>
        </p:nvSpPr>
        <p:spPr>
          <a:xfrm>
            <a:off x="7572295" y="30995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237B542F-387A-1B91-3DAC-F98B3B7F6744}"/>
              </a:ext>
            </a:extLst>
          </p:cNvPr>
          <p:cNvSpPr/>
          <p:nvPr/>
        </p:nvSpPr>
        <p:spPr>
          <a:xfrm>
            <a:off x="7572295" y="317126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B2E7A636-F47C-766B-8C75-83FEB8A7789C}"/>
              </a:ext>
            </a:extLst>
          </p:cNvPr>
          <p:cNvSpPr/>
          <p:nvPr/>
        </p:nvSpPr>
        <p:spPr>
          <a:xfrm>
            <a:off x="7572295" y="32429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D24BCD12-7ECA-91E4-A39D-94A41CE151CC}"/>
              </a:ext>
            </a:extLst>
          </p:cNvPr>
          <p:cNvSpPr/>
          <p:nvPr/>
        </p:nvSpPr>
        <p:spPr>
          <a:xfrm>
            <a:off x="7572295" y="33146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33864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34581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35298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8" name="TextBox 607">
            <a:extLst>
              <a:ext uri="{FF2B5EF4-FFF2-40B4-BE49-F238E27FC236}">
                <a16:creationId xmlns:a16="http://schemas.microsoft.com/office/drawing/2014/main" id="{AC69A1BC-4E6E-ED35-4201-2B986BD71ED5}"/>
              </a:ext>
            </a:extLst>
          </p:cNvPr>
          <p:cNvSpPr txBox="1"/>
          <p:nvPr/>
        </p:nvSpPr>
        <p:spPr>
          <a:xfrm>
            <a:off x="881035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0,41</a:t>
            </a:r>
          </a:p>
        </p:txBody>
      </p: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11" name="Rectangle 610">
            <a:extLst>
              <a:ext uri="{FF2B5EF4-FFF2-40B4-BE49-F238E27FC236}">
                <a16:creationId xmlns:a16="http://schemas.microsoft.com/office/drawing/2014/main" id="{86DB94D8-C8F4-CCFC-BCDB-0B707F1CE466}"/>
              </a:ext>
            </a:extLst>
          </p:cNvPr>
          <p:cNvSpPr/>
          <p:nvPr/>
        </p:nvSpPr>
        <p:spPr>
          <a:xfrm>
            <a:off x="9344169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28" name="Rectangle 627">
            <a:extLst>
              <a:ext uri="{FF2B5EF4-FFF2-40B4-BE49-F238E27FC236}">
                <a16:creationId xmlns:a16="http://schemas.microsoft.com/office/drawing/2014/main" id="{92A0C2A9-99EE-1A72-2EED-A68D55178302}"/>
              </a:ext>
            </a:extLst>
          </p:cNvPr>
          <p:cNvSpPr/>
          <p:nvPr/>
        </p:nvSpPr>
        <p:spPr>
          <a:xfrm>
            <a:off x="905730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29" name="Rectangle 628">
            <a:extLst>
              <a:ext uri="{FF2B5EF4-FFF2-40B4-BE49-F238E27FC236}">
                <a16:creationId xmlns:a16="http://schemas.microsoft.com/office/drawing/2014/main" id="{8C4E4A12-4490-9C32-C914-45C525CCAAF4}"/>
              </a:ext>
            </a:extLst>
          </p:cNvPr>
          <p:cNvSpPr/>
          <p:nvPr/>
        </p:nvSpPr>
        <p:spPr>
          <a:xfrm>
            <a:off x="912902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30" name="Rectangle 629">
            <a:extLst>
              <a:ext uri="{FF2B5EF4-FFF2-40B4-BE49-F238E27FC236}">
                <a16:creationId xmlns:a16="http://schemas.microsoft.com/office/drawing/2014/main" id="{C2015A97-FC62-7031-C162-07A633301D43}"/>
              </a:ext>
            </a:extLst>
          </p:cNvPr>
          <p:cNvSpPr/>
          <p:nvPr/>
        </p:nvSpPr>
        <p:spPr>
          <a:xfrm>
            <a:off x="9200736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DE8D1DCF-C9F1-6CAA-B74E-88EE7638890A}"/>
              </a:ext>
            </a:extLst>
          </p:cNvPr>
          <p:cNvSpPr/>
          <p:nvPr/>
        </p:nvSpPr>
        <p:spPr>
          <a:xfrm>
            <a:off x="92724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6" name="Plus Sign 695">
            <a:extLst>
              <a:ext uri="{FF2B5EF4-FFF2-40B4-BE49-F238E27FC236}">
                <a16:creationId xmlns:a16="http://schemas.microsoft.com/office/drawing/2014/main" id="{95669BB9-B292-46A8-24AE-797775915F28}"/>
              </a:ext>
            </a:extLst>
          </p:cNvPr>
          <p:cNvSpPr/>
          <p:nvPr/>
        </p:nvSpPr>
        <p:spPr>
          <a:xfrm>
            <a:off x="6705786" y="4485408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0" name="TextBox 759">
            <a:extLst>
              <a:ext uri="{FF2B5EF4-FFF2-40B4-BE49-F238E27FC236}">
                <a16:creationId xmlns:a16="http://schemas.microsoft.com/office/drawing/2014/main" id="{975FB052-06CC-E3E3-25DB-76B37DDA5435}"/>
              </a:ext>
            </a:extLst>
          </p:cNvPr>
          <p:cNvSpPr txBox="1"/>
          <p:nvPr/>
        </p:nvSpPr>
        <p:spPr>
          <a:xfrm>
            <a:off x="567980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0,46</a:t>
            </a:r>
          </a:p>
        </p:txBody>
      </p: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63" name="Rectangle 762">
            <a:extLst>
              <a:ext uri="{FF2B5EF4-FFF2-40B4-BE49-F238E27FC236}">
                <a16:creationId xmlns:a16="http://schemas.microsoft.com/office/drawing/2014/main" id="{F6C2C752-3BBF-3F8A-2985-D8B03E36F3A4}"/>
              </a:ext>
            </a:extLst>
          </p:cNvPr>
          <p:cNvSpPr/>
          <p:nvPr/>
        </p:nvSpPr>
        <p:spPr>
          <a:xfrm>
            <a:off x="61398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296517DB-B746-28E7-E10B-9F1952EBEFD6}"/>
              </a:ext>
            </a:extLst>
          </p:cNvPr>
          <p:cNvSpPr/>
          <p:nvPr/>
        </p:nvSpPr>
        <p:spPr>
          <a:xfrm>
            <a:off x="61398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EE1459E7-0BD3-CD6B-3C89-62B83E9E2D69}"/>
              </a:ext>
            </a:extLst>
          </p:cNvPr>
          <p:cNvSpPr/>
          <p:nvPr/>
        </p:nvSpPr>
        <p:spPr>
          <a:xfrm>
            <a:off x="61398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372F9207-987C-8FB0-8555-44E6621B54FD}"/>
              </a:ext>
            </a:extLst>
          </p:cNvPr>
          <p:cNvSpPr/>
          <p:nvPr/>
        </p:nvSpPr>
        <p:spPr>
          <a:xfrm>
            <a:off x="61398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CB90F32-9EF0-80FB-1932-1FD04C948D24}"/>
              </a:ext>
            </a:extLst>
          </p:cNvPr>
          <p:cNvSpPr/>
          <p:nvPr/>
        </p:nvSpPr>
        <p:spPr>
          <a:xfrm>
            <a:off x="61398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C4741E33-3CE3-DC9A-A3E5-35DB524C14CE}"/>
              </a:ext>
            </a:extLst>
          </p:cNvPr>
          <p:cNvSpPr/>
          <p:nvPr/>
        </p:nvSpPr>
        <p:spPr>
          <a:xfrm>
            <a:off x="6211561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42810122-662C-059C-56C8-DD9590E9E090}"/>
              </a:ext>
            </a:extLst>
          </p:cNvPr>
          <p:cNvSpPr/>
          <p:nvPr/>
        </p:nvSpPr>
        <p:spPr>
          <a:xfrm>
            <a:off x="61398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3352A117-693F-A138-64A4-214C65ECC7B1}"/>
              </a:ext>
            </a:extLst>
          </p:cNvPr>
          <p:cNvSpPr/>
          <p:nvPr/>
        </p:nvSpPr>
        <p:spPr>
          <a:xfrm>
            <a:off x="6211561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80C8167F-0838-0A96-5248-8C3087BAC3E0}"/>
              </a:ext>
            </a:extLst>
          </p:cNvPr>
          <p:cNvSpPr/>
          <p:nvPr/>
        </p:nvSpPr>
        <p:spPr>
          <a:xfrm>
            <a:off x="61398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48BB2ADC-CFC8-A6D2-B711-EE69501266E1}"/>
              </a:ext>
            </a:extLst>
          </p:cNvPr>
          <p:cNvSpPr/>
          <p:nvPr/>
        </p:nvSpPr>
        <p:spPr>
          <a:xfrm>
            <a:off x="6211561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9AA8D63D-8BD0-D233-9867-7C3947FF996F}"/>
              </a:ext>
            </a:extLst>
          </p:cNvPr>
          <p:cNvSpPr/>
          <p:nvPr/>
        </p:nvSpPr>
        <p:spPr>
          <a:xfrm>
            <a:off x="61398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E2808AC9-82D4-62E7-B302-047AD147DEB4}"/>
              </a:ext>
            </a:extLst>
          </p:cNvPr>
          <p:cNvSpPr/>
          <p:nvPr/>
        </p:nvSpPr>
        <p:spPr>
          <a:xfrm>
            <a:off x="6211561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CDDB8D6C-4227-4B4E-43EC-2B9AED636A74}"/>
              </a:ext>
            </a:extLst>
          </p:cNvPr>
          <p:cNvSpPr/>
          <p:nvPr/>
        </p:nvSpPr>
        <p:spPr>
          <a:xfrm>
            <a:off x="61398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A15AC380-55C2-0425-AAB1-F0E3B25C8986}"/>
              </a:ext>
            </a:extLst>
          </p:cNvPr>
          <p:cNvSpPr/>
          <p:nvPr/>
        </p:nvSpPr>
        <p:spPr>
          <a:xfrm>
            <a:off x="6211561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73C62541-37B0-E6A7-594D-365DD1A6A7DA}"/>
              </a:ext>
            </a:extLst>
          </p:cNvPr>
          <p:cNvSpPr/>
          <p:nvPr/>
        </p:nvSpPr>
        <p:spPr>
          <a:xfrm>
            <a:off x="61398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5E2A2C65-BF48-91F7-EDF8-4AF1FC6025E1}"/>
              </a:ext>
            </a:extLst>
          </p:cNvPr>
          <p:cNvSpPr/>
          <p:nvPr/>
        </p:nvSpPr>
        <p:spPr>
          <a:xfrm>
            <a:off x="6211561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1" name="TextBox 730">
            <a:extLst>
              <a:ext uri="{FF2B5EF4-FFF2-40B4-BE49-F238E27FC236}">
                <a16:creationId xmlns:a16="http://schemas.microsoft.com/office/drawing/2014/main" id="{D1325A40-5040-079E-E0C7-907F919400C3}"/>
              </a:ext>
            </a:extLst>
          </p:cNvPr>
          <p:cNvSpPr txBox="1"/>
          <p:nvPr/>
        </p:nvSpPr>
        <p:spPr>
          <a:xfrm>
            <a:off x="7253964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0,39</a:t>
            </a:r>
          </a:p>
        </p:txBody>
      </p: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grpSp>
        <p:nvGrpSpPr>
          <p:cNvPr id="1019" name="Group 1018">
            <a:extLst>
              <a:ext uri="{FF2B5EF4-FFF2-40B4-BE49-F238E27FC236}">
                <a16:creationId xmlns:a16="http://schemas.microsoft.com/office/drawing/2014/main" id="{06AD108E-D3D9-8666-A645-6FE9A20CB83A}"/>
              </a:ext>
            </a:extLst>
          </p:cNvPr>
          <p:cNvGrpSpPr/>
          <p:nvPr/>
        </p:nvGrpSpPr>
        <p:grpSpPr>
          <a:xfrm rot="5400000">
            <a:off x="7788759" y="4352892"/>
            <a:ext cx="71717" cy="645450"/>
            <a:chOff x="8002934" y="4348496"/>
            <a:chExt cx="71717" cy="645450"/>
          </a:xfrm>
        </p:grpSpPr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1A181389-112D-6661-585E-142A31CE04EB}"/>
                </a:ext>
              </a:extLst>
            </p:cNvPr>
            <p:cNvSpPr/>
            <p:nvPr/>
          </p:nvSpPr>
          <p:spPr>
            <a:xfrm>
              <a:off x="8002934" y="43484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C65D6BF3-FD45-2796-F942-C54CBE98EE58}"/>
                </a:ext>
              </a:extLst>
            </p:cNvPr>
            <p:cNvSpPr/>
            <p:nvPr/>
          </p:nvSpPr>
          <p:spPr>
            <a:xfrm>
              <a:off x="8002934" y="44202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72D32CA4-7211-F630-3157-8C1E15B413E9}"/>
                </a:ext>
              </a:extLst>
            </p:cNvPr>
            <p:cNvSpPr/>
            <p:nvPr/>
          </p:nvSpPr>
          <p:spPr>
            <a:xfrm>
              <a:off x="8002934" y="44919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F5143732-D3BF-186E-6D63-9E8F21B64FAD}"/>
                </a:ext>
              </a:extLst>
            </p:cNvPr>
            <p:cNvSpPr/>
            <p:nvPr/>
          </p:nvSpPr>
          <p:spPr>
            <a:xfrm>
              <a:off x="8002934" y="45636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AAA732AA-CBCF-8825-59C9-30E88476CB38}"/>
                </a:ext>
              </a:extLst>
            </p:cNvPr>
            <p:cNvSpPr/>
            <p:nvPr/>
          </p:nvSpPr>
          <p:spPr>
            <a:xfrm>
              <a:off x="8002934" y="46353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5235BEF4-39F8-F6E6-0297-08CD6854F7A0}"/>
                </a:ext>
              </a:extLst>
            </p:cNvPr>
            <p:cNvSpPr/>
            <p:nvPr/>
          </p:nvSpPr>
          <p:spPr>
            <a:xfrm>
              <a:off x="8002934" y="47070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5" name="Rectangle 744">
              <a:extLst>
                <a:ext uri="{FF2B5EF4-FFF2-40B4-BE49-F238E27FC236}">
                  <a16:creationId xmlns:a16="http://schemas.microsoft.com/office/drawing/2014/main" id="{69636F01-3083-3269-DF95-12D3FACC0EBC}"/>
                </a:ext>
              </a:extLst>
            </p:cNvPr>
            <p:cNvSpPr/>
            <p:nvPr/>
          </p:nvSpPr>
          <p:spPr>
            <a:xfrm>
              <a:off x="8002934" y="47787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1D9495C3-65D2-4F36-7958-738B7131D0B8}"/>
                </a:ext>
              </a:extLst>
            </p:cNvPr>
            <p:cNvSpPr/>
            <p:nvPr/>
          </p:nvSpPr>
          <p:spPr>
            <a:xfrm>
              <a:off x="8002934" y="48505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9" name="Rectangle 748">
              <a:extLst>
                <a:ext uri="{FF2B5EF4-FFF2-40B4-BE49-F238E27FC236}">
                  <a16:creationId xmlns:a16="http://schemas.microsoft.com/office/drawing/2014/main" id="{08E49E36-4EA4-FCC3-4029-CC46E234AF17}"/>
                </a:ext>
              </a:extLst>
            </p:cNvPr>
            <p:cNvSpPr/>
            <p:nvPr/>
          </p:nvSpPr>
          <p:spPr>
            <a:xfrm>
              <a:off x="8002934" y="49222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020" name="Group 1019">
            <a:extLst>
              <a:ext uri="{FF2B5EF4-FFF2-40B4-BE49-F238E27FC236}">
                <a16:creationId xmlns:a16="http://schemas.microsoft.com/office/drawing/2014/main" id="{A0568E2B-9BD8-D280-9A18-0094CCE2D3E4}"/>
              </a:ext>
            </a:extLst>
          </p:cNvPr>
          <p:cNvGrpSpPr/>
          <p:nvPr/>
        </p:nvGrpSpPr>
        <p:grpSpPr>
          <a:xfrm rot="5400000">
            <a:off x="7788759" y="3993320"/>
            <a:ext cx="143434" cy="717167"/>
            <a:chOff x="7859500" y="4276779"/>
            <a:chExt cx="143434" cy="717167"/>
          </a:xfrm>
        </p:grpSpPr>
        <p:sp>
          <p:nvSpPr>
            <p:cNvPr id="756" name="Rectangle 755">
              <a:extLst>
                <a:ext uri="{FF2B5EF4-FFF2-40B4-BE49-F238E27FC236}">
                  <a16:creationId xmlns:a16="http://schemas.microsoft.com/office/drawing/2014/main" id="{3817DF8C-44DF-7B4C-7D0B-EF825471A30E}"/>
                </a:ext>
              </a:extLst>
            </p:cNvPr>
            <p:cNvSpPr/>
            <p:nvPr/>
          </p:nvSpPr>
          <p:spPr>
            <a:xfrm>
              <a:off x="7859500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57" name="Rectangle 756">
              <a:extLst>
                <a:ext uri="{FF2B5EF4-FFF2-40B4-BE49-F238E27FC236}">
                  <a16:creationId xmlns:a16="http://schemas.microsoft.com/office/drawing/2014/main" id="{45AB176A-4375-0584-FB61-F78422ADD51C}"/>
                </a:ext>
              </a:extLst>
            </p:cNvPr>
            <p:cNvSpPr/>
            <p:nvPr/>
          </p:nvSpPr>
          <p:spPr>
            <a:xfrm>
              <a:off x="7931217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2" name="TextBox 701">
            <a:extLst>
              <a:ext uri="{FF2B5EF4-FFF2-40B4-BE49-F238E27FC236}">
                <a16:creationId xmlns:a16="http://schemas.microsoft.com/office/drawing/2014/main" id="{47D69766-193E-1295-3D77-2ACD8336CE45}"/>
              </a:ext>
            </a:extLst>
          </p:cNvPr>
          <p:cNvSpPr txBox="1"/>
          <p:nvPr/>
        </p:nvSpPr>
        <p:spPr>
          <a:xfrm>
            <a:off x="881035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0,85</a:t>
            </a:r>
          </a:p>
        </p:txBody>
      </p: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13" name="Rectangle 712">
            <a:extLst>
              <a:ext uri="{FF2B5EF4-FFF2-40B4-BE49-F238E27FC236}">
                <a16:creationId xmlns:a16="http://schemas.microsoft.com/office/drawing/2014/main" id="{4407B3A8-AAF6-8E43-997D-D709007E65D1}"/>
              </a:ext>
            </a:extLst>
          </p:cNvPr>
          <p:cNvSpPr/>
          <p:nvPr/>
        </p:nvSpPr>
        <p:spPr>
          <a:xfrm>
            <a:off x="9631036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15" name="Rectangle 714">
            <a:extLst>
              <a:ext uri="{FF2B5EF4-FFF2-40B4-BE49-F238E27FC236}">
                <a16:creationId xmlns:a16="http://schemas.microsoft.com/office/drawing/2014/main" id="{7A20E375-905D-7C2B-6E9C-5A2015E6681C}"/>
              </a:ext>
            </a:extLst>
          </p:cNvPr>
          <p:cNvSpPr/>
          <p:nvPr/>
        </p:nvSpPr>
        <p:spPr>
          <a:xfrm>
            <a:off x="9631036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17" name="Rectangle 716">
            <a:extLst>
              <a:ext uri="{FF2B5EF4-FFF2-40B4-BE49-F238E27FC236}">
                <a16:creationId xmlns:a16="http://schemas.microsoft.com/office/drawing/2014/main" id="{E862DADF-C409-753A-5C32-2A181605F266}"/>
              </a:ext>
            </a:extLst>
          </p:cNvPr>
          <p:cNvSpPr/>
          <p:nvPr/>
        </p:nvSpPr>
        <p:spPr>
          <a:xfrm>
            <a:off x="9631036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F926A16E-CB9B-F418-93CF-7E8B8E1979E8}"/>
              </a:ext>
            </a:extLst>
          </p:cNvPr>
          <p:cNvSpPr/>
          <p:nvPr/>
        </p:nvSpPr>
        <p:spPr>
          <a:xfrm>
            <a:off x="9631036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1" name="Rectangle 720">
            <a:extLst>
              <a:ext uri="{FF2B5EF4-FFF2-40B4-BE49-F238E27FC236}">
                <a16:creationId xmlns:a16="http://schemas.microsoft.com/office/drawing/2014/main" id="{9CFFFD6C-8DEB-D37D-2733-B99D639AECA1}"/>
              </a:ext>
            </a:extLst>
          </p:cNvPr>
          <p:cNvSpPr/>
          <p:nvPr/>
        </p:nvSpPr>
        <p:spPr>
          <a:xfrm>
            <a:off x="9631036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2" name="Rectangle 721">
            <a:extLst>
              <a:ext uri="{FF2B5EF4-FFF2-40B4-BE49-F238E27FC236}">
                <a16:creationId xmlns:a16="http://schemas.microsoft.com/office/drawing/2014/main" id="{AF5D6A1E-3C94-110D-870A-32EC2742A68D}"/>
              </a:ext>
            </a:extLst>
          </p:cNvPr>
          <p:cNvSpPr/>
          <p:nvPr/>
        </p:nvSpPr>
        <p:spPr>
          <a:xfrm>
            <a:off x="9057303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3" name="Rectangle 722">
            <a:extLst>
              <a:ext uri="{FF2B5EF4-FFF2-40B4-BE49-F238E27FC236}">
                <a16:creationId xmlns:a16="http://schemas.microsoft.com/office/drawing/2014/main" id="{787CDD07-A6F9-8DD4-469D-9A4A37B62133}"/>
              </a:ext>
            </a:extLst>
          </p:cNvPr>
          <p:cNvSpPr/>
          <p:nvPr/>
        </p:nvSpPr>
        <p:spPr>
          <a:xfrm>
            <a:off x="9129020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4" name="Rectangle 723">
            <a:extLst>
              <a:ext uri="{FF2B5EF4-FFF2-40B4-BE49-F238E27FC236}">
                <a16:creationId xmlns:a16="http://schemas.microsoft.com/office/drawing/2014/main" id="{EDEAB634-DF2A-5B9E-AFF8-229F8405849E}"/>
              </a:ext>
            </a:extLst>
          </p:cNvPr>
          <p:cNvSpPr/>
          <p:nvPr/>
        </p:nvSpPr>
        <p:spPr>
          <a:xfrm>
            <a:off x="9200736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F7629753-7003-E429-396D-653F53B9D7A2}"/>
              </a:ext>
            </a:extLst>
          </p:cNvPr>
          <p:cNvSpPr/>
          <p:nvPr/>
        </p:nvSpPr>
        <p:spPr>
          <a:xfrm>
            <a:off x="9272453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6" name="Rectangle 725">
            <a:extLst>
              <a:ext uri="{FF2B5EF4-FFF2-40B4-BE49-F238E27FC236}">
                <a16:creationId xmlns:a16="http://schemas.microsoft.com/office/drawing/2014/main" id="{1CF3FDEA-3521-0EBF-07FF-70D4DC1D89CD}"/>
              </a:ext>
            </a:extLst>
          </p:cNvPr>
          <p:cNvSpPr/>
          <p:nvPr/>
        </p:nvSpPr>
        <p:spPr>
          <a:xfrm>
            <a:off x="9344170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7" name="Rectangle 726">
            <a:extLst>
              <a:ext uri="{FF2B5EF4-FFF2-40B4-BE49-F238E27FC236}">
                <a16:creationId xmlns:a16="http://schemas.microsoft.com/office/drawing/2014/main" id="{80046E24-4070-1756-BFA4-2685E5FD8565}"/>
              </a:ext>
            </a:extLst>
          </p:cNvPr>
          <p:cNvSpPr/>
          <p:nvPr/>
        </p:nvSpPr>
        <p:spPr>
          <a:xfrm>
            <a:off x="9415886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8" name="Rectangle 727">
            <a:extLst>
              <a:ext uri="{FF2B5EF4-FFF2-40B4-BE49-F238E27FC236}">
                <a16:creationId xmlns:a16="http://schemas.microsoft.com/office/drawing/2014/main" id="{C261E67D-8CAA-05DE-19A4-E4F2DA9E7632}"/>
              </a:ext>
            </a:extLst>
          </p:cNvPr>
          <p:cNvSpPr/>
          <p:nvPr/>
        </p:nvSpPr>
        <p:spPr>
          <a:xfrm>
            <a:off x="9487603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9" name="TextBox 728">
            <a:extLst>
              <a:ext uri="{FF2B5EF4-FFF2-40B4-BE49-F238E27FC236}">
                <a16:creationId xmlns:a16="http://schemas.microsoft.com/office/drawing/2014/main" id="{F4998129-92AA-F91A-F057-80A1306317CB}"/>
              </a:ext>
            </a:extLst>
          </p:cNvPr>
          <p:cNvSpPr txBox="1"/>
          <p:nvPr/>
        </p:nvSpPr>
        <p:spPr>
          <a:xfrm>
            <a:off x="861761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F6213150-EAF5-6BFA-D4BE-FB96C2F73092}"/>
              </a:ext>
            </a:extLst>
          </p:cNvPr>
          <p:cNvSpPr txBox="1"/>
          <p:nvPr/>
        </p:nvSpPr>
        <p:spPr>
          <a:xfrm>
            <a:off x="5124439" y="588315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790" name="Plus Sign 789">
            <a:extLst>
              <a:ext uri="{FF2B5EF4-FFF2-40B4-BE49-F238E27FC236}">
                <a16:creationId xmlns:a16="http://schemas.microsoft.com/office/drawing/2014/main" id="{B702BCCE-2376-76B3-C4D2-7975F7420590}"/>
              </a:ext>
            </a:extLst>
          </p:cNvPr>
          <p:cNvSpPr/>
          <p:nvPr/>
        </p:nvSpPr>
        <p:spPr>
          <a:xfrm>
            <a:off x="6705786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1" name="Equals 790">
            <a:extLst>
              <a:ext uri="{FF2B5EF4-FFF2-40B4-BE49-F238E27FC236}">
                <a16:creationId xmlns:a16="http://schemas.microsoft.com/office/drawing/2014/main" id="{93A1BAF3-474E-1514-66C3-41FE45E663D5}"/>
              </a:ext>
            </a:extLst>
          </p:cNvPr>
          <p:cNvSpPr/>
          <p:nvPr/>
        </p:nvSpPr>
        <p:spPr>
          <a:xfrm>
            <a:off x="8279950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53" name="Straight Connector 852">
            <a:extLst>
              <a:ext uri="{FF2B5EF4-FFF2-40B4-BE49-F238E27FC236}">
                <a16:creationId xmlns:a16="http://schemas.microsoft.com/office/drawing/2014/main" id="{2E4B9D52-8868-4EA9-C570-C0C70EC05EBA}"/>
              </a:ext>
            </a:extLst>
          </p:cNvPr>
          <p:cNvCxnSpPr>
            <a:cxnSpLocks/>
          </p:cNvCxnSpPr>
          <p:nvPr/>
        </p:nvCxnSpPr>
        <p:spPr>
          <a:xfrm>
            <a:off x="559501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4" name="TextBox 853">
            <a:extLst>
              <a:ext uri="{FF2B5EF4-FFF2-40B4-BE49-F238E27FC236}">
                <a16:creationId xmlns:a16="http://schemas.microsoft.com/office/drawing/2014/main" id="{E134BD37-06D0-A7D3-AE70-EB2BFA94DB40}"/>
              </a:ext>
            </a:extLst>
          </p:cNvPr>
          <p:cNvSpPr txBox="1"/>
          <p:nvPr/>
        </p:nvSpPr>
        <p:spPr>
          <a:xfrm>
            <a:off x="5679800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0,67</a:t>
            </a:r>
          </a:p>
        </p:txBody>
      </p:sp>
      <p:sp>
        <p:nvSpPr>
          <p:cNvPr id="855" name="Oval 854">
            <a:extLst>
              <a:ext uri="{FF2B5EF4-FFF2-40B4-BE49-F238E27FC236}">
                <a16:creationId xmlns:a16="http://schemas.microsoft.com/office/drawing/2014/main" id="{FFB8F380-E4B8-3FB2-E040-6AB117D96454}"/>
              </a:ext>
            </a:extLst>
          </p:cNvPr>
          <p:cNvSpPr/>
          <p:nvPr/>
        </p:nvSpPr>
        <p:spPr>
          <a:xfrm>
            <a:off x="580733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56" name="Picture 855">
            <a:extLst>
              <a:ext uri="{FF2B5EF4-FFF2-40B4-BE49-F238E27FC236}">
                <a16:creationId xmlns:a16="http://schemas.microsoft.com/office/drawing/2014/main" id="{2D3A842D-747B-B077-3456-A3F3A8AB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65999"/>
            <a:ext cx="728704" cy="728704"/>
          </a:xfrm>
          <a:prstGeom prst="rect">
            <a:avLst/>
          </a:prstGeom>
        </p:spPr>
      </p:pic>
      <p:sp>
        <p:nvSpPr>
          <p:cNvPr id="867" name="Rectangle 866">
            <a:extLst>
              <a:ext uri="{FF2B5EF4-FFF2-40B4-BE49-F238E27FC236}">
                <a16:creationId xmlns:a16="http://schemas.microsoft.com/office/drawing/2014/main" id="{BE6AE3CB-AD3D-48F2-AFEA-088D7B52E35D}"/>
              </a:ext>
            </a:extLst>
          </p:cNvPr>
          <p:cNvSpPr/>
          <p:nvPr/>
        </p:nvSpPr>
        <p:spPr>
          <a:xfrm>
            <a:off x="650048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547A61DB-4750-FCFF-73D1-0379CBA144C7}"/>
              </a:ext>
            </a:extLst>
          </p:cNvPr>
          <p:cNvSpPr/>
          <p:nvPr/>
        </p:nvSpPr>
        <p:spPr>
          <a:xfrm>
            <a:off x="642877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9" name="Rectangle 868">
            <a:extLst>
              <a:ext uri="{FF2B5EF4-FFF2-40B4-BE49-F238E27FC236}">
                <a16:creationId xmlns:a16="http://schemas.microsoft.com/office/drawing/2014/main" id="{257E4173-CCBC-BD7A-1266-66C45CDED173}"/>
              </a:ext>
            </a:extLst>
          </p:cNvPr>
          <p:cNvSpPr/>
          <p:nvPr/>
        </p:nvSpPr>
        <p:spPr>
          <a:xfrm>
            <a:off x="650048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23A577FC-C068-900A-C685-5F5AA23F2810}"/>
              </a:ext>
            </a:extLst>
          </p:cNvPr>
          <p:cNvSpPr/>
          <p:nvPr/>
        </p:nvSpPr>
        <p:spPr>
          <a:xfrm>
            <a:off x="642877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E282C72C-9C12-334C-1764-3A5ABA70C4E7}"/>
              </a:ext>
            </a:extLst>
          </p:cNvPr>
          <p:cNvSpPr/>
          <p:nvPr/>
        </p:nvSpPr>
        <p:spPr>
          <a:xfrm>
            <a:off x="650048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EF6EE0CA-43FA-7F64-2CD7-BFCDEBDF7CE4}"/>
              </a:ext>
            </a:extLst>
          </p:cNvPr>
          <p:cNvSpPr/>
          <p:nvPr/>
        </p:nvSpPr>
        <p:spPr>
          <a:xfrm>
            <a:off x="642877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25D1D8A-3673-5E9E-569B-16432A493727}"/>
              </a:ext>
            </a:extLst>
          </p:cNvPr>
          <p:cNvSpPr/>
          <p:nvPr/>
        </p:nvSpPr>
        <p:spPr>
          <a:xfrm>
            <a:off x="650048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F2A5772C-8AFD-8D0E-8CBA-CA14BB26BE2A}"/>
              </a:ext>
            </a:extLst>
          </p:cNvPr>
          <p:cNvSpPr/>
          <p:nvPr/>
        </p:nvSpPr>
        <p:spPr>
          <a:xfrm>
            <a:off x="592675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17C1BD61-160C-C92D-66CD-CF1B40BDFF7F}"/>
              </a:ext>
            </a:extLst>
          </p:cNvPr>
          <p:cNvSpPr/>
          <p:nvPr/>
        </p:nvSpPr>
        <p:spPr>
          <a:xfrm>
            <a:off x="599847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3F9D1221-8FE5-F26D-C865-5BA11D7783F5}"/>
              </a:ext>
            </a:extLst>
          </p:cNvPr>
          <p:cNvSpPr/>
          <p:nvPr/>
        </p:nvSpPr>
        <p:spPr>
          <a:xfrm>
            <a:off x="607018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E7734D1A-67D1-8ACA-2513-BB3131A6FF14}"/>
              </a:ext>
            </a:extLst>
          </p:cNvPr>
          <p:cNvSpPr/>
          <p:nvPr/>
        </p:nvSpPr>
        <p:spPr>
          <a:xfrm>
            <a:off x="61419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D696F4E8-B8CD-DCEF-B69A-61F82FE26B6F}"/>
              </a:ext>
            </a:extLst>
          </p:cNvPr>
          <p:cNvSpPr/>
          <p:nvPr/>
        </p:nvSpPr>
        <p:spPr>
          <a:xfrm>
            <a:off x="62136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33CC33CB-2EE0-F41D-1D1D-ABE5588B6C10}"/>
              </a:ext>
            </a:extLst>
          </p:cNvPr>
          <p:cNvSpPr/>
          <p:nvPr/>
        </p:nvSpPr>
        <p:spPr>
          <a:xfrm>
            <a:off x="657348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1" name="TextBox 880">
            <a:extLst>
              <a:ext uri="{FF2B5EF4-FFF2-40B4-BE49-F238E27FC236}">
                <a16:creationId xmlns:a16="http://schemas.microsoft.com/office/drawing/2014/main" id="{4EE725E9-A906-8E1E-BE93-7EC7AE485AC1}"/>
              </a:ext>
            </a:extLst>
          </p:cNvPr>
          <p:cNvSpPr txBox="1"/>
          <p:nvPr/>
        </p:nvSpPr>
        <p:spPr>
          <a:xfrm>
            <a:off x="5487063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24D69158-F57E-D719-4A03-DE971F74F8FD}"/>
              </a:ext>
            </a:extLst>
          </p:cNvPr>
          <p:cNvCxnSpPr>
            <a:cxnSpLocks/>
          </p:cNvCxnSpPr>
          <p:nvPr/>
        </p:nvCxnSpPr>
        <p:spPr>
          <a:xfrm>
            <a:off x="716917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5" name="TextBox 824">
            <a:extLst>
              <a:ext uri="{FF2B5EF4-FFF2-40B4-BE49-F238E27FC236}">
                <a16:creationId xmlns:a16="http://schemas.microsoft.com/office/drawing/2014/main" id="{A23B0C17-0B46-CA74-A81A-9F0A29F7061F}"/>
              </a:ext>
            </a:extLst>
          </p:cNvPr>
          <p:cNvSpPr txBox="1"/>
          <p:nvPr/>
        </p:nvSpPr>
        <p:spPr>
          <a:xfrm>
            <a:off x="725396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0,58</a:t>
            </a:r>
          </a:p>
        </p:txBody>
      </p:sp>
      <p:sp>
        <p:nvSpPr>
          <p:cNvPr id="826" name="Oval 825">
            <a:extLst>
              <a:ext uri="{FF2B5EF4-FFF2-40B4-BE49-F238E27FC236}">
                <a16:creationId xmlns:a16="http://schemas.microsoft.com/office/drawing/2014/main" id="{411000B0-85F5-D2B3-A8FD-7D06864B5ABE}"/>
              </a:ext>
            </a:extLst>
          </p:cNvPr>
          <p:cNvSpPr/>
          <p:nvPr/>
        </p:nvSpPr>
        <p:spPr>
          <a:xfrm>
            <a:off x="738149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7" name="Picture 826">
            <a:extLst>
              <a:ext uri="{FF2B5EF4-FFF2-40B4-BE49-F238E27FC236}">
                <a16:creationId xmlns:a16="http://schemas.microsoft.com/office/drawing/2014/main" id="{F3146743-B9D0-5D7E-92F1-FB1188812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65999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AD9C534B-6FBF-2F8E-78A5-D272AF583DE3}"/>
              </a:ext>
            </a:extLst>
          </p:cNvPr>
          <p:cNvSpPr/>
          <p:nvPr/>
        </p:nvSpPr>
        <p:spPr>
          <a:xfrm>
            <a:off x="757263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7" name="Rectangle 846">
            <a:extLst>
              <a:ext uri="{FF2B5EF4-FFF2-40B4-BE49-F238E27FC236}">
                <a16:creationId xmlns:a16="http://schemas.microsoft.com/office/drawing/2014/main" id="{321C23E2-386C-D72D-9A19-3F88B5635E6F}"/>
              </a:ext>
            </a:extLst>
          </p:cNvPr>
          <p:cNvSpPr/>
          <p:nvPr/>
        </p:nvSpPr>
        <p:spPr>
          <a:xfrm>
            <a:off x="764435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264E09DE-D839-2035-F076-DA04DF4D57EC}"/>
              </a:ext>
            </a:extLst>
          </p:cNvPr>
          <p:cNvSpPr/>
          <p:nvPr/>
        </p:nvSpPr>
        <p:spPr>
          <a:xfrm>
            <a:off x="807524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C419F2E2-86B3-A987-3773-9AF4FD2D6F1A}"/>
              </a:ext>
            </a:extLst>
          </p:cNvPr>
          <p:cNvSpPr/>
          <p:nvPr/>
        </p:nvSpPr>
        <p:spPr>
          <a:xfrm>
            <a:off x="8146962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9A09205F-9949-B406-3E7B-6C57BC132421}"/>
              </a:ext>
            </a:extLst>
          </p:cNvPr>
          <p:cNvSpPr txBox="1"/>
          <p:nvPr/>
        </p:nvSpPr>
        <p:spPr>
          <a:xfrm>
            <a:off x="706122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7AD16B20-FD8B-8136-1D08-10AA7815DFEF}"/>
              </a:ext>
            </a:extLst>
          </p:cNvPr>
          <p:cNvCxnSpPr>
            <a:cxnSpLocks/>
          </p:cNvCxnSpPr>
          <p:nvPr/>
        </p:nvCxnSpPr>
        <p:spPr>
          <a:xfrm>
            <a:off x="872556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6" name="TextBox 795">
            <a:extLst>
              <a:ext uri="{FF2B5EF4-FFF2-40B4-BE49-F238E27FC236}">
                <a16:creationId xmlns:a16="http://schemas.microsoft.com/office/drawing/2014/main" id="{7B2C5A05-0823-017F-9284-8472E3A62FDD}"/>
              </a:ext>
            </a:extLst>
          </p:cNvPr>
          <p:cNvSpPr txBox="1"/>
          <p:nvPr/>
        </p:nvSpPr>
        <p:spPr>
          <a:xfrm>
            <a:off x="8810350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1,25</a:t>
            </a:r>
          </a:p>
        </p:txBody>
      </p:sp>
      <p:sp>
        <p:nvSpPr>
          <p:cNvPr id="797" name="Oval 796">
            <a:extLst>
              <a:ext uri="{FF2B5EF4-FFF2-40B4-BE49-F238E27FC236}">
                <a16:creationId xmlns:a16="http://schemas.microsoft.com/office/drawing/2014/main" id="{233C54FE-18A1-BE19-AB6F-BD15B4BC41A2}"/>
              </a:ext>
            </a:extLst>
          </p:cNvPr>
          <p:cNvSpPr/>
          <p:nvPr/>
        </p:nvSpPr>
        <p:spPr>
          <a:xfrm>
            <a:off x="893788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8" name="Picture 797">
            <a:extLst>
              <a:ext uri="{FF2B5EF4-FFF2-40B4-BE49-F238E27FC236}">
                <a16:creationId xmlns:a16="http://schemas.microsoft.com/office/drawing/2014/main" id="{6C369A33-5621-8CD6-BF98-0C6C6EFD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65999"/>
            <a:ext cx="728704" cy="728704"/>
          </a:xfrm>
          <a:prstGeom prst="rect">
            <a:avLst/>
          </a:prstGeom>
        </p:spPr>
      </p:pic>
      <p:sp>
        <p:nvSpPr>
          <p:cNvPr id="806" name="Rectangle 805">
            <a:extLst>
              <a:ext uri="{FF2B5EF4-FFF2-40B4-BE49-F238E27FC236}">
                <a16:creationId xmlns:a16="http://schemas.microsoft.com/office/drawing/2014/main" id="{27CB8B72-8843-A340-8829-C44B5C21FB5D}"/>
              </a:ext>
            </a:extLst>
          </p:cNvPr>
          <p:cNvSpPr/>
          <p:nvPr/>
        </p:nvSpPr>
        <p:spPr>
          <a:xfrm>
            <a:off x="9200736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8" name="Rectangle 807">
            <a:extLst>
              <a:ext uri="{FF2B5EF4-FFF2-40B4-BE49-F238E27FC236}">
                <a16:creationId xmlns:a16="http://schemas.microsoft.com/office/drawing/2014/main" id="{DE5D392A-B02D-F14D-2B16-E099A2C5CAF3}"/>
              </a:ext>
            </a:extLst>
          </p:cNvPr>
          <p:cNvSpPr/>
          <p:nvPr/>
        </p:nvSpPr>
        <p:spPr>
          <a:xfrm>
            <a:off x="920073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10" name="Rectangle 809">
            <a:extLst>
              <a:ext uri="{FF2B5EF4-FFF2-40B4-BE49-F238E27FC236}">
                <a16:creationId xmlns:a16="http://schemas.microsoft.com/office/drawing/2014/main" id="{823148D1-D170-6D5C-95E2-5B9D1F539C29}"/>
              </a:ext>
            </a:extLst>
          </p:cNvPr>
          <p:cNvSpPr/>
          <p:nvPr/>
        </p:nvSpPr>
        <p:spPr>
          <a:xfrm>
            <a:off x="920073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12" name="Rectangle 811">
            <a:extLst>
              <a:ext uri="{FF2B5EF4-FFF2-40B4-BE49-F238E27FC236}">
                <a16:creationId xmlns:a16="http://schemas.microsoft.com/office/drawing/2014/main" id="{EF9767CC-9892-33EE-371F-1168EBFCCF9F}"/>
              </a:ext>
            </a:extLst>
          </p:cNvPr>
          <p:cNvSpPr/>
          <p:nvPr/>
        </p:nvSpPr>
        <p:spPr>
          <a:xfrm>
            <a:off x="920073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14" name="Rectangle 813">
            <a:extLst>
              <a:ext uri="{FF2B5EF4-FFF2-40B4-BE49-F238E27FC236}">
                <a16:creationId xmlns:a16="http://schemas.microsoft.com/office/drawing/2014/main" id="{25BE69BC-0D49-B547-BAFB-576D0422704E}"/>
              </a:ext>
            </a:extLst>
          </p:cNvPr>
          <p:cNvSpPr/>
          <p:nvPr/>
        </p:nvSpPr>
        <p:spPr>
          <a:xfrm>
            <a:off x="920073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16" name="Rectangle 815">
            <a:extLst>
              <a:ext uri="{FF2B5EF4-FFF2-40B4-BE49-F238E27FC236}">
                <a16:creationId xmlns:a16="http://schemas.microsoft.com/office/drawing/2014/main" id="{DF2F7DA3-75DD-F8F1-08E1-435F584DEF71}"/>
              </a:ext>
            </a:extLst>
          </p:cNvPr>
          <p:cNvSpPr/>
          <p:nvPr/>
        </p:nvSpPr>
        <p:spPr>
          <a:xfrm>
            <a:off x="90573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17" name="Rectangle 816">
            <a:extLst>
              <a:ext uri="{FF2B5EF4-FFF2-40B4-BE49-F238E27FC236}">
                <a16:creationId xmlns:a16="http://schemas.microsoft.com/office/drawing/2014/main" id="{1240F449-C860-282A-0012-1079EBAE63C2}"/>
              </a:ext>
            </a:extLst>
          </p:cNvPr>
          <p:cNvSpPr/>
          <p:nvPr/>
        </p:nvSpPr>
        <p:spPr>
          <a:xfrm>
            <a:off x="91290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3" name="TextBox 882">
            <a:extLst>
              <a:ext uri="{FF2B5EF4-FFF2-40B4-BE49-F238E27FC236}">
                <a16:creationId xmlns:a16="http://schemas.microsoft.com/office/drawing/2014/main" id="{BC0013E0-5174-FF99-21D1-F11357245537}"/>
              </a:ext>
            </a:extLst>
          </p:cNvPr>
          <p:cNvSpPr txBox="1"/>
          <p:nvPr/>
        </p:nvSpPr>
        <p:spPr>
          <a:xfrm>
            <a:off x="5106005" y="31362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84" name="Plus Sign 883">
            <a:extLst>
              <a:ext uri="{FF2B5EF4-FFF2-40B4-BE49-F238E27FC236}">
                <a16:creationId xmlns:a16="http://schemas.microsoft.com/office/drawing/2014/main" id="{6EB1A61E-6DE0-9D94-DBCC-2E02E4230EC5}"/>
              </a:ext>
            </a:extLst>
          </p:cNvPr>
          <p:cNvSpPr/>
          <p:nvPr/>
        </p:nvSpPr>
        <p:spPr>
          <a:xfrm>
            <a:off x="6705786" y="308262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5" name="Equals 884">
            <a:extLst>
              <a:ext uri="{FF2B5EF4-FFF2-40B4-BE49-F238E27FC236}">
                <a16:creationId xmlns:a16="http://schemas.microsoft.com/office/drawing/2014/main" id="{60F8EC96-425E-0ABA-2588-56200E8725D7}"/>
              </a:ext>
            </a:extLst>
          </p:cNvPr>
          <p:cNvSpPr/>
          <p:nvPr/>
        </p:nvSpPr>
        <p:spPr>
          <a:xfrm>
            <a:off x="8279950" y="25417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47" name="Straight Connector 946">
            <a:extLst>
              <a:ext uri="{FF2B5EF4-FFF2-40B4-BE49-F238E27FC236}">
                <a16:creationId xmlns:a16="http://schemas.microsoft.com/office/drawing/2014/main" id="{5BE5446D-7525-219F-F286-689BC505D219}"/>
              </a:ext>
            </a:extLst>
          </p:cNvPr>
          <p:cNvCxnSpPr>
            <a:cxnSpLocks/>
          </p:cNvCxnSpPr>
          <p:nvPr/>
        </p:nvCxnSpPr>
        <p:spPr>
          <a:xfrm>
            <a:off x="559501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8" name="TextBox 947">
            <a:extLst>
              <a:ext uri="{FF2B5EF4-FFF2-40B4-BE49-F238E27FC236}">
                <a16:creationId xmlns:a16="http://schemas.microsoft.com/office/drawing/2014/main" id="{BE988062-21E2-301A-F4A2-63848386AD53}"/>
              </a:ext>
            </a:extLst>
          </p:cNvPr>
          <p:cNvSpPr txBox="1"/>
          <p:nvPr/>
        </p:nvSpPr>
        <p:spPr>
          <a:xfrm>
            <a:off x="5679800" y="89020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0,07</a:t>
            </a:r>
          </a:p>
        </p:txBody>
      </p:sp>
      <p:sp>
        <p:nvSpPr>
          <p:cNvPr id="949" name="Oval 948">
            <a:extLst>
              <a:ext uri="{FF2B5EF4-FFF2-40B4-BE49-F238E27FC236}">
                <a16:creationId xmlns:a16="http://schemas.microsoft.com/office/drawing/2014/main" id="{2CEFD95F-C0DE-FB2D-B675-4CFC15DA4A69}"/>
              </a:ext>
            </a:extLst>
          </p:cNvPr>
          <p:cNvSpPr/>
          <p:nvPr/>
        </p:nvSpPr>
        <p:spPr>
          <a:xfrm>
            <a:off x="580733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50" name="Picture 949">
            <a:extLst>
              <a:ext uri="{FF2B5EF4-FFF2-40B4-BE49-F238E27FC236}">
                <a16:creationId xmlns:a16="http://schemas.microsoft.com/office/drawing/2014/main" id="{360D154D-2A8E-6D06-5DC8-63B8C4DEA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96471"/>
            <a:ext cx="728704" cy="728704"/>
          </a:xfrm>
          <a:prstGeom prst="rect">
            <a:avLst/>
          </a:prstGeom>
        </p:spPr>
      </p:pic>
      <p:sp>
        <p:nvSpPr>
          <p:cNvPr id="955" name="Rectangle 954">
            <a:extLst>
              <a:ext uri="{FF2B5EF4-FFF2-40B4-BE49-F238E27FC236}">
                <a16:creationId xmlns:a16="http://schemas.microsoft.com/office/drawing/2014/main" id="{E544A8B1-07AD-BB2D-5065-F84BFD19DD67}"/>
              </a:ext>
            </a:extLst>
          </p:cNvPr>
          <p:cNvSpPr/>
          <p:nvPr/>
        </p:nvSpPr>
        <p:spPr>
          <a:xfrm>
            <a:off x="5928980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3092D8FE-B2EF-45A2-874F-08DA08A76608}"/>
              </a:ext>
            </a:extLst>
          </p:cNvPr>
          <p:cNvSpPr/>
          <p:nvPr/>
        </p:nvSpPr>
        <p:spPr>
          <a:xfrm>
            <a:off x="5928980" y="38649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E54D700-F068-FBBC-D760-E1E42ABA8D1F}"/>
              </a:ext>
            </a:extLst>
          </p:cNvPr>
          <p:cNvSpPr/>
          <p:nvPr/>
        </p:nvSpPr>
        <p:spPr>
          <a:xfrm>
            <a:off x="5928980" y="45821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75B4A3A-9D2D-8A8F-7E79-4A3058E39515}"/>
              </a:ext>
            </a:extLst>
          </p:cNvPr>
          <p:cNvSpPr/>
          <p:nvPr/>
        </p:nvSpPr>
        <p:spPr>
          <a:xfrm>
            <a:off x="5928980" y="5299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6EDCDDE6-AF1C-C6A7-D326-9EF0C5F573AC}"/>
              </a:ext>
            </a:extLst>
          </p:cNvPr>
          <p:cNvSpPr/>
          <p:nvPr/>
        </p:nvSpPr>
        <p:spPr>
          <a:xfrm>
            <a:off x="5928980" y="6016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8D218554-FE29-544E-81A1-5018F5CE25BB}"/>
              </a:ext>
            </a:extLst>
          </p:cNvPr>
          <p:cNvSpPr/>
          <p:nvPr/>
        </p:nvSpPr>
        <p:spPr>
          <a:xfrm>
            <a:off x="5928980" y="6733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D2F7F7D6-0BEE-4174-B061-395DEE1E7734}"/>
              </a:ext>
            </a:extLst>
          </p:cNvPr>
          <p:cNvSpPr/>
          <p:nvPr/>
        </p:nvSpPr>
        <p:spPr>
          <a:xfrm>
            <a:off x="5928980" y="7450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62FF68C8-4F0E-8364-B8A8-2261EDE872ED}"/>
              </a:ext>
            </a:extLst>
          </p:cNvPr>
          <p:cNvSpPr txBox="1"/>
          <p:nvPr/>
        </p:nvSpPr>
        <p:spPr>
          <a:xfrm>
            <a:off x="548706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8" name="Straight Connector 917">
            <a:extLst>
              <a:ext uri="{FF2B5EF4-FFF2-40B4-BE49-F238E27FC236}">
                <a16:creationId xmlns:a16="http://schemas.microsoft.com/office/drawing/2014/main" id="{4052F827-8268-66AF-7F01-BE27A8894695}"/>
              </a:ext>
            </a:extLst>
          </p:cNvPr>
          <p:cNvCxnSpPr>
            <a:cxnSpLocks/>
          </p:cNvCxnSpPr>
          <p:nvPr/>
        </p:nvCxnSpPr>
        <p:spPr>
          <a:xfrm>
            <a:off x="7169178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9" name="TextBox 918">
            <a:extLst>
              <a:ext uri="{FF2B5EF4-FFF2-40B4-BE49-F238E27FC236}">
                <a16:creationId xmlns:a16="http://schemas.microsoft.com/office/drawing/2014/main" id="{5234AD3F-38D8-CD1D-D195-8F18144BDEB0}"/>
              </a:ext>
            </a:extLst>
          </p:cNvPr>
          <p:cNvSpPr txBox="1"/>
          <p:nvPr/>
        </p:nvSpPr>
        <p:spPr>
          <a:xfrm>
            <a:off x="7253964" y="89020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0,04</a:t>
            </a:r>
          </a:p>
        </p:txBody>
      </p:sp>
      <p:sp>
        <p:nvSpPr>
          <p:cNvPr id="920" name="Oval 919">
            <a:extLst>
              <a:ext uri="{FF2B5EF4-FFF2-40B4-BE49-F238E27FC236}">
                <a16:creationId xmlns:a16="http://schemas.microsoft.com/office/drawing/2014/main" id="{052BE690-9047-B386-3F17-EEEE3C249A55}"/>
              </a:ext>
            </a:extLst>
          </p:cNvPr>
          <p:cNvSpPr/>
          <p:nvPr/>
        </p:nvSpPr>
        <p:spPr>
          <a:xfrm>
            <a:off x="7381498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21" name="Picture 920">
            <a:extLst>
              <a:ext uri="{FF2B5EF4-FFF2-40B4-BE49-F238E27FC236}">
                <a16:creationId xmlns:a16="http://schemas.microsoft.com/office/drawing/2014/main" id="{F5E30BD2-118C-D43F-3367-D1774368D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96471"/>
            <a:ext cx="728704" cy="728704"/>
          </a:xfrm>
          <a:prstGeom prst="rect">
            <a:avLst/>
          </a:prstGeom>
        </p:spPr>
      </p:pic>
      <p:sp>
        <p:nvSpPr>
          <p:cNvPr id="922" name="Rectangle 921">
            <a:extLst>
              <a:ext uri="{FF2B5EF4-FFF2-40B4-BE49-F238E27FC236}">
                <a16:creationId xmlns:a16="http://schemas.microsoft.com/office/drawing/2014/main" id="{A3D0655F-AF26-E77E-0534-E67E797997C2}"/>
              </a:ext>
            </a:extLst>
          </p:cNvPr>
          <p:cNvSpPr/>
          <p:nvPr/>
        </p:nvSpPr>
        <p:spPr>
          <a:xfrm>
            <a:off x="7504625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6F90CDF9-184A-C5EF-FC55-7DF38EC8FBBD}"/>
              </a:ext>
            </a:extLst>
          </p:cNvPr>
          <p:cNvSpPr/>
          <p:nvPr/>
        </p:nvSpPr>
        <p:spPr>
          <a:xfrm>
            <a:off x="7504625" y="1713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C5B70726-B769-9A37-A572-CC0DC6E443CB}"/>
              </a:ext>
            </a:extLst>
          </p:cNvPr>
          <p:cNvSpPr/>
          <p:nvPr/>
        </p:nvSpPr>
        <p:spPr>
          <a:xfrm>
            <a:off x="7504625" y="2430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4E454E98-AEA0-588F-0FDF-CCBCF3EA6DAE}"/>
              </a:ext>
            </a:extLst>
          </p:cNvPr>
          <p:cNvSpPr/>
          <p:nvPr/>
        </p:nvSpPr>
        <p:spPr>
          <a:xfrm>
            <a:off x="7504625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B8E5AAEB-1EFD-C940-B159-D0FCBE7BCB77}"/>
              </a:ext>
            </a:extLst>
          </p:cNvPr>
          <p:cNvSpPr txBox="1"/>
          <p:nvPr/>
        </p:nvSpPr>
        <p:spPr>
          <a:xfrm>
            <a:off x="7061227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2ADBFC8-3CC7-7E70-2706-BD167170CA71}"/>
              </a:ext>
            </a:extLst>
          </p:cNvPr>
          <p:cNvCxnSpPr>
            <a:cxnSpLocks/>
          </p:cNvCxnSpPr>
          <p:nvPr/>
        </p:nvCxnSpPr>
        <p:spPr>
          <a:xfrm>
            <a:off x="872556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0" name="TextBox 889">
            <a:extLst>
              <a:ext uri="{FF2B5EF4-FFF2-40B4-BE49-F238E27FC236}">
                <a16:creationId xmlns:a16="http://schemas.microsoft.com/office/drawing/2014/main" id="{E847CDC5-FD36-9A69-2D67-9799EF12F8F3}"/>
              </a:ext>
            </a:extLst>
          </p:cNvPr>
          <p:cNvSpPr txBox="1"/>
          <p:nvPr/>
        </p:nvSpPr>
        <p:spPr>
          <a:xfrm>
            <a:off x="8810350" y="89020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0,11</a:t>
            </a:r>
          </a:p>
        </p:txBody>
      </p:sp>
      <p:sp>
        <p:nvSpPr>
          <p:cNvPr id="891" name="Oval 890">
            <a:extLst>
              <a:ext uri="{FF2B5EF4-FFF2-40B4-BE49-F238E27FC236}">
                <a16:creationId xmlns:a16="http://schemas.microsoft.com/office/drawing/2014/main" id="{888E9458-E8AB-DEC1-2B5E-D8AA3283D306}"/>
              </a:ext>
            </a:extLst>
          </p:cNvPr>
          <p:cNvSpPr/>
          <p:nvPr/>
        </p:nvSpPr>
        <p:spPr>
          <a:xfrm>
            <a:off x="893788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92" name="Picture 891">
            <a:extLst>
              <a:ext uri="{FF2B5EF4-FFF2-40B4-BE49-F238E27FC236}">
                <a16:creationId xmlns:a16="http://schemas.microsoft.com/office/drawing/2014/main" id="{5B65D250-7741-236C-4CB8-D109B05F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96471"/>
            <a:ext cx="728704" cy="728704"/>
          </a:xfrm>
          <a:prstGeom prst="rect">
            <a:avLst/>
          </a:prstGeom>
        </p:spPr>
      </p:pic>
      <p:sp>
        <p:nvSpPr>
          <p:cNvPr id="893" name="Rectangle 892">
            <a:extLst>
              <a:ext uri="{FF2B5EF4-FFF2-40B4-BE49-F238E27FC236}">
                <a16:creationId xmlns:a16="http://schemas.microsoft.com/office/drawing/2014/main" id="{85F9A8D1-6AF6-FC5D-CC6A-B840D3623397}"/>
              </a:ext>
            </a:extLst>
          </p:cNvPr>
          <p:cNvSpPr/>
          <p:nvPr/>
        </p:nvSpPr>
        <p:spPr>
          <a:xfrm>
            <a:off x="9126081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385DE886-CBAE-016B-DD04-F1102DDC6921}"/>
              </a:ext>
            </a:extLst>
          </p:cNvPr>
          <p:cNvSpPr/>
          <p:nvPr/>
        </p:nvSpPr>
        <p:spPr>
          <a:xfrm>
            <a:off x="9057303" y="9963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7" name="TextBox 916">
            <a:extLst>
              <a:ext uri="{FF2B5EF4-FFF2-40B4-BE49-F238E27FC236}">
                <a16:creationId xmlns:a16="http://schemas.microsoft.com/office/drawing/2014/main" id="{4B128C04-D144-E21B-6F4F-3E64D134DD3D}"/>
              </a:ext>
            </a:extLst>
          </p:cNvPr>
          <p:cNvSpPr txBox="1"/>
          <p:nvPr/>
        </p:nvSpPr>
        <p:spPr>
          <a:xfrm>
            <a:off x="861761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6" name="Rectangle 975">
            <a:extLst>
              <a:ext uri="{FF2B5EF4-FFF2-40B4-BE49-F238E27FC236}">
                <a16:creationId xmlns:a16="http://schemas.microsoft.com/office/drawing/2014/main" id="{EC268BBC-D98F-5637-5F76-8E9F4F118E2C}"/>
              </a:ext>
            </a:extLst>
          </p:cNvPr>
          <p:cNvSpPr/>
          <p:nvPr/>
        </p:nvSpPr>
        <p:spPr>
          <a:xfrm>
            <a:off x="4479685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7" name="Rectangle 976">
            <a:extLst>
              <a:ext uri="{FF2B5EF4-FFF2-40B4-BE49-F238E27FC236}">
                <a16:creationId xmlns:a16="http://schemas.microsoft.com/office/drawing/2014/main" id="{3B657A17-9606-CAD4-B799-6ED9E1FD6C86}"/>
              </a:ext>
            </a:extLst>
          </p:cNvPr>
          <p:cNvSpPr/>
          <p:nvPr/>
        </p:nvSpPr>
        <p:spPr>
          <a:xfrm>
            <a:off x="4551402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0,14</a:t>
            </a: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3722741B-CAD4-687C-5144-FFBC01F1E436}"/>
              </a:ext>
            </a:extLst>
          </p:cNvPr>
          <p:cNvSpPr/>
          <p:nvPr/>
        </p:nvSpPr>
        <p:spPr>
          <a:xfrm>
            <a:off x="919133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E095CA3E-6599-E8FD-0EE1-0A65294092A5}"/>
              </a:ext>
            </a:extLst>
          </p:cNvPr>
          <p:cNvSpPr/>
          <p:nvPr/>
        </p:nvSpPr>
        <p:spPr>
          <a:xfrm>
            <a:off x="4197542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998D39CE-33D0-A94E-E7CC-E12257814967}"/>
              </a:ext>
            </a:extLst>
          </p:cNvPr>
          <p:cNvSpPr/>
          <p:nvPr/>
        </p:nvSpPr>
        <p:spPr>
          <a:xfrm>
            <a:off x="44082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988" name="Group 987">
            <a:extLst>
              <a:ext uri="{FF2B5EF4-FFF2-40B4-BE49-F238E27FC236}">
                <a16:creationId xmlns:a16="http://schemas.microsoft.com/office/drawing/2014/main" id="{0E70C72C-0E16-F253-1161-BE6E16440CEF}"/>
              </a:ext>
            </a:extLst>
          </p:cNvPr>
          <p:cNvGrpSpPr/>
          <p:nvPr/>
        </p:nvGrpSpPr>
        <p:grpSpPr>
          <a:xfrm rot="5400000">
            <a:off x="7644012" y="1349140"/>
            <a:ext cx="71717" cy="358583"/>
            <a:chOff x="6220024" y="1644415"/>
            <a:chExt cx="71717" cy="358583"/>
          </a:xfrm>
        </p:grpSpPr>
        <p:sp>
          <p:nvSpPr>
            <p:cNvPr id="983" name="Rectangle 982">
              <a:extLst>
                <a:ext uri="{FF2B5EF4-FFF2-40B4-BE49-F238E27FC236}">
                  <a16:creationId xmlns:a16="http://schemas.microsoft.com/office/drawing/2014/main" id="{5A83CF06-CF69-D975-C452-CB3FF7D423F8}"/>
                </a:ext>
              </a:extLst>
            </p:cNvPr>
            <p:cNvSpPr/>
            <p:nvPr/>
          </p:nvSpPr>
          <p:spPr>
            <a:xfrm>
              <a:off x="6220024" y="164441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4" name="Rectangle 983">
              <a:extLst>
                <a:ext uri="{FF2B5EF4-FFF2-40B4-BE49-F238E27FC236}">
                  <a16:creationId xmlns:a16="http://schemas.microsoft.com/office/drawing/2014/main" id="{7D6BD2F4-BDA5-ECFC-9A51-7796D646CFF1}"/>
                </a:ext>
              </a:extLst>
            </p:cNvPr>
            <p:cNvSpPr/>
            <p:nvPr/>
          </p:nvSpPr>
          <p:spPr>
            <a:xfrm>
              <a:off x="6220024" y="171613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5" name="Rectangle 984">
              <a:extLst>
                <a:ext uri="{FF2B5EF4-FFF2-40B4-BE49-F238E27FC236}">
                  <a16:creationId xmlns:a16="http://schemas.microsoft.com/office/drawing/2014/main" id="{96911777-F72B-FD53-A70A-C31F789F8FFA}"/>
                </a:ext>
              </a:extLst>
            </p:cNvPr>
            <p:cNvSpPr/>
            <p:nvPr/>
          </p:nvSpPr>
          <p:spPr>
            <a:xfrm>
              <a:off x="6220024" y="1787848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35799C5-D429-69A5-13B6-33141DE43B10}"/>
                </a:ext>
              </a:extLst>
            </p:cNvPr>
            <p:cNvSpPr/>
            <p:nvPr/>
          </p:nvSpPr>
          <p:spPr>
            <a:xfrm>
              <a:off x="6220024" y="185956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DAAA7C47-1743-58BB-0CC3-9DAA447FA3B6}"/>
                </a:ext>
              </a:extLst>
            </p:cNvPr>
            <p:cNvSpPr/>
            <p:nvPr/>
          </p:nvSpPr>
          <p:spPr>
            <a:xfrm>
              <a:off x="6220024" y="1931281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989" name="Rectangle 988">
            <a:extLst>
              <a:ext uri="{FF2B5EF4-FFF2-40B4-BE49-F238E27FC236}">
                <a16:creationId xmlns:a16="http://schemas.microsoft.com/office/drawing/2014/main" id="{3DD2FCE0-F809-0061-A3BC-67A24484F898}"/>
              </a:ext>
            </a:extLst>
          </p:cNvPr>
          <p:cNvSpPr/>
          <p:nvPr/>
        </p:nvSpPr>
        <p:spPr>
          <a:xfrm>
            <a:off x="60699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4E76AB82-548D-577A-D605-76456C02F696}"/>
              </a:ext>
            </a:extLst>
          </p:cNvPr>
          <p:cNvSpPr/>
          <p:nvPr/>
        </p:nvSpPr>
        <p:spPr>
          <a:xfrm>
            <a:off x="60699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79A09811-80A4-3072-AF1C-AE147D0AE46C}"/>
              </a:ext>
            </a:extLst>
          </p:cNvPr>
          <p:cNvSpPr/>
          <p:nvPr/>
        </p:nvSpPr>
        <p:spPr>
          <a:xfrm>
            <a:off x="60699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6D20B57C-8367-99FD-2DAA-30116F4ACA7B}"/>
              </a:ext>
            </a:extLst>
          </p:cNvPr>
          <p:cNvSpPr/>
          <p:nvPr/>
        </p:nvSpPr>
        <p:spPr>
          <a:xfrm>
            <a:off x="60699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9B3D8E4E-0750-750D-74C8-B0E724FFFE36}"/>
              </a:ext>
            </a:extLst>
          </p:cNvPr>
          <p:cNvSpPr/>
          <p:nvPr/>
        </p:nvSpPr>
        <p:spPr>
          <a:xfrm>
            <a:off x="60699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0DC70938-E568-350B-F9B7-6D848961611C}"/>
              </a:ext>
            </a:extLst>
          </p:cNvPr>
          <p:cNvSpPr/>
          <p:nvPr/>
        </p:nvSpPr>
        <p:spPr>
          <a:xfrm>
            <a:off x="60699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1C9D1692-FE1E-9038-6B9C-DB0436A011CB}"/>
              </a:ext>
            </a:extLst>
          </p:cNvPr>
          <p:cNvSpPr/>
          <p:nvPr/>
        </p:nvSpPr>
        <p:spPr>
          <a:xfrm>
            <a:off x="60699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288B23A3-9A35-AE11-E2DC-A3E18C14E966}"/>
              </a:ext>
            </a:extLst>
          </p:cNvPr>
          <p:cNvSpPr/>
          <p:nvPr/>
        </p:nvSpPr>
        <p:spPr>
          <a:xfrm>
            <a:off x="60699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1A71E0A-4A82-C8FF-B4E6-D0B113F87164}"/>
              </a:ext>
            </a:extLst>
          </p:cNvPr>
          <p:cNvSpPr/>
          <p:nvPr/>
        </p:nvSpPr>
        <p:spPr>
          <a:xfrm>
            <a:off x="60699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8C85C1FA-14E0-C7E8-4538-D91E4CCC3B9B}"/>
              </a:ext>
            </a:extLst>
          </p:cNvPr>
          <p:cNvSpPr/>
          <p:nvPr/>
        </p:nvSpPr>
        <p:spPr>
          <a:xfrm>
            <a:off x="60699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36D7646-BA23-36F9-C22A-49CACC95FEDA}"/>
              </a:ext>
            </a:extLst>
          </p:cNvPr>
          <p:cNvSpPr/>
          <p:nvPr/>
        </p:nvSpPr>
        <p:spPr>
          <a:xfrm>
            <a:off x="60001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76EAE160-CE8F-FEBD-43A4-831768A6E955}"/>
              </a:ext>
            </a:extLst>
          </p:cNvPr>
          <p:cNvSpPr/>
          <p:nvPr/>
        </p:nvSpPr>
        <p:spPr>
          <a:xfrm>
            <a:off x="60001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7AF421EE-EDE6-02F4-36F4-EAE7B7B17F71}"/>
              </a:ext>
            </a:extLst>
          </p:cNvPr>
          <p:cNvSpPr/>
          <p:nvPr/>
        </p:nvSpPr>
        <p:spPr>
          <a:xfrm>
            <a:off x="60001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45F99D21-F337-2786-59B6-BCFBFC347AA6}"/>
              </a:ext>
            </a:extLst>
          </p:cNvPr>
          <p:cNvSpPr/>
          <p:nvPr/>
        </p:nvSpPr>
        <p:spPr>
          <a:xfrm>
            <a:off x="60001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108AEA7B-C445-34CA-CE28-C3139A933491}"/>
              </a:ext>
            </a:extLst>
          </p:cNvPr>
          <p:cNvSpPr/>
          <p:nvPr/>
        </p:nvSpPr>
        <p:spPr>
          <a:xfrm>
            <a:off x="60001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DDACA628-9B2A-4BA6-FC51-01F8C6F1E529}"/>
              </a:ext>
            </a:extLst>
          </p:cNvPr>
          <p:cNvSpPr/>
          <p:nvPr/>
        </p:nvSpPr>
        <p:spPr>
          <a:xfrm>
            <a:off x="60001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CB1B62BD-C898-12BA-404C-3F4C18EB635A}"/>
              </a:ext>
            </a:extLst>
          </p:cNvPr>
          <p:cNvSpPr/>
          <p:nvPr/>
        </p:nvSpPr>
        <p:spPr>
          <a:xfrm>
            <a:off x="60001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B3446A-686B-C330-1227-00594CC92C2D}"/>
              </a:ext>
            </a:extLst>
          </p:cNvPr>
          <p:cNvSpPr/>
          <p:nvPr/>
        </p:nvSpPr>
        <p:spPr>
          <a:xfrm>
            <a:off x="60001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C9266342-C885-F3FC-942C-816123EACB36}"/>
              </a:ext>
            </a:extLst>
          </p:cNvPr>
          <p:cNvSpPr/>
          <p:nvPr/>
        </p:nvSpPr>
        <p:spPr>
          <a:xfrm>
            <a:off x="60001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91490BF5-49DD-F184-BC88-BC1A51795846}"/>
              </a:ext>
            </a:extLst>
          </p:cNvPr>
          <p:cNvSpPr/>
          <p:nvPr/>
        </p:nvSpPr>
        <p:spPr>
          <a:xfrm>
            <a:off x="60001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27C93962-714A-992A-1EAE-B02E94F4DACC}"/>
              </a:ext>
            </a:extLst>
          </p:cNvPr>
          <p:cNvSpPr/>
          <p:nvPr/>
        </p:nvSpPr>
        <p:spPr>
          <a:xfrm>
            <a:off x="59302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AC4C201B-DB8C-5030-C2D5-7BBA705BFE89}"/>
              </a:ext>
            </a:extLst>
          </p:cNvPr>
          <p:cNvSpPr/>
          <p:nvPr/>
        </p:nvSpPr>
        <p:spPr>
          <a:xfrm>
            <a:off x="59302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927EAB33-7304-BACD-42EE-78FC74D6542F}"/>
              </a:ext>
            </a:extLst>
          </p:cNvPr>
          <p:cNvSpPr/>
          <p:nvPr/>
        </p:nvSpPr>
        <p:spPr>
          <a:xfrm>
            <a:off x="59302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E7E24609-67E4-FD44-C729-6B4FEAC82161}"/>
              </a:ext>
            </a:extLst>
          </p:cNvPr>
          <p:cNvSpPr/>
          <p:nvPr/>
        </p:nvSpPr>
        <p:spPr>
          <a:xfrm>
            <a:off x="59302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4AECAC49-5B34-1ECD-5D3F-00255BD242E0}"/>
              </a:ext>
            </a:extLst>
          </p:cNvPr>
          <p:cNvSpPr/>
          <p:nvPr/>
        </p:nvSpPr>
        <p:spPr>
          <a:xfrm>
            <a:off x="59302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69D70EFB-A621-4A4D-381A-A090CD346E1A}"/>
              </a:ext>
            </a:extLst>
          </p:cNvPr>
          <p:cNvSpPr/>
          <p:nvPr/>
        </p:nvSpPr>
        <p:spPr>
          <a:xfrm>
            <a:off x="59302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DB135515-A8DF-B7F2-6451-607F48222CAF}"/>
              </a:ext>
            </a:extLst>
          </p:cNvPr>
          <p:cNvSpPr/>
          <p:nvPr/>
        </p:nvSpPr>
        <p:spPr>
          <a:xfrm>
            <a:off x="59302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BD1C74D8-2F29-D89C-D4BC-2C4FB2F9E7D7}"/>
              </a:ext>
            </a:extLst>
          </p:cNvPr>
          <p:cNvSpPr/>
          <p:nvPr/>
        </p:nvSpPr>
        <p:spPr>
          <a:xfrm>
            <a:off x="59302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1B17F388-D356-7690-B8AC-4DBC569B211F}"/>
              </a:ext>
            </a:extLst>
          </p:cNvPr>
          <p:cNvSpPr/>
          <p:nvPr/>
        </p:nvSpPr>
        <p:spPr>
          <a:xfrm>
            <a:off x="59302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C47BAF79-7F28-295E-C4B9-39BE600CC50B}"/>
              </a:ext>
            </a:extLst>
          </p:cNvPr>
          <p:cNvSpPr/>
          <p:nvPr/>
        </p:nvSpPr>
        <p:spPr>
          <a:xfrm>
            <a:off x="59302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B413F83-E1AD-6952-51F2-C933AA186918}"/>
              </a:ext>
            </a:extLst>
          </p:cNvPr>
          <p:cNvGrpSpPr/>
          <p:nvPr/>
        </p:nvGrpSpPr>
        <p:grpSpPr>
          <a:xfrm rot="5400000">
            <a:off x="7824617" y="4390752"/>
            <a:ext cx="71717" cy="717167"/>
            <a:chOff x="6292245" y="4429179"/>
            <a:chExt cx="71717" cy="717167"/>
          </a:xfrm>
        </p:grpSpPr>
        <p:sp>
          <p:nvSpPr>
            <p:cNvPr id="1021" name="Rectangle 1020">
              <a:extLst>
                <a:ext uri="{FF2B5EF4-FFF2-40B4-BE49-F238E27FC236}">
                  <a16:creationId xmlns:a16="http://schemas.microsoft.com/office/drawing/2014/main" id="{F1754B33-D0B5-22B0-3B8A-271CDD909FDA}"/>
                </a:ext>
              </a:extLst>
            </p:cNvPr>
            <p:cNvSpPr/>
            <p:nvPr/>
          </p:nvSpPr>
          <p:spPr>
            <a:xfrm>
              <a:off x="6292245" y="44291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2" name="Rectangle 1021">
              <a:extLst>
                <a:ext uri="{FF2B5EF4-FFF2-40B4-BE49-F238E27FC236}">
                  <a16:creationId xmlns:a16="http://schemas.microsoft.com/office/drawing/2014/main" id="{A7D91850-86AE-E941-15D1-2BEE6393C5F7}"/>
                </a:ext>
              </a:extLst>
            </p:cNvPr>
            <p:cNvSpPr/>
            <p:nvPr/>
          </p:nvSpPr>
          <p:spPr>
            <a:xfrm>
              <a:off x="6292245" y="45008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3" name="Rectangle 1022">
              <a:extLst>
                <a:ext uri="{FF2B5EF4-FFF2-40B4-BE49-F238E27FC236}">
                  <a16:creationId xmlns:a16="http://schemas.microsoft.com/office/drawing/2014/main" id="{F112188F-886D-A0A5-F3A8-5E6A4EDF9480}"/>
                </a:ext>
              </a:extLst>
            </p:cNvPr>
            <p:cNvSpPr/>
            <p:nvPr/>
          </p:nvSpPr>
          <p:spPr>
            <a:xfrm>
              <a:off x="6292245" y="45726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41A5B146-6632-3BD9-3523-F52CE1435C73}"/>
                </a:ext>
              </a:extLst>
            </p:cNvPr>
            <p:cNvSpPr/>
            <p:nvPr/>
          </p:nvSpPr>
          <p:spPr>
            <a:xfrm>
              <a:off x="6292245" y="46443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4717FFBD-2CAE-6C67-DBEF-B8F92D1D4E33}"/>
                </a:ext>
              </a:extLst>
            </p:cNvPr>
            <p:cNvSpPr/>
            <p:nvPr/>
          </p:nvSpPr>
          <p:spPr>
            <a:xfrm>
              <a:off x="6292245" y="47160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80A7287E-CBE2-4D4D-B925-076EF1D63AC1}"/>
                </a:ext>
              </a:extLst>
            </p:cNvPr>
            <p:cNvSpPr/>
            <p:nvPr/>
          </p:nvSpPr>
          <p:spPr>
            <a:xfrm>
              <a:off x="6292245" y="47877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3A4BDBC8-84E4-FCD7-2956-45622E31F806}"/>
                </a:ext>
              </a:extLst>
            </p:cNvPr>
            <p:cNvSpPr/>
            <p:nvPr/>
          </p:nvSpPr>
          <p:spPr>
            <a:xfrm>
              <a:off x="6292245" y="48594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48F6D5CE-2C40-23CD-75DE-37E36999139A}"/>
                </a:ext>
              </a:extLst>
            </p:cNvPr>
            <p:cNvSpPr/>
            <p:nvPr/>
          </p:nvSpPr>
          <p:spPr>
            <a:xfrm>
              <a:off x="6292245" y="49311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D140116-D68C-9446-226D-9A93CEC71D3D}"/>
                </a:ext>
              </a:extLst>
            </p:cNvPr>
            <p:cNvSpPr/>
            <p:nvPr/>
          </p:nvSpPr>
          <p:spPr>
            <a:xfrm>
              <a:off x="6292245" y="50029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30" name="Rectangle 1029">
              <a:extLst>
                <a:ext uri="{FF2B5EF4-FFF2-40B4-BE49-F238E27FC236}">
                  <a16:creationId xmlns:a16="http://schemas.microsoft.com/office/drawing/2014/main" id="{315C3279-4E92-D345-4A93-F63A11261EF3}"/>
                </a:ext>
              </a:extLst>
            </p:cNvPr>
            <p:cNvSpPr/>
            <p:nvPr/>
          </p:nvSpPr>
          <p:spPr>
            <a:xfrm>
              <a:off x="6292245" y="50746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78926B9-34A2-4AF7-1ED7-21AA4423BC2D}"/>
              </a:ext>
            </a:extLst>
          </p:cNvPr>
          <p:cNvSpPr/>
          <p:nvPr/>
        </p:nvSpPr>
        <p:spPr>
          <a:xfrm>
            <a:off x="9559319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E16753E-3BC9-856E-7871-CE8C2576CEBA}"/>
              </a:ext>
            </a:extLst>
          </p:cNvPr>
          <p:cNvSpPr txBox="1"/>
          <p:nvPr/>
        </p:nvSpPr>
        <p:spPr>
          <a:xfrm>
            <a:off x="8639982" y="5823944"/>
            <a:ext cx="228195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</a:t>
            </a:r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3D847EF-E88A-2E1F-55C7-CAD575115B8A}"/>
              </a:ext>
            </a:extLst>
          </p:cNvPr>
          <p:cNvSpPr/>
          <p:nvPr/>
        </p:nvSpPr>
        <p:spPr>
          <a:xfrm>
            <a:off x="7786240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AF3146-2DCA-848E-2DE3-8190EA024221}"/>
              </a:ext>
            </a:extLst>
          </p:cNvPr>
          <p:cNvSpPr/>
          <p:nvPr/>
        </p:nvSpPr>
        <p:spPr>
          <a:xfrm>
            <a:off x="785795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0A9E320-F1EE-7276-A9DF-1AA0F1DD856F}"/>
              </a:ext>
            </a:extLst>
          </p:cNvPr>
          <p:cNvSpPr/>
          <p:nvPr/>
        </p:nvSpPr>
        <p:spPr>
          <a:xfrm>
            <a:off x="778624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75C986F2-1FC9-373B-9EE1-C99681A5E3C4}"/>
              </a:ext>
            </a:extLst>
          </p:cNvPr>
          <p:cNvSpPr/>
          <p:nvPr/>
        </p:nvSpPr>
        <p:spPr>
          <a:xfrm>
            <a:off x="785795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EAC88E71-2ABD-F371-5899-0DD87F293E23}"/>
              </a:ext>
            </a:extLst>
          </p:cNvPr>
          <p:cNvSpPr/>
          <p:nvPr/>
        </p:nvSpPr>
        <p:spPr>
          <a:xfrm>
            <a:off x="778624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143915A-2BCF-6896-BABB-ABC0C7FD2172}"/>
              </a:ext>
            </a:extLst>
          </p:cNvPr>
          <p:cNvSpPr/>
          <p:nvPr/>
        </p:nvSpPr>
        <p:spPr>
          <a:xfrm>
            <a:off x="785795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9FE35689-A352-EA0B-D2E8-259C0241C062}"/>
              </a:ext>
            </a:extLst>
          </p:cNvPr>
          <p:cNvSpPr/>
          <p:nvPr/>
        </p:nvSpPr>
        <p:spPr>
          <a:xfrm>
            <a:off x="778624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BA2737F7-BEE7-9340-A77D-6B360E324BC6}"/>
              </a:ext>
            </a:extLst>
          </p:cNvPr>
          <p:cNvSpPr/>
          <p:nvPr/>
        </p:nvSpPr>
        <p:spPr>
          <a:xfrm>
            <a:off x="785795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84767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119391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624505" y="-4906"/>
            <a:ext cx="17064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16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35" name="Plus Sign 34">
            <a:extLst>
              <a:ext uri="{FF2B5EF4-FFF2-40B4-BE49-F238E27FC236}">
                <a16:creationId xmlns:a16="http://schemas.microsoft.com/office/drawing/2014/main" id="{72C218F8-CA44-3F92-2AB1-E426B5CD9F0E}"/>
              </a:ext>
            </a:extLst>
          </p:cNvPr>
          <p:cNvSpPr/>
          <p:nvPr/>
        </p:nvSpPr>
        <p:spPr>
          <a:xfrm>
            <a:off x="1626710" y="97328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57A53C04-DF89-EA1F-6C5E-F4EF45D2B856}"/>
              </a:ext>
            </a:extLst>
          </p:cNvPr>
          <p:cNvSpPr/>
          <p:nvPr/>
        </p:nvSpPr>
        <p:spPr>
          <a:xfrm>
            <a:off x="249355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06632BD-79E9-10C8-1ED7-D8CF7832BA99}"/>
              </a:ext>
            </a:extLst>
          </p:cNvPr>
          <p:cNvSpPr/>
          <p:nvPr/>
        </p:nvSpPr>
        <p:spPr>
          <a:xfrm>
            <a:off x="256527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5708577-FC53-E835-7995-5F5AA3FC1B92}"/>
              </a:ext>
            </a:extLst>
          </p:cNvPr>
          <p:cNvSpPr/>
          <p:nvPr/>
        </p:nvSpPr>
        <p:spPr>
          <a:xfrm>
            <a:off x="263699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3814ED61-E52B-94D8-C970-092F51E3F6F0}"/>
              </a:ext>
            </a:extLst>
          </p:cNvPr>
          <p:cNvSpPr/>
          <p:nvPr/>
        </p:nvSpPr>
        <p:spPr>
          <a:xfrm>
            <a:off x="2708708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6" name="Plus Sign 225">
            <a:extLst>
              <a:ext uri="{FF2B5EF4-FFF2-40B4-BE49-F238E27FC236}">
                <a16:creationId xmlns:a16="http://schemas.microsoft.com/office/drawing/2014/main" id="{EEFE84CE-EE0F-AC58-E25D-F59CAC6EFBD1}"/>
              </a:ext>
            </a:extLst>
          </p:cNvPr>
          <p:cNvSpPr/>
          <p:nvPr/>
        </p:nvSpPr>
        <p:spPr>
          <a:xfrm>
            <a:off x="1626710" y="2608117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91913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DEB3D1E-571B-51AB-0C8E-6664C15FAD5A}"/>
              </a:ext>
            </a:extLst>
          </p:cNvPr>
          <p:cNvSpPr/>
          <p:nvPr/>
        </p:nvSpPr>
        <p:spPr>
          <a:xfrm>
            <a:off x="919133" y="24712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0A9E9B0A-8DEA-B55C-6FB2-31CDDDAA6B3B}"/>
              </a:ext>
            </a:extLst>
          </p:cNvPr>
          <p:cNvSpPr/>
          <p:nvPr/>
        </p:nvSpPr>
        <p:spPr>
          <a:xfrm>
            <a:off x="919133" y="254292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0" name="Plus Sign 319">
            <a:extLst>
              <a:ext uri="{FF2B5EF4-FFF2-40B4-BE49-F238E27FC236}">
                <a16:creationId xmlns:a16="http://schemas.microsoft.com/office/drawing/2014/main" id="{715ABA57-0EBD-BA25-545E-3EEBB7B5CABB}"/>
              </a:ext>
            </a:extLst>
          </p:cNvPr>
          <p:cNvSpPr/>
          <p:nvPr/>
        </p:nvSpPr>
        <p:spPr>
          <a:xfrm>
            <a:off x="1626710" y="424295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387" name="Rectangle 386">
            <a:extLst>
              <a:ext uri="{FF2B5EF4-FFF2-40B4-BE49-F238E27FC236}">
                <a16:creationId xmlns:a16="http://schemas.microsoft.com/office/drawing/2014/main" id="{F06001C1-2404-7B3B-2919-BC0432FC1CCD}"/>
              </a:ext>
            </a:extLst>
          </p:cNvPr>
          <p:cNvSpPr/>
          <p:nvPr/>
        </p:nvSpPr>
        <p:spPr>
          <a:xfrm>
            <a:off x="99091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92058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92058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EC377DC-F481-E411-9A29-F164D52D16B1}"/>
              </a:ext>
            </a:extLst>
          </p:cNvPr>
          <p:cNvSpPr/>
          <p:nvPr/>
        </p:nvSpPr>
        <p:spPr>
          <a:xfrm>
            <a:off x="2492058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C64907D-767D-0529-24F2-67DD409BDF47}"/>
              </a:ext>
            </a:extLst>
          </p:cNvPr>
          <p:cNvSpPr/>
          <p:nvPr/>
        </p:nvSpPr>
        <p:spPr>
          <a:xfrm>
            <a:off x="2492058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82827DE-6AE1-C978-F73B-DEE39535845E}"/>
              </a:ext>
            </a:extLst>
          </p:cNvPr>
          <p:cNvSpPr/>
          <p:nvPr/>
        </p:nvSpPr>
        <p:spPr>
          <a:xfrm>
            <a:off x="2492058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26E5B2C-67EF-6CEB-FF07-9D00C111AB60}"/>
              </a:ext>
            </a:extLst>
          </p:cNvPr>
          <p:cNvSpPr/>
          <p:nvPr/>
        </p:nvSpPr>
        <p:spPr>
          <a:xfrm>
            <a:off x="2421841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4" name="Plus Sign 413">
            <a:extLst>
              <a:ext uri="{FF2B5EF4-FFF2-40B4-BE49-F238E27FC236}">
                <a16:creationId xmlns:a16="http://schemas.microsoft.com/office/drawing/2014/main" id="{818FFE4E-9EE3-7BB5-5C4D-4B23374370F7}"/>
              </a:ext>
            </a:extLst>
          </p:cNvPr>
          <p:cNvSpPr/>
          <p:nvPr/>
        </p:nvSpPr>
        <p:spPr>
          <a:xfrm>
            <a:off x="1626710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84" name="Rectangle 483">
            <a:extLst>
              <a:ext uri="{FF2B5EF4-FFF2-40B4-BE49-F238E27FC236}">
                <a16:creationId xmlns:a16="http://schemas.microsoft.com/office/drawing/2014/main" id="{DD532DF9-7CB4-C5FB-4741-44280ACE9438}"/>
              </a:ext>
            </a:extLst>
          </p:cNvPr>
          <p:cNvSpPr/>
          <p:nvPr/>
        </p:nvSpPr>
        <p:spPr>
          <a:xfrm>
            <a:off x="1206139" y="58843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3E00E98-E27A-CFF1-26E6-2027403E81C1}"/>
              </a:ext>
            </a:extLst>
          </p:cNvPr>
          <p:cNvSpPr/>
          <p:nvPr/>
        </p:nvSpPr>
        <p:spPr>
          <a:xfrm>
            <a:off x="1206139" y="595602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EAEEF18A-6713-F73A-C1A0-1356AA2742E9}"/>
              </a:ext>
            </a:extLst>
          </p:cNvPr>
          <p:cNvSpPr/>
          <p:nvPr/>
        </p:nvSpPr>
        <p:spPr>
          <a:xfrm>
            <a:off x="1206139" y="60277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98DEBE14-65CE-75A7-D72E-80350E36F8EB}"/>
              </a:ext>
            </a:extLst>
          </p:cNvPr>
          <p:cNvSpPr/>
          <p:nvPr/>
        </p:nvSpPr>
        <p:spPr>
          <a:xfrm>
            <a:off x="1206139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55A9F68-CE27-06FD-A3C7-868AA504053C}"/>
              </a:ext>
            </a:extLst>
          </p:cNvPr>
          <p:cNvSpPr/>
          <p:nvPr/>
        </p:nvSpPr>
        <p:spPr>
          <a:xfrm>
            <a:off x="1206139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8536EEA9-4EC2-4F98-4410-9125196BC716}"/>
              </a:ext>
            </a:extLst>
          </p:cNvPr>
          <p:cNvSpPr/>
          <p:nvPr/>
        </p:nvSpPr>
        <p:spPr>
          <a:xfrm>
            <a:off x="1206139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BEB639C-00F3-597D-2276-405F982C42FA}"/>
              </a:ext>
            </a:extLst>
          </p:cNvPr>
          <p:cNvSpPr/>
          <p:nvPr/>
        </p:nvSpPr>
        <p:spPr>
          <a:xfrm>
            <a:off x="1206139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396E6771-A05E-CB68-EF90-6DC35DAFDA9C}"/>
              </a:ext>
            </a:extLst>
          </p:cNvPr>
          <p:cNvSpPr/>
          <p:nvPr/>
        </p:nvSpPr>
        <p:spPr>
          <a:xfrm>
            <a:off x="99111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71F57264-20E6-DE19-D6EE-F36A17FC723F}"/>
              </a:ext>
            </a:extLst>
          </p:cNvPr>
          <p:cNvSpPr/>
          <p:nvPr/>
        </p:nvSpPr>
        <p:spPr>
          <a:xfrm>
            <a:off x="106282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BA4AA158-E59D-0CE0-4147-3A7F129C54B8}"/>
              </a:ext>
            </a:extLst>
          </p:cNvPr>
          <p:cNvSpPr/>
          <p:nvPr/>
        </p:nvSpPr>
        <p:spPr>
          <a:xfrm>
            <a:off x="113454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52" name="Rectangle 451">
            <a:extLst>
              <a:ext uri="{FF2B5EF4-FFF2-40B4-BE49-F238E27FC236}">
                <a16:creationId xmlns:a16="http://schemas.microsoft.com/office/drawing/2014/main" id="{E7FDB50A-9D2D-BB95-FD87-A588D5396C88}"/>
              </a:ext>
            </a:extLst>
          </p:cNvPr>
          <p:cNvSpPr/>
          <p:nvPr/>
        </p:nvSpPr>
        <p:spPr>
          <a:xfrm>
            <a:off x="2636565" y="56691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81416B41-5BEE-FC02-15D0-033A1D0AE587}"/>
              </a:ext>
            </a:extLst>
          </p:cNvPr>
          <p:cNvSpPr/>
          <p:nvPr/>
        </p:nvSpPr>
        <p:spPr>
          <a:xfrm>
            <a:off x="2636565" y="57408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C67BCE49-8FC3-DE28-03E2-9CF86B2DB8BE}"/>
              </a:ext>
            </a:extLst>
          </p:cNvPr>
          <p:cNvSpPr/>
          <p:nvPr/>
        </p:nvSpPr>
        <p:spPr>
          <a:xfrm>
            <a:off x="2421841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1AB1754F-4E3B-F0AE-4073-9BADAA170B68}"/>
              </a:ext>
            </a:extLst>
          </p:cNvPr>
          <p:cNvSpPr/>
          <p:nvPr/>
        </p:nvSpPr>
        <p:spPr>
          <a:xfrm>
            <a:off x="2493558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9A392F0-72D7-3D77-26DF-4C69437004F5}"/>
              </a:ext>
            </a:extLst>
          </p:cNvPr>
          <p:cNvSpPr/>
          <p:nvPr/>
        </p:nvSpPr>
        <p:spPr>
          <a:xfrm>
            <a:off x="256527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8" name="Plus Sign 507">
            <a:extLst>
              <a:ext uri="{FF2B5EF4-FFF2-40B4-BE49-F238E27FC236}">
                <a16:creationId xmlns:a16="http://schemas.microsoft.com/office/drawing/2014/main" id="{CEBBFCE4-7FBA-BCB0-DBC8-95D3E0075DDF}"/>
              </a:ext>
            </a:extLst>
          </p:cNvPr>
          <p:cNvSpPr/>
          <p:nvPr/>
        </p:nvSpPr>
        <p:spPr>
          <a:xfrm>
            <a:off x="6705786" y="1700644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75" name="Rectangle 574">
            <a:extLst>
              <a:ext uri="{FF2B5EF4-FFF2-40B4-BE49-F238E27FC236}">
                <a16:creationId xmlns:a16="http://schemas.microsoft.com/office/drawing/2014/main" id="{9741C39F-065C-22E9-FEB3-B7FEF56BB0E1}"/>
              </a:ext>
            </a:extLst>
          </p:cNvPr>
          <p:cNvSpPr/>
          <p:nvPr/>
        </p:nvSpPr>
        <p:spPr>
          <a:xfrm>
            <a:off x="6067624" y="149201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5B54CCD-675B-7F10-81DF-7B82B22D3B62}"/>
              </a:ext>
            </a:extLst>
          </p:cNvPr>
          <p:cNvSpPr/>
          <p:nvPr/>
        </p:nvSpPr>
        <p:spPr>
          <a:xfrm>
            <a:off x="6067624" y="156373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07D71F1D-6A03-E678-807D-D4AA056863BC}"/>
              </a:ext>
            </a:extLst>
          </p:cNvPr>
          <p:cNvSpPr/>
          <p:nvPr/>
        </p:nvSpPr>
        <p:spPr>
          <a:xfrm>
            <a:off x="6067624" y="163544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97F3131C-1666-AB63-23EA-24CFC7A54390}"/>
              </a:ext>
            </a:extLst>
          </p:cNvPr>
          <p:cNvSpPr/>
          <p:nvPr/>
        </p:nvSpPr>
        <p:spPr>
          <a:xfrm>
            <a:off x="6067624" y="170716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6F8E1338-612A-97ED-A941-19DC477C27DC}"/>
              </a:ext>
            </a:extLst>
          </p:cNvPr>
          <p:cNvSpPr/>
          <p:nvPr/>
        </p:nvSpPr>
        <p:spPr>
          <a:xfrm>
            <a:off x="6067624" y="177888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2" name="Plus Sign 601">
            <a:extLst>
              <a:ext uri="{FF2B5EF4-FFF2-40B4-BE49-F238E27FC236}">
                <a16:creationId xmlns:a16="http://schemas.microsoft.com/office/drawing/2014/main" id="{3B91B6FE-CA2E-60EE-1E04-FE8D71D4AF57}"/>
              </a:ext>
            </a:extLst>
          </p:cNvPr>
          <p:cNvSpPr/>
          <p:nvPr/>
        </p:nvSpPr>
        <p:spPr>
          <a:xfrm>
            <a:off x="6705786" y="3093026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071432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071432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071432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26753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5998470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42" name="Rectangle 641">
            <a:extLst>
              <a:ext uri="{FF2B5EF4-FFF2-40B4-BE49-F238E27FC236}">
                <a16:creationId xmlns:a16="http://schemas.microsoft.com/office/drawing/2014/main" id="{E6E21E7F-34C0-488E-AED6-00AB54BCA848}"/>
              </a:ext>
            </a:extLst>
          </p:cNvPr>
          <p:cNvSpPr/>
          <p:nvPr/>
        </p:nvSpPr>
        <p:spPr>
          <a:xfrm>
            <a:off x="757229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331E600F-9B20-009F-C92A-EEEE74ED3753}"/>
              </a:ext>
            </a:extLst>
          </p:cNvPr>
          <p:cNvSpPr/>
          <p:nvPr/>
        </p:nvSpPr>
        <p:spPr>
          <a:xfrm>
            <a:off x="7572295" y="30995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237B542F-387A-1B91-3DAC-F98B3B7F6744}"/>
              </a:ext>
            </a:extLst>
          </p:cNvPr>
          <p:cNvSpPr/>
          <p:nvPr/>
        </p:nvSpPr>
        <p:spPr>
          <a:xfrm>
            <a:off x="7572295" y="317126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B2E7A636-F47C-766B-8C75-83FEB8A7789C}"/>
              </a:ext>
            </a:extLst>
          </p:cNvPr>
          <p:cNvSpPr/>
          <p:nvPr/>
        </p:nvSpPr>
        <p:spPr>
          <a:xfrm>
            <a:off x="7572295" y="32429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D24BCD12-7ECA-91E4-A39D-94A41CE151CC}"/>
              </a:ext>
            </a:extLst>
          </p:cNvPr>
          <p:cNvSpPr/>
          <p:nvPr/>
        </p:nvSpPr>
        <p:spPr>
          <a:xfrm>
            <a:off x="7572295" y="33146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33864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34581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352984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6" name="Plus Sign 695">
            <a:extLst>
              <a:ext uri="{FF2B5EF4-FFF2-40B4-BE49-F238E27FC236}">
                <a16:creationId xmlns:a16="http://schemas.microsoft.com/office/drawing/2014/main" id="{95669BB9-B292-46A8-24AE-797775915F28}"/>
              </a:ext>
            </a:extLst>
          </p:cNvPr>
          <p:cNvSpPr/>
          <p:nvPr/>
        </p:nvSpPr>
        <p:spPr>
          <a:xfrm>
            <a:off x="6705786" y="4485408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63" name="Rectangle 762">
            <a:extLst>
              <a:ext uri="{FF2B5EF4-FFF2-40B4-BE49-F238E27FC236}">
                <a16:creationId xmlns:a16="http://schemas.microsoft.com/office/drawing/2014/main" id="{F6C2C752-3BBF-3F8A-2985-D8B03E36F3A4}"/>
              </a:ext>
            </a:extLst>
          </p:cNvPr>
          <p:cNvSpPr/>
          <p:nvPr/>
        </p:nvSpPr>
        <p:spPr>
          <a:xfrm>
            <a:off x="61398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296517DB-B746-28E7-E10B-9F1952EBEFD6}"/>
              </a:ext>
            </a:extLst>
          </p:cNvPr>
          <p:cNvSpPr/>
          <p:nvPr/>
        </p:nvSpPr>
        <p:spPr>
          <a:xfrm>
            <a:off x="61398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EE1459E7-0BD3-CD6B-3C89-62B83E9E2D69}"/>
              </a:ext>
            </a:extLst>
          </p:cNvPr>
          <p:cNvSpPr/>
          <p:nvPr/>
        </p:nvSpPr>
        <p:spPr>
          <a:xfrm>
            <a:off x="61398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372F9207-987C-8FB0-8555-44E6621B54FD}"/>
              </a:ext>
            </a:extLst>
          </p:cNvPr>
          <p:cNvSpPr/>
          <p:nvPr/>
        </p:nvSpPr>
        <p:spPr>
          <a:xfrm>
            <a:off x="61398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CB90F32-9EF0-80FB-1932-1FD04C948D24}"/>
              </a:ext>
            </a:extLst>
          </p:cNvPr>
          <p:cNvSpPr/>
          <p:nvPr/>
        </p:nvSpPr>
        <p:spPr>
          <a:xfrm>
            <a:off x="61398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C4741E33-3CE3-DC9A-A3E5-35DB524C14CE}"/>
              </a:ext>
            </a:extLst>
          </p:cNvPr>
          <p:cNvSpPr/>
          <p:nvPr/>
        </p:nvSpPr>
        <p:spPr>
          <a:xfrm>
            <a:off x="6211561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42810122-662C-059C-56C8-DD9590E9E090}"/>
              </a:ext>
            </a:extLst>
          </p:cNvPr>
          <p:cNvSpPr/>
          <p:nvPr/>
        </p:nvSpPr>
        <p:spPr>
          <a:xfrm>
            <a:off x="61398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3352A117-693F-A138-64A4-214C65ECC7B1}"/>
              </a:ext>
            </a:extLst>
          </p:cNvPr>
          <p:cNvSpPr/>
          <p:nvPr/>
        </p:nvSpPr>
        <p:spPr>
          <a:xfrm>
            <a:off x="6211561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80C8167F-0838-0A96-5248-8C3087BAC3E0}"/>
              </a:ext>
            </a:extLst>
          </p:cNvPr>
          <p:cNvSpPr/>
          <p:nvPr/>
        </p:nvSpPr>
        <p:spPr>
          <a:xfrm>
            <a:off x="61398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48BB2ADC-CFC8-A6D2-B711-EE69501266E1}"/>
              </a:ext>
            </a:extLst>
          </p:cNvPr>
          <p:cNvSpPr/>
          <p:nvPr/>
        </p:nvSpPr>
        <p:spPr>
          <a:xfrm>
            <a:off x="6211561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9AA8D63D-8BD0-D233-9867-7C3947FF996F}"/>
              </a:ext>
            </a:extLst>
          </p:cNvPr>
          <p:cNvSpPr/>
          <p:nvPr/>
        </p:nvSpPr>
        <p:spPr>
          <a:xfrm>
            <a:off x="61398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E2808AC9-82D4-62E7-B302-047AD147DEB4}"/>
              </a:ext>
            </a:extLst>
          </p:cNvPr>
          <p:cNvSpPr/>
          <p:nvPr/>
        </p:nvSpPr>
        <p:spPr>
          <a:xfrm>
            <a:off x="6211561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CDDB8D6C-4227-4B4E-43EC-2B9AED636A74}"/>
              </a:ext>
            </a:extLst>
          </p:cNvPr>
          <p:cNvSpPr/>
          <p:nvPr/>
        </p:nvSpPr>
        <p:spPr>
          <a:xfrm>
            <a:off x="61398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A15AC380-55C2-0425-AAB1-F0E3B25C8986}"/>
              </a:ext>
            </a:extLst>
          </p:cNvPr>
          <p:cNvSpPr/>
          <p:nvPr/>
        </p:nvSpPr>
        <p:spPr>
          <a:xfrm>
            <a:off x="6211561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73C62541-37B0-E6A7-594D-365DD1A6A7DA}"/>
              </a:ext>
            </a:extLst>
          </p:cNvPr>
          <p:cNvSpPr/>
          <p:nvPr/>
        </p:nvSpPr>
        <p:spPr>
          <a:xfrm>
            <a:off x="61398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5E2A2C65-BF48-91F7-EDF8-4AF1FC6025E1}"/>
              </a:ext>
            </a:extLst>
          </p:cNvPr>
          <p:cNvSpPr/>
          <p:nvPr/>
        </p:nvSpPr>
        <p:spPr>
          <a:xfrm>
            <a:off x="6211561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grpSp>
        <p:nvGrpSpPr>
          <p:cNvPr id="1019" name="Group 1018">
            <a:extLst>
              <a:ext uri="{FF2B5EF4-FFF2-40B4-BE49-F238E27FC236}">
                <a16:creationId xmlns:a16="http://schemas.microsoft.com/office/drawing/2014/main" id="{06AD108E-D3D9-8666-A645-6FE9A20CB83A}"/>
              </a:ext>
            </a:extLst>
          </p:cNvPr>
          <p:cNvGrpSpPr/>
          <p:nvPr/>
        </p:nvGrpSpPr>
        <p:grpSpPr>
          <a:xfrm rot="5400000">
            <a:off x="7788759" y="4352892"/>
            <a:ext cx="71717" cy="645450"/>
            <a:chOff x="8002934" y="4348496"/>
            <a:chExt cx="71717" cy="645450"/>
          </a:xfrm>
        </p:grpSpPr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1A181389-112D-6661-585E-142A31CE04EB}"/>
                </a:ext>
              </a:extLst>
            </p:cNvPr>
            <p:cNvSpPr/>
            <p:nvPr/>
          </p:nvSpPr>
          <p:spPr>
            <a:xfrm>
              <a:off x="8002934" y="43484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C65D6BF3-FD45-2796-F942-C54CBE98EE58}"/>
                </a:ext>
              </a:extLst>
            </p:cNvPr>
            <p:cNvSpPr/>
            <p:nvPr/>
          </p:nvSpPr>
          <p:spPr>
            <a:xfrm>
              <a:off x="8002934" y="44202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72D32CA4-7211-F630-3157-8C1E15B413E9}"/>
                </a:ext>
              </a:extLst>
            </p:cNvPr>
            <p:cNvSpPr/>
            <p:nvPr/>
          </p:nvSpPr>
          <p:spPr>
            <a:xfrm>
              <a:off x="8002934" y="44919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F5143732-D3BF-186E-6D63-9E8F21B64FAD}"/>
                </a:ext>
              </a:extLst>
            </p:cNvPr>
            <p:cNvSpPr/>
            <p:nvPr/>
          </p:nvSpPr>
          <p:spPr>
            <a:xfrm>
              <a:off x="8002934" y="45636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AAA732AA-CBCF-8825-59C9-30E88476CB38}"/>
                </a:ext>
              </a:extLst>
            </p:cNvPr>
            <p:cNvSpPr/>
            <p:nvPr/>
          </p:nvSpPr>
          <p:spPr>
            <a:xfrm>
              <a:off x="8002934" y="46353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5235BEF4-39F8-F6E6-0297-08CD6854F7A0}"/>
                </a:ext>
              </a:extLst>
            </p:cNvPr>
            <p:cNvSpPr/>
            <p:nvPr/>
          </p:nvSpPr>
          <p:spPr>
            <a:xfrm>
              <a:off x="8002934" y="47070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5" name="Rectangle 744">
              <a:extLst>
                <a:ext uri="{FF2B5EF4-FFF2-40B4-BE49-F238E27FC236}">
                  <a16:creationId xmlns:a16="http://schemas.microsoft.com/office/drawing/2014/main" id="{69636F01-3083-3269-DF95-12D3FACC0EBC}"/>
                </a:ext>
              </a:extLst>
            </p:cNvPr>
            <p:cNvSpPr/>
            <p:nvPr/>
          </p:nvSpPr>
          <p:spPr>
            <a:xfrm>
              <a:off x="8002934" y="47787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1D9495C3-65D2-4F36-7958-738B7131D0B8}"/>
                </a:ext>
              </a:extLst>
            </p:cNvPr>
            <p:cNvSpPr/>
            <p:nvPr/>
          </p:nvSpPr>
          <p:spPr>
            <a:xfrm>
              <a:off x="8002934" y="48505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49" name="Rectangle 748">
              <a:extLst>
                <a:ext uri="{FF2B5EF4-FFF2-40B4-BE49-F238E27FC236}">
                  <a16:creationId xmlns:a16="http://schemas.microsoft.com/office/drawing/2014/main" id="{08E49E36-4EA4-FCC3-4029-CC46E234AF17}"/>
                </a:ext>
              </a:extLst>
            </p:cNvPr>
            <p:cNvSpPr/>
            <p:nvPr/>
          </p:nvSpPr>
          <p:spPr>
            <a:xfrm>
              <a:off x="8002934" y="49222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020" name="Group 1019">
            <a:extLst>
              <a:ext uri="{FF2B5EF4-FFF2-40B4-BE49-F238E27FC236}">
                <a16:creationId xmlns:a16="http://schemas.microsoft.com/office/drawing/2014/main" id="{A0568E2B-9BD8-D280-9A18-0094CCE2D3E4}"/>
              </a:ext>
            </a:extLst>
          </p:cNvPr>
          <p:cNvGrpSpPr/>
          <p:nvPr/>
        </p:nvGrpSpPr>
        <p:grpSpPr>
          <a:xfrm rot="5400000">
            <a:off x="7788759" y="3993320"/>
            <a:ext cx="143434" cy="717167"/>
            <a:chOff x="7859500" y="4276779"/>
            <a:chExt cx="143434" cy="717167"/>
          </a:xfrm>
        </p:grpSpPr>
        <p:sp>
          <p:nvSpPr>
            <p:cNvPr id="756" name="Rectangle 755">
              <a:extLst>
                <a:ext uri="{FF2B5EF4-FFF2-40B4-BE49-F238E27FC236}">
                  <a16:creationId xmlns:a16="http://schemas.microsoft.com/office/drawing/2014/main" id="{3817DF8C-44DF-7B4C-7D0B-EF825471A30E}"/>
                </a:ext>
              </a:extLst>
            </p:cNvPr>
            <p:cNvSpPr/>
            <p:nvPr/>
          </p:nvSpPr>
          <p:spPr>
            <a:xfrm>
              <a:off x="7859500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757" name="Rectangle 756">
              <a:extLst>
                <a:ext uri="{FF2B5EF4-FFF2-40B4-BE49-F238E27FC236}">
                  <a16:creationId xmlns:a16="http://schemas.microsoft.com/office/drawing/2014/main" id="{45AB176A-4375-0584-FB61-F78422ADD51C}"/>
                </a:ext>
              </a:extLst>
            </p:cNvPr>
            <p:cNvSpPr/>
            <p:nvPr/>
          </p:nvSpPr>
          <p:spPr>
            <a:xfrm>
              <a:off x="7931217" y="4276779"/>
              <a:ext cx="71717" cy="7171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9" name="TextBox 728">
            <a:extLst>
              <a:ext uri="{FF2B5EF4-FFF2-40B4-BE49-F238E27FC236}">
                <a16:creationId xmlns:a16="http://schemas.microsoft.com/office/drawing/2014/main" id="{F4998129-92AA-F91A-F057-80A1306317CB}"/>
              </a:ext>
            </a:extLst>
          </p:cNvPr>
          <p:cNvSpPr txBox="1"/>
          <p:nvPr/>
        </p:nvSpPr>
        <p:spPr>
          <a:xfrm>
            <a:off x="861761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F6213150-EAF5-6BFA-D4BE-FB96C2F73092}"/>
              </a:ext>
            </a:extLst>
          </p:cNvPr>
          <p:cNvSpPr txBox="1"/>
          <p:nvPr/>
        </p:nvSpPr>
        <p:spPr>
          <a:xfrm>
            <a:off x="5124439" y="588315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790" name="Plus Sign 789">
            <a:extLst>
              <a:ext uri="{FF2B5EF4-FFF2-40B4-BE49-F238E27FC236}">
                <a16:creationId xmlns:a16="http://schemas.microsoft.com/office/drawing/2014/main" id="{B702BCCE-2376-76B3-C4D2-7975F7420590}"/>
              </a:ext>
            </a:extLst>
          </p:cNvPr>
          <p:cNvSpPr/>
          <p:nvPr/>
        </p:nvSpPr>
        <p:spPr>
          <a:xfrm>
            <a:off x="6705786" y="5877790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1" name="Equals 790">
            <a:extLst>
              <a:ext uri="{FF2B5EF4-FFF2-40B4-BE49-F238E27FC236}">
                <a16:creationId xmlns:a16="http://schemas.microsoft.com/office/drawing/2014/main" id="{93A1BAF3-474E-1514-66C3-41FE45E663D5}"/>
              </a:ext>
            </a:extLst>
          </p:cNvPr>
          <p:cNvSpPr/>
          <p:nvPr/>
        </p:nvSpPr>
        <p:spPr>
          <a:xfrm>
            <a:off x="8279950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53" name="Straight Connector 852">
            <a:extLst>
              <a:ext uri="{FF2B5EF4-FFF2-40B4-BE49-F238E27FC236}">
                <a16:creationId xmlns:a16="http://schemas.microsoft.com/office/drawing/2014/main" id="{2E4B9D52-8868-4EA9-C570-C0C70EC05EBA}"/>
              </a:ext>
            </a:extLst>
          </p:cNvPr>
          <p:cNvCxnSpPr>
            <a:cxnSpLocks/>
          </p:cNvCxnSpPr>
          <p:nvPr/>
        </p:nvCxnSpPr>
        <p:spPr>
          <a:xfrm>
            <a:off x="559501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Oval 854">
            <a:extLst>
              <a:ext uri="{FF2B5EF4-FFF2-40B4-BE49-F238E27FC236}">
                <a16:creationId xmlns:a16="http://schemas.microsoft.com/office/drawing/2014/main" id="{FFB8F380-E4B8-3FB2-E040-6AB117D96454}"/>
              </a:ext>
            </a:extLst>
          </p:cNvPr>
          <p:cNvSpPr/>
          <p:nvPr/>
        </p:nvSpPr>
        <p:spPr>
          <a:xfrm>
            <a:off x="580733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56" name="Picture 855">
            <a:extLst>
              <a:ext uri="{FF2B5EF4-FFF2-40B4-BE49-F238E27FC236}">
                <a16:creationId xmlns:a16="http://schemas.microsoft.com/office/drawing/2014/main" id="{2D3A842D-747B-B077-3456-A3F3A8AB3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65999"/>
            <a:ext cx="728704" cy="728704"/>
          </a:xfrm>
          <a:prstGeom prst="rect">
            <a:avLst/>
          </a:prstGeom>
        </p:spPr>
      </p:pic>
      <p:sp>
        <p:nvSpPr>
          <p:cNvPr id="867" name="Rectangle 866">
            <a:extLst>
              <a:ext uri="{FF2B5EF4-FFF2-40B4-BE49-F238E27FC236}">
                <a16:creationId xmlns:a16="http://schemas.microsoft.com/office/drawing/2014/main" id="{BE6AE3CB-AD3D-48F2-AFEA-088D7B52E35D}"/>
              </a:ext>
            </a:extLst>
          </p:cNvPr>
          <p:cNvSpPr/>
          <p:nvPr/>
        </p:nvSpPr>
        <p:spPr>
          <a:xfrm>
            <a:off x="650048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547A61DB-4750-FCFF-73D1-0379CBA144C7}"/>
              </a:ext>
            </a:extLst>
          </p:cNvPr>
          <p:cNvSpPr/>
          <p:nvPr/>
        </p:nvSpPr>
        <p:spPr>
          <a:xfrm>
            <a:off x="642877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9" name="Rectangle 868">
            <a:extLst>
              <a:ext uri="{FF2B5EF4-FFF2-40B4-BE49-F238E27FC236}">
                <a16:creationId xmlns:a16="http://schemas.microsoft.com/office/drawing/2014/main" id="{257E4173-CCBC-BD7A-1266-66C45CDED173}"/>
              </a:ext>
            </a:extLst>
          </p:cNvPr>
          <p:cNvSpPr/>
          <p:nvPr/>
        </p:nvSpPr>
        <p:spPr>
          <a:xfrm>
            <a:off x="650048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23A577FC-C068-900A-C685-5F5AA23F2810}"/>
              </a:ext>
            </a:extLst>
          </p:cNvPr>
          <p:cNvSpPr/>
          <p:nvPr/>
        </p:nvSpPr>
        <p:spPr>
          <a:xfrm>
            <a:off x="642877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E282C72C-9C12-334C-1764-3A5ABA70C4E7}"/>
              </a:ext>
            </a:extLst>
          </p:cNvPr>
          <p:cNvSpPr/>
          <p:nvPr/>
        </p:nvSpPr>
        <p:spPr>
          <a:xfrm>
            <a:off x="650048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EF6EE0CA-43FA-7F64-2CD7-BFCDEBDF7CE4}"/>
              </a:ext>
            </a:extLst>
          </p:cNvPr>
          <p:cNvSpPr/>
          <p:nvPr/>
        </p:nvSpPr>
        <p:spPr>
          <a:xfrm>
            <a:off x="642877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25D1D8A-3673-5E9E-569B-16432A493727}"/>
              </a:ext>
            </a:extLst>
          </p:cNvPr>
          <p:cNvSpPr/>
          <p:nvPr/>
        </p:nvSpPr>
        <p:spPr>
          <a:xfrm>
            <a:off x="650048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F2A5772C-8AFD-8D0E-8CBA-CA14BB26BE2A}"/>
              </a:ext>
            </a:extLst>
          </p:cNvPr>
          <p:cNvSpPr/>
          <p:nvPr/>
        </p:nvSpPr>
        <p:spPr>
          <a:xfrm>
            <a:off x="592675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17C1BD61-160C-C92D-66CD-CF1B40BDFF7F}"/>
              </a:ext>
            </a:extLst>
          </p:cNvPr>
          <p:cNvSpPr/>
          <p:nvPr/>
        </p:nvSpPr>
        <p:spPr>
          <a:xfrm>
            <a:off x="599847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3F9D1221-8FE5-F26D-C865-5BA11D7783F5}"/>
              </a:ext>
            </a:extLst>
          </p:cNvPr>
          <p:cNvSpPr/>
          <p:nvPr/>
        </p:nvSpPr>
        <p:spPr>
          <a:xfrm>
            <a:off x="607018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E7734D1A-67D1-8ACA-2513-BB3131A6FF14}"/>
              </a:ext>
            </a:extLst>
          </p:cNvPr>
          <p:cNvSpPr/>
          <p:nvPr/>
        </p:nvSpPr>
        <p:spPr>
          <a:xfrm>
            <a:off x="614190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D696F4E8-B8CD-DCEF-B69A-61F82FE26B6F}"/>
              </a:ext>
            </a:extLst>
          </p:cNvPr>
          <p:cNvSpPr/>
          <p:nvPr/>
        </p:nvSpPr>
        <p:spPr>
          <a:xfrm>
            <a:off x="621362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33CC33CB-2EE0-F41D-1D1D-ABE5588B6C10}"/>
              </a:ext>
            </a:extLst>
          </p:cNvPr>
          <p:cNvSpPr/>
          <p:nvPr/>
        </p:nvSpPr>
        <p:spPr>
          <a:xfrm>
            <a:off x="657348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1" name="TextBox 880">
            <a:extLst>
              <a:ext uri="{FF2B5EF4-FFF2-40B4-BE49-F238E27FC236}">
                <a16:creationId xmlns:a16="http://schemas.microsoft.com/office/drawing/2014/main" id="{4EE725E9-A906-8E1E-BE93-7EC7AE485AC1}"/>
              </a:ext>
            </a:extLst>
          </p:cNvPr>
          <p:cNvSpPr txBox="1"/>
          <p:nvPr/>
        </p:nvSpPr>
        <p:spPr>
          <a:xfrm>
            <a:off x="5487063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24D69158-F57E-D719-4A03-DE971F74F8FD}"/>
              </a:ext>
            </a:extLst>
          </p:cNvPr>
          <p:cNvCxnSpPr>
            <a:cxnSpLocks/>
          </p:cNvCxnSpPr>
          <p:nvPr/>
        </p:nvCxnSpPr>
        <p:spPr>
          <a:xfrm>
            <a:off x="716917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6" name="Oval 825">
            <a:extLst>
              <a:ext uri="{FF2B5EF4-FFF2-40B4-BE49-F238E27FC236}">
                <a16:creationId xmlns:a16="http://schemas.microsoft.com/office/drawing/2014/main" id="{411000B0-85F5-D2B3-A8FD-7D06864B5ABE}"/>
              </a:ext>
            </a:extLst>
          </p:cNvPr>
          <p:cNvSpPr/>
          <p:nvPr/>
        </p:nvSpPr>
        <p:spPr>
          <a:xfrm>
            <a:off x="738149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7" name="Picture 826">
            <a:extLst>
              <a:ext uri="{FF2B5EF4-FFF2-40B4-BE49-F238E27FC236}">
                <a16:creationId xmlns:a16="http://schemas.microsoft.com/office/drawing/2014/main" id="{F3146743-B9D0-5D7E-92F1-FB1188812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65999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AD9C534B-6FBF-2F8E-78A5-D272AF583DE3}"/>
              </a:ext>
            </a:extLst>
          </p:cNvPr>
          <p:cNvSpPr/>
          <p:nvPr/>
        </p:nvSpPr>
        <p:spPr>
          <a:xfrm>
            <a:off x="757263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7" name="Rectangle 846">
            <a:extLst>
              <a:ext uri="{FF2B5EF4-FFF2-40B4-BE49-F238E27FC236}">
                <a16:creationId xmlns:a16="http://schemas.microsoft.com/office/drawing/2014/main" id="{321C23E2-386C-D72D-9A19-3F88B5635E6F}"/>
              </a:ext>
            </a:extLst>
          </p:cNvPr>
          <p:cNvSpPr/>
          <p:nvPr/>
        </p:nvSpPr>
        <p:spPr>
          <a:xfrm>
            <a:off x="7644350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264E09DE-D839-2035-F076-DA04DF4D57EC}"/>
              </a:ext>
            </a:extLst>
          </p:cNvPr>
          <p:cNvSpPr/>
          <p:nvPr/>
        </p:nvSpPr>
        <p:spPr>
          <a:xfrm>
            <a:off x="8075245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C419F2E2-86B3-A987-3773-9AF4FD2D6F1A}"/>
              </a:ext>
            </a:extLst>
          </p:cNvPr>
          <p:cNvSpPr/>
          <p:nvPr/>
        </p:nvSpPr>
        <p:spPr>
          <a:xfrm>
            <a:off x="8146962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9A09205F-9949-B406-3E7B-6C57BC132421}"/>
              </a:ext>
            </a:extLst>
          </p:cNvPr>
          <p:cNvSpPr txBox="1"/>
          <p:nvPr/>
        </p:nvSpPr>
        <p:spPr>
          <a:xfrm>
            <a:off x="706122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7AD16B20-FD8B-8136-1D08-10AA7815DFEF}"/>
              </a:ext>
            </a:extLst>
          </p:cNvPr>
          <p:cNvCxnSpPr>
            <a:cxnSpLocks/>
          </p:cNvCxnSpPr>
          <p:nvPr/>
        </p:nvCxnSpPr>
        <p:spPr>
          <a:xfrm>
            <a:off x="8725564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7" name="Oval 796">
            <a:extLst>
              <a:ext uri="{FF2B5EF4-FFF2-40B4-BE49-F238E27FC236}">
                <a16:creationId xmlns:a16="http://schemas.microsoft.com/office/drawing/2014/main" id="{233C54FE-18A1-BE19-AB6F-BD15B4BC41A2}"/>
              </a:ext>
            </a:extLst>
          </p:cNvPr>
          <p:cNvSpPr/>
          <p:nvPr/>
        </p:nvSpPr>
        <p:spPr>
          <a:xfrm>
            <a:off x="8937884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8" name="Picture 797">
            <a:extLst>
              <a:ext uri="{FF2B5EF4-FFF2-40B4-BE49-F238E27FC236}">
                <a16:creationId xmlns:a16="http://schemas.microsoft.com/office/drawing/2014/main" id="{6C369A33-5621-8CD6-BF98-0C6C6EFD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65999"/>
            <a:ext cx="728704" cy="728704"/>
          </a:xfrm>
          <a:prstGeom prst="rect">
            <a:avLst/>
          </a:prstGeom>
        </p:spPr>
      </p:pic>
      <p:sp>
        <p:nvSpPr>
          <p:cNvPr id="883" name="TextBox 882">
            <a:extLst>
              <a:ext uri="{FF2B5EF4-FFF2-40B4-BE49-F238E27FC236}">
                <a16:creationId xmlns:a16="http://schemas.microsoft.com/office/drawing/2014/main" id="{BC0013E0-5174-FF99-21D1-F11357245537}"/>
              </a:ext>
            </a:extLst>
          </p:cNvPr>
          <p:cNvSpPr txBox="1"/>
          <p:nvPr/>
        </p:nvSpPr>
        <p:spPr>
          <a:xfrm>
            <a:off x="5106005" y="31362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84" name="Plus Sign 883">
            <a:extLst>
              <a:ext uri="{FF2B5EF4-FFF2-40B4-BE49-F238E27FC236}">
                <a16:creationId xmlns:a16="http://schemas.microsoft.com/office/drawing/2014/main" id="{6EB1A61E-6DE0-9D94-DBCC-2E02E4230EC5}"/>
              </a:ext>
            </a:extLst>
          </p:cNvPr>
          <p:cNvSpPr/>
          <p:nvPr/>
        </p:nvSpPr>
        <p:spPr>
          <a:xfrm>
            <a:off x="6705786" y="308262"/>
            <a:ext cx="303531" cy="303529"/>
          </a:xfrm>
          <a:prstGeom prst="mathPlus">
            <a:avLst>
              <a:gd name="adj1" fmla="val 1261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5" name="Equals 884">
            <a:extLst>
              <a:ext uri="{FF2B5EF4-FFF2-40B4-BE49-F238E27FC236}">
                <a16:creationId xmlns:a16="http://schemas.microsoft.com/office/drawing/2014/main" id="{60F8EC96-425E-0ABA-2588-56200E8725D7}"/>
              </a:ext>
            </a:extLst>
          </p:cNvPr>
          <p:cNvSpPr/>
          <p:nvPr/>
        </p:nvSpPr>
        <p:spPr>
          <a:xfrm>
            <a:off x="8279950" y="25417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47" name="Straight Connector 946">
            <a:extLst>
              <a:ext uri="{FF2B5EF4-FFF2-40B4-BE49-F238E27FC236}">
                <a16:creationId xmlns:a16="http://schemas.microsoft.com/office/drawing/2014/main" id="{5BE5446D-7525-219F-F286-689BC505D219}"/>
              </a:ext>
            </a:extLst>
          </p:cNvPr>
          <p:cNvCxnSpPr>
            <a:cxnSpLocks/>
          </p:cNvCxnSpPr>
          <p:nvPr/>
        </p:nvCxnSpPr>
        <p:spPr>
          <a:xfrm>
            <a:off x="559501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9" name="Oval 948">
            <a:extLst>
              <a:ext uri="{FF2B5EF4-FFF2-40B4-BE49-F238E27FC236}">
                <a16:creationId xmlns:a16="http://schemas.microsoft.com/office/drawing/2014/main" id="{2CEFD95F-C0DE-FB2D-B675-4CFC15DA4A69}"/>
              </a:ext>
            </a:extLst>
          </p:cNvPr>
          <p:cNvSpPr/>
          <p:nvPr/>
        </p:nvSpPr>
        <p:spPr>
          <a:xfrm>
            <a:off x="580733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50" name="Picture 949">
            <a:extLst>
              <a:ext uri="{FF2B5EF4-FFF2-40B4-BE49-F238E27FC236}">
                <a16:creationId xmlns:a16="http://schemas.microsoft.com/office/drawing/2014/main" id="{360D154D-2A8E-6D06-5DC8-63B8C4DEA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96471"/>
            <a:ext cx="728704" cy="728704"/>
          </a:xfrm>
          <a:prstGeom prst="rect">
            <a:avLst/>
          </a:prstGeom>
        </p:spPr>
      </p:pic>
      <p:sp>
        <p:nvSpPr>
          <p:cNvPr id="955" name="Rectangle 954">
            <a:extLst>
              <a:ext uri="{FF2B5EF4-FFF2-40B4-BE49-F238E27FC236}">
                <a16:creationId xmlns:a16="http://schemas.microsoft.com/office/drawing/2014/main" id="{E544A8B1-07AD-BB2D-5065-F84BFD19DD67}"/>
              </a:ext>
            </a:extLst>
          </p:cNvPr>
          <p:cNvSpPr/>
          <p:nvPr/>
        </p:nvSpPr>
        <p:spPr>
          <a:xfrm>
            <a:off x="5928980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3092D8FE-B2EF-45A2-874F-08DA08A76608}"/>
              </a:ext>
            </a:extLst>
          </p:cNvPr>
          <p:cNvSpPr/>
          <p:nvPr/>
        </p:nvSpPr>
        <p:spPr>
          <a:xfrm>
            <a:off x="5928980" y="38649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E54D700-F068-FBBC-D760-E1E42ABA8D1F}"/>
              </a:ext>
            </a:extLst>
          </p:cNvPr>
          <p:cNvSpPr/>
          <p:nvPr/>
        </p:nvSpPr>
        <p:spPr>
          <a:xfrm>
            <a:off x="5928980" y="45821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75B4A3A-9D2D-8A8F-7E79-4A3058E39515}"/>
              </a:ext>
            </a:extLst>
          </p:cNvPr>
          <p:cNvSpPr/>
          <p:nvPr/>
        </p:nvSpPr>
        <p:spPr>
          <a:xfrm>
            <a:off x="5928980" y="5299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6EDCDDE6-AF1C-C6A7-D326-9EF0C5F573AC}"/>
              </a:ext>
            </a:extLst>
          </p:cNvPr>
          <p:cNvSpPr/>
          <p:nvPr/>
        </p:nvSpPr>
        <p:spPr>
          <a:xfrm>
            <a:off x="5928980" y="6016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8D218554-FE29-544E-81A1-5018F5CE25BB}"/>
              </a:ext>
            </a:extLst>
          </p:cNvPr>
          <p:cNvSpPr/>
          <p:nvPr/>
        </p:nvSpPr>
        <p:spPr>
          <a:xfrm>
            <a:off x="5928980" y="6733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D2F7F7D6-0BEE-4174-B061-395DEE1E7734}"/>
              </a:ext>
            </a:extLst>
          </p:cNvPr>
          <p:cNvSpPr/>
          <p:nvPr/>
        </p:nvSpPr>
        <p:spPr>
          <a:xfrm>
            <a:off x="5928980" y="7450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62FF68C8-4F0E-8364-B8A8-2261EDE872ED}"/>
              </a:ext>
            </a:extLst>
          </p:cNvPr>
          <p:cNvSpPr txBox="1"/>
          <p:nvPr/>
        </p:nvSpPr>
        <p:spPr>
          <a:xfrm>
            <a:off x="548706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8" name="Straight Connector 917">
            <a:extLst>
              <a:ext uri="{FF2B5EF4-FFF2-40B4-BE49-F238E27FC236}">
                <a16:creationId xmlns:a16="http://schemas.microsoft.com/office/drawing/2014/main" id="{4052F827-8268-66AF-7F01-BE27A8894695}"/>
              </a:ext>
            </a:extLst>
          </p:cNvPr>
          <p:cNvCxnSpPr>
            <a:cxnSpLocks/>
          </p:cNvCxnSpPr>
          <p:nvPr/>
        </p:nvCxnSpPr>
        <p:spPr>
          <a:xfrm>
            <a:off x="7169178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0" name="Oval 919">
            <a:extLst>
              <a:ext uri="{FF2B5EF4-FFF2-40B4-BE49-F238E27FC236}">
                <a16:creationId xmlns:a16="http://schemas.microsoft.com/office/drawing/2014/main" id="{052BE690-9047-B386-3F17-EEEE3C249A55}"/>
              </a:ext>
            </a:extLst>
          </p:cNvPr>
          <p:cNvSpPr/>
          <p:nvPr/>
        </p:nvSpPr>
        <p:spPr>
          <a:xfrm>
            <a:off x="7381498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21" name="Picture 920">
            <a:extLst>
              <a:ext uri="{FF2B5EF4-FFF2-40B4-BE49-F238E27FC236}">
                <a16:creationId xmlns:a16="http://schemas.microsoft.com/office/drawing/2014/main" id="{F5E30BD2-118C-D43F-3367-D1774368D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96471"/>
            <a:ext cx="728704" cy="728704"/>
          </a:xfrm>
          <a:prstGeom prst="rect">
            <a:avLst/>
          </a:prstGeom>
        </p:spPr>
      </p:pic>
      <p:sp>
        <p:nvSpPr>
          <p:cNvPr id="922" name="Rectangle 921">
            <a:extLst>
              <a:ext uri="{FF2B5EF4-FFF2-40B4-BE49-F238E27FC236}">
                <a16:creationId xmlns:a16="http://schemas.microsoft.com/office/drawing/2014/main" id="{A3D0655F-AF26-E77E-0534-E67E797997C2}"/>
              </a:ext>
            </a:extLst>
          </p:cNvPr>
          <p:cNvSpPr/>
          <p:nvPr/>
        </p:nvSpPr>
        <p:spPr>
          <a:xfrm>
            <a:off x="7504625" y="9963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6F90CDF9-184A-C5EF-FC55-7DF38EC8FBBD}"/>
              </a:ext>
            </a:extLst>
          </p:cNvPr>
          <p:cNvSpPr/>
          <p:nvPr/>
        </p:nvSpPr>
        <p:spPr>
          <a:xfrm>
            <a:off x="7504625" y="17135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C5B70726-B769-9A37-A572-CC0DC6E443CB}"/>
              </a:ext>
            </a:extLst>
          </p:cNvPr>
          <p:cNvSpPr/>
          <p:nvPr/>
        </p:nvSpPr>
        <p:spPr>
          <a:xfrm>
            <a:off x="7504625" y="24306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4E454E98-AEA0-588F-0FDF-CCBCF3EA6DAE}"/>
              </a:ext>
            </a:extLst>
          </p:cNvPr>
          <p:cNvSpPr/>
          <p:nvPr/>
        </p:nvSpPr>
        <p:spPr>
          <a:xfrm>
            <a:off x="7504625" y="31478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B8E5AAEB-1EFD-C940-B159-D0FCBE7BCB77}"/>
              </a:ext>
            </a:extLst>
          </p:cNvPr>
          <p:cNvSpPr txBox="1"/>
          <p:nvPr/>
        </p:nvSpPr>
        <p:spPr>
          <a:xfrm>
            <a:off x="7061227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2ADBFC8-3CC7-7E70-2706-BD167170CA71}"/>
              </a:ext>
            </a:extLst>
          </p:cNvPr>
          <p:cNvCxnSpPr>
            <a:cxnSpLocks/>
          </p:cNvCxnSpPr>
          <p:nvPr/>
        </p:nvCxnSpPr>
        <p:spPr>
          <a:xfrm>
            <a:off x="8725564" y="116121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1" name="Oval 890">
            <a:extLst>
              <a:ext uri="{FF2B5EF4-FFF2-40B4-BE49-F238E27FC236}">
                <a16:creationId xmlns:a16="http://schemas.microsoft.com/office/drawing/2014/main" id="{888E9458-E8AB-DEC1-2B5E-D8AA3283D306}"/>
              </a:ext>
            </a:extLst>
          </p:cNvPr>
          <p:cNvSpPr/>
          <p:nvPr/>
        </p:nvSpPr>
        <p:spPr>
          <a:xfrm>
            <a:off x="8937884" y="42887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92" name="Picture 891">
            <a:extLst>
              <a:ext uri="{FF2B5EF4-FFF2-40B4-BE49-F238E27FC236}">
                <a16:creationId xmlns:a16="http://schemas.microsoft.com/office/drawing/2014/main" id="{5B65D250-7741-236C-4CB8-D109B05F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96471"/>
            <a:ext cx="728704" cy="728704"/>
          </a:xfrm>
          <a:prstGeom prst="rect">
            <a:avLst/>
          </a:prstGeom>
        </p:spPr>
      </p:pic>
      <p:sp>
        <p:nvSpPr>
          <p:cNvPr id="917" name="TextBox 916">
            <a:extLst>
              <a:ext uri="{FF2B5EF4-FFF2-40B4-BE49-F238E27FC236}">
                <a16:creationId xmlns:a16="http://schemas.microsoft.com/office/drawing/2014/main" id="{4B128C04-D144-E21B-6F4F-3E64D134DD3D}"/>
              </a:ext>
            </a:extLst>
          </p:cNvPr>
          <p:cNvSpPr txBox="1"/>
          <p:nvPr/>
        </p:nvSpPr>
        <p:spPr>
          <a:xfrm>
            <a:off x="8617613" y="22999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0,3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0,14</a:t>
            </a: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3722741B-CAD4-687C-5144-FFBC01F1E436}"/>
              </a:ext>
            </a:extLst>
          </p:cNvPr>
          <p:cNvSpPr/>
          <p:nvPr/>
        </p:nvSpPr>
        <p:spPr>
          <a:xfrm>
            <a:off x="919133" y="26143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988" name="Group 987">
            <a:extLst>
              <a:ext uri="{FF2B5EF4-FFF2-40B4-BE49-F238E27FC236}">
                <a16:creationId xmlns:a16="http://schemas.microsoft.com/office/drawing/2014/main" id="{0E70C72C-0E16-F253-1161-BE6E16440CEF}"/>
              </a:ext>
            </a:extLst>
          </p:cNvPr>
          <p:cNvGrpSpPr/>
          <p:nvPr/>
        </p:nvGrpSpPr>
        <p:grpSpPr>
          <a:xfrm rot="5400000">
            <a:off x="7644012" y="1349140"/>
            <a:ext cx="71717" cy="358583"/>
            <a:chOff x="6220024" y="1644415"/>
            <a:chExt cx="71717" cy="358583"/>
          </a:xfrm>
        </p:grpSpPr>
        <p:sp>
          <p:nvSpPr>
            <p:cNvPr id="983" name="Rectangle 982">
              <a:extLst>
                <a:ext uri="{FF2B5EF4-FFF2-40B4-BE49-F238E27FC236}">
                  <a16:creationId xmlns:a16="http://schemas.microsoft.com/office/drawing/2014/main" id="{5A83CF06-CF69-D975-C452-CB3FF7D423F8}"/>
                </a:ext>
              </a:extLst>
            </p:cNvPr>
            <p:cNvSpPr/>
            <p:nvPr/>
          </p:nvSpPr>
          <p:spPr>
            <a:xfrm>
              <a:off x="6220024" y="164441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4" name="Rectangle 983">
              <a:extLst>
                <a:ext uri="{FF2B5EF4-FFF2-40B4-BE49-F238E27FC236}">
                  <a16:creationId xmlns:a16="http://schemas.microsoft.com/office/drawing/2014/main" id="{7D6BD2F4-BDA5-ECFC-9A51-7796D646CFF1}"/>
                </a:ext>
              </a:extLst>
            </p:cNvPr>
            <p:cNvSpPr/>
            <p:nvPr/>
          </p:nvSpPr>
          <p:spPr>
            <a:xfrm>
              <a:off x="6220024" y="171613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5" name="Rectangle 984">
              <a:extLst>
                <a:ext uri="{FF2B5EF4-FFF2-40B4-BE49-F238E27FC236}">
                  <a16:creationId xmlns:a16="http://schemas.microsoft.com/office/drawing/2014/main" id="{96911777-F72B-FD53-A70A-C31F789F8FFA}"/>
                </a:ext>
              </a:extLst>
            </p:cNvPr>
            <p:cNvSpPr/>
            <p:nvPr/>
          </p:nvSpPr>
          <p:spPr>
            <a:xfrm>
              <a:off x="6220024" y="1787848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6" name="Rectangle 985">
              <a:extLst>
                <a:ext uri="{FF2B5EF4-FFF2-40B4-BE49-F238E27FC236}">
                  <a16:creationId xmlns:a16="http://schemas.microsoft.com/office/drawing/2014/main" id="{A35799C5-D429-69A5-13B6-33141DE43B10}"/>
                </a:ext>
              </a:extLst>
            </p:cNvPr>
            <p:cNvSpPr/>
            <p:nvPr/>
          </p:nvSpPr>
          <p:spPr>
            <a:xfrm>
              <a:off x="6220024" y="185956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987" name="Rectangle 986">
              <a:extLst>
                <a:ext uri="{FF2B5EF4-FFF2-40B4-BE49-F238E27FC236}">
                  <a16:creationId xmlns:a16="http://schemas.microsoft.com/office/drawing/2014/main" id="{DAAA7C47-1743-58BB-0CC3-9DAA447FA3B6}"/>
                </a:ext>
              </a:extLst>
            </p:cNvPr>
            <p:cNvSpPr/>
            <p:nvPr/>
          </p:nvSpPr>
          <p:spPr>
            <a:xfrm>
              <a:off x="6220024" y="1931281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989" name="Rectangle 988">
            <a:extLst>
              <a:ext uri="{FF2B5EF4-FFF2-40B4-BE49-F238E27FC236}">
                <a16:creationId xmlns:a16="http://schemas.microsoft.com/office/drawing/2014/main" id="{3DD2FCE0-F809-0061-A3BC-67A24484F898}"/>
              </a:ext>
            </a:extLst>
          </p:cNvPr>
          <p:cNvSpPr/>
          <p:nvPr/>
        </p:nvSpPr>
        <p:spPr>
          <a:xfrm>
            <a:off x="60699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4E76AB82-548D-577A-D605-76456C02F696}"/>
              </a:ext>
            </a:extLst>
          </p:cNvPr>
          <p:cNvSpPr/>
          <p:nvPr/>
        </p:nvSpPr>
        <p:spPr>
          <a:xfrm>
            <a:off x="60699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79A09811-80A4-3072-AF1C-AE147D0AE46C}"/>
              </a:ext>
            </a:extLst>
          </p:cNvPr>
          <p:cNvSpPr/>
          <p:nvPr/>
        </p:nvSpPr>
        <p:spPr>
          <a:xfrm>
            <a:off x="60699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6D20B57C-8367-99FD-2DAA-30116F4ACA7B}"/>
              </a:ext>
            </a:extLst>
          </p:cNvPr>
          <p:cNvSpPr/>
          <p:nvPr/>
        </p:nvSpPr>
        <p:spPr>
          <a:xfrm>
            <a:off x="60699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9B3D8E4E-0750-750D-74C8-B0E724FFFE36}"/>
              </a:ext>
            </a:extLst>
          </p:cNvPr>
          <p:cNvSpPr/>
          <p:nvPr/>
        </p:nvSpPr>
        <p:spPr>
          <a:xfrm>
            <a:off x="60699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0DC70938-E568-350B-F9B7-6D848961611C}"/>
              </a:ext>
            </a:extLst>
          </p:cNvPr>
          <p:cNvSpPr/>
          <p:nvPr/>
        </p:nvSpPr>
        <p:spPr>
          <a:xfrm>
            <a:off x="60699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1C9D1692-FE1E-9038-6B9C-DB0436A011CB}"/>
              </a:ext>
            </a:extLst>
          </p:cNvPr>
          <p:cNvSpPr/>
          <p:nvPr/>
        </p:nvSpPr>
        <p:spPr>
          <a:xfrm>
            <a:off x="60699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288B23A3-9A35-AE11-E2DC-A3E18C14E966}"/>
              </a:ext>
            </a:extLst>
          </p:cNvPr>
          <p:cNvSpPr/>
          <p:nvPr/>
        </p:nvSpPr>
        <p:spPr>
          <a:xfrm>
            <a:off x="60699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51A71E0A-4A82-C8FF-B4E6-D0B113F87164}"/>
              </a:ext>
            </a:extLst>
          </p:cNvPr>
          <p:cNvSpPr/>
          <p:nvPr/>
        </p:nvSpPr>
        <p:spPr>
          <a:xfrm>
            <a:off x="60699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8C85C1FA-14E0-C7E8-4538-D91E4CCC3B9B}"/>
              </a:ext>
            </a:extLst>
          </p:cNvPr>
          <p:cNvSpPr/>
          <p:nvPr/>
        </p:nvSpPr>
        <p:spPr>
          <a:xfrm>
            <a:off x="60699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36D7646-BA23-36F9-C22A-49CACC95FEDA}"/>
              </a:ext>
            </a:extLst>
          </p:cNvPr>
          <p:cNvSpPr/>
          <p:nvPr/>
        </p:nvSpPr>
        <p:spPr>
          <a:xfrm>
            <a:off x="600014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76EAE160-CE8F-FEBD-43A4-831768A6E955}"/>
              </a:ext>
            </a:extLst>
          </p:cNvPr>
          <p:cNvSpPr/>
          <p:nvPr/>
        </p:nvSpPr>
        <p:spPr>
          <a:xfrm>
            <a:off x="600014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7AF421EE-EDE6-02F4-36F4-EAE7B7B17F71}"/>
              </a:ext>
            </a:extLst>
          </p:cNvPr>
          <p:cNvSpPr/>
          <p:nvPr/>
        </p:nvSpPr>
        <p:spPr>
          <a:xfrm>
            <a:off x="600014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45F99D21-F337-2786-59B6-BCFBFC347AA6}"/>
              </a:ext>
            </a:extLst>
          </p:cNvPr>
          <p:cNvSpPr/>
          <p:nvPr/>
        </p:nvSpPr>
        <p:spPr>
          <a:xfrm>
            <a:off x="600014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108AEA7B-C445-34CA-CE28-C3139A933491}"/>
              </a:ext>
            </a:extLst>
          </p:cNvPr>
          <p:cNvSpPr/>
          <p:nvPr/>
        </p:nvSpPr>
        <p:spPr>
          <a:xfrm>
            <a:off x="600014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DDACA628-9B2A-4BA6-FC51-01F8C6F1E529}"/>
              </a:ext>
            </a:extLst>
          </p:cNvPr>
          <p:cNvSpPr/>
          <p:nvPr/>
        </p:nvSpPr>
        <p:spPr>
          <a:xfrm>
            <a:off x="600014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CB1B62BD-C898-12BA-404C-3F4C18EB635A}"/>
              </a:ext>
            </a:extLst>
          </p:cNvPr>
          <p:cNvSpPr/>
          <p:nvPr/>
        </p:nvSpPr>
        <p:spPr>
          <a:xfrm>
            <a:off x="600014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B3446A-686B-C330-1227-00594CC92C2D}"/>
              </a:ext>
            </a:extLst>
          </p:cNvPr>
          <p:cNvSpPr/>
          <p:nvPr/>
        </p:nvSpPr>
        <p:spPr>
          <a:xfrm>
            <a:off x="600014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C9266342-C885-F3FC-942C-816123EACB36}"/>
              </a:ext>
            </a:extLst>
          </p:cNvPr>
          <p:cNvSpPr/>
          <p:nvPr/>
        </p:nvSpPr>
        <p:spPr>
          <a:xfrm>
            <a:off x="600014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91490BF5-49DD-F184-BC88-BC1A51795846}"/>
              </a:ext>
            </a:extLst>
          </p:cNvPr>
          <p:cNvSpPr/>
          <p:nvPr/>
        </p:nvSpPr>
        <p:spPr>
          <a:xfrm>
            <a:off x="600014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27C93962-714A-992A-1EAE-B02E94F4DACC}"/>
              </a:ext>
            </a:extLst>
          </p:cNvPr>
          <p:cNvSpPr/>
          <p:nvPr/>
        </p:nvSpPr>
        <p:spPr>
          <a:xfrm>
            <a:off x="5930295" y="4276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AC4C201B-DB8C-5030-C2D5-7BBA705BFE89}"/>
              </a:ext>
            </a:extLst>
          </p:cNvPr>
          <p:cNvSpPr/>
          <p:nvPr/>
        </p:nvSpPr>
        <p:spPr>
          <a:xfrm>
            <a:off x="5930295" y="4348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927EAB33-7304-BACD-42EE-78FC74D6542F}"/>
              </a:ext>
            </a:extLst>
          </p:cNvPr>
          <p:cNvSpPr/>
          <p:nvPr/>
        </p:nvSpPr>
        <p:spPr>
          <a:xfrm>
            <a:off x="5930295" y="44202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E7E24609-67E4-FD44-C729-6B4FEAC82161}"/>
              </a:ext>
            </a:extLst>
          </p:cNvPr>
          <p:cNvSpPr/>
          <p:nvPr/>
        </p:nvSpPr>
        <p:spPr>
          <a:xfrm>
            <a:off x="5930295" y="44919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4AECAC49-5B34-1ECD-5D3F-00255BD242E0}"/>
              </a:ext>
            </a:extLst>
          </p:cNvPr>
          <p:cNvSpPr/>
          <p:nvPr/>
        </p:nvSpPr>
        <p:spPr>
          <a:xfrm>
            <a:off x="5930295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69D70EFB-A621-4A4D-381A-A090CD346E1A}"/>
              </a:ext>
            </a:extLst>
          </p:cNvPr>
          <p:cNvSpPr/>
          <p:nvPr/>
        </p:nvSpPr>
        <p:spPr>
          <a:xfrm>
            <a:off x="5930295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DB135515-A8DF-B7F2-6451-607F48222CAF}"/>
              </a:ext>
            </a:extLst>
          </p:cNvPr>
          <p:cNvSpPr/>
          <p:nvPr/>
        </p:nvSpPr>
        <p:spPr>
          <a:xfrm>
            <a:off x="5930295" y="47070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BD1C74D8-2F29-D89C-D4BC-2C4FB2F9E7D7}"/>
              </a:ext>
            </a:extLst>
          </p:cNvPr>
          <p:cNvSpPr/>
          <p:nvPr/>
        </p:nvSpPr>
        <p:spPr>
          <a:xfrm>
            <a:off x="5930295" y="47787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1B17F388-D356-7690-B8AC-4DBC569B211F}"/>
              </a:ext>
            </a:extLst>
          </p:cNvPr>
          <p:cNvSpPr/>
          <p:nvPr/>
        </p:nvSpPr>
        <p:spPr>
          <a:xfrm>
            <a:off x="5930295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C47BAF79-7F28-295E-C4B9-39BE600CC50B}"/>
              </a:ext>
            </a:extLst>
          </p:cNvPr>
          <p:cNvSpPr/>
          <p:nvPr/>
        </p:nvSpPr>
        <p:spPr>
          <a:xfrm>
            <a:off x="5930295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B413F83-E1AD-6952-51F2-C933AA186918}"/>
              </a:ext>
            </a:extLst>
          </p:cNvPr>
          <p:cNvGrpSpPr/>
          <p:nvPr/>
        </p:nvGrpSpPr>
        <p:grpSpPr>
          <a:xfrm rot="5400000">
            <a:off x="7824617" y="4390752"/>
            <a:ext cx="71717" cy="717167"/>
            <a:chOff x="6292245" y="4429179"/>
            <a:chExt cx="71717" cy="717167"/>
          </a:xfrm>
        </p:grpSpPr>
        <p:sp>
          <p:nvSpPr>
            <p:cNvPr id="1021" name="Rectangle 1020">
              <a:extLst>
                <a:ext uri="{FF2B5EF4-FFF2-40B4-BE49-F238E27FC236}">
                  <a16:creationId xmlns:a16="http://schemas.microsoft.com/office/drawing/2014/main" id="{F1754B33-D0B5-22B0-3B8A-271CDD909FDA}"/>
                </a:ext>
              </a:extLst>
            </p:cNvPr>
            <p:cNvSpPr/>
            <p:nvPr/>
          </p:nvSpPr>
          <p:spPr>
            <a:xfrm>
              <a:off x="6292245" y="44291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2" name="Rectangle 1021">
              <a:extLst>
                <a:ext uri="{FF2B5EF4-FFF2-40B4-BE49-F238E27FC236}">
                  <a16:creationId xmlns:a16="http://schemas.microsoft.com/office/drawing/2014/main" id="{A7D91850-86AE-E941-15D1-2BEE6393C5F7}"/>
                </a:ext>
              </a:extLst>
            </p:cNvPr>
            <p:cNvSpPr/>
            <p:nvPr/>
          </p:nvSpPr>
          <p:spPr>
            <a:xfrm>
              <a:off x="6292245" y="45008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3" name="Rectangle 1022">
              <a:extLst>
                <a:ext uri="{FF2B5EF4-FFF2-40B4-BE49-F238E27FC236}">
                  <a16:creationId xmlns:a16="http://schemas.microsoft.com/office/drawing/2014/main" id="{F112188F-886D-A0A5-F3A8-5E6A4EDF9480}"/>
                </a:ext>
              </a:extLst>
            </p:cNvPr>
            <p:cNvSpPr/>
            <p:nvPr/>
          </p:nvSpPr>
          <p:spPr>
            <a:xfrm>
              <a:off x="6292245" y="45726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41A5B146-6632-3BD9-3523-F52CE1435C73}"/>
                </a:ext>
              </a:extLst>
            </p:cNvPr>
            <p:cNvSpPr/>
            <p:nvPr/>
          </p:nvSpPr>
          <p:spPr>
            <a:xfrm>
              <a:off x="6292245" y="46443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4717FFBD-2CAE-6C67-DBEF-B8F92D1D4E33}"/>
                </a:ext>
              </a:extLst>
            </p:cNvPr>
            <p:cNvSpPr/>
            <p:nvPr/>
          </p:nvSpPr>
          <p:spPr>
            <a:xfrm>
              <a:off x="6292245" y="4716045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80A7287E-CBE2-4D4D-B925-076EF1D63AC1}"/>
                </a:ext>
              </a:extLst>
            </p:cNvPr>
            <p:cNvSpPr/>
            <p:nvPr/>
          </p:nvSpPr>
          <p:spPr>
            <a:xfrm>
              <a:off x="6292245" y="478776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3A4BDBC8-84E4-FCD7-2956-45622E31F806}"/>
                </a:ext>
              </a:extLst>
            </p:cNvPr>
            <p:cNvSpPr/>
            <p:nvPr/>
          </p:nvSpPr>
          <p:spPr>
            <a:xfrm>
              <a:off x="6292245" y="485947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48F6D5CE-2C40-23CD-75DE-37E36999139A}"/>
                </a:ext>
              </a:extLst>
            </p:cNvPr>
            <p:cNvSpPr/>
            <p:nvPr/>
          </p:nvSpPr>
          <p:spPr>
            <a:xfrm>
              <a:off x="6292245" y="4931196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D140116-D68C-9446-226D-9A93CEC71D3D}"/>
                </a:ext>
              </a:extLst>
            </p:cNvPr>
            <p:cNvSpPr/>
            <p:nvPr/>
          </p:nvSpPr>
          <p:spPr>
            <a:xfrm>
              <a:off x="6292245" y="5002912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030" name="Rectangle 1029">
              <a:extLst>
                <a:ext uri="{FF2B5EF4-FFF2-40B4-BE49-F238E27FC236}">
                  <a16:creationId xmlns:a16="http://schemas.microsoft.com/office/drawing/2014/main" id="{315C3279-4E92-D345-4A93-F63A11261EF3}"/>
                </a:ext>
              </a:extLst>
            </p:cNvPr>
            <p:cNvSpPr/>
            <p:nvPr/>
          </p:nvSpPr>
          <p:spPr>
            <a:xfrm>
              <a:off x="6292245" y="5074629"/>
              <a:ext cx="71717" cy="71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93D847EF-E88A-2E1F-55C7-CAD575115B8A}"/>
              </a:ext>
            </a:extLst>
          </p:cNvPr>
          <p:cNvSpPr/>
          <p:nvPr/>
        </p:nvSpPr>
        <p:spPr>
          <a:xfrm>
            <a:off x="7786240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A3AF3146-2DCA-848E-2DE3-8190EA024221}"/>
              </a:ext>
            </a:extLst>
          </p:cNvPr>
          <p:cNvSpPr/>
          <p:nvPr/>
        </p:nvSpPr>
        <p:spPr>
          <a:xfrm>
            <a:off x="7857956" y="60994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0A9E320-F1EE-7276-A9DF-1AA0F1DD856F}"/>
              </a:ext>
            </a:extLst>
          </p:cNvPr>
          <p:cNvSpPr/>
          <p:nvPr/>
        </p:nvSpPr>
        <p:spPr>
          <a:xfrm>
            <a:off x="7786240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75C986F2-1FC9-373B-9EE1-C99681A5E3C4}"/>
              </a:ext>
            </a:extLst>
          </p:cNvPr>
          <p:cNvSpPr/>
          <p:nvPr/>
        </p:nvSpPr>
        <p:spPr>
          <a:xfrm>
            <a:off x="7857956" y="61711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8" name="Rectangle 1047">
            <a:extLst>
              <a:ext uri="{FF2B5EF4-FFF2-40B4-BE49-F238E27FC236}">
                <a16:creationId xmlns:a16="http://schemas.microsoft.com/office/drawing/2014/main" id="{EAC88E71-2ABD-F371-5899-0DD87F293E23}"/>
              </a:ext>
            </a:extLst>
          </p:cNvPr>
          <p:cNvSpPr/>
          <p:nvPr/>
        </p:nvSpPr>
        <p:spPr>
          <a:xfrm>
            <a:off x="7786240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143915A-2BCF-6896-BABB-ABC0C7FD2172}"/>
              </a:ext>
            </a:extLst>
          </p:cNvPr>
          <p:cNvSpPr/>
          <p:nvPr/>
        </p:nvSpPr>
        <p:spPr>
          <a:xfrm>
            <a:off x="7857956" y="624289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9FE35689-A352-EA0B-D2E8-259C0241C062}"/>
              </a:ext>
            </a:extLst>
          </p:cNvPr>
          <p:cNvSpPr/>
          <p:nvPr/>
        </p:nvSpPr>
        <p:spPr>
          <a:xfrm>
            <a:off x="7786240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BA2737F7-BEE7-9340-A77D-6B360E324BC6}"/>
              </a:ext>
            </a:extLst>
          </p:cNvPr>
          <p:cNvSpPr/>
          <p:nvPr/>
        </p:nvSpPr>
        <p:spPr>
          <a:xfrm>
            <a:off x="7857956" y="631461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84767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1846292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F3BBA5-E962-FB9A-55FE-67BE62500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7728" y="1286131"/>
            <a:ext cx="6592468" cy="4531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AA70AF-43BF-C4CB-3A6A-A37AB7ACD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61263" y="1286131"/>
            <a:ext cx="6592468" cy="453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73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467360"/>
            <a:ext cx="9256849" cy="585216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10668</TotalTime>
  <Words>438</Words>
  <Application>Microsoft Office PowerPoint</Application>
  <PresentationFormat>A4 Paper (210x297 mm)</PresentationFormat>
  <Paragraphs>258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Gill Sans Ultra Bold</vt:lpstr>
      <vt:lpstr>Arial</vt:lpstr>
      <vt:lpstr>Calibri</vt:lpstr>
      <vt:lpstr>Calibri Light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539</cp:revision>
  <cp:lastPrinted>2022-10-11T07:48:02Z</cp:lastPrinted>
  <dcterms:created xsi:type="dcterms:W3CDTF">2017-01-17T16:57:04Z</dcterms:created>
  <dcterms:modified xsi:type="dcterms:W3CDTF">2023-10-17T08:33:29Z</dcterms:modified>
</cp:coreProperties>
</file>