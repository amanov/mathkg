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25"/>
  </p:notesMasterIdLst>
  <p:sldIdLst>
    <p:sldId id="974" r:id="rId3"/>
    <p:sldId id="992" r:id="rId4"/>
    <p:sldId id="941" r:id="rId5"/>
    <p:sldId id="946" r:id="rId6"/>
    <p:sldId id="944" r:id="rId7"/>
    <p:sldId id="945" r:id="rId8"/>
    <p:sldId id="947" r:id="rId9"/>
    <p:sldId id="948" r:id="rId10"/>
    <p:sldId id="949" r:id="rId11"/>
    <p:sldId id="950" r:id="rId12"/>
    <p:sldId id="951" r:id="rId13"/>
    <p:sldId id="952" r:id="rId14"/>
    <p:sldId id="953" r:id="rId15"/>
    <p:sldId id="954" r:id="rId16"/>
    <p:sldId id="955" r:id="rId17"/>
    <p:sldId id="956" r:id="rId18"/>
    <p:sldId id="957" r:id="rId19"/>
    <p:sldId id="958" r:id="rId20"/>
    <p:sldId id="959" r:id="rId21"/>
    <p:sldId id="960" r:id="rId22"/>
    <p:sldId id="961" r:id="rId23"/>
    <p:sldId id="991" r:id="rId24"/>
  </p:sldIdLst>
  <p:sldSz cx="9906000" cy="6858000" type="A4"/>
  <p:notesSz cx="7104063" cy="10234613"/>
  <p:embeddedFontLst>
    <p:embeddedFont>
      <p:font typeface="Impact" panose="020B0806030902050204" pitchFamily="34" charset="0"/>
      <p:regular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4"/>
            <p14:sldId id="992"/>
          </p14:sldIdLst>
        </p14:section>
        <p14:section name="Титулдук слайд" id="{059544AC-2C27-45B1-9F95-F87DF8854DD6}">
          <p14:sldIdLst>
            <p14:sldId id="941"/>
            <p14:sldId id="946"/>
          </p14:sldIdLst>
        </p14:section>
        <p14:section name="Оюн тактасы" id="{D281CBD9-7B92-4FCC-AFB8-1C2B3F21FC7F}">
          <p14:sldIdLst>
            <p14:sldId id="944"/>
          </p14:sldIdLst>
        </p14:section>
        <p14:section name="Суроолор" id="{64787FE5-435B-45FB-9E3C-3E7B3B7FD75A}">
          <p14:sldIdLst>
            <p14:sldId id="945"/>
            <p14:sldId id="947"/>
            <p14:sldId id="948"/>
            <p14:sldId id="949"/>
            <p14:sldId id="950"/>
            <p14:sldId id="951"/>
            <p14:sldId id="952"/>
            <p14:sldId id="953"/>
            <p14:sldId id="954"/>
            <p14:sldId id="955"/>
            <p14:sldId id="956"/>
            <p14:sldId id="957"/>
            <p14:sldId id="958"/>
            <p14:sldId id="959"/>
            <p14:sldId id="960"/>
            <p14:sldId id="961"/>
          </p14:sldIdLst>
        </p14:section>
        <p14:section name="Кайтарым байланыш" id="{F3D720CF-F566-46A6-9361-125255B68FA6}">
          <p14:sldIdLst>
            <p14:sldId id="9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FFFFFF"/>
    <a:srgbClr val="00B0F0"/>
    <a:srgbClr val="00FF00"/>
    <a:srgbClr val="0000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1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894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022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04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136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507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932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453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435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92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426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492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389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2000" r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25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18" Type="http://schemas.openxmlformats.org/officeDocument/2006/relationships/slide" Target="slide18.xml"/><Relationship Id="rId3" Type="http://schemas.openxmlformats.org/officeDocument/2006/relationships/audio" Target="../media/audio2.wav"/><Relationship Id="rId21" Type="http://schemas.openxmlformats.org/officeDocument/2006/relationships/slide" Target="slide21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17" Type="http://schemas.openxmlformats.org/officeDocument/2006/relationships/slide" Target="slide17.xml"/><Relationship Id="rId2" Type="http://schemas.openxmlformats.org/officeDocument/2006/relationships/audio" Target="../media/audio1.wav"/><Relationship Id="rId16" Type="http://schemas.openxmlformats.org/officeDocument/2006/relationships/slide" Target="slide16.xml"/><Relationship Id="rId20" Type="http://schemas.openxmlformats.org/officeDocument/2006/relationships/slide" Target="slide2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image" Target="../media/image8.png"/><Relationship Id="rId15" Type="http://schemas.openxmlformats.org/officeDocument/2006/relationships/slide" Target="slide15.xml"/><Relationship Id="rId10" Type="http://schemas.openxmlformats.org/officeDocument/2006/relationships/slide" Target="slide10.xml"/><Relationship Id="rId19" Type="http://schemas.openxmlformats.org/officeDocument/2006/relationships/slide" Target="slide19.xml"/><Relationship Id="rId4" Type="http://schemas.openxmlformats.org/officeDocument/2006/relationships/image" Target="../media/image7.jpeg"/><Relationship Id="rId9" Type="http://schemas.openxmlformats.org/officeDocument/2006/relationships/slide" Target="slide9.xml"/><Relationship Id="rId14" Type="http://schemas.openxmlformats.org/officeDocument/2006/relationships/slide" Target="slide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ндуктар –Ирээттөө – 3 жылдыз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иш-чарада 2 команда оюн тактасына катары менен 3 жылдызды коюу үчүн ат салышат.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Тиешелүү суроого өтүү үчүн тордун квадратын басыңыз/тийиңиз.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Жооп үчүн "Жооп" кутучасын чыкылдатып, оюн тактасына кайра кайтыңыз.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Ошол чарчыга жылдыз коюу үчүн команданын түсүн басыңыз..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225689"/>
            <a:ext cx="9906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оюн ийкемдүү жана ар кандай жолдор менен иштетилиши мүмкүн: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Командалар суроолорду өз алдынча тандай алышат, эгерде алардын жообу туура эмес болсо, башка командага упайын «өздөрүнө» чегерип алуу мүмкүнчүлүгү бар.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Баардык команда мүчөлөрү бир суроону чыгарууга мүмкүндүгү бар  жана жооп берүү үчүн бир окуучу тандалат.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 бир команданын жеке окуучулары бир эле учурда эң тез жооп берүү үчүн ат салышат.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Кызыл / Көк команданын окуучлары жупталышы мүмкүн. Андан кийин мугалим же команданын кайсынысы жоопту тезирээк туура тапканын баалай алат (мини-такталарды колдонуу менен) же ар бир жупта канча кызыл/көк команданын мүчөсү утуп алганы боюнча класстан сурамжылоо жүргүзүп, жалпы жеңүүчү команданы аныктасак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174570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4166887" y="1656444"/>
            <a:ext cx="5046561" cy="4977434"/>
          </a:xfrm>
          <a:prstGeom prst="rect">
            <a:avLst/>
          </a:prstGeom>
        </p:spPr>
      </p:pic>
      <p:sp>
        <p:nvSpPr>
          <p:cNvPr id="2" name="WordArt 6">
            <a:extLst>
              <a:ext uri="{FF2B5EF4-FFF2-40B4-BE49-F238E27FC236}">
                <a16:creationId xmlns:a16="http://schemas.microsoft.com/office/drawing/2014/main" id="{75D78BDE-1FDB-4C09-93F0-C098628AE9C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95807" y="1050048"/>
            <a:ext cx="6686673" cy="311180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BottomRight">
                <a:rot lat="0" lon="21239998" rev="0"/>
              </a:camera>
              <a:lightRig rig="legacyHarsh3" dir="l"/>
            </a:scene3d>
            <a:sp3d extrusionH="430200" prstMaterial="legacyMatte">
              <a:extrusionClr>
                <a:srgbClr val="C0C0C0"/>
              </a:extrusionClr>
              <a:contourClr>
                <a:srgbClr val="EAEAEA"/>
              </a:contourClr>
            </a:sp3d>
          </a:bodyPr>
          <a:lstStyle/>
          <a:p>
            <a:pPr algn="ctr"/>
            <a:r>
              <a:rPr lang="ky-KG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EAEAEA"/>
                    </a:gs>
                    <a:gs pos="17999">
                      <a:srgbClr val="777777"/>
                    </a:gs>
                    <a:gs pos="31000">
                      <a:srgbClr val="292929"/>
                    </a:gs>
                    <a:gs pos="33000">
                      <a:srgbClr val="B2B2B2"/>
                    </a:gs>
                    <a:gs pos="37000">
                      <a:srgbClr val="FFFFFF"/>
                    </a:gs>
                    <a:gs pos="78999">
                      <a:srgbClr val="5F5F5F"/>
                    </a:gs>
                    <a:gs pos="87000">
                      <a:srgbClr val="5F5F5F"/>
                    </a:gs>
                    <a:gs pos="100000">
                      <a:srgbClr val="CBCBCB"/>
                    </a:gs>
                  </a:gsLst>
                  <a:lin ang="18900000" scaled="1"/>
                </a:gradFill>
                <a:latin typeface="Impact" panose="020B0806030902050204" pitchFamily="34" charset="0"/>
              </a:rPr>
              <a:t>3 Жылдыз</a:t>
            </a:r>
            <a:endParaRPr lang="en-GB" sz="3600" kern="10" dirty="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EAEAEA"/>
                  </a:gs>
                  <a:gs pos="17999">
                    <a:srgbClr val="777777"/>
                  </a:gs>
                  <a:gs pos="31000">
                    <a:srgbClr val="292929"/>
                  </a:gs>
                  <a:gs pos="33000">
                    <a:srgbClr val="B2B2B2"/>
                  </a:gs>
                  <a:gs pos="37000">
                    <a:srgbClr val="FFFFFF"/>
                  </a:gs>
                  <a:gs pos="78999">
                    <a:srgbClr val="5F5F5F"/>
                  </a:gs>
                  <a:gs pos="87000">
                    <a:srgbClr val="5F5F5F"/>
                  </a:gs>
                  <a:gs pos="100000">
                    <a:srgbClr val="CBCBCB"/>
                  </a:gs>
                </a:gsLst>
                <a:lin ang="18900000" scaled="1"/>
              </a:gradFill>
              <a:latin typeface="Impact" panose="020B080603090205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0" y="1540696"/>
            <a:ext cx="3177688" cy="291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956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Art 6">
            <a:extLst>
              <a:ext uri="{FF2B5EF4-FFF2-40B4-BE49-F238E27FC236}">
                <a16:creationId xmlns:a16="http://schemas.microsoft.com/office/drawing/2014/main" id="{75D78BDE-1FDB-4C09-93F0-C098628AE9C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301240" y="395320"/>
            <a:ext cx="6355080" cy="1636680"/>
          </a:xfrm>
          <a:prstGeom prst="rect">
            <a:avLst/>
          </a:prstGeom>
          <a:noFill/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BottomRight">
                <a:rot lat="0" lon="21239998" rev="0"/>
              </a:camera>
              <a:lightRig rig="legacyHarsh3" dir="l"/>
            </a:scene3d>
            <a:sp3d extrusionH="430200" prstMaterial="legacyMatte">
              <a:extrusionClr>
                <a:srgbClr val="C0C0C0"/>
              </a:extrusionClr>
              <a:contourClr>
                <a:srgbClr val="EAEAEA"/>
              </a:contourClr>
            </a:sp3d>
          </a:bodyPr>
          <a:lstStyle/>
          <a:p>
            <a:pPr algn="ctr"/>
            <a:r>
              <a:rPr lang="ky-KG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EAEAEA"/>
                    </a:gs>
                    <a:gs pos="17999">
                      <a:srgbClr val="777777"/>
                    </a:gs>
                    <a:gs pos="31000">
                      <a:srgbClr val="292929"/>
                    </a:gs>
                    <a:gs pos="33000">
                      <a:srgbClr val="B2B2B2"/>
                    </a:gs>
                    <a:gs pos="37000">
                      <a:srgbClr val="FFFFFF"/>
                    </a:gs>
                    <a:gs pos="78999">
                      <a:srgbClr val="5F5F5F"/>
                    </a:gs>
                    <a:gs pos="87000">
                      <a:srgbClr val="5F5F5F"/>
                    </a:gs>
                    <a:gs pos="100000">
                      <a:srgbClr val="CBCBCB"/>
                    </a:gs>
                  </a:gsLst>
                  <a:lin ang="18900000" scaled="1"/>
                </a:gradFill>
                <a:latin typeface="Impact" panose="020B0806030902050204" pitchFamily="34" charset="0"/>
              </a:rPr>
              <a:t>Биринчи 3 жылдыз алган</a:t>
            </a:r>
            <a:endParaRPr lang="en-GB" sz="3600" kern="10" dirty="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EAEAEA"/>
                  </a:gs>
                  <a:gs pos="17999">
                    <a:srgbClr val="777777"/>
                  </a:gs>
                  <a:gs pos="31000">
                    <a:srgbClr val="292929"/>
                  </a:gs>
                  <a:gs pos="33000">
                    <a:srgbClr val="B2B2B2"/>
                  </a:gs>
                  <a:gs pos="37000">
                    <a:srgbClr val="FFFFFF"/>
                  </a:gs>
                  <a:gs pos="78999">
                    <a:srgbClr val="5F5F5F"/>
                  </a:gs>
                  <a:gs pos="87000">
                    <a:srgbClr val="5F5F5F"/>
                  </a:gs>
                  <a:gs pos="100000">
                    <a:srgbClr val="CBCBCB"/>
                  </a:gs>
                </a:gsLst>
                <a:lin ang="18900000" scaled="1"/>
              </a:gradFill>
              <a:latin typeface="Impact" panose="020B0806030902050204" pitchFamily="34" charset="0"/>
            </a:endParaRPr>
          </a:p>
        </p:txBody>
      </p:sp>
      <p:sp>
        <p:nvSpPr>
          <p:cNvPr id="4" name="WordArt 6">
            <a:extLst>
              <a:ext uri="{FF2B5EF4-FFF2-40B4-BE49-F238E27FC236}">
                <a16:creationId xmlns:a16="http://schemas.microsoft.com/office/drawing/2014/main" id="{75D78BDE-1FDB-4C09-93F0-C098628AE9C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71111" y="5471569"/>
            <a:ext cx="6692098" cy="991111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BottomRight">
                <a:rot lat="0" lon="21239998" rev="0"/>
              </a:camera>
              <a:lightRig rig="legacyHarsh3" dir="l"/>
            </a:scene3d>
            <a:sp3d extrusionH="430200" prstMaterial="legacyMatte">
              <a:extrusionClr>
                <a:srgbClr val="C0C0C0"/>
              </a:extrusionClr>
              <a:contourClr>
                <a:srgbClr val="EAEAEA"/>
              </a:contourClr>
            </a:sp3d>
          </a:bodyPr>
          <a:lstStyle/>
          <a:p>
            <a:pPr algn="ctr"/>
            <a:r>
              <a:rPr lang="ky-KG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EAEAEA"/>
                    </a:gs>
                    <a:gs pos="17999">
                      <a:srgbClr val="777777"/>
                    </a:gs>
                    <a:gs pos="31000">
                      <a:srgbClr val="292929"/>
                    </a:gs>
                    <a:gs pos="33000">
                      <a:srgbClr val="B2B2B2"/>
                    </a:gs>
                    <a:gs pos="37000">
                      <a:srgbClr val="FFFFFF"/>
                    </a:gs>
                    <a:gs pos="78999">
                      <a:srgbClr val="5F5F5F"/>
                    </a:gs>
                    <a:gs pos="87000">
                      <a:srgbClr val="5F5F5F"/>
                    </a:gs>
                    <a:gs pos="100000">
                      <a:srgbClr val="CBCBCB"/>
                    </a:gs>
                  </a:gsLst>
                  <a:lin ang="18900000" scaled="1"/>
                </a:gradFill>
                <a:latin typeface="Impact" panose="020B0806030902050204" pitchFamily="34" charset="0"/>
              </a:rPr>
              <a:t>топ жеңет </a:t>
            </a:r>
            <a:endParaRPr lang="en-GB" sz="3600" kern="10" dirty="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EAEAEA"/>
                  </a:gs>
                  <a:gs pos="17999">
                    <a:srgbClr val="777777"/>
                  </a:gs>
                  <a:gs pos="31000">
                    <a:srgbClr val="292929"/>
                  </a:gs>
                  <a:gs pos="33000">
                    <a:srgbClr val="B2B2B2"/>
                  </a:gs>
                  <a:gs pos="37000">
                    <a:srgbClr val="FFFFFF"/>
                  </a:gs>
                  <a:gs pos="78999">
                    <a:srgbClr val="5F5F5F"/>
                  </a:gs>
                  <a:gs pos="87000">
                    <a:srgbClr val="5F5F5F"/>
                  </a:gs>
                  <a:gs pos="100000">
                    <a:srgbClr val="CBCBCB"/>
                  </a:gs>
                </a:gsLst>
                <a:lin ang="18900000" scaled="1"/>
              </a:gradFill>
              <a:latin typeface="Impact" panose="020B080603090205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1633970" y="3261109"/>
            <a:ext cx="1938749" cy="19121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3997135" y="3261109"/>
            <a:ext cx="1938749" cy="19121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6360300" y="3261109"/>
            <a:ext cx="1938749" cy="191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349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2091366" y="1146794"/>
            <a:ext cx="1440000" cy="13212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2134497" y="1139814"/>
            <a:ext cx="1353739" cy="1335196"/>
          </a:xfrm>
          <a:prstGeom prst="rect">
            <a:avLst/>
          </a:prstGeom>
        </p:spPr>
      </p:pic>
      <p:sp>
        <p:nvSpPr>
          <p:cNvPr id="3" name="Text Box 163">
            <a:extLst>
              <a:ext uri="{FF2B5EF4-FFF2-40B4-BE49-F238E27FC236}">
                <a16:creationId xmlns:a16="http://schemas.microsoft.com/office/drawing/2014/main" id="{3ECA8849-9ECA-4B7C-915E-2BF9ABAD8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8130" y="0"/>
            <a:ext cx="1440000" cy="1080742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540000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ky-KG" altLang="en-US" sz="6600" dirty="0">
                <a:solidFill>
                  <a:schemeClr val="bg1"/>
                </a:solidFill>
                <a:latin typeface="Impact" panose="020B0806030902050204" pitchFamily="34" charset="0"/>
              </a:rPr>
              <a:t>А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4" name="Text Box 224">
            <a:extLst>
              <a:ext uri="{FF2B5EF4-FFF2-40B4-BE49-F238E27FC236}">
                <a16:creationId xmlns:a16="http://schemas.microsoft.com/office/drawing/2014/main" id="{6B82ABC4-13E1-417B-A5C8-8384F4DDB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" y="1080742"/>
            <a:ext cx="2072998" cy="1440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1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7" name="Text Box 163">
            <a:extLst>
              <a:ext uri="{FF2B5EF4-FFF2-40B4-BE49-F238E27FC236}">
                <a16:creationId xmlns:a16="http://schemas.microsoft.com/office/drawing/2014/main" id="{3A28D92D-0F51-4EC3-AA76-5CD564277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622" y="0"/>
            <a:ext cx="1435131" cy="1080742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540000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ky-KG" altLang="en-US" sz="6600" dirty="0">
                <a:solidFill>
                  <a:schemeClr val="bg1"/>
                </a:solidFill>
                <a:latin typeface="Impact" panose="020B0806030902050204" pitchFamily="34" charset="0"/>
              </a:rPr>
              <a:t>Б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Text Box 163">
            <a:extLst>
              <a:ext uri="{FF2B5EF4-FFF2-40B4-BE49-F238E27FC236}">
                <a16:creationId xmlns:a16="http://schemas.microsoft.com/office/drawing/2014/main" id="{7C17E817-BCEB-41DF-938B-C2C428576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6245" y="0"/>
            <a:ext cx="1435131" cy="1080742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540000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ky-KG" altLang="en-US" sz="6600" dirty="0">
                <a:solidFill>
                  <a:schemeClr val="bg1"/>
                </a:solidFill>
                <a:latin typeface="Impact" panose="020B0806030902050204" pitchFamily="34" charset="0"/>
              </a:rPr>
              <a:t>В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" name="Text Box 163">
            <a:extLst>
              <a:ext uri="{FF2B5EF4-FFF2-40B4-BE49-F238E27FC236}">
                <a16:creationId xmlns:a16="http://schemas.microsoft.com/office/drawing/2014/main" id="{5C1E009B-5F5E-4C8E-90D3-C053480CE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869" y="0"/>
            <a:ext cx="1435131" cy="1080742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540000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ky-KG" altLang="en-US" sz="6600" dirty="0">
                <a:solidFill>
                  <a:schemeClr val="bg1"/>
                </a:solidFill>
                <a:latin typeface="Impact" panose="020B0806030902050204" pitchFamily="34" charset="0"/>
              </a:rPr>
              <a:t>Г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7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1624" y="1086838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8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6496" y="1086838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20" name="Rectangle 19">
            <a:hlinkClick r:id="rId6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2085158" y="1086838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3523800" y="1146794"/>
            <a:ext cx="1440000" cy="132123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3566931" y="1139814"/>
            <a:ext cx="1353739" cy="1335196"/>
          </a:xfrm>
          <a:prstGeom prst="rect">
            <a:avLst/>
          </a:prstGeom>
        </p:spPr>
      </p:pic>
      <p:sp>
        <p:nvSpPr>
          <p:cNvPr id="4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4058" y="1086838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4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8930" y="1086838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42" name="Rectangle 41">
            <a:hlinkClick r:id="rId7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3517592" y="1086838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4959208" y="1149220"/>
            <a:ext cx="1440000" cy="132123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5002339" y="1142240"/>
            <a:ext cx="1353739" cy="1335196"/>
          </a:xfrm>
          <a:prstGeom prst="rect">
            <a:avLst/>
          </a:prstGeom>
        </p:spPr>
      </p:pic>
      <p:sp>
        <p:nvSpPr>
          <p:cNvPr id="4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9466" y="108926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4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338" y="108926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47" name="Rectangle 46">
            <a:hlinkClick r:id="rId8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4953000" y="1089264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6400824" y="1146794"/>
            <a:ext cx="1440000" cy="1321237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6443955" y="1139814"/>
            <a:ext cx="1353739" cy="1335196"/>
          </a:xfrm>
          <a:prstGeom prst="rect">
            <a:avLst/>
          </a:prstGeom>
        </p:spPr>
      </p:pic>
      <p:sp>
        <p:nvSpPr>
          <p:cNvPr id="5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1082" y="1086838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5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5954" y="1086838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52" name="Rectangle 51">
            <a:hlinkClick r:id="rId9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6394616" y="1086838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2087832" y="2582480"/>
            <a:ext cx="1440000" cy="132123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2130963" y="2575500"/>
            <a:ext cx="1353739" cy="1335196"/>
          </a:xfrm>
          <a:prstGeom prst="rect">
            <a:avLst/>
          </a:prstGeom>
        </p:spPr>
      </p:pic>
      <p:sp>
        <p:nvSpPr>
          <p:cNvPr id="5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090" y="252252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5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2962" y="252252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57" name="Rectangle 56">
            <a:hlinkClick r:id="rId10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2081624" y="2522524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3520266" y="2582480"/>
            <a:ext cx="1440000" cy="132123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3563397" y="2575500"/>
            <a:ext cx="1353739" cy="1335196"/>
          </a:xfrm>
          <a:prstGeom prst="rect">
            <a:avLst/>
          </a:prstGeom>
        </p:spPr>
      </p:pic>
      <p:sp>
        <p:nvSpPr>
          <p:cNvPr id="6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0524" y="252252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6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396" y="252252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62" name="Rectangle 61">
            <a:hlinkClick r:id="rId11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3514058" y="2522524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4955674" y="2584906"/>
            <a:ext cx="1440000" cy="1321237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4998805" y="2577926"/>
            <a:ext cx="1353739" cy="1335196"/>
          </a:xfrm>
          <a:prstGeom prst="rect">
            <a:avLst/>
          </a:prstGeom>
        </p:spPr>
      </p:pic>
      <p:sp>
        <p:nvSpPr>
          <p:cNvPr id="6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5932" y="2524950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6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0804" y="2524950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67" name="Rectangle 66">
            <a:hlinkClick r:id="rId12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4949466" y="2524950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6397290" y="2582480"/>
            <a:ext cx="1440000" cy="132123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6440421" y="2575500"/>
            <a:ext cx="1353739" cy="1335196"/>
          </a:xfrm>
          <a:prstGeom prst="rect">
            <a:avLst/>
          </a:prstGeom>
        </p:spPr>
      </p:pic>
      <p:sp>
        <p:nvSpPr>
          <p:cNvPr id="7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7548" y="252252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7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420" y="252252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72" name="Rectangle 71">
            <a:hlinkClick r:id="rId13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6391082" y="2522524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2082964" y="4021203"/>
            <a:ext cx="1440000" cy="1321237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2126095" y="4014223"/>
            <a:ext cx="1353739" cy="1335196"/>
          </a:xfrm>
          <a:prstGeom prst="rect">
            <a:avLst/>
          </a:prstGeom>
        </p:spPr>
      </p:pic>
      <p:sp>
        <p:nvSpPr>
          <p:cNvPr id="7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3222" y="3961247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7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8094" y="3961247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77" name="Rectangle 76">
            <a:hlinkClick r:id="rId14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2076756" y="3961247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3515398" y="4021203"/>
            <a:ext cx="1440000" cy="1321237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3558529" y="4014223"/>
            <a:ext cx="1353739" cy="1335196"/>
          </a:xfrm>
          <a:prstGeom prst="rect">
            <a:avLst/>
          </a:prstGeom>
        </p:spPr>
      </p:pic>
      <p:sp>
        <p:nvSpPr>
          <p:cNvPr id="8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5656" y="3961247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8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0528" y="3961247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82" name="Rectangle 81">
            <a:hlinkClick r:id="rId15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3509190" y="3961247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4950806" y="4023629"/>
            <a:ext cx="1440000" cy="1321237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4993937" y="4016649"/>
            <a:ext cx="1353739" cy="1335196"/>
          </a:xfrm>
          <a:prstGeom prst="rect">
            <a:avLst/>
          </a:prstGeom>
        </p:spPr>
      </p:pic>
      <p:sp>
        <p:nvSpPr>
          <p:cNvPr id="8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1064" y="3963673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8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936" y="3963673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87" name="Rectangle 86">
            <a:hlinkClick r:id="rId16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4944598" y="3963673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6392422" y="4021203"/>
            <a:ext cx="1440000" cy="1321237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6435553" y="4014223"/>
            <a:ext cx="1353739" cy="1335196"/>
          </a:xfrm>
          <a:prstGeom prst="rect">
            <a:avLst/>
          </a:prstGeom>
        </p:spPr>
      </p:pic>
      <p:sp>
        <p:nvSpPr>
          <p:cNvPr id="9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2680" y="3961247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9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7552" y="3961247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92" name="Rectangle 91">
            <a:hlinkClick r:id="rId17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6386214" y="3961247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2079430" y="5462985"/>
            <a:ext cx="1440000" cy="1321237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2122561" y="5456005"/>
            <a:ext cx="1353739" cy="1335196"/>
          </a:xfrm>
          <a:prstGeom prst="rect">
            <a:avLst/>
          </a:prstGeom>
        </p:spPr>
      </p:pic>
      <p:sp>
        <p:nvSpPr>
          <p:cNvPr id="9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9688" y="5403029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9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4560" y="5403029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97" name="Rectangle 96">
            <a:hlinkClick r:id="rId18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2073222" y="5403029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3511864" y="5462985"/>
            <a:ext cx="1440000" cy="1321237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3554995" y="5456005"/>
            <a:ext cx="1353739" cy="1335196"/>
          </a:xfrm>
          <a:prstGeom prst="rect">
            <a:avLst/>
          </a:prstGeom>
        </p:spPr>
      </p:pic>
      <p:sp>
        <p:nvSpPr>
          <p:cNvPr id="10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122" y="5403029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0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6994" y="5403029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02" name="Rectangle 101">
            <a:hlinkClick r:id="rId19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3505656" y="5403029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4947272" y="5465411"/>
            <a:ext cx="1440000" cy="1321237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4990403" y="5458431"/>
            <a:ext cx="1353739" cy="1335196"/>
          </a:xfrm>
          <a:prstGeom prst="rect">
            <a:avLst/>
          </a:prstGeom>
        </p:spPr>
      </p:pic>
      <p:sp>
        <p:nvSpPr>
          <p:cNvPr id="10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7530" y="5405455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0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2402" y="5405455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07" name="Rectangle 106">
            <a:hlinkClick r:id="rId20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4941064" y="5405455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6388888" y="5462985"/>
            <a:ext cx="1440000" cy="1321237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6432019" y="5456005"/>
            <a:ext cx="1353739" cy="1335196"/>
          </a:xfrm>
          <a:prstGeom prst="rect">
            <a:avLst/>
          </a:prstGeom>
        </p:spPr>
      </p:pic>
      <p:sp>
        <p:nvSpPr>
          <p:cNvPr id="11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9146" y="5403029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1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4018" y="5403029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12" name="Rectangle 111">
            <a:hlinkClick r:id="rId21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6382680" y="5403029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grpSp>
        <p:nvGrpSpPr>
          <p:cNvPr id="5" name="Group 4"/>
          <p:cNvGrpSpPr/>
          <p:nvPr/>
        </p:nvGrpSpPr>
        <p:grpSpPr>
          <a:xfrm>
            <a:off x="3509776" y="5545390"/>
            <a:ext cx="2872740" cy="1134000"/>
            <a:chOff x="3509776" y="5337040"/>
            <a:chExt cx="2872740" cy="1134000"/>
          </a:xfrm>
        </p:grpSpPr>
        <p:sp>
          <p:nvSpPr>
            <p:cNvPr id="122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977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23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233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24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8251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277520" y="5389180"/>
            <a:ext cx="5440006" cy="11430"/>
            <a:chOff x="2277520" y="5180830"/>
            <a:chExt cx="5440006" cy="11430"/>
          </a:xfrm>
        </p:grpSpPr>
        <p:sp>
          <p:nvSpPr>
            <p:cNvPr id="119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520" y="518464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25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2460" y="518083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26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8830" y="519226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27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82820" y="518845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3518561" y="4079920"/>
            <a:ext cx="2872740" cy="1134000"/>
            <a:chOff x="3509776" y="5337040"/>
            <a:chExt cx="2872740" cy="1134000"/>
          </a:xfrm>
        </p:grpSpPr>
        <p:sp>
          <p:nvSpPr>
            <p:cNvPr id="129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977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0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233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1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8251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grpSp>
        <p:nvGrpSpPr>
          <p:cNvPr id="132" name="Group 131"/>
          <p:cNvGrpSpPr/>
          <p:nvPr/>
        </p:nvGrpSpPr>
        <p:grpSpPr>
          <a:xfrm>
            <a:off x="2277520" y="3945190"/>
            <a:ext cx="5440006" cy="11430"/>
            <a:chOff x="2277520" y="5180830"/>
            <a:chExt cx="5440006" cy="11430"/>
          </a:xfrm>
        </p:grpSpPr>
        <p:sp>
          <p:nvSpPr>
            <p:cNvPr id="133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520" y="518464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4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2460" y="518083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5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8830" y="519226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6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82820" y="518845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grpSp>
        <p:nvGrpSpPr>
          <p:cNvPr id="137" name="Group 136"/>
          <p:cNvGrpSpPr/>
          <p:nvPr/>
        </p:nvGrpSpPr>
        <p:grpSpPr>
          <a:xfrm>
            <a:off x="2277520" y="2512630"/>
            <a:ext cx="5440006" cy="11430"/>
            <a:chOff x="2277520" y="5180830"/>
            <a:chExt cx="5440006" cy="11430"/>
          </a:xfrm>
        </p:grpSpPr>
        <p:sp>
          <p:nvSpPr>
            <p:cNvPr id="138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520" y="518464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9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2460" y="518083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40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8830" y="519226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41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82820" y="518845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3518561" y="2609260"/>
            <a:ext cx="2872740" cy="1134000"/>
            <a:chOff x="3509776" y="5337040"/>
            <a:chExt cx="2872740" cy="1134000"/>
          </a:xfrm>
        </p:grpSpPr>
        <p:sp>
          <p:nvSpPr>
            <p:cNvPr id="143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977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44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233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45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8251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3520440" y="1192912"/>
            <a:ext cx="2872740" cy="1134000"/>
            <a:chOff x="3509776" y="5337040"/>
            <a:chExt cx="2872740" cy="1134000"/>
          </a:xfrm>
        </p:grpSpPr>
        <p:sp>
          <p:nvSpPr>
            <p:cNvPr id="147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977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48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233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49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8251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sp>
        <p:nvSpPr>
          <p:cNvPr id="150" name="Text Box 224">
            <a:extLst>
              <a:ext uri="{FF2B5EF4-FFF2-40B4-BE49-F238E27FC236}">
                <a16:creationId xmlns:a16="http://schemas.microsoft.com/office/drawing/2014/main" id="{6B82ABC4-13E1-417B-A5C8-8384F4DDB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" y="2521504"/>
            <a:ext cx="2072998" cy="1440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2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51" name="Text Box 224">
            <a:extLst>
              <a:ext uri="{FF2B5EF4-FFF2-40B4-BE49-F238E27FC236}">
                <a16:creationId xmlns:a16="http://schemas.microsoft.com/office/drawing/2014/main" id="{6B82ABC4-13E1-417B-A5C8-8384F4DDB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" y="3962266"/>
            <a:ext cx="2072998" cy="1440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3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52" name="Text Box 224">
            <a:extLst>
              <a:ext uri="{FF2B5EF4-FFF2-40B4-BE49-F238E27FC236}">
                <a16:creationId xmlns:a16="http://schemas.microsoft.com/office/drawing/2014/main" id="{6B82ABC4-13E1-417B-A5C8-8384F4DDB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" y="5403029"/>
            <a:ext cx="2072998" cy="1440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4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57" name="Text Box 218">
            <a:extLst>
              <a:ext uri="{FF2B5EF4-FFF2-40B4-BE49-F238E27FC236}">
                <a16:creationId xmlns:a16="http://schemas.microsoft.com/office/drawing/2014/main" id="{BD48BAEC-5575-43D3-901D-B778CB8B4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7296" y="1080742"/>
            <a:ext cx="2073600" cy="1440000"/>
          </a:xfrm>
          <a:prstGeom prst="rect">
            <a:avLst/>
          </a:prstGeom>
          <a:gradFill rotWithShape="1">
            <a:gsLst>
              <a:gs pos="0">
                <a:srgbClr val="FFBF00"/>
              </a:gs>
              <a:gs pos="10001">
                <a:srgbClr val="F27300"/>
              </a:gs>
              <a:gs pos="25000">
                <a:srgbClr val="8F0040"/>
              </a:gs>
              <a:gs pos="50000">
                <a:srgbClr val="400040"/>
              </a:gs>
              <a:gs pos="80000">
                <a:srgbClr val="000040"/>
              </a:gs>
              <a:gs pos="100000">
                <a:srgbClr val="0000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1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58" name="Text Box 218">
            <a:extLst>
              <a:ext uri="{FF2B5EF4-FFF2-40B4-BE49-F238E27FC236}">
                <a16:creationId xmlns:a16="http://schemas.microsoft.com/office/drawing/2014/main" id="{BD48BAEC-5575-43D3-901D-B778CB8B4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7296" y="2521504"/>
            <a:ext cx="2073600" cy="1440000"/>
          </a:xfrm>
          <a:prstGeom prst="rect">
            <a:avLst/>
          </a:prstGeom>
          <a:gradFill rotWithShape="1">
            <a:gsLst>
              <a:gs pos="0">
                <a:srgbClr val="FFBF00"/>
              </a:gs>
              <a:gs pos="10001">
                <a:srgbClr val="F27300"/>
              </a:gs>
              <a:gs pos="25000">
                <a:srgbClr val="8F0040"/>
              </a:gs>
              <a:gs pos="50000">
                <a:srgbClr val="400040"/>
              </a:gs>
              <a:gs pos="80000">
                <a:srgbClr val="000040"/>
              </a:gs>
              <a:gs pos="100000">
                <a:srgbClr val="0000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2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59" name="Text Box 218">
            <a:extLst>
              <a:ext uri="{FF2B5EF4-FFF2-40B4-BE49-F238E27FC236}">
                <a16:creationId xmlns:a16="http://schemas.microsoft.com/office/drawing/2014/main" id="{BD48BAEC-5575-43D3-901D-B778CB8B4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7296" y="3962266"/>
            <a:ext cx="2073600" cy="1440000"/>
          </a:xfrm>
          <a:prstGeom prst="rect">
            <a:avLst/>
          </a:prstGeom>
          <a:gradFill rotWithShape="1">
            <a:gsLst>
              <a:gs pos="0">
                <a:srgbClr val="FFBF00"/>
              </a:gs>
              <a:gs pos="10001">
                <a:srgbClr val="F27300"/>
              </a:gs>
              <a:gs pos="25000">
                <a:srgbClr val="8F0040"/>
              </a:gs>
              <a:gs pos="50000">
                <a:srgbClr val="400040"/>
              </a:gs>
              <a:gs pos="80000">
                <a:srgbClr val="000040"/>
              </a:gs>
              <a:gs pos="100000">
                <a:srgbClr val="0000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3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60" name="Text Box 218">
            <a:extLst>
              <a:ext uri="{FF2B5EF4-FFF2-40B4-BE49-F238E27FC236}">
                <a16:creationId xmlns:a16="http://schemas.microsoft.com/office/drawing/2014/main" id="{BD48BAEC-5575-43D3-901D-B778CB8B4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7296" y="5403029"/>
            <a:ext cx="2073600" cy="1440000"/>
          </a:xfrm>
          <a:prstGeom prst="rect">
            <a:avLst/>
          </a:prstGeom>
          <a:gradFill rotWithShape="1">
            <a:gsLst>
              <a:gs pos="0">
                <a:srgbClr val="FFBF00"/>
              </a:gs>
              <a:gs pos="10001">
                <a:srgbClr val="F27300"/>
              </a:gs>
              <a:gs pos="25000">
                <a:srgbClr val="8F0040"/>
              </a:gs>
              <a:gs pos="50000">
                <a:srgbClr val="400040"/>
              </a:gs>
              <a:gs pos="80000">
                <a:srgbClr val="000040"/>
              </a:gs>
              <a:gs pos="100000">
                <a:srgbClr val="0000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4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62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4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3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8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2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5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169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0" fill="hold">
                      <p:stCondLst>
                        <p:cond delay="0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7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7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183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1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9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5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20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9" fill="hold">
                      <p:stCondLst>
                        <p:cond delay="0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5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6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0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222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3" fill="hold">
                      <p:stCondLst>
                        <p:cond delay="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9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0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31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247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8" fill="hold">
                      <p:stCondLst>
                        <p:cond delay="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5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6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5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261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2" fill="hold">
                      <p:stCondLst>
                        <p:cond delay="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9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70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73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286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1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2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3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4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5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98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300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1" fill="hold">
                      <p:stCondLst>
                        <p:cond delay="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5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7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8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09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325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6" fill="hold">
                      <p:stCondLst>
                        <p:cond delay="0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0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2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3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4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3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339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0" fill="hold">
                      <p:stCondLst>
                        <p:cond delay="0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4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6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47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48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51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364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5" fill="hold">
                      <p:stCondLst>
                        <p:cond delay="0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9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0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1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2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73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76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378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9" fill="hold">
                      <p:stCondLst>
                        <p:cond delay="0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3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4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5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86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87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90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403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4" fill="hold">
                      <p:stCondLst>
                        <p:cond delay="0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8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9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0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11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2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15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>
                      <p:stCondLst>
                        <p:cond delay="0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2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4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25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26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8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29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431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2" fill="hold">
                      <p:stCondLst>
                        <p:cond delay="0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  <p:seq concurrent="1" nextAc="seek">
              <p:cTn id="442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3" fill="hold">
                      <p:stCondLst>
                        <p:cond delay="0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7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8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9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0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1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54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  <p:seq concurrent="1" nextAc="seek">
              <p:cTn id="45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7" fill="hold">
                      <p:stCondLst>
                        <p:cond delay="0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1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2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3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64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65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7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8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"/>
                  </p:tgtEl>
                </p:cond>
              </p:nextCondLst>
            </p:seq>
            <p:seq concurrent="1" nextAc="seek">
              <p:cTn id="481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2" fill="hold">
                      <p:stCondLst>
                        <p:cond delay="0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id="4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6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8" dur="2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89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90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93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seq concurrent="1" nextAc="seek">
              <p:cTn id="495" restart="whenNotActive" fill="hold" evtFilter="cancelBubble" nodeType="interactiveSeq">
                <p:stCondLst>
                  <p:cond evt="onClick" delay="0">
                    <p:tgtEl>
                      <p:spTgt spid="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6" fill="hold">
                      <p:stCondLst>
                        <p:cond delay="0"/>
                      </p:stCondLst>
                      <p:childTnLst>
                        <p:par>
                          <p:cTn id="497" fill="hold">
                            <p:stCondLst>
                              <p:cond delay="0"/>
                            </p:stCondLst>
                            <p:childTnLst>
                              <p:par>
                                <p:cTn id="49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0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2"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03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04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0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"/>
                  </p:tgtEl>
                </p:cond>
              </p:nextCondLst>
            </p:seq>
            <p:seq concurrent="1" nextAc="seek">
              <p:cTn id="509" restart="whenNotActive" fill="hold" evtFilter="cancelBubble" nodeType="interactiveSeq">
                <p:stCondLst>
                  <p:cond evt="onClick" delay="0">
                    <p:tgtEl>
                      <p:spTgt spid="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0" fill="hold">
                      <p:stCondLst>
                        <p:cond delay="0"/>
                      </p:stCondLst>
                      <p:childTnLst>
                        <p:par>
                          <p:cTn id="511" fill="hold">
                            <p:stCondLst>
                              <p:cond delay="0"/>
                            </p:stCondLst>
                            <p:childTnLst>
                              <p:par>
                                <p:cTn id="5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"/>
                  </p:tgtEl>
                </p:cond>
              </p:nextCondLst>
            </p:seq>
            <p:seq concurrent="1" nextAc="seek">
              <p:cTn id="520" restart="whenNotActive" fill="hold" evtFilter="cancelBubble" nodeType="interactiveSeq">
                <p:stCondLst>
                  <p:cond evt="onClick" delay="0">
                    <p:tgtEl>
                      <p:spTgt spid="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1" fill="hold">
                      <p:stCondLst>
                        <p:cond delay="0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8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29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32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"/>
                  </p:tgtEl>
                </p:cond>
              </p:nextCondLst>
            </p:seq>
            <p:seq concurrent="1" nextAc="seek">
              <p:cTn id="534" restart="whenNotActive" fill="hold" evtFilter="cancelBubble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5" fill="hold">
                      <p:stCondLst>
                        <p:cond delay="0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42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43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5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46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1"/>
                  </p:tgtEl>
                </p:cond>
              </p:nextCondLst>
            </p:seq>
            <p:seq concurrent="1" nextAc="seek">
              <p:cTn id="548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9" fill="hold">
                      <p:stCondLst>
                        <p:cond delay="0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559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0" fill="hold">
                      <p:stCondLst>
                        <p:cond delay="0"/>
                      </p:stCondLst>
                      <p:childTnLst>
                        <p:par>
                          <p:cTn id="561" fill="hold">
                            <p:stCondLst>
                              <p:cond delay="0"/>
                            </p:stCondLst>
                            <p:childTnLst>
                              <p:par>
                                <p:cTn id="5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4" dur="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5" dur="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6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67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8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0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71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573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4" fill="hold">
                      <p:stCondLst>
                        <p:cond delay="0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8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9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0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81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82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4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85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87" restart="whenNotActive" fill="hold" evtFilter="cancelBubble" nodeType="interactiveSeq">
                <p:stCondLst>
                  <p:cond evt="onClick" delay="0">
                    <p:tgtEl>
                      <p:spTgt spid="1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8" fill="hold">
                      <p:stCondLst>
                        <p:cond delay="0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id="59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"/>
                  </p:tgtEl>
                </p:cond>
              </p:nextCondLst>
            </p:seq>
            <p:seq concurrent="1" nextAc="seek">
              <p:cTn id="598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9" fill="hold">
                      <p:stCondLst>
                        <p:cond delay="0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id="60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3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4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5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6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07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10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612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3" fill="hold">
                      <p:stCondLst>
                        <p:cond delay="0"/>
                      </p:stCondLst>
                      <p:childTnLst>
                        <p:par>
                          <p:cTn id="614" fill="hold">
                            <p:stCondLst>
                              <p:cond delay="0"/>
                            </p:stCondLst>
                            <p:childTnLst>
                              <p:par>
                                <p:cTn id="6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7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8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9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20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21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3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24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7" grpId="2" animBg="1"/>
      <p:bldP spid="18" grpId="0" animBg="1"/>
      <p:bldP spid="18" grpId="1" animBg="1"/>
      <p:bldP spid="18" grpId="2" animBg="1"/>
      <p:bldP spid="20" grpId="0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5" grpId="0" animBg="1"/>
      <p:bldP spid="45" grpId="1" animBg="1"/>
      <p:bldP spid="45" grpId="2" animBg="1"/>
      <p:bldP spid="46" grpId="0" animBg="1"/>
      <p:bldP spid="46" grpId="1" animBg="1"/>
      <p:bldP spid="46" grpId="2" animBg="1"/>
      <p:bldP spid="47" grpId="0" animBg="1"/>
      <p:bldP spid="50" grpId="0" animBg="1"/>
      <p:bldP spid="50" grpId="1" animBg="1"/>
      <p:bldP spid="50" grpId="2" animBg="1"/>
      <p:bldP spid="51" grpId="0" animBg="1"/>
      <p:bldP spid="51" grpId="1" animBg="1"/>
      <p:bldP spid="51" grpId="2" animBg="1"/>
      <p:bldP spid="52" grpId="0" animBg="1"/>
      <p:bldP spid="55" grpId="0" animBg="1"/>
      <p:bldP spid="55" grpId="1" animBg="1"/>
      <p:bldP spid="55" grpId="2" animBg="1"/>
      <p:bldP spid="56" grpId="0" animBg="1"/>
      <p:bldP spid="56" grpId="1" animBg="1"/>
      <p:bldP spid="56" grpId="2" animBg="1"/>
      <p:bldP spid="57" grpId="0" animBg="1"/>
      <p:bldP spid="60" grpId="0" animBg="1"/>
      <p:bldP spid="60" grpId="1" animBg="1"/>
      <p:bldP spid="60" grpId="2" animBg="1"/>
      <p:bldP spid="61" grpId="0" animBg="1"/>
      <p:bldP spid="61" grpId="1" animBg="1"/>
      <p:bldP spid="61" grpId="2" animBg="1"/>
      <p:bldP spid="62" grpId="0" animBg="1"/>
      <p:bldP spid="65" grpId="0" animBg="1"/>
      <p:bldP spid="65" grpId="1" animBg="1"/>
      <p:bldP spid="65" grpId="2" animBg="1"/>
      <p:bldP spid="66" grpId="0" animBg="1"/>
      <p:bldP spid="66" grpId="1" animBg="1"/>
      <p:bldP spid="66" grpId="2" animBg="1"/>
      <p:bldP spid="67" grpId="0" animBg="1"/>
      <p:bldP spid="70" grpId="0" animBg="1"/>
      <p:bldP spid="70" grpId="1" animBg="1"/>
      <p:bldP spid="70" grpId="2" animBg="1"/>
      <p:bldP spid="71" grpId="0" animBg="1"/>
      <p:bldP spid="71" grpId="1" animBg="1"/>
      <p:bldP spid="71" grpId="2" animBg="1"/>
      <p:bldP spid="72" grpId="0" animBg="1"/>
      <p:bldP spid="75" grpId="0" animBg="1"/>
      <p:bldP spid="75" grpId="1" animBg="1"/>
      <p:bldP spid="75" grpId="2" animBg="1"/>
      <p:bldP spid="76" grpId="0" animBg="1"/>
      <p:bldP spid="76" grpId="1" animBg="1"/>
      <p:bldP spid="76" grpId="2" animBg="1"/>
      <p:bldP spid="77" grpId="0" animBg="1"/>
      <p:bldP spid="80" grpId="0" animBg="1"/>
      <p:bldP spid="80" grpId="1" animBg="1"/>
      <p:bldP spid="80" grpId="2" animBg="1"/>
      <p:bldP spid="81" grpId="0" animBg="1"/>
      <p:bldP spid="81" grpId="1" animBg="1"/>
      <p:bldP spid="81" grpId="2" animBg="1"/>
      <p:bldP spid="82" grpId="0" animBg="1"/>
      <p:bldP spid="85" grpId="0" animBg="1"/>
      <p:bldP spid="85" grpId="1" animBg="1"/>
      <p:bldP spid="85" grpId="2" animBg="1"/>
      <p:bldP spid="86" grpId="0" animBg="1"/>
      <p:bldP spid="86" grpId="1" animBg="1"/>
      <p:bldP spid="86" grpId="2" animBg="1"/>
      <p:bldP spid="87" grpId="0" animBg="1"/>
      <p:bldP spid="90" grpId="0" animBg="1"/>
      <p:bldP spid="90" grpId="1" animBg="1"/>
      <p:bldP spid="90" grpId="2" animBg="1"/>
      <p:bldP spid="91" grpId="0" animBg="1"/>
      <p:bldP spid="91" grpId="1" animBg="1"/>
      <p:bldP spid="91" grpId="2" animBg="1"/>
      <p:bldP spid="92" grpId="0" animBg="1"/>
      <p:bldP spid="95" grpId="0" animBg="1"/>
      <p:bldP spid="95" grpId="1" animBg="1"/>
      <p:bldP spid="95" grpId="2" animBg="1"/>
      <p:bldP spid="96" grpId="0" animBg="1"/>
      <p:bldP spid="96" grpId="1" animBg="1"/>
      <p:bldP spid="96" grpId="2" animBg="1"/>
      <p:bldP spid="97" grpId="0" animBg="1"/>
      <p:bldP spid="100" grpId="0" animBg="1"/>
      <p:bldP spid="100" grpId="1" animBg="1"/>
      <p:bldP spid="100" grpId="2" animBg="1"/>
      <p:bldP spid="101" grpId="0" animBg="1"/>
      <p:bldP spid="101" grpId="1" animBg="1"/>
      <p:bldP spid="101" grpId="2" animBg="1"/>
      <p:bldP spid="102" grpId="0" animBg="1"/>
      <p:bldP spid="105" grpId="0" animBg="1"/>
      <p:bldP spid="105" grpId="1" animBg="1"/>
      <p:bldP spid="105" grpId="2" animBg="1"/>
      <p:bldP spid="106" grpId="0" animBg="1"/>
      <p:bldP spid="106" grpId="1" animBg="1"/>
      <p:bldP spid="106" grpId="2" animBg="1"/>
      <p:bldP spid="107" grpId="0" animBg="1"/>
      <p:bldP spid="110" grpId="0" animBg="1"/>
      <p:bldP spid="110" grpId="1" animBg="1"/>
      <p:bldP spid="110" grpId="2" animBg="1"/>
      <p:bldP spid="111" grpId="0" animBg="1"/>
      <p:bldP spid="111" grpId="1" animBg="1"/>
      <p:bldP spid="111" grpId="2" animBg="1"/>
      <p:bldP spid="1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hlinkClick r:id="" action="ppaction://hlinkshowjump?jump=previousslide"/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2020744" y="5543030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6.055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4F11A3-6BDF-4576-8F10-5746C52DEFBD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F7E414-D6D6-4AA7-985B-BD86C4FF451C}"/>
              </a:ext>
            </a:extLst>
          </p:cNvPr>
          <p:cNvSpPr txBox="1"/>
          <p:nvPr/>
        </p:nvSpPr>
        <p:spPr>
          <a:xfrm>
            <a:off x="824071" y="388590"/>
            <a:ext cx="82482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кичине </a:t>
            </a:r>
            <a:r>
              <a:rPr lang="ky-KG" sz="2800" dirty="0"/>
              <a:t>ондук кайсынысы?</a:t>
            </a:r>
            <a:endParaRPr lang="en-GB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0FE9F0-DB71-4BF2-A239-10B0A984E956}"/>
              </a:ext>
            </a:extLst>
          </p:cNvPr>
          <p:cNvSpPr txBox="1"/>
          <p:nvPr/>
        </p:nvSpPr>
        <p:spPr>
          <a:xfrm>
            <a:off x="1985667" y="2103977"/>
            <a:ext cx="592502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6.54, 6.45, 6.055</a:t>
            </a:r>
          </a:p>
        </p:txBody>
      </p:sp>
    </p:spTree>
    <p:extLst>
      <p:ext uri="{BB962C8B-B14F-4D97-AF65-F5344CB8AC3E}">
        <p14:creationId xmlns:p14="http://schemas.microsoft.com/office/powerpoint/2010/main" val="2630427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4A6EBB8-F2CD-4B66-A110-E54349B05A2F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912EA2-2917-4909-B6C9-85D4C33B1536}"/>
              </a:ext>
            </a:extLst>
          </p:cNvPr>
          <p:cNvSpPr txBox="1"/>
          <p:nvPr/>
        </p:nvSpPr>
        <p:spPr>
          <a:xfrm>
            <a:off x="869885" y="404748"/>
            <a:ext cx="77224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чоң </a:t>
            </a:r>
            <a:r>
              <a:rPr lang="ky-KG" sz="2800" dirty="0"/>
              <a:t>ондук кайсынысы?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FA4B38-7161-4D04-B903-38641EB792F3}"/>
              </a:ext>
            </a:extLst>
          </p:cNvPr>
          <p:cNvSpPr txBox="1"/>
          <p:nvPr/>
        </p:nvSpPr>
        <p:spPr>
          <a:xfrm>
            <a:off x="1770869" y="2103977"/>
            <a:ext cx="635462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7.67, 7.767, 6.767</a:t>
            </a:r>
          </a:p>
        </p:txBody>
      </p:sp>
      <p:sp>
        <p:nvSpPr>
          <p:cNvPr id="6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C3FF620-E3A6-4E0A-B5DF-BB3CAE83A17B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1DB7D4-4363-4AFB-BD56-7D595B3534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5FFE78EE-7B76-43B3-8585-274DFF6FC00F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A07BF7D7-E711-4A6C-B967-DCA0C5464CA2}"/>
              </a:ext>
            </a:extLst>
          </p:cNvPr>
          <p:cNvSpPr/>
          <p:nvPr/>
        </p:nvSpPr>
        <p:spPr>
          <a:xfrm>
            <a:off x="2035216" y="5573099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7.767</a:t>
            </a:r>
          </a:p>
        </p:txBody>
      </p:sp>
    </p:spTree>
    <p:extLst>
      <p:ext uri="{BB962C8B-B14F-4D97-AF65-F5344CB8AC3E}">
        <p14:creationId xmlns:p14="http://schemas.microsoft.com/office/powerpoint/2010/main" val="258641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DBDA771-0EAA-4169-BE66-CA2A59B4A8AF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3E0E9C-89B5-4FEC-BF78-A3A093AE08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E753F688-B483-42CF-A99A-840099EFE19E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18832F07-E31C-44D3-BDDD-E79449FB5062}"/>
              </a:ext>
            </a:extLst>
          </p:cNvPr>
          <p:cNvSpPr/>
          <p:nvPr/>
        </p:nvSpPr>
        <p:spPr>
          <a:xfrm>
            <a:off x="2035216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0.066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9618AE-E88D-46EE-9414-5459B88BAFD8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AC0C81-58F2-4FEC-9F87-D88FB1B370A6}"/>
              </a:ext>
            </a:extLst>
          </p:cNvPr>
          <p:cNvSpPr txBox="1"/>
          <p:nvPr/>
        </p:nvSpPr>
        <p:spPr>
          <a:xfrm>
            <a:off x="803227" y="404748"/>
            <a:ext cx="82898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кичине </a:t>
            </a:r>
            <a:r>
              <a:rPr lang="ky-KG" sz="2800" dirty="0"/>
              <a:t>ондук кайсынысы?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886802-7876-4E86-984F-A937515C99A6}"/>
              </a:ext>
            </a:extLst>
          </p:cNvPr>
          <p:cNvSpPr txBox="1"/>
          <p:nvPr/>
        </p:nvSpPr>
        <p:spPr>
          <a:xfrm>
            <a:off x="1770869" y="2103977"/>
            <a:ext cx="635462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0.506, 0.65, 0.066</a:t>
            </a:r>
          </a:p>
        </p:txBody>
      </p:sp>
    </p:spTree>
    <p:extLst>
      <p:ext uri="{BB962C8B-B14F-4D97-AF65-F5344CB8AC3E}">
        <p14:creationId xmlns:p14="http://schemas.microsoft.com/office/powerpoint/2010/main" val="35445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23B276E-DD40-4B5B-87AB-87535A4E168B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786629-8F78-4252-9292-48C36E9CF64B}"/>
              </a:ext>
            </a:extLst>
          </p:cNvPr>
          <p:cNvSpPr txBox="1"/>
          <p:nvPr/>
        </p:nvSpPr>
        <p:spPr>
          <a:xfrm>
            <a:off x="1770869" y="2103977"/>
            <a:ext cx="635462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6.7, 6.7808, 6.078</a:t>
            </a:r>
          </a:p>
        </p:txBody>
      </p:sp>
      <p:sp>
        <p:nvSpPr>
          <p:cNvPr id="5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9A63C00-B54E-460F-B9F2-BED46A81E1F9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52CEB6-C4ED-42E8-9F49-3C9A99BAB8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820B174-04E8-4FC7-B7F2-704131DB39D6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4A450873-38D8-42F8-ADA0-CDD9D7FEBFB2}"/>
              </a:ext>
            </a:extLst>
          </p:cNvPr>
          <p:cNvSpPr/>
          <p:nvPr/>
        </p:nvSpPr>
        <p:spPr>
          <a:xfrm>
            <a:off x="2020744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6.7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CDB0D1-7C54-FAD3-5DC4-318398D25CDE}"/>
              </a:ext>
            </a:extLst>
          </p:cNvPr>
          <p:cNvSpPr txBox="1"/>
          <p:nvPr/>
        </p:nvSpPr>
        <p:spPr>
          <a:xfrm>
            <a:off x="1425583" y="388590"/>
            <a:ext cx="66999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кичине да эмес,</a:t>
            </a:r>
          </a:p>
          <a:p>
            <a:pPr algn="ctr"/>
            <a:r>
              <a:rPr lang="ky-KG" sz="2800" b="1" dirty="0"/>
              <a:t> эң чоң да эмес </a:t>
            </a:r>
            <a:r>
              <a:rPr lang="ky-KG" sz="2800" dirty="0"/>
              <a:t>ондук кайсы?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207093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FDEF36F-F066-40AA-BF32-083F9A639DB9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56D06F-CC40-49BF-85D3-D5ED9F0560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53D178F-7F00-4916-AD28-6E23D1AB0D0B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30543FF4-5F8F-49DE-9451-A380A816A5E5}"/>
              </a:ext>
            </a:extLst>
          </p:cNvPr>
          <p:cNvSpPr/>
          <p:nvPr/>
        </p:nvSpPr>
        <p:spPr>
          <a:xfrm>
            <a:off x="2035216" y="5554125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4.3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BE722A-BB43-48A4-A8A3-1DA46935B2E5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A491D7-0E33-40D4-B6A4-7BAE2048B4AB}"/>
              </a:ext>
            </a:extLst>
          </p:cNvPr>
          <p:cNvSpPr txBox="1"/>
          <p:nvPr/>
        </p:nvSpPr>
        <p:spPr>
          <a:xfrm>
            <a:off x="1248291" y="2103977"/>
            <a:ext cx="739978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4.304, 4.3, 4.43, 4.34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DD0FEE-4553-19BA-A186-57FF2288E14F}"/>
              </a:ext>
            </a:extLst>
          </p:cNvPr>
          <p:cNvSpPr txBox="1"/>
          <p:nvPr/>
        </p:nvSpPr>
        <p:spPr>
          <a:xfrm>
            <a:off x="812875" y="500350"/>
            <a:ext cx="82898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кичине </a:t>
            </a:r>
            <a:r>
              <a:rPr lang="ky-KG" sz="2800" dirty="0"/>
              <a:t>ондук кайсынысы?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48373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AFF57B4-805C-470D-825E-3CA9038DDF90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0A4E37-B237-4C01-8B74-A67B3323FCFC}"/>
              </a:ext>
            </a:extLst>
          </p:cNvPr>
          <p:cNvSpPr txBox="1"/>
          <p:nvPr/>
        </p:nvSpPr>
        <p:spPr>
          <a:xfrm>
            <a:off x="1770870" y="2103977"/>
            <a:ext cx="635462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6.02, 6.204, 6.226</a:t>
            </a:r>
          </a:p>
        </p:txBody>
      </p:sp>
      <p:sp>
        <p:nvSpPr>
          <p:cNvPr id="5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0D77090-AEFE-457D-A576-AC31507D3F1E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A6F1C2-8E94-4832-A6DB-EC5180DBBC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CFAADC7-3640-4049-97F2-B254D53BC1AA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391BF0E5-EDD6-45DC-8F61-EB2D88896A02}"/>
              </a:ext>
            </a:extLst>
          </p:cNvPr>
          <p:cNvSpPr/>
          <p:nvPr/>
        </p:nvSpPr>
        <p:spPr>
          <a:xfrm>
            <a:off x="2035216" y="5586691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6.204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E38359-07D0-4C4E-9D12-C9F3920558EF}"/>
              </a:ext>
            </a:extLst>
          </p:cNvPr>
          <p:cNvSpPr txBox="1"/>
          <p:nvPr/>
        </p:nvSpPr>
        <p:spPr>
          <a:xfrm>
            <a:off x="1425584" y="358968"/>
            <a:ext cx="66999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кичине да эмес,</a:t>
            </a:r>
          </a:p>
          <a:p>
            <a:pPr algn="ctr"/>
            <a:r>
              <a:rPr lang="ky-KG" sz="2800" b="1" dirty="0"/>
              <a:t> эң чоң да эмес </a:t>
            </a:r>
            <a:r>
              <a:rPr lang="ky-KG" sz="2800" dirty="0"/>
              <a:t>ондук кайсы?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166246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54422AC-9B72-4706-AD4A-1586B7D12334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9D1DEB-92F8-41D5-B42E-AE3AA3513924}"/>
              </a:ext>
            </a:extLst>
          </p:cNvPr>
          <p:cNvSpPr txBox="1"/>
          <p:nvPr/>
        </p:nvSpPr>
        <p:spPr>
          <a:xfrm>
            <a:off x="814932" y="388590"/>
            <a:ext cx="77320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чоң </a:t>
            </a:r>
            <a:r>
              <a:rPr lang="ky-KG" sz="2800" dirty="0"/>
              <a:t>ондук кайсынысы?</a:t>
            </a:r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374759-E0EB-43BE-819D-DDAABCC4ED4C}"/>
              </a:ext>
            </a:extLst>
          </p:cNvPr>
          <p:cNvSpPr txBox="1"/>
          <p:nvPr/>
        </p:nvSpPr>
        <p:spPr>
          <a:xfrm>
            <a:off x="1556069" y="2103977"/>
            <a:ext cx="678422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8.788, 8.787, 8.778</a:t>
            </a:r>
          </a:p>
        </p:txBody>
      </p:sp>
      <p:sp>
        <p:nvSpPr>
          <p:cNvPr id="5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56313D7-EB2D-4C4B-AA2A-250D6BFA2A0E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50124F-8817-4F31-AAF9-6E68256F2B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EDD139A-90E6-4CB5-AD07-DDA46C50DAA2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2B1C0C92-27BA-4471-B4C8-DEDED009CA27}"/>
              </a:ext>
            </a:extLst>
          </p:cNvPr>
          <p:cNvSpPr/>
          <p:nvPr/>
        </p:nvSpPr>
        <p:spPr>
          <a:xfrm>
            <a:off x="2035216" y="5559425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8.788</a:t>
            </a:r>
          </a:p>
        </p:txBody>
      </p:sp>
    </p:spTree>
    <p:extLst>
      <p:ext uri="{BB962C8B-B14F-4D97-AF65-F5344CB8AC3E}">
        <p14:creationId xmlns:p14="http://schemas.microsoft.com/office/powerpoint/2010/main" val="165230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5979656F-7B41-43BA-BBB1-F0FF8E603A8F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FC2E2C-5C54-446A-846A-43A96B5D1B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7B679EF7-A127-4761-9F9C-4CFF69F0D1A3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257AD593-A2B2-44B2-BE5E-193770DD4B3A}"/>
              </a:ext>
            </a:extLst>
          </p:cNvPr>
          <p:cNvSpPr/>
          <p:nvPr/>
        </p:nvSpPr>
        <p:spPr>
          <a:xfrm>
            <a:off x="2035216" y="557757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0.6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7CD234-B696-463B-8944-C1FB6D7E950B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214544-D4AB-48CE-9111-F36B09692982}"/>
              </a:ext>
            </a:extLst>
          </p:cNvPr>
          <p:cNvSpPr txBox="1"/>
          <p:nvPr/>
        </p:nvSpPr>
        <p:spPr>
          <a:xfrm>
            <a:off x="803227" y="404748"/>
            <a:ext cx="82898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кичине </a:t>
            </a:r>
            <a:r>
              <a:rPr lang="ky-KG" sz="2800" dirty="0"/>
              <a:t>ондук кайсынысы?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B95249-DB39-41BC-89C0-3A5D7D2A558A}"/>
              </a:ext>
            </a:extLst>
          </p:cNvPr>
          <p:cNvSpPr txBox="1"/>
          <p:nvPr/>
        </p:nvSpPr>
        <p:spPr>
          <a:xfrm>
            <a:off x="1248292" y="2103977"/>
            <a:ext cx="739978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0.607, 0.706, 0.7, 0.6</a:t>
            </a:r>
          </a:p>
        </p:txBody>
      </p:sp>
    </p:spTree>
    <p:extLst>
      <p:ext uri="{BB962C8B-B14F-4D97-AF65-F5344CB8AC3E}">
        <p14:creationId xmlns:p14="http://schemas.microsoft.com/office/powerpoint/2010/main" val="1103960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56CAA3A-8753-4522-BB05-7A30E9A32873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376DDD-CE49-4DAA-867D-0F531F07D93D}"/>
              </a:ext>
            </a:extLst>
          </p:cNvPr>
          <p:cNvSpPr txBox="1"/>
          <p:nvPr/>
        </p:nvSpPr>
        <p:spPr>
          <a:xfrm>
            <a:off x="1770869" y="2103977"/>
            <a:ext cx="635462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2.21, 2.122, 2.112</a:t>
            </a:r>
          </a:p>
        </p:txBody>
      </p:sp>
      <p:sp>
        <p:nvSpPr>
          <p:cNvPr id="5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754A5C4-BF82-4B08-ADAE-3778E86BCD13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60679E-972B-4941-8E11-CFDD06F2F9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B357906-4D26-4CD2-94BD-CEB035EED621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324BBF2E-D905-4F2E-8776-A2C64244A302}"/>
              </a:ext>
            </a:extLst>
          </p:cNvPr>
          <p:cNvSpPr/>
          <p:nvPr/>
        </p:nvSpPr>
        <p:spPr>
          <a:xfrm>
            <a:off x="2035216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2.122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B341C0-6F3D-4F36-8E2A-864F55B7FAB6}"/>
              </a:ext>
            </a:extLst>
          </p:cNvPr>
          <p:cNvSpPr txBox="1"/>
          <p:nvPr/>
        </p:nvSpPr>
        <p:spPr>
          <a:xfrm>
            <a:off x="1598220" y="275177"/>
            <a:ext cx="66999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кичине да эмес,</a:t>
            </a:r>
          </a:p>
          <a:p>
            <a:pPr algn="ctr"/>
            <a:r>
              <a:rPr lang="ky-KG" sz="2800" b="1" dirty="0"/>
              <a:t> эң чоң да эмес </a:t>
            </a:r>
            <a:r>
              <a:rPr lang="ky-KG" sz="2800" dirty="0"/>
              <a:t>ондук кайсы?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130363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706FA34-AEDE-408C-89E8-67BC36705D61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936517-DB13-4212-84DA-BFD4DFF888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8CEA7A27-3678-47F9-8C83-1F1674644D9E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066D1556-9D7F-40B2-ABEA-D45AD3FD8FB5}"/>
              </a:ext>
            </a:extLst>
          </p:cNvPr>
          <p:cNvSpPr/>
          <p:nvPr/>
        </p:nvSpPr>
        <p:spPr>
          <a:xfrm>
            <a:off x="2035216" y="5567379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6.708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6C5F50-B9FC-4E80-9610-96DFFDED8785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B5EEDE-4E27-41D5-8072-ECCAA4D7DC78}"/>
              </a:ext>
            </a:extLst>
          </p:cNvPr>
          <p:cNvSpPr txBox="1"/>
          <p:nvPr/>
        </p:nvSpPr>
        <p:spPr>
          <a:xfrm>
            <a:off x="586154" y="275177"/>
            <a:ext cx="82898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кичине </a:t>
            </a:r>
            <a:r>
              <a:rPr lang="ky-KG" sz="2800" dirty="0"/>
              <a:t>ондук кайсынысы?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6DAE91-F434-4F2F-B7F4-019C25984E8F}"/>
              </a:ext>
            </a:extLst>
          </p:cNvPr>
          <p:cNvSpPr txBox="1"/>
          <p:nvPr/>
        </p:nvSpPr>
        <p:spPr>
          <a:xfrm>
            <a:off x="1556067" y="2103977"/>
            <a:ext cx="678423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6.708, 6.807, 6.870</a:t>
            </a:r>
          </a:p>
        </p:txBody>
      </p:sp>
    </p:spTree>
    <p:extLst>
      <p:ext uri="{BB962C8B-B14F-4D97-AF65-F5344CB8AC3E}">
        <p14:creationId xmlns:p14="http://schemas.microsoft.com/office/powerpoint/2010/main" val="1419144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FA09FB9-666B-468B-B699-0A9D904452CE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50A468-6A9C-483D-858E-CD86C6FA9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F95EEE89-F4FB-4AF4-A987-018E2BA9B29E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133B7913-4B44-4EAF-8776-1BEB96B68BA2}"/>
              </a:ext>
            </a:extLst>
          </p:cNvPr>
          <p:cNvSpPr/>
          <p:nvPr/>
        </p:nvSpPr>
        <p:spPr>
          <a:xfrm>
            <a:off x="2035216" y="5605725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5.05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6AC952-272A-49F7-8606-9B5757DDC8D1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484464-9786-4DE6-BEE2-4C3A2ED5912A}"/>
              </a:ext>
            </a:extLst>
          </p:cNvPr>
          <p:cNvSpPr txBox="1"/>
          <p:nvPr/>
        </p:nvSpPr>
        <p:spPr>
          <a:xfrm>
            <a:off x="803227" y="342292"/>
            <a:ext cx="82898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кичине </a:t>
            </a:r>
            <a:r>
              <a:rPr lang="ky-KG" sz="2800" dirty="0"/>
              <a:t>ондук кайсынысы?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EBBB3A-CB29-4B8B-AA73-C916418F50BA}"/>
              </a:ext>
            </a:extLst>
          </p:cNvPr>
          <p:cNvSpPr txBox="1"/>
          <p:nvPr/>
        </p:nvSpPr>
        <p:spPr>
          <a:xfrm>
            <a:off x="1248291" y="2103977"/>
            <a:ext cx="739978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5.505, 5.5, 5.05, 55.5</a:t>
            </a:r>
          </a:p>
        </p:txBody>
      </p:sp>
    </p:spTree>
    <p:extLst>
      <p:ext uri="{BB962C8B-B14F-4D97-AF65-F5344CB8AC3E}">
        <p14:creationId xmlns:p14="http://schemas.microsoft.com/office/powerpoint/2010/main" val="935296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29B82B8-C2BD-46F8-8A8E-9A758A4E64CF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02E816-7538-439D-92D6-DF8ADF3B4F96}"/>
              </a:ext>
            </a:extLst>
          </p:cNvPr>
          <p:cNvSpPr txBox="1"/>
          <p:nvPr/>
        </p:nvSpPr>
        <p:spPr>
          <a:xfrm>
            <a:off x="1598220" y="235470"/>
            <a:ext cx="66999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кичине да эмес,</a:t>
            </a:r>
          </a:p>
          <a:p>
            <a:pPr algn="ctr"/>
            <a:r>
              <a:rPr lang="ky-KG" sz="2800" b="1" dirty="0"/>
              <a:t> эң чоң да эмес </a:t>
            </a:r>
            <a:r>
              <a:rPr lang="ky-KG" sz="2800" dirty="0"/>
              <a:t>ондук кайсы?</a:t>
            </a:r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072DD5-58E9-43FF-897D-84C6002EC71B}"/>
              </a:ext>
            </a:extLst>
          </p:cNvPr>
          <p:cNvSpPr txBox="1"/>
          <p:nvPr/>
        </p:nvSpPr>
        <p:spPr>
          <a:xfrm>
            <a:off x="2200474" y="2103977"/>
            <a:ext cx="549541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3.3, 3.333, 3.33</a:t>
            </a:r>
          </a:p>
        </p:txBody>
      </p:sp>
      <p:sp>
        <p:nvSpPr>
          <p:cNvPr id="5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1A3613E-F161-4288-BACE-8189E11D6235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BD33A2-6514-4762-B956-BE8DA6EC03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820D7FC-ED91-4076-9F72-D75661CAFE77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ACA0D9DE-6D7A-43BE-8B20-05D10D1DC058}"/>
              </a:ext>
            </a:extLst>
          </p:cNvPr>
          <p:cNvSpPr/>
          <p:nvPr/>
        </p:nvSpPr>
        <p:spPr>
          <a:xfrm>
            <a:off x="2020744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3.33</a:t>
            </a:r>
          </a:p>
        </p:txBody>
      </p:sp>
    </p:spTree>
    <p:extLst>
      <p:ext uri="{BB962C8B-B14F-4D97-AF65-F5344CB8AC3E}">
        <p14:creationId xmlns:p14="http://schemas.microsoft.com/office/powerpoint/2010/main" val="123023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FE1D3E8-2E4C-4B82-B4B9-C6FBD77157EB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FE3D8C-8001-43A9-9D4B-4E57F474E0C3}"/>
              </a:ext>
            </a:extLst>
          </p:cNvPr>
          <p:cNvSpPr txBox="1"/>
          <p:nvPr/>
        </p:nvSpPr>
        <p:spPr>
          <a:xfrm>
            <a:off x="1082149" y="275177"/>
            <a:ext cx="77320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чоң </a:t>
            </a:r>
            <a:r>
              <a:rPr lang="ky-KG" sz="2800" dirty="0"/>
              <a:t>ондук кайсынысы?</a:t>
            </a:r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F7C127-4B44-4842-9E51-F55969303581}"/>
              </a:ext>
            </a:extLst>
          </p:cNvPr>
          <p:cNvSpPr txBox="1"/>
          <p:nvPr/>
        </p:nvSpPr>
        <p:spPr>
          <a:xfrm>
            <a:off x="603886" y="2103977"/>
            <a:ext cx="868859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4.404, 4.4, 4.004, 4.4004</a:t>
            </a:r>
          </a:p>
        </p:txBody>
      </p:sp>
      <p:sp>
        <p:nvSpPr>
          <p:cNvPr id="5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0E99D55-580C-4035-B25C-9D07AD173BB1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E76A80-5759-4FFA-A98D-A7BAF2EC5B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F968E4D-CD69-4E14-8304-686ED0B383B3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AC6F0095-009F-4500-ACFB-37E1C4C9CFDF}"/>
              </a:ext>
            </a:extLst>
          </p:cNvPr>
          <p:cNvSpPr/>
          <p:nvPr/>
        </p:nvSpPr>
        <p:spPr>
          <a:xfrm>
            <a:off x="2035216" y="5567379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4.404</a:t>
            </a:r>
          </a:p>
        </p:txBody>
      </p:sp>
    </p:spTree>
    <p:extLst>
      <p:ext uri="{BB962C8B-B14F-4D97-AF65-F5344CB8AC3E}">
        <p14:creationId xmlns:p14="http://schemas.microsoft.com/office/powerpoint/2010/main" val="1531145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37C2E31-0210-49E9-B37B-42B182F5A099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A43AFD-4E40-4D21-B95E-C3D6BB3B0A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FFDD3BB2-2B11-4C5C-B390-2656B9B38225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BD293BFD-220E-4C99-AE59-B4DD03391136}"/>
              </a:ext>
            </a:extLst>
          </p:cNvPr>
          <p:cNvSpPr/>
          <p:nvPr/>
        </p:nvSpPr>
        <p:spPr>
          <a:xfrm>
            <a:off x="2035216" y="5555953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2.02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17CA9B-CE63-4068-995A-D826D438BB96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E8F0ED-4330-49D4-B78A-72C561B6652D}"/>
              </a:ext>
            </a:extLst>
          </p:cNvPr>
          <p:cNvSpPr txBox="1"/>
          <p:nvPr/>
        </p:nvSpPr>
        <p:spPr>
          <a:xfrm>
            <a:off x="586154" y="407105"/>
            <a:ext cx="82898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кичине </a:t>
            </a:r>
            <a:r>
              <a:rPr lang="ky-KG" sz="2800" dirty="0"/>
              <a:t>ондук кайсынысы?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BE1E8F-6541-4DBA-A056-9FE138FA5E15}"/>
              </a:ext>
            </a:extLst>
          </p:cNvPr>
          <p:cNvSpPr txBox="1"/>
          <p:nvPr/>
        </p:nvSpPr>
        <p:spPr>
          <a:xfrm>
            <a:off x="497286" y="2103977"/>
            <a:ext cx="890179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2.02, 2.202, 2.22, 2.0202</a:t>
            </a:r>
          </a:p>
        </p:txBody>
      </p:sp>
    </p:spTree>
    <p:extLst>
      <p:ext uri="{BB962C8B-B14F-4D97-AF65-F5344CB8AC3E}">
        <p14:creationId xmlns:p14="http://schemas.microsoft.com/office/powerpoint/2010/main" val="3876240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7348A9A-7058-42D3-9582-498A3944A236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4CBE64-E812-4427-98B0-9412D98082D8}"/>
              </a:ext>
            </a:extLst>
          </p:cNvPr>
          <p:cNvSpPr txBox="1"/>
          <p:nvPr/>
        </p:nvSpPr>
        <p:spPr>
          <a:xfrm>
            <a:off x="865076" y="388590"/>
            <a:ext cx="77320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чоң </a:t>
            </a:r>
            <a:r>
              <a:rPr lang="ky-KG" sz="2800" dirty="0"/>
              <a:t>ондук кайсынысы?</a:t>
            </a:r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05B53C-F181-4F64-89DE-1F25EDDBDB15}"/>
              </a:ext>
            </a:extLst>
          </p:cNvPr>
          <p:cNvSpPr txBox="1"/>
          <p:nvPr/>
        </p:nvSpPr>
        <p:spPr>
          <a:xfrm>
            <a:off x="1033489" y="2103977"/>
            <a:ext cx="782938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7.7, 7.17, 7.071, 7.710</a:t>
            </a:r>
          </a:p>
        </p:txBody>
      </p:sp>
      <p:sp>
        <p:nvSpPr>
          <p:cNvPr id="5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83A390B-374C-4A55-B096-F2B3C0BB9F7D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C79E9B-2DCC-4588-93E6-1F99AD0884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48C3188-57A9-4A9F-8FDB-CA69E476359C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6C061020-9F39-42B5-B746-370B287764D9}"/>
              </a:ext>
            </a:extLst>
          </p:cNvPr>
          <p:cNvSpPr/>
          <p:nvPr/>
        </p:nvSpPr>
        <p:spPr>
          <a:xfrm>
            <a:off x="2035216" y="5605725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7.710</a:t>
            </a:r>
          </a:p>
        </p:txBody>
      </p:sp>
    </p:spTree>
    <p:extLst>
      <p:ext uri="{BB962C8B-B14F-4D97-AF65-F5344CB8AC3E}">
        <p14:creationId xmlns:p14="http://schemas.microsoft.com/office/powerpoint/2010/main" val="2914706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9B73BC1-26A3-4257-8C60-5447DEABEE69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EF7F6-B287-4870-BE1C-5CD1BB3EFF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6B585C59-5E83-422A-ACD6-1257BFD6C59F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8737385D-99E3-4CB2-8DB5-30CAECBF1D65}"/>
              </a:ext>
            </a:extLst>
          </p:cNvPr>
          <p:cNvSpPr/>
          <p:nvPr/>
        </p:nvSpPr>
        <p:spPr>
          <a:xfrm>
            <a:off x="2011168" y="5544830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0.676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94EE014-9710-4DED-82A5-A0C21FA4C511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9CF960-C57F-4EE9-A0E5-E4B90C943DA6}"/>
              </a:ext>
            </a:extLst>
          </p:cNvPr>
          <p:cNvSpPr txBox="1"/>
          <p:nvPr/>
        </p:nvSpPr>
        <p:spPr>
          <a:xfrm>
            <a:off x="1556071" y="2103977"/>
            <a:ext cx="678422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0.677, 0.607, 0.676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A6DB80-F087-490B-B2B2-1BFD7450EFA0}"/>
              </a:ext>
            </a:extLst>
          </p:cNvPr>
          <p:cNvSpPr txBox="1"/>
          <p:nvPr/>
        </p:nvSpPr>
        <p:spPr>
          <a:xfrm>
            <a:off x="1598220" y="275177"/>
            <a:ext cx="66999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кичине да эмес,</a:t>
            </a:r>
          </a:p>
          <a:p>
            <a:pPr algn="ctr"/>
            <a:r>
              <a:rPr lang="ky-KG" sz="2800" b="1" dirty="0"/>
              <a:t> эң чоң да эмес </a:t>
            </a:r>
            <a:r>
              <a:rPr lang="ky-KG" sz="2800" dirty="0"/>
              <a:t>ондук кайсы?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47426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10473</TotalTime>
  <Words>504</Words>
  <Application>Microsoft Office PowerPoint</Application>
  <PresentationFormat>A4 Paper (210x297 mm)</PresentationFormat>
  <Paragraphs>116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Impact</vt:lpstr>
      <vt:lpstr>Arial</vt:lpstr>
      <vt:lpstr>Calibri Light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482</cp:revision>
  <cp:lastPrinted>2017-12-31T22:38:51Z</cp:lastPrinted>
  <dcterms:created xsi:type="dcterms:W3CDTF">2017-01-17T16:57:04Z</dcterms:created>
  <dcterms:modified xsi:type="dcterms:W3CDTF">2024-09-21T15:35:13Z</dcterms:modified>
</cp:coreProperties>
</file>