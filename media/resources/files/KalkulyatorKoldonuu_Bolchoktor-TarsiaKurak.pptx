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Ачкыч (мисал тамгасы – жооп тамгасы): A–Ж, B–В, C–К, D–С, E–Т, F–Д, G–М, H–Б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Тарсия курак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кырда бир мисал жана тамга бар; жооп башка кырда, башка тамга менен жазылган.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Окуучулар эсептегич менен чыгарып, кайсы тамгалар дал келерин аныкташат.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Каалаганда үч бурчтуктарды кесип жуптарды кагазга чаптырса да болот.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Тарсия: мисал менен жообун тамга боюнча дал кел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Мисалдар (A–H)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005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Жооптор (аралаш)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1/2 + 2 1/4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6309360" y="1417320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417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5/8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984248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029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984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1/3 − 1 5/6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V="1">
            <a:off x="6309360" y="1984248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029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984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3/4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551176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2596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551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1/5 × 1 2/3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 flipV="1">
            <a:off x="6309360" y="2551176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2596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551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118104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1638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1181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1/4 ÷ 1 1/4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 flipV="1">
            <a:off x="6309360" y="3118104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31638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1181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2/3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3685032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3730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6850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3/8 + 2 1/4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 flipV="1">
            <a:off x="6309360" y="3685032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0" y="3730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6850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251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1/6 − 1 2/3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 flipV="1">
            <a:off x="6309360" y="4251960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09360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4251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1/2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48640" y="4818888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" y="4864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" y="48188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3/5 × 2 1/2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 flipV="1">
            <a:off x="6309360" y="4818888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09360" y="4864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903720" y="48188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1/2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48640" y="5385816"/>
            <a:ext cx="457200" cy="457200"/>
          </a:xfrm>
          <a:prstGeom prst="triangle">
            <a:avLst/>
          </a:prstGeom>
          <a:solidFill>
            <a:srgbClr val="E9ECF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48640" y="54315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143000" y="5385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1/2 ÷ 1 1/2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 flipV="1">
            <a:off x="6309360" y="5385816"/>
            <a:ext cx="457200" cy="457200"/>
          </a:xfrm>
          <a:prstGeom prst="triangle">
            <a:avLst/>
          </a:prstGeom>
          <a:solidFill>
            <a:srgbClr val="F2A33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09360" y="54315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903720" y="5385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2026-10-14T07:59:24Z</dcterms:created>
  <dcterms:modified xsi:type="dcterms:W3CDTF">2026-10-14T07:59:24Z</dcterms:modified>
</cp:coreProperties>
</file>