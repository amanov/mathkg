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MathKGZ</a:t>
            </a:r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--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Эсептегичте – Жыдымай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0312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Эки команда турат. Мугалим мисалды көрсөтөт, "Даярсыңбы? Старт!" дегенде эки команда тең эсептегич менен чыгарат.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Биринчи жана так жооп берген команда упай алат.</a:t>
            </a:r>
            <a:endParaRPr lang="en-US" sz="15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Кийинки слайдда жооп ачылат — текшерип, эсепти улантыңыз.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5/8 + 2 7/12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5/8 + 2 7/12 = 6 5/24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1/6 − 4 3/4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2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1/6 − 4 3/4 = 4 5/12</a:t>
            </a:r>
            <a:endParaRPr lang="en-US" sz="4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2/5 × 3 1/3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3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2/5 × 3 1/3 = 8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3/4 ÷ 1 1/8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4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3/4 ÷ 1 1/8 = 6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1/9 + 2 2/3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5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1/9 + 2 2/3 = 7 7/9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6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1/4 − 3 5/6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6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1/4 − 3 5/6 = 4 5/12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7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5/7 × 2 1/2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7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5/7 × 2 1/2 = 4 2/7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1/2 ÷ 1 2/3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8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1/2 ÷ 1 2/3 = 4 1/2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9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3/10 + 1 4/5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9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3/10 + 1 4/5 = 6 1/10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10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1/5 − 2 7/10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10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1/5 − 2 7/10 = 3 1/2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1/6 × 1 1/2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11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1/6 × 1 1/2 = 4 3/4</a:t>
            </a:r>
            <a:endParaRPr lang="en-US" sz="4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Даярсыңбы?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3/8 ÷ 1 1/4 =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Старт!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Раунд 12 — жообу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3/8 ÷ 1 1/4 = 7 1/2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Суроолор барбы?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Сунуштар?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A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…же ката таптыңызбы!?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Сураныч, электрондук кат жөнөтүңүз: mathematicskgz@gmail.com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2026-10-14T07:59:24Z</dcterms:created>
  <dcterms:modified xsi:type="dcterms:W3CDTF">2026-10-14T07:59:24Z</dcterms:modified>
</cp:coreProperties>
</file>