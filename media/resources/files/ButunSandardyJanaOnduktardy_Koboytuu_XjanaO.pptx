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3FC69DB-E2C3-459F-AF24-54A41796DE8D}">
          <p14:sldIdLst>
            <p14:sldId id="947"/>
          </p14:sldIdLst>
        </p14:section>
        <p14:section name="Титулдук слайд" id="{4526232E-BE25-4629-85A8-49CC3B4A2D28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кчасы" id="{411D3605-D9E8-4479-810F-9FCE82E3AFDB}">
          <p14:sldIdLst>
            <p14:sldId id="941"/>
          </p14:sldIdLst>
        </p14:section>
        <p14:section name="Чыгарып таратуу үчүн" id="{627A7875-ACBC-4333-B580-4A1285613FDF}">
          <p14:sldIdLst>
            <p14:sldId id="946"/>
          </p14:sldIdLst>
        </p14:section>
        <p14:section name="Кайт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 – бүтүн сандар менен – </a:t>
            </a:r>
            <a:r>
              <a:rPr lang="ru-RU" sz="2000" b="1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Көбөйтүү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377664"/>
            <a:ext cx="6751875" cy="4480335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883402" y="1057850"/>
            <a:ext cx="552106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Бүтүн жана Ондук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сандарды көбөйтүү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6999E509-2DA8-4082-8E10-35CD3E46A6F3}"/>
              </a:ext>
            </a:extLst>
          </p:cNvPr>
          <p:cNvSpPr txBox="1"/>
          <p:nvPr/>
        </p:nvSpPr>
        <p:spPr>
          <a:xfrm>
            <a:off x="658655" y="671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3 × 1,8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131FA4F-E049-4A20-8687-F0936B8BB3CD}"/>
              </a:ext>
            </a:extLst>
          </p:cNvPr>
          <p:cNvSpPr txBox="1"/>
          <p:nvPr/>
        </p:nvSpPr>
        <p:spPr>
          <a:xfrm>
            <a:off x="7133308" y="671146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4 × 3,05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DA6108-F744-4C00-910F-55AB4D3AA2F9}"/>
              </a:ext>
            </a:extLst>
          </p:cNvPr>
          <p:cNvSpPr txBox="1"/>
          <p:nvPr/>
        </p:nvSpPr>
        <p:spPr>
          <a:xfrm>
            <a:off x="3741771" y="2952523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5 × 1,09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A6F31B2-6D03-4C6B-987C-22459B1053E2}"/>
              </a:ext>
            </a:extLst>
          </p:cNvPr>
          <p:cNvSpPr txBox="1"/>
          <p:nvPr/>
        </p:nvSpPr>
        <p:spPr>
          <a:xfrm>
            <a:off x="483127" y="5243146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2 × 3,56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D12AA0-67C4-4352-84B1-BB685D0154C5}"/>
              </a:ext>
            </a:extLst>
          </p:cNvPr>
          <p:cNvSpPr txBox="1"/>
          <p:nvPr/>
        </p:nvSpPr>
        <p:spPr>
          <a:xfrm>
            <a:off x="7308836" y="5243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7 × 1,7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D667AC0-6390-44E0-9876-32A07C701280}"/>
              </a:ext>
            </a:extLst>
          </p:cNvPr>
          <p:cNvSpPr txBox="1"/>
          <p:nvPr/>
        </p:nvSpPr>
        <p:spPr>
          <a:xfrm>
            <a:off x="3919094" y="671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3,6 × 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977B625-A2D1-400F-9A13-404D91ACFD60}"/>
              </a:ext>
            </a:extLst>
          </p:cNvPr>
          <p:cNvSpPr txBox="1"/>
          <p:nvPr/>
        </p:nvSpPr>
        <p:spPr>
          <a:xfrm>
            <a:off x="3743566" y="5261619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1,31 × 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8EEAB75-98E1-421E-9335-6316900FEAFC}"/>
              </a:ext>
            </a:extLst>
          </p:cNvPr>
          <p:cNvSpPr txBox="1"/>
          <p:nvPr/>
        </p:nvSpPr>
        <p:spPr>
          <a:xfrm>
            <a:off x="575531" y="2998710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0,6 × 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CD4835-9E58-4DC6-A2FB-3883E584E84D}"/>
              </a:ext>
            </a:extLst>
          </p:cNvPr>
          <p:cNvSpPr txBox="1"/>
          <p:nvPr/>
        </p:nvSpPr>
        <p:spPr>
          <a:xfrm>
            <a:off x="7133312" y="2998710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0,25 × 6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492912-6D06-4A2A-B057-365FD40F5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22" y="0"/>
            <a:ext cx="9271156" cy="654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7F217E-D89D-480B-9462-2D8CB88E7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0"/>
            <a:ext cx="4854901" cy="33682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C64EE1-5EF9-41EE-891F-A75417512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647" y="0"/>
            <a:ext cx="4854901" cy="3368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D1B248-C39D-4375-BFD4-0B838D36E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3483981"/>
            <a:ext cx="4854901" cy="33682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40C416-0A64-4C7E-A767-F1E12BA08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647" y="3483981"/>
            <a:ext cx="4854901" cy="336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8365</TotalTime>
  <Words>151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382</cp:revision>
  <cp:lastPrinted>2017-12-31T22:38:51Z</cp:lastPrinted>
  <dcterms:created xsi:type="dcterms:W3CDTF">2017-01-17T16:57:04Z</dcterms:created>
  <dcterms:modified xsi:type="dcterms:W3CDTF">2024-08-28T10:08:09Z</dcterms:modified>
</cp:coreProperties>
</file>