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5"/>
  </p:notesMasterIdLst>
  <p:sldIdLst>
    <p:sldId id="977" r:id="rId2"/>
    <p:sldId id="978" r:id="rId3"/>
    <p:sldId id="979" r:id="rId4"/>
    <p:sldId id="980" r:id="rId5"/>
    <p:sldId id="951" r:id="rId6"/>
    <p:sldId id="981" r:id="rId7"/>
    <p:sldId id="949" r:id="rId8"/>
    <p:sldId id="982" r:id="rId9"/>
    <p:sldId id="948" r:id="rId10"/>
    <p:sldId id="983" r:id="rId11"/>
    <p:sldId id="958" r:id="rId12"/>
    <p:sldId id="984" r:id="rId13"/>
    <p:sldId id="959" r:id="rId14"/>
    <p:sldId id="985" r:id="rId15"/>
    <p:sldId id="953" r:id="rId16"/>
    <p:sldId id="986" r:id="rId17"/>
    <p:sldId id="957" r:id="rId18"/>
    <p:sldId id="987" r:id="rId19"/>
    <p:sldId id="963" r:id="rId20"/>
    <p:sldId id="988" r:id="rId21"/>
    <p:sldId id="962" r:id="rId22"/>
    <p:sldId id="989" r:id="rId23"/>
    <p:sldId id="960" r:id="rId24"/>
    <p:sldId id="990" r:id="rId25"/>
    <p:sldId id="943" r:id="rId26"/>
    <p:sldId id="991" r:id="rId27"/>
    <p:sldId id="945" r:id="rId28"/>
    <p:sldId id="992" r:id="rId29"/>
    <p:sldId id="961" r:id="rId30"/>
    <p:sldId id="993" r:id="rId31"/>
    <p:sldId id="955" r:id="rId32"/>
    <p:sldId id="833" r:id="rId33"/>
    <p:sldId id="994" r:id="rId34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6"/>
    </p:embeddedFont>
    <p:embeddedFont>
      <p:font typeface="Bernard MT Condensed" panose="02050806060905020404" pitchFamily="18" charset="0"/>
      <p:regular r:id="rId37"/>
    </p:embeddedFont>
    <p:embeddedFont>
      <p:font typeface="Cambria Math" panose="02040503050406030204" pitchFamily="18" charset="0"/>
      <p:regular r:id="rId3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1E05851-CFF0-4C87-92C7-041FEEA4E088}">
          <p14:sldIdLst>
            <p14:sldId id="977"/>
          </p14:sldIdLst>
        </p14:section>
        <p14:section name="Титулдук слайд" id="{2FA5893C-4955-4958-B70C-5FE31BADCCC0}">
          <p14:sldIdLst>
            <p14:sldId id="978"/>
            <p14:sldId id="979"/>
          </p14:sldIdLst>
        </p14:section>
        <p14:section name="Оюн" id="{267FD0E9-36B9-4F9E-842D-CBFE57676936}">
          <p14:sldIdLst>
            <p14:sldId id="980"/>
            <p14:sldId id="951"/>
            <p14:sldId id="981"/>
            <p14:sldId id="949"/>
            <p14:sldId id="982"/>
            <p14:sldId id="948"/>
            <p14:sldId id="983"/>
            <p14:sldId id="958"/>
            <p14:sldId id="984"/>
            <p14:sldId id="959"/>
            <p14:sldId id="985"/>
            <p14:sldId id="953"/>
            <p14:sldId id="986"/>
            <p14:sldId id="957"/>
            <p14:sldId id="987"/>
            <p14:sldId id="963"/>
            <p14:sldId id="988"/>
            <p14:sldId id="962"/>
            <p14:sldId id="989"/>
            <p14:sldId id="960"/>
            <p14:sldId id="990"/>
            <p14:sldId id="943"/>
            <p14:sldId id="991"/>
            <p14:sldId id="945"/>
            <p14:sldId id="992"/>
            <p14:sldId id="961"/>
            <p14:sldId id="993"/>
            <p14:sldId id="955"/>
            <p14:sldId id="833"/>
          </p14:sldIdLst>
        </p14:section>
        <p14:section name="Кайтарым байланыш" id="{7ECB40EF-C489-450F-AAD1-49D682A9EC0C}">
          <p14:sldIdLst>
            <p14:sldId id="9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226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ндуктар –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Орундук мааниси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lang="en-US" sz="16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69144" y="3429000"/>
            <a:ext cx="9060962" cy="3455665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Ондуктардын Орундук мааниси</a:t>
            </a:r>
            <a:endParaRPr lang="en-US" sz="44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07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049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6114284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543.72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6114284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3032103" y="542840"/>
            <a:ext cx="38418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Ондук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6416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16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910271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103.526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910271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923705" y="542840"/>
            <a:ext cx="405861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Бирдик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  <a:p>
            <a:pPr algn="ctr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80726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83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3207522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112.56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3207522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626FCEF-3FB2-B352-7CA9-F4FC046ED743}"/>
              </a:ext>
            </a:extLst>
          </p:cNvPr>
          <p:cNvSpPr txBox="1"/>
          <p:nvPr/>
        </p:nvSpPr>
        <p:spPr>
          <a:xfrm>
            <a:off x="3032103" y="542840"/>
            <a:ext cx="38418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Ондук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5187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942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7505398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2308.76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7505398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EEA68C0-721E-E8CF-139F-E3203A5D62DA}"/>
              </a:ext>
            </a:extLst>
          </p:cNvPr>
          <p:cNvSpPr txBox="1"/>
          <p:nvPr/>
        </p:nvSpPr>
        <p:spPr>
          <a:xfrm>
            <a:off x="2866764" y="662429"/>
            <a:ext cx="39133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Ондор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9758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386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006621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503.8271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006621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067587E-AC93-6F74-693A-137A43B25D39}"/>
              </a:ext>
            </a:extLst>
          </p:cNvPr>
          <p:cNvSpPr txBox="1"/>
          <p:nvPr/>
        </p:nvSpPr>
        <p:spPr>
          <a:xfrm>
            <a:off x="2657996" y="542840"/>
            <a:ext cx="45900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Жүздүктөр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5776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799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212348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4831.0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212348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49BBE5C-AC0C-5972-97FF-6FDC6D26B807}"/>
              </a:ext>
            </a:extLst>
          </p:cNvPr>
          <p:cNvSpPr txBox="1"/>
          <p:nvPr/>
        </p:nvSpPr>
        <p:spPr>
          <a:xfrm>
            <a:off x="2657996" y="542840"/>
            <a:ext cx="45900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Жүздүктөр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729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529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7210307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3481.0147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7210307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E8B53C6-D470-BFCD-6981-86F862BC219A}"/>
              </a:ext>
            </a:extLst>
          </p:cNvPr>
          <p:cNvSpPr txBox="1"/>
          <p:nvPr/>
        </p:nvSpPr>
        <p:spPr>
          <a:xfrm>
            <a:off x="2601379" y="542840"/>
            <a:ext cx="47032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Миңдиктер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91454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157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9827072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5149.3728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9827072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C5294CD-1175-73E5-6610-7139D5F5A8FC}"/>
              </a:ext>
            </a:extLst>
          </p:cNvPr>
          <p:cNvSpPr txBox="1"/>
          <p:nvPr/>
        </p:nvSpPr>
        <p:spPr>
          <a:xfrm>
            <a:off x="3032103" y="542840"/>
            <a:ext cx="38418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Ондук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07567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428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1187004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6801.4593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1187004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7CAFD47-8A02-354A-0891-6312B48F0DF1}"/>
              </a:ext>
            </a:extLst>
          </p:cNvPr>
          <p:cNvSpPr txBox="1"/>
          <p:nvPr/>
        </p:nvSpPr>
        <p:spPr>
          <a:xfrm>
            <a:off x="2668383" y="542840"/>
            <a:ext cx="45692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Бирдиктер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8301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901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0665905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6982.47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0665905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D74D2B6-06BD-4FF0-0032-7557C50E2A9F}"/>
              </a:ext>
            </a:extLst>
          </p:cNvPr>
          <p:cNvSpPr txBox="1"/>
          <p:nvPr/>
        </p:nvSpPr>
        <p:spPr>
          <a:xfrm>
            <a:off x="3032103" y="542840"/>
            <a:ext cx="38418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Ондук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60479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701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9145083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203.8471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9145083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5D485E4-327E-9C8B-3860-06C1DA166FCA}"/>
              </a:ext>
            </a:extLst>
          </p:cNvPr>
          <p:cNvSpPr txBox="1"/>
          <p:nvPr/>
        </p:nvSpPr>
        <p:spPr>
          <a:xfrm>
            <a:off x="2657996" y="542840"/>
            <a:ext cx="45900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Жүздүктөр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83212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076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852224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324.7962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852224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AAA5199-79D8-8D9B-E9B6-6BA0B458B3C8}"/>
              </a:ext>
            </a:extLst>
          </p:cNvPr>
          <p:cNvSpPr txBox="1"/>
          <p:nvPr/>
        </p:nvSpPr>
        <p:spPr>
          <a:xfrm>
            <a:off x="2601379" y="542840"/>
            <a:ext cx="47032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Миңдиктер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80404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649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0334754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3657.8141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0334754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0212CDB-207D-5AE8-BEFC-092384FEA1B8}"/>
              </a:ext>
            </a:extLst>
          </p:cNvPr>
          <p:cNvSpPr txBox="1"/>
          <p:nvPr/>
        </p:nvSpPr>
        <p:spPr>
          <a:xfrm>
            <a:off x="2601379" y="542840"/>
            <a:ext cx="47032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Миңдиктер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00837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250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364229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1656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2362.784</m:t>
                                </m:r>
                                <m:r>
                                  <a:rPr lang="en-GB" sz="96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1656"/>
                  </p:ext>
                </p:extLst>
              </p:nvPr>
            </p:nvGraphicFramePr>
            <p:xfrm>
              <a:off x="1878619" y="1776046"/>
              <a:ext cx="614875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75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56C4C10-FC00-0FF4-E078-E6131BCA5708}"/>
              </a:ext>
            </a:extLst>
          </p:cNvPr>
          <p:cNvSpPr txBox="1"/>
          <p:nvPr/>
        </p:nvSpPr>
        <p:spPr>
          <a:xfrm>
            <a:off x="2245514" y="542840"/>
            <a:ext cx="54150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dirty="0"/>
              <a:t>Он - Миңдиктер</a:t>
            </a:r>
            <a:r>
              <a:rPr lang="ru-RU" sz="2800" dirty="0"/>
              <a:t> үлүш тилкесинде</a:t>
            </a:r>
          </a:p>
          <a:p>
            <a:pPr algn="ctr"/>
            <a:r>
              <a:rPr lang="ru-RU" sz="2800" dirty="0"/>
              <a:t> кайсы сан жайгашат?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854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8366</TotalTime>
  <Words>309</Words>
  <Application>Microsoft Office PowerPoint</Application>
  <PresentationFormat>A4 Paper (210x297 mm)</PresentationFormat>
  <Paragraphs>111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Berlin Sans FB Demi</vt:lpstr>
      <vt:lpstr>Calibri</vt:lpstr>
      <vt:lpstr>Bernard MT Condensed</vt:lpstr>
      <vt:lpstr>Arial</vt:lpstr>
      <vt:lpstr>Cambria Math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367</cp:revision>
  <cp:lastPrinted>2017-12-31T22:38:51Z</cp:lastPrinted>
  <dcterms:created xsi:type="dcterms:W3CDTF">2017-01-17T16:57:04Z</dcterms:created>
  <dcterms:modified xsi:type="dcterms:W3CDTF">2024-09-28T17:46:24Z</dcterms:modified>
</cp:coreProperties>
</file>