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4"/>
  </p:notesMasterIdLst>
  <p:sldIdLst>
    <p:sldId id="257" r:id="rId3"/>
    <p:sldId id="278" r:id="rId4"/>
    <p:sldId id="951" r:id="rId5"/>
    <p:sldId id="952" r:id="rId6"/>
    <p:sldId id="948" r:id="rId7"/>
    <p:sldId id="950" r:id="rId8"/>
    <p:sldId id="953" r:id="rId9"/>
    <p:sldId id="954" r:id="rId10"/>
    <p:sldId id="955" r:id="rId11"/>
    <p:sldId id="949" r:id="rId12"/>
    <p:sldId id="274" r:id="rId1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2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203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95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68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7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9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35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15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8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09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74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84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Бөлүү – Бөлүүчү 1ден аз – </a:t>
            </a:r>
            <a:r>
              <a:rPr lang="ky-KG" dirty="0"/>
              <a:t>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4148" y="4806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4875" dirty="0"/>
              <a:t>Көнүгүүлөр топтомун текшерип, аларды </a:t>
            </a:r>
            <a:r>
              <a:rPr lang="ky-KG" sz="4875" dirty="0">
                <a:solidFill>
                  <a:srgbClr val="00B050"/>
                </a:solidFill>
              </a:rPr>
              <a:t>Туура</a:t>
            </a:r>
            <a:r>
              <a:rPr lang="ky-KG" sz="4875" dirty="0"/>
              <a:t> же </a:t>
            </a:r>
            <a:r>
              <a:rPr lang="ky-KG" sz="4875" dirty="0">
                <a:solidFill>
                  <a:srgbClr val="FF0000"/>
                </a:solidFill>
              </a:rPr>
              <a:t>Ката</a:t>
            </a:r>
            <a:r>
              <a:rPr lang="ky-KG" sz="4875" dirty="0"/>
              <a:t> деп эки топко бөлүңүз</a:t>
            </a:r>
            <a:endParaRPr lang="en-US" sz="4875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283028" y="988616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42950"/>
            <a:r>
              <a:rPr lang="en-US" sz="5363">
                <a:solidFill>
                  <a:srgbClr val="00B0F0"/>
                </a:solidFill>
                <a:latin typeface="Calibri Light" panose="020F0302020204030204"/>
              </a:rPr>
              <a:t>MathKGZ</a:t>
            </a:r>
            <a:r>
              <a:rPr lang="en-US" sz="4225">
                <a:solidFill>
                  <a:srgbClr val="00B0F0"/>
                </a:solidFill>
                <a:latin typeface="Calibri Light" panose="020F0302020204030204"/>
              </a:rPr>
              <a:t>  -- </a:t>
            </a:r>
            <a:endParaRPr lang="en-US" sz="4225" dirty="0">
              <a:solidFill>
                <a:srgbClr val="00B0F0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EA4B8C-5FE3-29D2-E4F3-4ACC1A3DF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2" y="91440"/>
            <a:ext cx="9622388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42309" y="551333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460679" y="-92692"/>
            <a:ext cx="7801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Көнүгүүлөр топтомун текшерип, аларды </a:t>
            </a:r>
            <a:r>
              <a:rPr lang="ky-KG" dirty="0">
                <a:solidFill>
                  <a:srgbClr val="FF0000"/>
                </a:solidFill>
              </a:rPr>
              <a:t>Туура же Ката</a:t>
            </a:r>
            <a:r>
              <a:rPr lang="ky-KG" dirty="0"/>
              <a:t> деп эки топко бөлүңүз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37192" y="551333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2375" y="3842044"/>
            <a:ext cx="1165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барабар…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27536" y="1682206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22613" y="541287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44062" y="-93171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66632" y="561501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97911" y="163551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27546" y="5480890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54910" y="532720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5741" y="-88657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789456" y="508340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71380" y="3775433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35343" y="162377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45620" y="533226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51205" y="-82879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90287" y="539487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</a:t>
            </a:r>
            <a:r>
              <a:rPr lang="ru-RU" sz="1800" dirty="0"/>
              <a:t>…</a:t>
            </a:r>
            <a:endParaRPr lang="en-GB" sz="1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8508" y="3839235"/>
            <a:ext cx="1255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</a:t>
            </a:r>
            <a:r>
              <a:rPr lang="ru-RU" sz="1800" dirty="0"/>
              <a:t>…</a:t>
            </a:r>
            <a:endParaRPr lang="en-GB" sz="1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8378" y="1609388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103245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365A9-9BCD-2FC9-7434-10B5651A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9275" y="899274"/>
            <a:ext cx="6751547" cy="4953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A78C0-DB29-D84C-5D9D-1C19FD5D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3729" y="899273"/>
            <a:ext cx="6751547" cy="49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DFE9FA-26B7-6C8D-A736-08B9AF53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" y="0"/>
            <a:ext cx="4843837" cy="3398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3D7462-4353-6BA2-45EF-E1B36553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078"/>
            <a:ext cx="4920038" cy="3398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AE1E5-9DE9-3A64-B88A-5F7F768A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" y="3429000"/>
            <a:ext cx="4843837" cy="33985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460D3-E6CD-5EBD-8043-3427C1B2B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59479"/>
            <a:ext cx="4920038" cy="339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789739" y="558543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20641" y="-81097"/>
            <a:ext cx="6949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600" dirty="0"/>
              <a:t>Көнүгүүлөр топтомун текшерип, аларды </a:t>
            </a:r>
            <a:r>
              <a:rPr lang="ky-KG" sz="1600" dirty="0">
                <a:solidFill>
                  <a:srgbClr val="FF0000"/>
                </a:solidFill>
              </a:rPr>
              <a:t>Туура же Ката</a:t>
            </a:r>
            <a:r>
              <a:rPr lang="ky-KG" sz="1600" dirty="0"/>
              <a:t> деп эки топко бөлүңүз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43156" y="552669"/>
            <a:ext cx="127310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74753" y="3863997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6735" y="1617434"/>
            <a:ext cx="1273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барабар…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10443</TotalTime>
  <Words>581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Calibri Light</vt:lpstr>
      <vt:lpstr>Arial</vt:lpstr>
      <vt:lpstr>Google Sans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2024-05-13T16:24:06Z</cp:lastPrinted>
  <dcterms:created xsi:type="dcterms:W3CDTF">2017-01-17T16:57:04Z</dcterms:created>
  <dcterms:modified xsi:type="dcterms:W3CDTF">2024-05-13T16:29:37Z</dcterms:modified>
</cp:coreProperties>
</file>