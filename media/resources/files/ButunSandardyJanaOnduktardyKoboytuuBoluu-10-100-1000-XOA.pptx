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8" r:id="rId2"/>
    <p:sldId id="947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D39885D4-F522-482F-B40B-16E3AA8590C1}">
          <p14:sldIdLst>
            <p14:sldId id="948"/>
          </p14:sldIdLst>
        </p14:section>
        <p14:section name="Титулдук слайд" id="{4914ABC9-49F1-4FCB-B30E-E12F89EA76BF}">
          <p14:sldIdLst>
            <p14:sldId id="947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атуу үчүн" id="{627A7875-ACBC-4333-B580-4A1285613FDF}">
          <p14:sldIdLst>
            <p14:sldId id="946"/>
          </p14:sldIdLst>
        </p14:section>
        <p14:section name="Кайтарым байланыш" id="{67B4723F-B7CB-4A70-B32D-F62A197EF42E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көбөйтүү жана бөлүү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611646" y="1186222"/>
            <a:ext cx="6707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b="1" dirty="0">
                <a:latin typeface="Comic Sans MS" panose="030F0702030302020204" pitchFamily="66" charset="0"/>
              </a:rPr>
              <a:t>10, 100,1000 көбөйтүү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26829" y="1955663"/>
            <a:ext cx="6860294" cy="4813069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8FCF007-48D9-E949-3749-3821B52E9DB5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2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007D5-866D-C080-C720-EB46D453A288}"/>
              </a:ext>
            </a:extLst>
          </p:cNvPr>
          <p:cNvSpPr txBox="1"/>
          <p:nvPr/>
        </p:nvSpPr>
        <p:spPr>
          <a:xfrm>
            <a:off x="839795" y="818928"/>
            <a:ext cx="1709122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30 ×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DB1B9-E921-4C68-7699-7BEF4EED6A94}"/>
              </a:ext>
            </a:extLst>
          </p:cNvPr>
          <p:cNvSpPr txBox="1"/>
          <p:nvPr/>
        </p:nvSpPr>
        <p:spPr>
          <a:xfrm>
            <a:off x="3906815" y="818928"/>
            <a:ext cx="2098652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7.2 × 100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1B79E-CE76-EF15-7C79-ECE19860076C}"/>
              </a:ext>
            </a:extLst>
          </p:cNvPr>
          <p:cNvSpPr txBox="1"/>
          <p:nvPr/>
        </p:nvSpPr>
        <p:spPr>
          <a:xfrm>
            <a:off x="7215279" y="818928"/>
            <a:ext cx="2098652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0.5 ×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289F3-86A9-0EFD-A184-35CEE6CDF844}"/>
              </a:ext>
            </a:extLst>
          </p:cNvPr>
          <p:cNvSpPr txBox="1"/>
          <p:nvPr/>
        </p:nvSpPr>
        <p:spPr>
          <a:xfrm>
            <a:off x="385346" y="3079991"/>
            <a:ext cx="2618024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0.17 × 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0A1FD-431B-0CA8-FFE7-50DEE0A5C837}"/>
              </a:ext>
            </a:extLst>
          </p:cNvPr>
          <p:cNvSpPr txBox="1"/>
          <p:nvPr/>
        </p:nvSpPr>
        <p:spPr>
          <a:xfrm>
            <a:off x="3466055" y="3079991"/>
            <a:ext cx="2973892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8 × 100 ×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A0DA3-AF31-7234-2D96-BF5A0480AB72}"/>
              </a:ext>
            </a:extLst>
          </p:cNvPr>
          <p:cNvSpPr txBox="1"/>
          <p:nvPr/>
        </p:nvSpPr>
        <p:spPr>
          <a:xfrm>
            <a:off x="7082296" y="3079991"/>
            <a:ext cx="2358339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10.8 × 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05712-8039-0724-76FF-E2B775670766}"/>
              </a:ext>
            </a:extLst>
          </p:cNvPr>
          <p:cNvSpPr txBox="1"/>
          <p:nvPr/>
        </p:nvSpPr>
        <p:spPr>
          <a:xfrm>
            <a:off x="709952" y="5482369"/>
            <a:ext cx="1968809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6 ×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74232-501F-46F2-145A-CE9C83C0A8C5}"/>
              </a:ext>
            </a:extLst>
          </p:cNvPr>
          <p:cNvSpPr txBox="1"/>
          <p:nvPr/>
        </p:nvSpPr>
        <p:spPr>
          <a:xfrm>
            <a:off x="3773832" y="5482369"/>
            <a:ext cx="2358339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5.1 × 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AA304-83E3-5A4B-92BA-CEEB0CE31BF2}"/>
              </a:ext>
            </a:extLst>
          </p:cNvPr>
          <p:cNvSpPr txBox="1"/>
          <p:nvPr/>
        </p:nvSpPr>
        <p:spPr>
          <a:xfrm>
            <a:off x="6904363" y="5482369"/>
            <a:ext cx="2714205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4 × 100 × 10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4B464D-5870-1434-820F-084EA6CC1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6" y="0"/>
            <a:ext cx="9306148" cy="64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2185E35-6454-9256-71B4-9993F069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60115" cy="3371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108699-FD33-9A09-FCCB-FB7BDB4E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85" y="0"/>
            <a:ext cx="4860115" cy="3371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32103A-3ACF-0FD8-65C8-2C92FCF8C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6151"/>
            <a:ext cx="4860115" cy="3371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17C6B2-DF1D-24D8-2A0F-170FC0C5A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85" y="3486151"/>
            <a:ext cx="486011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160</Words>
  <Application>Microsoft Office PowerPoint</Application>
  <PresentationFormat>A4 Paper (210x297 mm)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Comic Sans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382</cp:revision>
  <cp:lastPrinted>2017-12-31T22:38:51Z</cp:lastPrinted>
  <dcterms:created xsi:type="dcterms:W3CDTF">2017-01-17T16:57:04Z</dcterms:created>
  <dcterms:modified xsi:type="dcterms:W3CDTF">2024-08-25T14:50:43Z</dcterms:modified>
</cp:coreProperties>
</file>