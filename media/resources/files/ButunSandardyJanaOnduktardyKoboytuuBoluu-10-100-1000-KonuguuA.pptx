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7"/>
  </p:notesMasterIdLst>
  <p:sldIdLst>
    <p:sldId id="973" r:id="rId2"/>
    <p:sldId id="943" r:id="rId3"/>
    <p:sldId id="944" r:id="rId4"/>
    <p:sldId id="945" r:id="rId5"/>
    <p:sldId id="975" r:id="rId6"/>
  </p:sldIdLst>
  <p:sldSz cx="9906000" cy="6858000" type="A4"/>
  <p:notesSz cx="7104063" cy="10234613"/>
  <p:embeddedFontLst>
    <p:embeddedFont>
      <p:font typeface="Cooper Black" panose="0208090404030B020404" pitchFamily="18" charset="0"/>
      <p:regular r:id="rId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73"/>
          </p14:sldIdLst>
        </p14:section>
        <p14:section name="Көрсөтүү үчүн" id="{059544AC-2C27-45B1-9F95-F87DF8854DD6}">
          <p14:sldIdLst>
            <p14:sldId id="943"/>
          </p14:sldIdLst>
        </p14:section>
        <p14:section name="таркатма материалдар" id="{A78D9305-6AAE-4715-A210-52F6908F30F7}">
          <p14:sldIdLst>
            <p14:sldId id="944"/>
            <p14:sldId id="945"/>
          </p14:sldIdLst>
        </p14:section>
        <p14:section name="Кайтарым байланыш" id="{9A6B5760-BC05-4F4E-95EC-93E127420159}">
          <p14:sldIdLst>
            <p14:sldId id="97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E4E4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24/08/2024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4E80D56F-7085-C22A-76E5-942A69884C9F}"/>
              </a:ext>
            </a:extLst>
          </p:cNvPr>
          <p:cNvSpPr txBox="1">
            <a:spLocks/>
          </p:cNvSpPr>
          <p:nvPr/>
        </p:nvSpPr>
        <p:spPr>
          <a:xfrm>
            <a:off x="0" y="1703705"/>
            <a:ext cx="9698182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ctr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Бүтүн жана ондук сандар – 10, 100, 1000гө көбөйтүү жана бөлүү – </a:t>
            </a:r>
            <a:r>
              <a:rPr kumimoji="0" lang="en-US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ky-KG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Көнүгүү А</a:t>
            </a:r>
            <a:endParaRPr kumimoji="0" lang="ky-KG" sz="2800" b="1" u="sng" strike="noStrike" kern="1200" cap="all" spc="0" normalizeH="0" baseline="0" noProof="0" dirty="0">
              <a:ln>
                <a:noFill/>
              </a:ln>
              <a:solidFill>
                <a:srgbClr val="212529"/>
              </a:solidFill>
              <a:highlight>
                <a:srgbClr val="FFE4C4"/>
              </a:highlight>
              <a:uLnTx/>
              <a:uFillTx/>
              <a:latin typeface="system-ui"/>
              <a:ea typeface="+mn-ea"/>
              <a:cs typeface="Arial" panose="020B0604020202020204" pitchFamily="34" charset="0"/>
            </a:endParaRPr>
          </a:p>
          <a:p>
            <a:pPr marL="228600" marR="0" lvl="0" indent="-228600" algn="ctr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28600" marR="0" lvl="0" indent="-228600" algn="ctr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Иш барагы </a:t>
            </a:r>
            <a:r>
              <a:rPr lang="ky-KG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өлчөмдө.</a:t>
            </a:r>
          </a:p>
          <a:p>
            <a:pPr marL="228600" marR="0" lvl="0" indent="-228600" algn="l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9D653A3E-0063-91E9-035B-F3A9DD1267D8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643278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12A9AA3-AA2F-6153-61C1-D01FF12AEB5F}"/>
              </a:ext>
            </a:extLst>
          </p:cNvPr>
          <p:cNvSpPr txBox="1"/>
          <p:nvPr/>
        </p:nvSpPr>
        <p:spPr>
          <a:xfrm>
            <a:off x="152501" y="216409"/>
            <a:ext cx="15947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>
                <a:solidFill>
                  <a:schemeClr val="bg1">
                    <a:lumMod val="50000"/>
                  </a:schemeClr>
                </a:solidFill>
                <a:latin typeface="Cooper Black" panose="0208090404030B020404" pitchFamily="18" charset="0"/>
              </a:rPr>
              <a:t>Кутучаларды</a:t>
            </a:r>
          </a:p>
          <a:p>
            <a:pPr algn="ctr"/>
            <a:r>
              <a:rPr lang="ky-KG" dirty="0">
                <a:solidFill>
                  <a:schemeClr val="bg1">
                    <a:lumMod val="50000"/>
                  </a:schemeClr>
                </a:solidFill>
                <a:latin typeface="Cooper Black" panose="0208090404030B020404" pitchFamily="18" charset="0"/>
              </a:rPr>
              <a:t>Туташтыруу </a:t>
            </a:r>
          </a:p>
        </p:txBody>
      </p:sp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373AEC41-E114-F1F5-9342-5F79D60C6A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5918111"/>
              </p:ext>
            </p:extLst>
          </p:nvPr>
        </p:nvGraphicFramePr>
        <p:xfrm>
          <a:off x="5239789" y="19113"/>
          <a:ext cx="4617720" cy="33226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924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53924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1539240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6645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ooper Black" panose="0208090404030B020404" pitchFamily="18" charset="0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ooper Black" panose="0208090404030B020404" pitchFamily="18" charset="0"/>
                          <a:ea typeface="+mn-ea"/>
                          <a:cs typeface="+mn-cs"/>
                        </a:rPr>
                        <a:t>80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ooper Black" panose="0208090404030B020404" pitchFamily="18" charset="0"/>
                          <a:ea typeface="+mn-ea"/>
                          <a:cs typeface="+mn-cs"/>
                        </a:rPr>
                        <a:t>0,8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6645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ooper Black" panose="0208090404030B020404" pitchFamily="18" charset="0"/>
                          <a:ea typeface="+mn-ea"/>
                          <a:cs typeface="+mn-cs"/>
                        </a:rPr>
                        <a:t>52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ooper Black" panose="0208090404030B020404" pitchFamily="18" charset="0"/>
                          <a:ea typeface="+mn-ea"/>
                          <a:cs typeface="+mn-cs"/>
                        </a:rPr>
                        <a:t>52 000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ooper Black" panose="0208090404030B020404" pitchFamily="18" charset="0"/>
                          <a:ea typeface="+mn-ea"/>
                          <a:cs typeface="+mn-cs"/>
                        </a:rPr>
                        <a:t>0,52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6645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ooper Black" panose="0208090404030B020404" pitchFamily="18" charset="0"/>
                          <a:ea typeface="+mn-ea"/>
                          <a:cs typeface="+mn-cs"/>
                        </a:rPr>
                        <a:t>610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ooper Black" panose="0208090404030B020404" pitchFamily="18" charset="0"/>
                          <a:ea typeface="+mn-ea"/>
                          <a:cs typeface="+mn-cs"/>
                        </a:rPr>
                        <a:t>61 000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ooper Black" panose="0208090404030B020404" pitchFamily="18" charset="0"/>
                          <a:ea typeface="+mn-ea"/>
                          <a:cs typeface="+mn-cs"/>
                        </a:rPr>
                        <a:t>6,1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5729529"/>
                  </a:ext>
                </a:extLst>
              </a:tr>
              <a:tr h="6645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ooper Black" panose="0208090404030B020404" pitchFamily="18" charset="0"/>
                          <a:ea typeface="+mn-ea"/>
                          <a:cs typeface="+mn-cs"/>
                        </a:rPr>
                        <a:t>7,3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ooper Black" panose="0208090404030B020404" pitchFamily="18" charset="0"/>
                          <a:ea typeface="+mn-ea"/>
                          <a:cs typeface="+mn-cs"/>
                        </a:rPr>
                        <a:t>730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ooper Black" panose="0208090404030B020404" pitchFamily="18" charset="0"/>
                          <a:ea typeface="+mn-ea"/>
                          <a:cs typeface="+mn-cs"/>
                        </a:rPr>
                        <a:t>0,0073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3068860"/>
                  </a:ext>
                </a:extLst>
              </a:tr>
              <a:tr h="6645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ooper Black" panose="0208090404030B020404" pitchFamily="18" charset="0"/>
                          <a:ea typeface="+mn-ea"/>
                          <a:cs typeface="+mn-cs"/>
                        </a:rPr>
                        <a:t>1,08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ooper Black" panose="0208090404030B020404" pitchFamily="18" charset="0"/>
                          <a:ea typeface="+mn-ea"/>
                          <a:cs typeface="+mn-cs"/>
                        </a:rPr>
                        <a:t>10 800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ooper Black" panose="0208090404030B020404" pitchFamily="18" charset="0"/>
                          <a:ea typeface="+mn-ea"/>
                          <a:cs typeface="+mn-cs"/>
                        </a:rPr>
                        <a:t>0,000 108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5077501"/>
                  </a:ext>
                </a:extLst>
              </a:tr>
            </a:tbl>
          </a:graphicData>
        </a:graphic>
      </p:graphicFrame>
      <p:graphicFrame>
        <p:nvGraphicFramePr>
          <p:cNvPr id="8" name="Table 5">
            <a:extLst>
              <a:ext uri="{FF2B5EF4-FFF2-40B4-BE49-F238E27FC236}">
                <a16:creationId xmlns:a16="http://schemas.microsoft.com/office/drawing/2014/main" id="{6D8942AC-84C8-8128-5C88-D65D9068A1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9605472"/>
              </p:ext>
            </p:extLst>
          </p:nvPr>
        </p:nvGraphicFramePr>
        <p:xfrm>
          <a:off x="1911001" y="19113"/>
          <a:ext cx="3312162" cy="1993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6081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656081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3322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× 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÷ 10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322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× 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÷ 10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322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× 100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÷ 100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5729529"/>
                  </a:ext>
                </a:extLst>
              </a:tr>
              <a:tr h="3322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× 100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÷ 100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3068860"/>
                  </a:ext>
                </a:extLst>
              </a:tr>
              <a:tr h="3322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× 1000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÷ 1000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1986869"/>
                  </a:ext>
                </a:extLst>
              </a:tr>
              <a:tr h="3322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× 1000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÷ 1000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9564925"/>
                  </a:ext>
                </a:extLst>
              </a:tr>
            </a:tbl>
          </a:graphicData>
        </a:graphic>
      </p:graphicFrame>
      <p:sp>
        <p:nvSpPr>
          <p:cNvPr id="3" name="Arrow: Right 2">
            <a:extLst>
              <a:ext uri="{FF2B5EF4-FFF2-40B4-BE49-F238E27FC236}">
                <a16:creationId xmlns:a16="http://schemas.microsoft.com/office/drawing/2014/main" id="{7742E30C-036A-278D-BE90-C376C0EB533B}"/>
              </a:ext>
            </a:extLst>
          </p:cNvPr>
          <p:cNvSpPr/>
          <p:nvPr/>
        </p:nvSpPr>
        <p:spPr>
          <a:xfrm>
            <a:off x="3124201" y="1766929"/>
            <a:ext cx="269349" cy="157317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DD2C35D-C2EB-32CF-3333-B2DC9DBF05ED}"/>
              </a:ext>
            </a:extLst>
          </p:cNvPr>
          <p:cNvSpPr/>
          <p:nvPr/>
        </p:nvSpPr>
        <p:spPr>
          <a:xfrm>
            <a:off x="2081213" y="1808191"/>
            <a:ext cx="271463" cy="7775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386811C0-BB31-CF3D-3D46-36289F73953A}"/>
              </a:ext>
            </a:extLst>
          </p:cNvPr>
          <p:cNvSpPr/>
          <p:nvPr/>
        </p:nvSpPr>
        <p:spPr>
          <a:xfrm>
            <a:off x="3124201" y="1435936"/>
            <a:ext cx="269349" cy="157317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881722F-7EF2-C2CA-D02C-41D29EC8982B}"/>
              </a:ext>
            </a:extLst>
          </p:cNvPr>
          <p:cNvSpPr/>
          <p:nvPr/>
        </p:nvSpPr>
        <p:spPr>
          <a:xfrm>
            <a:off x="2081213" y="1477198"/>
            <a:ext cx="271463" cy="7775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00EDA3D0-B645-6D75-9B65-E81C0ADDF1A6}"/>
              </a:ext>
            </a:extLst>
          </p:cNvPr>
          <p:cNvSpPr/>
          <p:nvPr/>
        </p:nvSpPr>
        <p:spPr>
          <a:xfrm>
            <a:off x="3064669" y="1104942"/>
            <a:ext cx="328881" cy="157317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F24DC4-43C7-3973-7AC1-D41EB936788B}"/>
              </a:ext>
            </a:extLst>
          </p:cNvPr>
          <p:cNvSpPr/>
          <p:nvPr/>
        </p:nvSpPr>
        <p:spPr>
          <a:xfrm>
            <a:off x="2081213" y="1146204"/>
            <a:ext cx="345281" cy="7775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6E281A47-43FD-E8B0-5E74-77924442113C}"/>
              </a:ext>
            </a:extLst>
          </p:cNvPr>
          <p:cNvSpPr/>
          <p:nvPr/>
        </p:nvSpPr>
        <p:spPr>
          <a:xfrm>
            <a:off x="3064669" y="776329"/>
            <a:ext cx="328881" cy="157317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A863E1F-974C-5638-0131-FD449B8294CE}"/>
              </a:ext>
            </a:extLst>
          </p:cNvPr>
          <p:cNvSpPr/>
          <p:nvPr/>
        </p:nvSpPr>
        <p:spPr>
          <a:xfrm>
            <a:off x="2081213" y="817591"/>
            <a:ext cx="345281" cy="7775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BBEF6C25-105F-7BA0-763E-0C78F3A67E18}"/>
              </a:ext>
            </a:extLst>
          </p:cNvPr>
          <p:cNvSpPr/>
          <p:nvPr/>
        </p:nvSpPr>
        <p:spPr>
          <a:xfrm>
            <a:off x="3019427" y="440573"/>
            <a:ext cx="374124" cy="157317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F7373DE-4FB5-5E1D-3508-B53D09B4A898}"/>
              </a:ext>
            </a:extLst>
          </p:cNvPr>
          <p:cNvSpPr/>
          <p:nvPr/>
        </p:nvSpPr>
        <p:spPr>
          <a:xfrm>
            <a:off x="2081213" y="481835"/>
            <a:ext cx="390525" cy="7775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A3C41BC0-82AE-51F4-1613-109F3B941EC1}"/>
              </a:ext>
            </a:extLst>
          </p:cNvPr>
          <p:cNvSpPr/>
          <p:nvPr/>
        </p:nvSpPr>
        <p:spPr>
          <a:xfrm>
            <a:off x="3019427" y="114341"/>
            <a:ext cx="374124" cy="157317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01F21F7-40B9-D772-4288-0FB8CE7D74CF}"/>
              </a:ext>
            </a:extLst>
          </p:cNvPr>
          <p:cNvSpPr/>
          <p:nvPr/>
        </p:nvSpPr>
        <p:spPr>
          <a:xfrm>
            <a:off x="2081213" y="155603"/>
            <a:ext cx="390525" cy="7775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475A7B25-77AF-F13F-3DD8-32966163B53E}"/>
              </a:ext>
            </a:extLst>
          </p:cNvPr>
          <p:cNvSpPr/>
          <p:nvPr/>
        </p:nvSpPr>
        <p:spPr>
          <a:xfrm>
            <a:off x="4786313" y="1766929"/>
            <a:ext cx="269349" cy="157317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663E202-5992-9E38-5360-79EEAE24C433}"/>
              </a:ext>
            </a:extLst>
          </p:cNvPr>
          <p:cNvSpPr/>
          <p:nvPr/>
        </p:nvSpPr>
        <p:spPr>
          <a:xfrm>
            <a:off x="3743325" y="1808191"/>
            <a:ext cx="271463" cy="7775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3E8EE147-2DE0-0341-C9FF-D724BD1644C5}"/>
              </a:ext>
            </a:extLst>
          </p:cNvPr>
          <p:cNvSpPr/>
          <p:nvPr/>
        </p:nvSpPr>
        <p:spPr>
          <a:xfrm>
            <a:off x="4786313" y="1435936"/>
            <a:ext cx="269349" cy="157317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BE1A33C-0A3B-2D54-8BD6-5A9E05BD1F88}"/>
              </a:ext>
            </a:extLst>
          </p:cNvPr>
          <p:cNvSpPr/>
          <p:nvPr/>
        </p:nvSpPr>
        <p:spPr>
          <a:xfrm>
            <a:off x="3743325" y="1477198"/>
            <a:ext cx="271463" cy="7775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6D19D7BC-608D-E208-99D0-D970DD63FD31}"/>
              </a:ext>
            </a:extLst>
          </p:cNvPr>
          <p:cNvSpPr/>
          <p:nvPr/>
        </p:nvSpPr>
        <p:spPr>
          <a:xfrm>
            <a:off x="4726781" y="1104942"/>
            <a:ext cx="328881" cy="157317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3801998-CB5E-B7A2-B7B8-53116955FA4A}"/>
              </a:ext>
            </a:extLst>
          </p:cNvPr>
          <p:cNvSpPr/>
          <p:nvPr/>
        </p:nvSpPr>
        <p:spPr>
          <a:xfrm>
            <a:off x="3743325" y="1146204"/>
            <a:ext cx="345281" cy="7775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9F1B761E-20B2-02DB-8243-88CE063180E7}"/>
              </a:ext>
            </a:extLst>
          </p:cNvPr>
          <p:cNvSpPr/>
          <p:nvPr/>
        </p:nvSpPr>
        <p:spPr>
          <a:xfrm>
            <a:off x="4726781" y="776329"/>
            <a:ext cx="328881" cy="157317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7B418C7-9CD6-C8AD-3AC6-98DBE661D3B9}"/>
              </a:ext>
            </a:extLst>
          </p:cNvPr>
          <p:cNvSpPr/>
          <p:nvPr/>
        </p:nvSpPr>
        <p:spPr>
          <a:xfrm>
            <a:off x="3743325" y="817591"/>
            <a:ext cx="345281" cy="7775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40014740-A229-5BEE-4F58-E153D90D68DE}"/>
              </a:ext>
            </a:extLst>
          </p:cNvPr>
          <p:cNvSpPr/>
          <p:nvPr/>
        </p:nvSpPr>
        <p:spPr>
          <a:xfrm>
            <a:off x="4681539" y="440573"/>
            <a:ext cx="374124" cy="157317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B8CE1FD-0867-B41F-89D4-AE6F2D1B5F16}"/>
              </a:ext>
            </a:extLst>
          </p:cNvPr>
          <p:cNvSpPr/>
          <p:nvPr/>
        </p:nvSpPr>
        <p:spPr>
          <a:xfrm>
            <a:off x="3743325" y="481835"/>
            <a:ext cx="390525" cy="7775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13028DD6-2368-2EC2-3075-A0EC3A09CFA7}"/>
              </a:ext>
            </a:extLst>
          </p:cNvPr>
          <p:cNvSpPr/>
          <p:nvPr/>
        </p:nvSpPr>
        <p:spPr>
          <a:xfrm>
            <a:off x="4681539" y="114341"/>
            <a:ext cx="374124" cy="157317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A3AB4F4-7CAE-640E-96C8-F303F6B1898D}"/>
              </a:ext>
            </a:extLst>
          </p:cNvPr>
          <p:cNvSpPr/>
          <p:nvPr/>
        </p:nvSpPr>
        <p:spPr>
          <a:xfrm>
            <a:off x="3743325" y="155603"/>
            <a:ext cx="390525" cy="7775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DF7FEF0-A68B-FD8E-349B-EED58BD5BF00}"/>
              </a:ext>
            </a:extLst>
          </p:cNvPr>
          <p:cNvSpPr txBox="1"/>
          <p:nvPr/>
        </p:nvSpPr>
        <p:spPr>
          <a:xfrm>
            <a:off x="48491" y="805481"/>
            <a:ext cx="19786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Сандык карталарды кесип, </a:t>
            </a:r>
            <a:endParaRPr lang="en-US" sz="1200" dirty="0"/>
          </a:p>
          <a:p>
            <a:pPr algn="ctr"/>
            <a:r>
              <a:rPr lang="ru-RU" sz="1200" dirty="0"/>
              <a:t>анан карталарды </a:t>
            </a:r>
            <a:endParaRPr lang="en-US" sz="1200" dirty="0"/>
          </a:p>
          <a:p>
            <a:pPr algn="ctr"/>
            <a:r>
              <a:rPr lang="ru-RU" sz="1200" dirty="0"/>
              <a:t>туташтырыңыз</a:t>
            </a:r>
            <a:endParaRPr lang="en-GB" sz="1200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619D2345-3854-4B9F-4CD2-8C3BF1B3A87E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98026" y="1538937"/>
            <a:ext cx="363440" cy="363440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F93FDC7B-08AA-477C-E9C8-193A46D26570}"/>
              </a:ext>
            </a:extLst>
          </p:cNvPr>
          <p:cNvSpPr txBox="1"/>
          <p:nvPr/>
        </p:nvSpPr>
        <p:spPr>
          <a:xfrm>
            <a:off x="1191420" y="2080823"/>
            <a:ext cx="26296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К</a:t>
            </a:r>
            <a:r>
              <a:rPr lang="ru-RU" sz="1200" dirty="0"/>
              <a:t>андай байланыштарды түзө алдың?</a:t>
            </a:r>
            <a:endParaRPr lang="en-GB" sz="12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142C094-EE8C-1A87-81B8-8756A56E8DD7}"/>
              </a:ext>
            </a:extLst>
          </p:cNvPr>
          <p:cNvSpPr txBox="1"/>
          <p:nvPr/>
        </p:nvSpPr>
        <p:spPr>
          <a:xfrm>
            <a:off x="495972" y="2911403"/>
            <a:ext cx="40205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2ден ашык санды колдоно алдыңбы?</a:t>
            </a:r>
          </a:p>
          <a:p>
            <a:pPr algn="ctr"/>
            <a:r>
              <a:rPr lang="ky-KG" sz="1200" dirty="0"/>
              <a:t>Канча узундукка чейин байланыш чынжырын түзө алдың?</a:t>
            </a:r>
            <a:endParaRPr lang="en-GB" sz="1200" dirty="0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C691FB37-8460-342F-BAFE-E134E4F6307D}"/>
              </a:ext>
            </a:extLst>
          </p:cNvPr>
          <p:cNvGrpSpPr/>
          <p:nvPr/>
        </p:nvGrpSpPr>
        <p:grpSpPr>
          <a:xfrm>
            <a:off x="383383" y="2428823"/>
            <a:ext cx="4245767" cy="411579"/>
            <a:chOff x="147163" y="3774613"/>
            <a:chExt cx="6953248" cy="674038"/>
          </a:xfrm>
        </p:grpSpPr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55BCBAA0-9776-031D-CDD9-666EA9ACB41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49640" t="16538" r="837" b="67216"/>
            <a:stretch/>
          </p:blipFill>
          <p:spPr>
            <a:xfrm>
              <a:off x="3718768" y="3941770"/>
              <a:ext cx="1660525" cy="339725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E8C53925-1DA1-02CD-F849-B50A351BC2E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33171" r="33605" b="79968"/>
            <a:stretch/>
          </p:blipFill>
          <p:spPr>
            <a:xfrm>
              <a:off x="5554980" y="3775804"/>
              <a:ext cx="1545431" cy="671657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6BCA07FB-2EA8-DF7A-3B4A-0E4C59D5F74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48421" r="50265" b="35333"/>
            <a:stretch/>
          </p:blipFill>
          <p:spPr>
            <a:xfrm>
              <a:off x="1875424" y="3941769"/>
              <a:ext cx="1667656" cy="339726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BFB559C8-539C-9E8E-FE4E-34B8E570960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1" r="66623" b="79898"/>
            <a:stretch/>
          </p:blipFill>
          <p:spPr>
            <a:xfrm>
              <a:off x="147163" y="3774613"/>
              <a:ext cx="1552573" cy="674038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4241511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Box 73">
            <a:extLst>
              <a:ext uri="{FF2B5EF4-FFF2-40B4-BE49-F238E27FC236}">
                <a16:creationId xmlns:a16="http://schemas.microsoft.com/office/drawing/2014/main" id="{C1730B5C-1A44-F1D7-340D-AECC5DE16AB9}"/>
              </a:ext>
            </a:extLst>
          </p:cNvPr>
          <p:cNvSpPr txBox="1"/>
          <p:nvPr/>
        </p:nvSpPr>
        <p:spPr>
          <a:xfrm>
            <a:off x="152501" y="216409"/>
            <a:ext cx="15947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>
                <a:solidFill>
                  <a:schemeClr val="bg1">
                    <a:lumMod val="50000"/>
                  </a:schemeClr>
                </a:solidFill>
                <a:latin typeface="Cooper Black" panose="0208090404030B020404" pitchFamily="18" charset="0"/>
              </a:rPr>
              <a:t>Кутучаларды</a:t>
            </a:r>
          </a:p>
          <a:p>
            <a:pPr algn="ctr"/>
            <a:r>
              <a:rPr lang="ky-KG" dirty="0">
                <a:solidFill>
                  <a:schemeClr val="bg1">
                    <a:lumMod val="50000"/>
                  </a:schemeClr>
                </a:solidFill>
                <a:latin typeface="Cooper Black" panose="0208090404030B020404" pitchFamily="18" charset="0"/>
              </a:rPr>
              <a:t>Туташтыруу </a:t>
            </a:r>
          </a:p>
        </p:txBody>
      </p:sp>
      <p:graphicFrame>
        <p:nvGraphicFramePr>
          <p:cNvPr id="75" name="Table 5">
            <a:extLst>
              <a:ext uri="{FF2B5EF4-FFF2-40B4-BE49-F238E27FC236}">
                <a16:creationId xmlns:a16="http://schemas.microsoft.com/office/drawing/2014/main" id="{791EB221-F9B8-953E-C87B-1704F934BE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0000392"/>
              </p:ext>
            </p:extLst>
          </p:nvPr>
        </p:nvGraphicFramePr>
        <p:xfrm>
          <a:off x="5239789" y="19113"/>
          <a:ext cx="4617720" cy="33226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924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53924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1539240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6645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ooper Black" panose="0208090404030B020404" pitchFamily="18" charset="0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ooper Black" panose="0208090404030B020404" pitchFamily="18" charset="0"/>
                          <a:ea typeface="+mn-ea"/>
                          <a:cs typeface="+mn-cs"/>
                        </a:rPr>
                        <a:t>80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ooper Black" panose="0208090404030B020404" pitchFamily="18" charset="0"/>
                          <a:ea typeface="+mn-ea"/>
                          <a:cs typeface="+mn-cs"/>
                        </a:rPr>
                        <a:t>0,8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6645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ooper Black" panose="0208090404030B020404" pitchFamily="18" charset="0"/>
                          <a:ea typeface="+mn-ea"/>
                          <a:cs typeface="+mn-cs"/>
                        </a:rPr>
                        <a:t>52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ooper Black" panose="0208090404030B020404" pitchFamily="18" charset="0"/>
                          <a:ea typeface="+mn-ea"/>
                          <a:cs typeface="+mn-cs"/>
                        </a:rPr>
                        <a:t>52 000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ooper Black" panose="0208090404030B020404" pitchFamily="18" charset="0"/>
                          <a:ea typeface="+mn-ea"/>
                          <a:cs typeface="+mn-cs"/>
                        </a:rPr>
                        <a:t>0,52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6645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ooper Black" panose="0208090404030B020404" pitchFamily="18" charset="0"/>
                          <a:ea typeface="+mn-ea"/>
                          <a:cs typeface="+mn-cs"/>
                        </a:rPr>
                        <a:t>610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ooper Black" panose="0208090404030B020404" pitchFamily="18" charset="0"/>
                          <a:ea typeface="+mn-ea"/>
                          <a:cs typeface="+mn-cs"/>
                        </a:rPr>
                        <a:t>61 000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ooper Black" panose="0208090404030B020404" pitchFamily="18" charset="0"/>
                          <a:ea typeface="+mn-ea"/>
                          <a:cs typeface="+mn-cs"/>
                        </a:rPr>
                        <a:t>6,1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5729529"/>
                  </a:ext>
                </a:extLst>
              </a:tr>
              <a:tr h="6645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ooper Black" panose="0208090404030B020404" pitchFamily="18" charset="0"/>
                          <a:ea typeface="+mn-ea"/>
                          <a:cs typeface="+mn-cs"/>
                        </a:rPr>
                        <a:t>7,3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ooper Black" panose="0208090404030B020404" pitchFamily="18" charset="0"/>
                          <a:ea typeface="+mn-ea"/>
                          <a:cs typeface="+mn-cs"/>
                        </a:rPr>
                        <a:t>730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ooper Black" panose="0208090404030B020404" pitchFamily="18" charset="0"/>
                          <a:ea typeface="+mn-ea"/>
                          <a:cs typeface="+mn-cs"/>
                        </a:rPr>
                        <a:t>0,0073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3068860"/>
                  </a:ext>
                </a:extLst>
              </a:tr>
              <a:tr h="6645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ooper Black" panose="0208090404030B020404" pitchFamily="18" charset="0"/>
                          <a:ea typeface="+mn-ea"/>
                          <a:cs typeface="+mn-cs"/>
                        </a:rPr>
                        <a:t>1,08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ooper Black" panose="0208090404030B020404" pitchFamily="18" charset="0"/>
                          <a:ea typeface="+mn-ea"/>
                          <a:cs typeface="+mn-cs"/>
                        </a:rPr>
                        <a:t>10 800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ooper Black" panose="0208090404030B020404" pitchFamily="18" charset="0"/>
                          <a:ea typeface="+mn-ea"/>
                          <a:cs typeface="+mn-cs"/>
                        </a:rPr>
                        <a:t>0,000 108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5077501"/>
                  </a:ext>
                </a:extLst>
              </a:tr>
            </a:tbl>
          </a:graphicData>
        </a:graphic>
      </p:graphicFrame>
      <p:graphicFrame>
        <p:nvGraphicFramePr>
          <p:cNvPr id="76" name="Table 5">
            <a:extLst>
              <a:ext uri="{FF2B5EF4-FFF2-40B4-BE49-F238E27FC236}">
                <a16:creationId xmlns:a16="http://schemas.microsoft.com/office/drawing/2014/main" id="{EBA8581C-06DB-E49E-7BC7-F3F293564F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7592930"/>
              </p:ext>
            </p:extLst>
          </p:nvPr>
        </p:nvGraphicFramePr>
        <p:xfrm>
          <a:off x="1911001" y="19113"/>
          <a:ext cx="3312162" cy="1993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6081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656081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3322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× 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÷ 10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322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× 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÷ 10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322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× 100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÷ 100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5729529"/>
                  </a:ext>
                </a:extLst>
              </a:tr>
              <a:tr h="3322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× 100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÷ 100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3068860"/>
                  </a:ext>
                </a:extLst>
              </a:tr>
              <a:tr h="3322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× 1000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÷ 1000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1986869"/>
                  </a:ext>
                </a:extLst>
              </a:tr>
              <a:tr h="3322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× 1000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÷ 1000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9564925"/>
                  </a:ext>
                </a:extLst>
              </a:tr>
            </a:tbl>
          </a:graphicData>
        </a:graphic>
      </p:graphicFrame>
      <p:sp>
        <p:nvSpPr>
          <p:cNvPr id="77" name="Arrow: Right 76">
            <a:extLst>
              <a:ext uri="{FF2B5EF4-FFF2-40B4-BE49-F238E27FC236}">
                <a16:creationId xmlns:a16="http://schemas.microsoft.com/office/drawing/2014/main" id="{1FC43F23-E432-3D2B-43E3-09DC003703D8}"/>
              </a:ext>
            </a:extLst>
          </p:cNvPr>
          <p:cNvSpPr/>
          <p:nvPr/>
        </p:nvSpPr>
        <p:spPr>
          <a:xfrm>
            <a:off x="3124201" y="1766929"/>
            <a:ext cx="269349" cy="157317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C175025B-31A2-BCFB-D2C7-FAE875154F99}"/>
              </a:ext>
            </a:extLst>
          </p:cNvPr>
          <p:cNvSpPr/>
          <p:nvPr/>
        </p:nvSpPr>
        <p:spPr>
          <a:xfrm>
            <a:off x="2081213" y="1808191"/>
            <a:ext cx="271463" cy="7775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9" name="Arrow: Right 78">
            <a:extLst>
              <a:ext uri="{FF2B5EF4-FFF2-40B4-BE49-F238E27FC236}">
                <a16:creationId xmlns:a16="http://schemas.microsoft.com/office/drawing/2014/main" id="{FC7FB8CC-FB27-487F-9800-AB7BFDB2D47A}"/>
              </a:ext>
            </a:extLst>
          </p:cNvPr>
          <p:cNvSpPr/>
          <p:nvPr/>
        </p:nvSpPr>
        <p:spPr>
          <a:xfrm>
            <a:off x="3124201" y="1435936"/>
            <a:ext cx="269349" cy="157317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08B3443E-3A8E-F60F-30BE-7C05AADC5A9C}"/>
              </a:ext>
            </a:extLst>
          </p:cNvPr>
          <p:cNvSpPr/>
          <p:nvPr/>
        </p:nvSpPr>
        <p:spPr>
          <a:xfrm>
            <a:off x="2081213" y="1477198"/>
            <a:ext cx="271463" cy="7775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81" name="Arrow: Right 80">
            <a:extLst>
              <a:ext uri="{FF2B5EF4-FFF2-40B4-BE49-F238E27FC236}">
                <a16:creationId xmlns:a16="http://schemas.microsoft.com/office/drawing/2014/main" id="{83FB8AB8-A249-E12B-C1E1-479D3631022C}"/>
              </a:ext>
            </a:extLst>
          </p:cNvPr>
          <p:cNvSpPr/>
          <p:nvPr/>
        </p:nvSpPr>
        <p:spPr>
          <a:xfrm>
            <a:off x="3064669" y="1104942"/>
            <a:ext cx="328881" cy="157317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056A6BCA-57B4-3CD2-AD36-D36094201B97}"/>
              </a:ext>
            </a:extLst>
          </p:cNvPr>
          <p:cNvSpPr/>
          <p:nvPr/>
        </p:nvSpPr>
        <p:spPr>
          <a:xfrm>
            <a:off x="2081213" y="1146204"/>
            <a:ext cx="345281" cy="7775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83" name="Arrow: Right 82">
            <a:extLst>
              <a:ext uri="{FF2B5EF4-FFF2-40B4-BE49-F238E27FC236}">
                <a16:creationId xmlns:a16="http://schemas.microsoft.com/office/drawing/2014/main" id="{C74E31FE-2FEF-1377-1E6E-DC874E383949}"/>
              </a:ext>
            </a:extLst>
          </p:cNvPr>
          <p:cNvSpPr/>
          <p:nvPr/>
        </p:nvSpPr>
        <p:spPr>
          <a:xfrm>
            <a:off x="3064669" y="776329"/>
            <a:ext cx="328881" cy="157317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60818BC1-2AC4-D7D4-B342-D738DA2852ED}"/>
              </a:ext>
            </a:extLst>
          </p:cNvPr>
          <p:cNvSpPr/>
          <p:nvPr/>
        </p:nvSpPr>
        <p:spPr>
          <a:xfrm>
            <a:off x="2081213" y="817591"/>
            <a:ext cx="345281" cy="7775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85" name="Arrow: Right 84">
            <a:extLst>
              <a:ext uri="{FF2B5EF4-FFF2-40B4-BE49-F238E27FC236}">
                <a16:creationId xmlns:a16="http://schemas.microsoft.com/office/drawing/2014/main" id="{0DD5B0D6-5BA9-74A9-E4C1-D6DF7641F314}"/>
              </a:ext>
            </a:extLst>
          </p:cNvPr>
          <p:cNvSpPr/>
          <p:nvPr/>
        </p:nvSpPr>
        <p:spPr>
          <a:xfrm>
            <a:off x="3019427" y="440573"/>
            <a:ext cx="374124" cy="157317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ADC1626F-738A-2088-1303-04275708E0D9}"/>
              </a:ext>
            </a:extLst>
          </p:cNvPr>
          <p:cNvSpPr/>
          <p:nvPr/>
        </p:nvSpPr>
        <p:spPr>
          <a:xfrm>
            <a:off x="2081213" y="481835"/>
            <a:ext cx="390525" cy="7775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87" name="Arrow: Right 86">
            <a:extLst>
              <a:ext uri="{FF2B5EF4-FFF2-40B4-BE49-F238E27FC236}">
                <a16:creationId xmlns:a16="http://schemas.microsoft.com/office/drawing/2014/main" id="{8460DD84-A14D-C12A-A0BC-3C61592ADBB0}"/>
              </a:ext>
            </a:extLst>
          </p:cNvPr>
          <p:cNvSpPr/>
          <p:nvPr/>
        </p:nvSpPr>
        <p:spPr>
          <a:xfrm>
            <a:off x="3019427" y="114341"/>
            <a:ext cx="374124" cy="157317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EAAA66E5-2DC7-CE04-A0D8-844E321B3078}"/>
              </a:ext>
            </a:extLst>
          </p:cNvPr>
          <p:cNvSpPr/>
          <p:nvPr/>
        </p:nvSpPr>
        <p:spPr>
          <a:xfrm>
            <a:off x="2081213" y="155603"/>
            <a:ext cx="390525" cy="7775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89" name="Arrow: Right 88">
            <a:extLst>
              <a:ext uri="{FF2B5EF4-FFF2-40B4-BE49-F238E27FC236}">
                <a16:creationId xmlns:a16="http://schemas.microsoft.com/office/drawing/2014/main" id="{F6931139-0B1B-29DC-B821-CC9B61F95C67}"/>
              </a:ext>
            </a:extLst>
          </p:cNvPr>
          <p:cNvSpPr/>
          <p:nvPr/>
        </p:nvSpPr>
        <p:spPr>
          <a:xfrm>
            <a:off x="4786313" y="1766929"/>
            <a:ext cx="269349" cy="157317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0032DAD9-3265-D713-4C7B-6EBB46A639AD}"/>
              </a:ext>
            </a:extLst>
          </p:cNvPr>
          <p:cNvSpPr/>
          <p:nvPr/>
        </p:nvSpPr>
        <p:spPr>
          <a:xfrm>
            <a:off x="3743325" y="1808191"/>
            <a:ext cx="271463" cy="7775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91" name="Arrow: Right 90">
            <a:extLst>
              <a:ext uri="{FF2B5EF4-FFF2-40B4-BE49-F238E27FC236}">
                <a16:creationId xmlns:a16="http://schemas.microsoft.com/office/drawing/2014/main" id="{A0239614-DFDB-E8C2-BD9D-FBEF1F9507D9}"/>
              </a:ext>
            </a:extLst>
          </p:cNvPr>
          <p:cNvSpPr/>
          <p:nvPr/>
        </p:nvSpPr>
        <p:spPr>
          <a:xfrm>
            <a:off x="4786313" y="1435936"/>
            <a:ext cx="269349" cy="157317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0A57CD72-38A6-7608-EB80-714F0C24A990}"/>
              </a:ext>
            </a:extLst>
          </p:cNvPr>
          <p:cNvSpPr/>
          <p:nvPr/>
        </p:nvSpPr>
        <p:spPr>
          <a:xfrm>
            <a:off x="3743325" y="1477198"/>
            <a:ext cx="271463" cy="7775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93" name="Arrow: Right 92">
            <a:extLst>
              <a:ext uri="{FF2B5EF4-FFF2-40B4-BE49-F238E27FC236}">
                <a16:creationId xmlns:a16="http://schemas.microsoft.com/office/drawing/2014/main" id="{E9F1ABC3-37E6-73B9-6499-BC526B1DCAC0}"/>
              </a:ext>
            </a:extLst>
          </p:cNvPr>
          <p:cNvSpPr/>
          <p:nvPr/>
        </p:nvSpPr>
        <p:spPr>
          <a:xfrm>
            <a:off x="4726781" y="1104942"/>
            <a:ext cx="328881" cy="157317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CBBE864E-E69C-05C6-3146-814FAC436BB3}"/>
              </a:ext>
            </a:extLst>
          </p:cNvPr>
          <p:cNvSpPr/>
          <p:nvPr/>
        </p:nvSpPr>
        <p:spPr>
          <a:xfrm>
            <a:off x="3743325" y="1146204"/>
            <a:ext cx="345281" cy="7775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95" name="Arrow: Right 94">
            <a:extLst>
              <a:ext uri="{FF2B5EF4-FFF2-40B4-BE49-F238E27FC236}">
                <a16:creationId xmlns:a16="http://schemas.microsoft.com/office/drawing/2014/main" id="{9B886CFB-0DCB-B25C-5980-B4C7DBA4915D}"/>
              </a:ext>
            </a:extLst>
          </p:cNvPr>
          <p:cNvSpPr/>
          <p:nvPr/>
        </p:nvSpPr>
        <p:spPr>
          <a:xfrm>
            <a:off x="4726781" y="776329"/>
            <a:ext cx="328881" cy="157317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67579523-2BAE-00C9-0B82-5FCC5F52EA67}"/>
              </a:ext>
            </a:extLst>
          </p:cNvPr>
          <p:cNvSpPr/>
          <p:nvPr/>
        </p:nvSpPr>
        <p:spPr>
          <a:xfrm>
            <a:off x="3743325" y="817591"/>
            <a:ext cx="345281" cy="7775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97" name="Arrow: Right 96">
            <a:extLst>
              <a:ext uri="{FF2B5EF4-FFF2-40B4-BE49-F238E27FC236}">
                <a16:creationId xmlns:a16="http://schemas.microsoft.com/office/drawing/2014/main" id="{60C89550-7F29-CE22-D9C1-7560E3C4EF3E}"/>
              </a:ext>
            </a:extLst>
          </p:cNvPr>
          <p:cNvSpPr/>
          <p:nvPr/>
        </p:nvSpPr>
        <p:spPr>
          <a:xfrm>
            <a:off x="4681539" y="440573"/>
            <a:ext cx="374124" cy="157317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0C433C52-7C62-C5AD-BA35-ED770569191E}"/>
              </a:ext>
            </a:extLst>
          </p:cNvPr>
          <p:cNvSpPr/>
          <p:nvPr/>
        </p:nvSpPr>
        <p:spPr>
          <a:xfrm>
            <a:off x="3743325" y="481835"/>
            <a:ext cx="390525" cy="7775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99" name="Arrow: Right 98">
            <a:extLst>
              <a:ext uri="{FF2B5EF4-FFF2-40B4-BE49-F238E27FC236}">
                <a16:creationId xmlns:a16="http://schemas.microsoft.com/office/drawing/2014/main" id="{143F8AF0-AD7F-6DB3-B9D0-82C92AD750F9}"/>
              </a:ext>
            </a:extLst>
          </p:cNvPr>
          <p:cNvSpPr/>
          <p:nvPr/>
        </p:nvSpPr>
        <p:spPr>
          <a:xfrm>
            <a:off x="4681539" y="114341"/>
            <a:ext cx="374124" cy="157317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03D96184-D11E-455F-72A7-763900F5E19A}"/>
              </a:ext>
            </a:extLst>
          </p:cNvPr>
          <p:cNvSpPr/>
          <p:nvPr/>
        </p:nvSpPr>
        <p:spPr>
          <a:xfrm>
            <a:off x="3743325" y="155603"/>
            <a:ext cx="390525" cy="7775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5A7059A5-F662-0D74-D764-A22DCFFD7891}"/>
              </a:ext>
            </a:extLst>
          </p:cNvPr>
          <p:cNvSpPr txBox="1"/>
          <p:nvPr/>
        </p:nvSpPr>
        <p:spPr>
          <a:xfrm>
            <a:off x="48491" y="805481"/>
            <a:ext cx="19786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Сандык карталарды кесип, </a:t>
            </a:r>
            <a:endParaRPr lang="en-US" sz="1200" dirty="0"/>
          </a:p>
          <a:p>
            <a:pPr algn="ctr"/>
            <a:r>
              <a:rPr lang="ru-RU" sz="1200" dirty="0"/>
              <a:t>анан карталарды </a:t>
            </a:r>
            <a:endParaRPr lang="en-US" sz="1200" dirty="0"/>
          </a:p>
          <a:p>
            <a:pPr algn="ctr"/>
            <a:r>
              <a:rPr lang="ru-RU" sz="1200" dirty="0"/>
              <a:t>туташтырыңыз</a:t>
            </a:r>
            <a:endParaRPr lang="en-GB" sz="1200" dirty="0"/>
          </a:p>
        </p:txBody>
      </p:sp>
      <p:pic>
        <p:nvPicPr>
          <p:cNvPr id="102" name="Picture 101">
            <a:extLst>
              <a:ext uri="{FF2B5EF4-FFF2-40B4-BE49-F238E27FC236}">
                <a16:creationId xmlns:a16="http://schemas.microsoft.com/office/drawing/2014/main" id="{897433B9-47E2-CB88-4678-23D489554626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98026" y="1538937"/>
            <a:ext cx="363440" cy="363440"/>
          </a:xfrm>
          <a:prstGeom prst="rect">
            <a:avLst/>
          </a:prstGeom>
        </p:spPr>
      </p:pic>
      <p:sp>
        <p:nvSpPr>
          <p:cNvPr id="103" name="TextBox 102">
            <a:extLst>
              <a:ext uri="{FF2B5EF4-FFF2-40B4-BE49-F238E27FC236}">
                <a16:creationId xmlns:a16="http://schemas.microsoft.com/office/drawing/2014/main" id="{D88A67B4-BEE9-AA5E-AE5D-B556DC88BFDC}"/>
              </a:ext>
            </a:extLst>
          </p:cNvPr>
          <p:cNvSpPr txBox="1"/>
          <p:nvPr/>
        </p:nvSpPr>
        <p:spPr>
          <a:xfrm>
            <a:off x="1191420" y="2080823"/>
            <a:ext cx="26296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К</a:t>
            </a:r>
            <a:r>
              <a:rPr lang="ru-RU" sz="1200" dirty="0"/>
              <a:t>андай байланыштарды түзө алдың?</a:t>
            </a:r>
            <a:endParaRPr lang="en-GB" sz="1200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1E4DAE0C-B185-037A-AC57-2F30C10C5B75}"/>
              </a:ext>
            </a:extLst>
          </p:cNvPr>
          <p:cNvSpPr txBox="1"/>
          <p:nvPr/>
        </p:nvSpPr>
        <p:spPr>
          <a:xfrm>
            <a:off x="495972" y="2911403"/>
            <a:ext cx="40205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2ден ашык санды колдоно алдыңбы?</a:t>
            </a:r>
          </a:p>
          <a:p>
            <a:pPr algn="ctr"/>
            <a:r>
              <a:rPr lang="ky-KG" sz="1200" dirty="0"/>
              <a:t>Канча узундукка чейин байланыш чынжырын түзө алдың?</a:t>
            </a:r>
            <a:endParaRPr lang="en-GB" sz="1200" dirty="0"/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71BD1A74-64DE-3175-5CFB-D4E62D952DA5}"/>
              </a:ext>
            </a:extLst>
          </p:cNvPr>
          <p:cNvGrpSpPr/>
          <p:nvPr/>
        </p:nvGrpSpPr>
        <p:grpSpPr>
          <a:xfrm>
            <a:off x="383383" y="2428823"/>
            <a:ext cx="4245767" cy="411579"/>
            <a:chOff x="147163" y="3774613"/>
            <a:chExt cx="6953248" cy="674038"/>
          </a:xfrm>
        </p:grpSpPr>
        <p:pic>
          <p:nvPicPr>
            <p:cNvPr id="106" name="Picture 105">
              <a:extLst>
                <a:ext uri="{FF2B5EF4-FFF2-40B4-BE49-F238E27FC236}">
                  <a16:creationId xmlns:a16="http://schemas.microsoft.com/office/drawing/2014/main" id="{14AE1ADD-D40F-824D-DDAF-BD2223811B8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49640" t="16538" r="837" b="67216"/>
            <a:stretch/>
          </p:blipFill>
          <p:spPr>
            <a:xfrm>
              <a:off x="3718768" y="3941770"/>
              <a:ext cx="1660525" cy="339725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07" name="Picture 106">
              <a:extLst>
                <a:ext uri="{FF2B5EF4-FFF2-40B4-BE49-F238E27FC236}">
                  <a16:creationId xmlns:a16="http://schemas.microsoft.com/office/drawing/2014/main" id="{5B7D0449-A340-D0C2-0BAE-A5A8451C303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33171" r="33605" b="79968"/>
            <a:stretch/>
          </p:blipFill>
          <p:spPr>
            <a:xfrm>
              <a:off x="5554980" y="3775804"/>
              <a:ext cx="1545431" cy="671657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08" name="Picture 107">
              <a:extLst>
                <a:ext uri="{FF2B5EF4-FFF2-40B4-BE49-F238E27FC236}">
                  <a16:creationId xmlns:a16="http://schemas.microsoft.com/office/drawing/2014/main" id="{FDB7C5DF-011F-8A79-5005-0A1EAA5B2E1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48421" r="50265" b="35333"/>
            <a:stretch/>
          </p:blipFill>
          <p:spPr>
            <a:xfrm>
              <a:off x="1875424" y="3941769"/>
              <a:ext cx="1667656" cy="339726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09" name="Picture 108">
              <a:extLst>
                <a:ext uri="{FF2B5EF4-FFF2-40B4-BE49-F238E27FC236}">
                  <a16:creationId xmlns:a16="http://schemas.microsoft.com/office/drawing/2014/main" id="{B016706F-B585-0370-B86D-B1E44727E6B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1" r="66623" b="79898"/>
            <a:stretch/>
          </p:blipFill>
          <p:spPr>
            <a:xfrm>
              <a:off x="147163" y="3774613"/>
              <a:ext cx="1552573" cy="674038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10" name="TextBox 109">
            <a:extLst>
              <a:ext uri="{FF2B5EF4-FFF2-40B4-BE49-F238E27FC236}">
                <a16:creationId xmlns:a16="http://schemas.microsoft.com/office/drawing/2014/main" id="{96CA5D62-6AD6-1527-CA34-A382C641A126}"/>
              </a:ext>
            </a:extLst>
          </p:cNvPr>
          <p:cNvSpPr txBox="1"/>
          <p:nvPr/>
        </p:nvSpPr>
        <p:spPr>
          <a:xfrm>
            <a:off x="163626" y="3695438"/>
            <a:ext cx="15947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>
                <a:solidFill>
                  <a:schemeClr val="bg1">
                    <a:lumMod val="50000"/>
                  </a:schemeClr>
                </a:solidFill>
                <a:latin typeface="Cooper Black" panose="0208090404030B020404" pitchFamily="18" charset="0"/>
              </a:rPr>
              <a:t>Кутучаларды</a:t>
            </a:r>
          </a:p>
          <a:p>
            <a:pPr algn="ctr"/>
            <a:r>
              <a:rPr lang="ky-KG" dirty="0">
                <a:solidFill>
                  <a:schemeClr val="bg1">
                    <a:lumMod val="50000"/>
                  </a:schemeClr>
                </a:solidFill>
                <a:latin typeface="Cooper Black" panose="0208090404030B020404" pitchFamily="18" charset="0"/>
              </a:rPr>
              <a:t>Туташтыруу </a:t>
            </a:r>
          </a:p>
        </p:txBody>
      </p:sp>
      <p:graphicFrame>
        <p:nvGraphicFramePr>
          <p:cNvPr id="111" name="Table 5">
            <a:extLst>
              <a:ext uri="{FF2B5EF4-FFF2-40B4-BE49-F238E27FC236}">
                <a16:creationId xmlns:a16="http://schemas.microsoft.com/office/drawing/2014/main" id="{6F8ED0FC-A090-87A3-A35A-5A6408B174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8127105"/>
              </p:ext>
            </p:extLst>
          </p:nvPr>
        </p:nvGraphicFramePr>
        <p:xfrm>
          <a:off x="5250914" y="3498142"/>
          <a:ext cx="4617720" cy="33226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924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53924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1539240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6645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ooper Black" panose="0208090404030B020404" pitchFamily="18" charset="0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ooper Black" panose="0208090404030B020404" pitchFamily="18" charset="0"/>
                          <a:ea typeface="+mn-ea"/>
                          <a:cs typeface="+mn-cs"/>
                        </a:rPr>
                        <a:t>80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ooper Black" panose="0208090404030B020404" pitchFamily="18" charset="0"/>
                          <a:ea typeface="+mn-ea"/>
                          <a:cs typeface="+mn-cs"/>
                        </a:rPr>
                        <a:t>0,8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6645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ooper Black" panose="0208090404030B020404" pitchFamily="18" charset="0"/>
                          <a:ea typeface="+mn-ea"/>
                          <a:cs typeface="+mn-cs"/>
                        </a:rPr>
                        <a:t>52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ooper Black" panose="0208090404030B020404" pitchFamily="18" charset="0"/>
                          <a:ea typeface="+mn-ea"/>
                          <a:cs typeface="+mn-cs"/>
                        </a:rPr>
                        <a:t>52 000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ooper Black" panose="0208090404030B020404" pitchFamily="18" charset="0"/>
                          <a:ea typeface="+mn-ea"/>
                          <a:cs typeface="+mn-cs"/>
                        </a:rPr>
                        <a:t>0,52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6645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ooper Black" panose="0208090404030B020404" pitchFamily="18" charset="0"/>
                          <a:ea typeface="+mn-ea"/>
                          <a:cs typeface="+mn-cs"/>
                        </a:rPr>
                        <a:t>610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ooper Black" panose="0208090404030B020404" pitchFamily="18" charset="0"/>
                          <a:ea typeface="+mn-ea"/>
                          <a:cs typeface="+mn-cs"/>
                        </a:rPr>
                        <a:t>61 000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ooper Black" panose="0208090404030B020404" pitchFamily="18" charset="0"/>
                          <a:ea typeface="+mn-ea"/>
                          <a:cs typeface="+mn-cs"/>
                        </a:rPr>
                        <a:t>6,1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5729529"/>
                  </a:ext>
                </a:extLst>
              </a:tr>
              <a:tr h="6645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ooper Black" panose="0208090404030B020404" pitchFamily="18" charset="0"/>
                          <a:ea typeface="+mn-ea"/>
                          <a:cs typeface="+mn-cs"/>
                        </a:rPr>
                        <a:t>7,3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ooper Black" panose="0208090404030B020404" pitchFamily="18" charset="0"/>
                          <a:ea typeface="+mn-ea"/>
                          <a:cs typeface="+mn-cs"/>
                        </a:rPr>
                        <a:t>730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ooper Black" panose="0208090404030B020404" pitchFamily="18" charset="0"/>
                          <a:ea typeface="+mn-ea"/>
                          <a:cs typeface="+mn-cs"/>
                        </a:rPr>
                        <a:t>0,0073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3068860"/>
                  </a:ext>
                </a:extLst>
              </a:tr>
              <a:tr h="6645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ooper Black" panose="0208090404030B020404" pitchFamily="18" charset="0"/>
                          <a:ea typeface="+mn-ea"/>
                          <a:cs typeface="+mn-cs"/>
                        </a:rPr>
                        <a:t>1,08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ooper Black" panose="0208090404030B020404" pitchFamily="18" charset="0"/>
                          <a:ea typeface="+mn-ea"/>
                          <a:cs typeface="+mn-cs"/>
                        </a:rPr>
                        <a:t>10 800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ooper Black" panose="0208090404030B020404" pitchFamily="18" charset="0"/>
                          <a:ea typeface="+mn-ea"/>
                          <a:cs typeface="+mn-cs"/>
                        </a:rPr>
                        <a:t>0,000 108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5077501"/>
                  </a:ext>
                </a:extLst>
              </a:tr>
            </a:tbl>
          </a:graphicData>
        </a:graphic>
      </p:graphicFrame>
      <p:graphicFrame>
        <p:nvGraphicFramePr>
          <p:cNvPr id="112" name="Table 5">
            <a:extLst>
              <a:ext uri="{FF2B5EF4-FFF2-40B4-BE49-F238E27FC236}">
                <a16:creationId xmlns:a16="http://schemas.microsoft.com/office/drawing/2014/main" id="{774B2A14-07A8-4991-9067-DE190BADD1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3624024"/>
              </p:ext>
            </p:extLst>
          </p:nvPr>
        </p:nvGraphicFramePr>
        <p:xfrm>
          <a:off x="1922126" y="3498142"/>
          <a:ext cx="3312162" cy="1993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6081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656081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3322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× 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÷ 10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322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× 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÷ 10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322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× 100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÷ 100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5729529"/>
                  </a:ext>
                </a:extLst>
              </a:tr>
              <a:tr h="3322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× 100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÷ 100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3068860"/>
                  </a:ext>
                </a:extLst>
              </a:tr>
              <a:tr h="3322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× 1000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÷ 1000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1986869"/>
                  </a:ext>
                </a:extLst>
              </a:tr>
              <a:tr h="3322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× 1000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÷ 1000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9564925"/>
                  </a:ext>
                </a:extLst>
              </a:tr>
            </a:tbl>
          </a:graphicData>
        </a:graphic>
      </p:graphicFrame>
      <p:sp>
        <p:nvSpPr>
          <p:cNvPr id="113" name="Arrow: Right 112">
            <a:extLst>
              <a:ext uri="{FF2B5EF4-FFF2-40B4-BE49-F238E27FC236}">
                <a16:creationId xmlns:a16="http://schemas.microsoft.com/office/drawing/2014/main" id="{CA06062F-5B81-FD8F-E6F9-BEFA3F2312BE}"/>
              </a:ext>
            </a:extLst>
          </p:cNvPr>
          <p:cNvSpPr/>
          <p:nvPr/>
        </p:nvSpPr>
        <p:spPr>
          <a:xfrm>
            <a:off x="3135326" y="5245958"/>
            <a:ext cx="269349" cy="157317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3F34EE65-0CD0-42ED-7B10-C105810A496B}"/>
              </a:ext>
            </a:extLst>
          </p:cNvPr>
          <p:cNvSpPr/>
          <p:nvPr/>
        </p:nvSpPr>
        <p:spPr>
          <a:xfrm>
            <a:off x="2092338" y="5287220"/>
            <a:ext cx="271463" cy="7775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15" name="Arrow: Right 114">
            <a:extLst>
              <a:ext uri="{FF2B5EF4-FFF2-40B4-BE49-F238E27FC236}">
                <a16:creationId xmlns:a16="http://schemas.microsoft.com/office/drawing/2014/main" id="{3B4AB118-5D73-6354-0AE5-0B7E312A3BA4}"/>
              </a:ext>
            </a:extLst>
          </p:cNvPr>
          <p:cNvSpPr/>
          <p:nvPr/>
        </p:nvSpPr>
        <p:spPr>
          <a:xfrm>
            <a:off x="3135326" y="4914965"/>
            <a:ext cx="269349" cy="157317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9AB393E2-3DD2-89BC-02E7-C7EBF062300D}"/>
              </a:ext>
            </a:extLst>
          </p:cNvPr>
          <p:cNvSpPr/>
          <p:nvPr/>
        </p:nvSpPr>
        <p:spPr>
          <a:xfrm>
            <a:off x="2092338" y="4956227"/>
            <a:ext cx="271463" cy="7775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17" name="Arrow: Right 116">
            <a:extLst>
              <a:ext uri="{FF2B5EF4-FFF2-40B4-BE49-F238E27FC236}">
                <a16:creationId xmlns:a16="http://schemas.microsoft.com/office/drawing/2014/main" id="{C6389112-3468-64DB-5CDB-A4E4BD0C2C17}"/>
              </a:ext>
            </a:extLst>
          </p:cNvPr>
          <p:cNvSpPr/>
          <p:nvPr/>
        </p:nvSpPr>
        <p:spPr>
          <a:xfrm>
            <a:off x="3075794" y="4583971"/>
            <a:ext cx="328881" cy="157317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72D9EEC4-1111-5CA6-C481-BF96AF2B0FE3}"/>
              </a:ext>
            </a:extLst>
          </p:cNvPr>
          <p:cNvSpPr/>
          <p:nvPr/>
        </p:nvSpPr>
        <p:spPr>
          <a:xfrm>
            <a:off x="2092338" y="4625233"/>
            <a:ext cx="345281" cy="7775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19" name="Arrow: Right 118">
            <a:extLst>
              <a:ext uri="{FF2B5EF4-FFF2-40B4-BE49-F238E27FC236}">
                <a16:creationId xmlns:a16="http://schemas.microsoft.com/office/drawing/2014/main" id="{5AFFE2E3-1850-125E-DA29-942081446971}"/>
              </a:ext>
            </a:extLst>
          </p:cNvPr>
          <p:cNvSpPr/>
          <p:nvPr/>
        </p:nvSpPr>
        <p:spPr>
          <a:xfrm>
            <a:off x="3075794" y="4255358"/>
            <a:ext cx="328881" cy="157317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D6C095E3-6413-5BF1-AA4A-7366C6CCA30A}"/>
              </a:ext>
            </a:extLst>
          </p:cNvPr>
          <p:cNvSpPr/>
          <p:nvPr/>
        </p:nvSpPr>
        <p:spPr>
          <a:xfrm>
            <a:off x="2092338" y="4296620"/>
            <a:ext cx="345281" cy="7775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21" name="Arrow: Right 120">
            <a:extLst>
              <a:ext uri="{FF2B5EF4-FFF2-40B4-BE49-F238E27FC236}">
                <a16:creationId xmlns:a16="http://schemas.microsoft.com/office/drawing/2014/main" id="{43DE5241-B844-96B2-5667-E83A9956202B}"/>
              </a:ext>
            </a:extLst>
          </p:cNvPr>
          <p:cNvSpPr/>
          <p:nvPr/>
        </p:nvSpPr>
        <p:spPr>
          <a:xfrm>
            <a:off x="3030552" y="3919602"/>
            <a:ext cx="374124" cy="157317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FD3EA65C-28A5-FE6E-5F38-AE8707659102}"/>
              </a:ext>
            </a:extLst>
          </p:cNvPr>
          <p:cNvSpPr/>
          <p:nvPr/>
        </p:nvSpPr>
        <p:spPr>
          <a:xfrm>
            <a:off x="2092338" y="3960864"/>
            <a:ext cx="390525" cy="7775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23" name="Arrow: Right 122">
            <a:extLst>
              <a:ext uri="{FF2B5EF4-FFF2-40B4-BE49-F238E27FC236}">
                <a16:creationId xmlns:a16="http://schemas.microsoft.com/office/drawing/2014/main" id="{B575E7B5-615F-BB9D-EB77-5990968C8B45}"/>
              </a:ext>
            </a:extLst>
          </p:cNvPr>
          <p:cNvSpPr/>
          <p:nvPr/>
        </p:nvSpPr>
        <p:spPr>
          <a:xfrm>
            <a:off x="3030552" y="3593370"/>
            <a:ext cx="374124" cy="157317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28E87463-4397-0891-EEE1-A8664E688F65}"/>
              </a:ext>
            </a:extLst>
          </p:cNvPr>
          <p:cNvSpPr/>
          <p:nvPr/>
        </p:nvSpPr>
        <p:spPr>
          <a:xfrm>
            <a:off x="2092338" y="3634632"/>
            <a:ext cx="390525" cy="7775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25" name="Arrow: Right 124">
            <a:extLst>
              <a:ext uri="{FF2B5EF4-FFF2-40B4-BE49-F238E27FC236}">
                <a16:creationId xmlns:a16="http://schemas.microsoft.com/office/drawing/2014/main" id="{1CBD23E8-934D-7812-1C68-93BDA57D1591}"/>
              </a:ext>
            </a:extLst>
          </p:cNvPr>
          <p:cNvSpPr/>
          <p:nvPr/>
        </p:nvSpPr>
        <p:spPr>
          <a:xfrm>
            <a:off x="4797438" y="5245958"/>
            <a:ext cx="269349" cy="157317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034157FD-7C48-1BFD-A83F-F6B427C0D099}"/>
              </a:ext>
            </a:extLst>
          </p:cNvPr>
          <p:cNvSpPr/>
          <p:nvPr/>
        </p:nvSpPr>
        <p:spPr>
          <a:xfrm>
            <a:off x="3754450" y="5287220"/>
            <a:ext cx="271463" cy="7775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27" name="Arrow: Right 126">
            <a:extLst>
              <a:ext uri="{FF2B5EF4-FFF2-40B4-BE49-F238E27FC236}">
                <a16:creationId xmlns:a16="http://schemas.microsoft.com/office/drawing/2014/main" id="{7FCF72F8-012E-04CC-FC78-69F20C420459}"/>
              </a:ext>
            </a:extLst>
          </p:cNvPr>
          <p:cNvSpPr/>
          <p:nvPr/>
        </p:nvSpPr>
        <p:spPr>
          <a:xfrm>
            <a:off x="4797438" y="4914965"/>
            <a:ext cx="269349" cy="157317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8D8B3339-669C-D879-9F60-8DD39A71939A}"/>
              </a:ext>
            </a:extLst>
          </p:cNvPr>
          <p:cNvSpPr/>
          <p:nvPr/>
        </p:nvSpPr>
        <p:spPr>
          <a:xfrm>
            <a:off x="3754450" y="4956227"/>
            <a:ext cx="271463" cy="7775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29" name="Arrow: Right 128">
            <a:extLst>
              <a:ext uri="{FF2B5EF4-FFF2-40B4-BE49-F238E27FC236}">
                <a16:creationId xmlns:a16="http://schemas.microsoft.com/office/drawing/2014/main" id="{605D1119-BFC7-BF89-4102-B2449ECEB472}"/>
              </a:ext>
            </a:extLst>
          </p:cNvPr>
          <p:cNvSpPr/>
          <p:nvPr/>
        </p:nvSpPr>
        <p:spPr>
          <a:xfrm>
            <a:off x="4737906" y="4583971"/>
            <a:ext cx="328881" cy="157317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5BDC83EC-9237-E3C9-B1A8-0D27FC38E537}"/>
              </a:ext>
            </a:extLst>
          </p:cNvPr>
          <p:cNvSpPr/>
          <p:nvPr/>
        </p:nvSpPr>
        <p:spPr>
          <a:xfrm>
            <a:off x="3754450" y="4625233"/>
            <a:ext cx="345281" cy="7775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31" name="Arrow: Right 130">
            <a:extLst>
              <a:ext uri="{FF2B5EF4-FFF2-40B4-BE49-F238E27FC236}">
                <a16:creationId xmlns:a16="http://schemas.microsoft.com/office/drawing/2014/main" id="{3ED11442-B5CA-B6DC-E937-87C95D53183E}"/>
              </a:ext>
            </a:extLst>
          </p:cNvPr>
          <p:cNvSpPr/>
          <p:nvPr/>
        </p:nvSpPr>
        <p:spPr>
          <a:xfrm>
            <a:off x="4737906" y="4255358"/>
            <a:ext cx="328881" cy="157317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44581B6B-8101-34FA-5A97-F0F24C0BA911}"/>
              </a:ext>
            </a:extLst>
          </p:cNvPr>
          <p:cNvSpPr/>
          <p:nvPr/>
        </p:nvSpPr>
        <p:spPr>
          <a:xfrm>
            <a:off x="3754450" y="4296620"/>
            <a:ext cx="345281" cy="7775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33" name="Arrow: Right 132">
            <a:extLst>
              <a:ext uri="{FF2B5EF4-FFF2-40B4-BE49-F238E27FC236}">
                <a16:creationId xmlns:a16="http://schemas.microsoft.com/office/drawing/2014/main" id="{9AC0067C-6786-651F-6D6E-7CADF8853DD3}"/>
              </a:ext>
            </a:extLst>
          </p:cNvPr>
          <p:cNvSpPr/>
          <p:nvPr/>
        </p:nvSpPr>
        <p:spPr>
          <a:xfrm>
            <a:off x="4692664" y="3919602"/>
            <a:ext cx="374124" cy="157317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39EA46C2-75FB-04A5-73B0-C3EC6CF714D5}"/>
              </a:ext>
            </a:extLst>
          </p:cNvPr>
          <p:cNvSpPr/>
          <p:nvPr/>
        </p:nvSpPr>
        <p:spPr>
          <a:xfrm>
            <a:off x="3754450" y="3960864"/>
            <a:ext cx="390525" cy="7775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35" name="Arrow: Right 134">
            <a:extLst>
              <a:ext uri="{FF2B5EF4-FFF2-40B4-BE49-F238E27FC236}">
                <a16:creationId xmlns:a16="http://schemas.microsoft.com/office/drawing/2014/main" id="{8D36AC16-3DD0-9653-B2B1-41B832D56758}"/>
              </a:ext>
            </a:extLst>
          </p:cNvPr>
          <p:cNvSpPr/>
          <p:nvPr/>
        </p:nvSpPr>
        <p:spPr>
          <a:xfrm>
            <a:off x="4692664" y="3593370"/>
            <a:ext cx="374124" cy="157317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4A2AE9D9-6EA7-111F-6DF0-65C7CBA54159}"/>
              </a:ext>
            </a:extLst>
          </p:cNvPr>
          <p:cNvSpPr/>
          <p:nvPr/>
        </p:nvSpPr>
        <p:spPr>
          <a:xfrm>
            <a:off x="3754450" y="3634632"/>
            <a:ext cx="390525" cy="7775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D0F1784B-F157-5ABB-6726-C36B08460956}"/>
              </a:ext>
            </a:extLst>
          </p:cNvPr>
          <p:cNvSpPr txBox="1"/>
          <p:nvPr/>
        </p:nvSpPr>
        <p:spPr>
          <a:xfrm>
            <a:off x="59616" y="4284510"/>
            <a:ext cx="19786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Сандык карталарды кесип, </a:t>
            </a:r>
            <a:endParaRPr lang="en-US" sz="1200" dirty="0"/>
          </a:p>
          <a:p>
            <a:pPr algn="ctr"/>
            <a:r>
              <a:rPr lang="ru-RU" sz="1200" dirty="0"/>
              <a:t>анан карталарды </a:t>
            </a:r>
            <a:endParaRPr lang="en-US" sz="1200" dirty="0"/>
          </a:p>
          <a:p>
            <a:pPr algn="ctr"/>
            <a:r>
              <a:rPr lang="ru-RU" sz="1200" dirty="0"/>
              <a:t>туташтырыңыз</a:t>
            </a:r>
            <a:endParaRPr lang="en-GB" sz="1200" dirty="0"/>
          </a:p>
        </p:txBody>
      </p:sp>
      <p:pic>
        <p:nvPicPr>
          <p:cNvPr id="138" name="Picture 137">
            <a:extLst>
              <a:ext uri="{FF2B5EF4-FFF2-40B4-BE49-F238E27FC236}">
                <a16:creationId xmlns:a16="http://schemas.microsoft.com/office/drawing/2014/main" id="{65DECBC5-333C-32B0-9185-6C5D0297F9A3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09151" y="5017966"/>
            <a:ext cx="363440" cy="363440"/>
          </a:xfrm>
          <a:prstGeom prst="rect">
            <a:avLst/>
          </a:prstGeom>
        </p:spPr>
      </p:pic>
      <p:sp>
        <p:nvSpPr>
          <p:cNvPr id="139" name="TextBox 138">
            <a:extLst>
              <a:ext uri="{FF2B5EF4-FFF2-40B4-BE49-F238E27FC236}">
                <a16:creationId xmlns:a16="http://schemas.microsoft.com/office/drawing/2014/main" id="{AFBD0F65-846F-E181-A3B0-BEFCF680F3A9}"/>
              </a:ext>
            </a:extLst>
          </p:cNvPr>
          <p:cNvSpPr txBox="1"/>
          <p:nvPr/>
        </p:nvSpPr>
        <p:spPr>
          <a:xfrm>
            <a:off x="1202545" y="5559852"/>
            <a:ext cx="26296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К</a:t>
            </a:r>
            <a:r>
              <a:rPr lang="ru-RU" sz="1200" dirty="0"/>
              <a:t>андай байланыштарды түзө алдың?</a:t>
            </a:r>
            <a:endParaRPr lang="en-GB" sz="1200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50A4BA82-5E83-0DC3-DA16-64FF3EABA5D5}"/>
              </a:ext>
            </a:extLst>
          </p:cNvPr>
          <p:cNvSpPr txBox="1"/>
          <p:nvPr/>
        </p:nvSpPr>
        <p:spPr>
          <a:xfrm>
            <a:off x="507097" y="6390432"/>
            <a:ext cx="40205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2ден ашык санды колдоно алдыңбы?</a:t>
            </a:r>
          </a:p>
          <a:p>
            <a:pPr algn="ctr"/>
            <a:r>
              <a:rPr lang="ky-KG" sz="1200" dirty="0"/>
              <a:t>Канча узундукка чейин байланыш чынжырын түзө алдың?</a:t>
            </a:r>
            <a:endParaRPr lang="en-GB" sz="1200" dirty="0"/>
          </a:p>
        </p:txBody>
      </p: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7B97C7A3-AAF5-2182-80CF-6C37DB5B280C}"/>
              </a:ext>
            </a:extLst>
          </p:cNvPr>
          <p:cNvGrpSpPr/>
          <p:nvPr/>
        </p:nvGrpSpPr>
        <p:grpSpPr>
          <a:xfrm>
            <a:off x="394508" y="5907852"/>
            <a:ext cx="4245767" cy="411579"/>
            <a:chOff x="147163" y="3774613"/>
            <a:chExt cx="6953248" cy="674038"/>
          </a:xfrm>
        </p:grpSpPr>
        <p:pic>
          <p:nvPicPr>
            <p:cNvPr id="142" name="Picture 141">
              <a:extLst>
                <a:ext uri="{FF2B5EF4-FFF2-40B4-BE49-F238E27FC236}">
                  <a16:creationId xmlns:a16="http://schemas.microsoft.com/office/drawing/2014/main" id="{87564AA7-70A1-A208-0135-8B4DF0038CB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49640" t="16538" r="837" b="67216"/>
            <a:stretch/>
          </p:blipFill>
          <p:spPr>
            <a:xfrm>
              <a:off x="3718768" y="3941770"/>
              <a:ext cx="1660525" cy="339725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43" name="Picture 142">
              <a:extLst>
                <a:ext uri="{FF2B5EF4-FFF2-40B4-BE49-F238E27FC236}">
                  <a16:creationId xmlns:a16="http://schemas.microsoft.com/office/drawing/2014/main" id="{D7EA9111-75BF-59EC-5560-DCE09F04ADA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33171" r="33605" b="79968"/>
            <a:stretch/>
          </p:blipFill>
          <p:spPr>
            <a:xfrm>
              <a:off x="5554980" y="3775804"/>
              <a:ext cx="1545431" cy="671657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44" name="Picture 143">
              <a:extLst>
                <a:ext uri="{FF2B5EF4-FFF2-40B4-BE49-F238E27FC236}">
                  <a16:creationId xmlns:a16="http://schemas.microsoft.com/office/drawing/2014/main" id="{AF0FB019-A68C-DCAC-A08C-8D868484116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48421" r="50265" b="35333"/>
            <a:stretch/>
          </p:blipFill>
          <p:spPr>
            <a:xfrm>
              <a:off x="1875424" y="3941769"/>
              <a:ext cx="1667656" cy="339726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45" name="Picture 144">
              <a:extLst>
                <a:ext uri="{FF2B5EF4-FFF2-40B4-BE49-F238E27FC236}">
                  <a16:creationId xmlns:a16="http://schemas.microsoft.com/office/drawing/2014/main" id="{4C452DB2-C4ED-7876-09BB-EEFA49B8D76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1" r="66623" b="79898"/>
            <a:stretch/>
          </p:blipFill>
          <p:spPr>
            <a:xfrm>
              <a:off x="147163" y="3774613"/>
              <a:ext cx="1552573" cy="674038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1386680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C05912-0313-860F-F624-A8FF54E444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2187541" y="2219292"/>
            <a:ext cx="6816026" cy="237744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93281AD-BC6F-04CA-5553-9AC68AD87A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57210" y="2183733"/>
            <a:ext cx="6816026" cy="24485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F2C6D6E-FB7B-9BE2-A7FE-9F0ED94D0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765457" y="2183731"/>
            <a:ext cx="6816026" cy="24485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20B0D61-AFF5-F469-1AB3-F845D49EF8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5273706" y="2183733"/>
            <a:ext cx="6816026" cy="2448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326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788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682067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85000"/>
          </a:schemeClr>
        </a:solidFill>
        <a:ln w="12700">
          <a:solidFill>
            <a:schemeClr val="bg1">
              <a:lumMod val="50000"/>
            </a:schemeClr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10446</TotalTime>
  <Words>256</Words>
  <Application>Microsoft Office PowerPoint</Application>
  <PresentationFormat>A4 Paper (210x297 mm)</PresentationFormat>
  <Paragraphs>120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Cooper Black</vt:lpstr>
      <vt:lpstr>system-ui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478</cp:revision>
  <cp:lastPrinted>2024-08-24T06:15:12Z</cp:lastPrinted>
  <dcterms:created xsi:type="dcterms:W3CDTF">2017-01-17T16:57:04Z</dcterms:created>
  <dcterms:modified xsi:type="dcterms:W3CDTF">2024-08-24T06:44:48Z</dcterms:modified>
</cp:coreProperties>
</file>