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59" r:id="rId2"/>
    <p:sldId id="960" r:id="rId3"/>
    <p:sldId id="954" r:id="rId4"/>
    <p:sldId id="955" r:id="rId5"/>
    <p:sldId id="962" r:id="rId6"/>
    <p:sldId id="963" r:id="rId7"/>
    <p:sldId id="964" r:id="rId8"/>
    <p:sldId id="965" r:id="rId9"/>
    <p:sldId id="957" r:id="rId10"/>
    <p:sldId id="958" r:id="rId11"/>
    <p:sldId id="961" r:id="rId12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9813FF6B-ECF9-4AC0-BAD9-CCB5496E6809}">
          <p14:sldIdLst>
            <p14:sldId id="959"/>
            <p14:sldId id="960"/>
          </p14:sldIdLst>
        </p14:section>
        <p14:section name="Көрсөтүү үчүн" id="{059544AC-2C27-45B1-9F95-F87DF8854DD6}">
          <p14:sldIdLst>
            <p14:sldId id="954"/>
            <p14:sldId id="955"/>
          </p14:sldIdLst>
        </p14:section>
        <p14:section name="Жооптор" id="{1FEDB314-42DC-4694-9B04-D4A4AAE625F7}">
          <p14:sldIdLst>
            <p14:sldId id="962"/>
            <p14:sldId id="963"/>
            <p14:sldId id="964"/>
          </p14:sldIdLst>
        </p14:section>
        <p14:section name="Таркатма иш кагаздар" id="{A78D9305-6AAE-4715-A210-52F6908F30F7}">
          <p14:sldIdLst>
            <p14:sldId id="965"/>
            <p14:sldId id="957"/>
            <p14:sldId id="958"/>
          </p14:sldIdLst>
        </p14:section>
        <p14:section name="Кайтарым байланыш" id="{99ED8035-81E3-4366-987F-F0DB589457E2}">
          <p14:sldIdLst>
            <p14:sldId id="9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3.png"/><Relationship Id="rId3" Type="http://schemas.openxmlformats.org/officeDocument/2006/relationships/image" Target="../media/image19.png"/><Relationship Id="rId21" Type="http://schemas.openxmlformats.org/officeDocument/2006/relationships/image" Target="../media/image36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17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4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F91C5B6-86E6-4E9B-FDBC-B069CB15C5D5}"/>
              </a:ext>
            </a:extLst>
          </p:cNvPr>
          <p:cNvSpPr txBox="1">
            <a:spLocks/>
          </p:cNvSpPr>
          <p:nvPr/>
        </p:nvSpPr>
        <p:spPr>
          <a:xfrm>
            <a:off x="0" y="1852613"/>
            <a:ext cx="9773920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Орундук мааниси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Чечим чыгаруу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Туура же Ката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Окуучулар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картанын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же Ката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экенин чечиши керек.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карталарды кесип кереги жок.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Карталар 3 өлчөмдө болот.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430FB01-B004-E113-D659-37B4454A4AD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49579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488872-BBED-DE23-74FB-F723B68E957F}"/>
              </a:ext>
            </a:extLst>
          </p:cNvPr>
          <p:cNvSpPr txBox="1">
            <a:spLocks/>
          </p:cNvSpPr>
          <p:nvPr/>
        </p:nvSpPr>
        <p:spPr>
          <a:xfrm>
            <a:off x="198120" y="178498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Көнүгүүлөр топтомун текшерип, аларды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же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деп эки топко бөлүңүз</a:t>
            </a:r>
            <a:endParaRPr kumimoji="0" lang="en-US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324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56C9BC-7E21-FA4B-0AC9-CE98BA3CE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16" y="355600"/>
            <a:ext cx="9449568" cy="598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3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7,3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2,91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9,18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6,203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52,134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12,0681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0BE17B0-4C7E-41D1-AFD0-44AA6AF815A9}"/>
              </a:ext>
            </a:extLst>
          </p:cNvPr>
          <p:cNvGrpSpPr/>
          <p:nvPr/>
        </p:nvGrpSpPr>
        <p:grpSpPr>
          <a:xfrm>
            <a:off x="3636989" y="2893218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9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8C46652-4509-488B-8E30-1EFBBF276FE4}"/>
                </a:ext>
              </a:extLst>
            </p:cNvPr>
            <p:cNvSpPr txBox="1"/>
            <p:nvPr/>
          </p:nvSpPr>
          <p:spPr>
            <a:xfrm>
              <a:off x="724451" y="233838"/>
              <a:ext cx="18421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7,182</a:t>
              </a:r>
              <a:r>
                <a:rPr lang="ky-KG" sz="3200" spc="300" dirty="0"/>
                <a:t>см</a:t>
              </a:r>
              <a:endParaRPr lang="en-GB" sz="3200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E147696-6002-483C-AAC8-FB0B76BF18DD}"/>
                </a:ext>
              </a:extLst>
            </p:cNvPr>
            <p:cNvSpPr/>
            <p:nvPr/>
          </p:nvSpPr>
          <p:spPr>
            <a:xfrm>
              <a:off x="807158" y="304800"/>
              <a:ext cx="6430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250FDA5-6B87-408E-84D6-673C3577BB74}"/>
              </a:ext>
            </a:extLst>
          </p:cNvPr>
          <p:cNvGrpSpPr/>
          <p:nvPr/>
        </p:nvGrpSpPr>
        <p:grpSpPr>
          <a:xfrm>
            <a:off x="7190817" y="2893218"/>
            <a:ext cx="2130711" cy="1263227"/>
            <a:chOff x="523317" y="233838"/>
            <a:chExt cx="2130711" cy="12632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/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</a:p>
                <a:p>
                  <a:pPr algn="ctr"/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blipFill>
                  <a:blip r:embed="rId10"/>
                  <a:stretch>
                    <a:fillRect t="-4800" r="-2006" b="-48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3B6F919-D176-4899-AC79-D696C26B9246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0,834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1760D9C-F464-414E-9EDA-46C5D55223B0}"/>
                </a:ext>
              </a:extLst>
            </p:cNvPr>
            <p:cNvSpPr/>
            <p:nvPr/>
          </p:nvSpPr>
          <p:spPr>
            <a:xfrm>
              <a:off x="1144502" y="304800"/>
              <a:ext cx="76367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32643D-BE62-4F4C-9C62-DF4CED18B9AD}"/>
              </a:ext>
            </a:extLst>
          </p:cNvPr>
          <p:cNvGrpSpPr/>
          <p:nvPr/>
        </p:nvGrpSpPr>
        <p:grpSpPr>
          <a:xfrm>
            <a:off x="322289" y="4198316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11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811D53D-E04D-4CB0-9DB9-CF169867BEF8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4,0081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95552E6E-D4CE-4F5D-91B1-148B8EE0FAE5}"/>
                </a:ext>
              </a:extLst>
            </p:cNvPr>
            <p:cNvSpPr/>
            <p:nvPr/>
          </p:nvSpPr>
          <p:spPr>
            <a:xfrm>
              <a:off x="1030996" y="304800"/>
              <a:ext cx="5025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FA9F01-A463-4B68-84C3-2F166D4015F0}"/>
              </a:ext>
            </a:extLst>
          </p:cNvPr>
          <p:cNvGrpSpPr/>
          <p:nvPr/>
        </p:nvGrpSpPr>
        <p:grpSpPr>
          <a:xfrm>
            <a:off x="3588098" y="4198316"/>
            <a:ext cx="2744277" cy="1218805"/>
            <a:chOff x="273398" y="233838"/>
            <a:chExt cx="2744277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blipFill>
                  <a:blip r:embed="rId12"/>
                  <a:stretch>
                    <a:fillRect l="-1778" r="-1333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94A2C7-C9A9-4ACC-8500-ECA36B80A385}"/>
                </a:ext>
              </a:extLst>
            </p:cNvPr>
            <p:cNvSpPr txBox="1"/>
            <p:nvPr/>
          </p:nvSpPr>
          <p:spPr>
            <a:xfrm>
              <a:off x="309272" y="233838"/>
              <a:ext cx="26725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8,0 931 784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B765138-62C2-45E6-89E8-30E4438FDBF1}"/>
                </a:ext>
              </a:extLst>
            </p:cNvPr>
            <p:cNvSpPr/>
            <p:nvPr/>
          </p:nvSpPr>
          <p:spPr>
            <a:xfrm>
              <a:off x="997659" y="304800"/>
              <a:ext cx="488718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31AEF7E-0785-4C31-9310-C29D5E5558B9}"/>
              </a:ext>
            </a:extLst>
          </p:cNvPr>
          <p:cNvGrpSpPr/>
          <p:nvPr/>
        </p:nvGrpSpPr>
        <p:grpSpPr>
          <a:xfrm>
            <a:off x="7142875" y="4198316"/>
            <a:ext cx="2340321" cy="1217203"/>
            <a:chOff x="475375" y="233838"/>
            <a:chExt cx="234032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/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blipFill>
                  <a:blip r:embed="rId13"/>
                  <a:stretch>
                    <a:fillRect l="-182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8E19849-D2DE-4533-BFCC-E8BF0BADAFF4}"/>
                </a:ext>
              </a:extLst>
            </p:cNvPr>
            <p:cNvSpPr txBox="1"/>
            <p:nvPr/>
          </p:nvSpPr>
          <p:spPr>
            <a:xfrm>
              <a:off x="864712" y="233838"/>
              <a:ext cx="15616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3,7019</a:t>
              </a:r>
              <a:endParaRPr lang="en-GB" sz="3200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D329BCA-A998-4723-A12D-D7F8FF1DC270}"/>
                </a:ext>
              </a:extLst>
            </p:cNvPr>
            <p:cNvSpPr/>
            <p:nvPr/>
          </p:nvSpPr>
          <p:spPr>
            <a:xfrm>
              <a:off x="1319128" y="304800"/>
              <a:ext cx="51205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E3E5C8E-E5B2-49D7-B3D7-47C70A39AC2D}"/>
              </a:ext>
            </a:extLst>
          </p:cNvPr>
          <p:cNvGrpSpPr/>
          <p:nvPr/>
        </p:nvGrpSpPr>
        <p:grpSpPr>
          <a:xfrm>
            <a:off x="6997003" y="5528352"/>
            <a:ext cx="2632067" cy="1222717"/>
            <a:chOff x="329503" y="233838"/>
            <a:chExt cx="2632067" cy="12227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/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Л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blipFill>
                  <a:blip r:embed="rId14"/>
                  <a:stretch>
                    <a:fillRect l="-1620" r="-1389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9D2E031-48B6-4F80-B1A0-1D7E438D4E84}"/>
                </a:ext>
              </a:extLst>
            </p:cNvPr>
            <p:cNvSpPr txBox="1"/>
            <p:nvPr/>
          </p:nvSpPr>
          <p:spPr>
            <a:xfrm>
              <a:off x="693191" y="233838"/>
              <a:ext cx="1904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1,2043</a:t>
              </a:r>
              <a:r>
                <a:rPr lang="en-GB" sz="3200" dirty="0"/>
                <a:t> </a:t>
              </a:r>
              <a:r>
                <a:rPr lang="ky-KG" sz="3200" dirty="0"/>
                <a:t>Л</a:t>
              </a:r>
              <a:endParaRPr lang="en-GB" sz="3200" dirty="0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29EEFAE-6A90-49B6-A922-FF47FEED16A7}"/>
                </a:ext>
              </a:extLst>
            </p:cNvPr>
            <p:cNvSpPr/>
            <p:nvPr/>
          </p:nvSpPr>
          <p:spPr>
            <a:xfrm>
              <a:off x="1165457" y="304800"/>
              <a:ext cx="72628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8E8F677-5E57-4155-B0E0-6D061674DBD5}"/>
              </a:ext>
            </a:extLst>
          </p:cNvPr>
          <p:cNvGrpSpPr/>
          <p:nvPr/>
        </p:nvGrpSpPr>
        <p:grpSpPr>
          <a:xfrm>
            <a:off x="396580" y="5528352"/>
            <a:ext cx="2548711" cy="1218805"/>
            <a:chOff x="371180" y="233838"/>
            <a:chExt cx="254871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/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blipFill>
                  <a:blip r:embed="rId15"/>
                  <a:stretch>
                    <a:fillRect l="-1675" r="-1675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AAD158C-76BC-4ED0-9F4F-9F03FEB2C34F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50,618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7BA4ED93-08D1-4780-B085-1FCFA195C6B0}"/>
                </a:ext>
              </a:extLst>
            </p:cNvPr>
            <p:cNvSpPr/>
            <p:nvPr/>
          </p:nvSpPr>
          <p:spPr>
            <a:xfrm>
              <a:off x="1276264" y="304800"/>
              <a:ext cx="254085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D5A69FD-02DD-425E-8552-AC2AAC9D8012}"/>
              </a:ext>
            </a:extLst>
          </p:cNvPr>
          <p:cNvGrpSpPr/>
          <p:nvPr/>
        </p:nvGrpSpPr>
        <p:grpSpPr>
          <a:xfrm>
            <a:off x="3606351" y="5515652"/>
            <a:ext cx="2580771" cy="1217203"/>
            <a:chOff x="355151" y="233838"/>
            <a:chExt cx="258077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/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кг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blipFill>
                  <a:blip r:embed="rId16"/>
                  <a:stretch>
                    <a:fillRect l="-1891" r="-1418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483D48-110D-4E43-9315-E3EF092F3610}"/>
                </a:ext>
              </a:extLst>
            </p:cNvPr>
            <p:cNvSpPr txBox="1"/>
            <p:nvPr/>
          </p:nvSpPr>
          <p:spPr>
            <a:xfrm>
              <a:off x="898376" y="233838"/>
              <a:ext cx="1494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3,14</a:t>
              </a:r>
              <a:r>
                <a:rPr lang="en-GB" sz="3200" dirty="0"/>
                <a:t> </a:t>
              </a:r>
              <a:r>
                <a:rPr lang="ky-KG" sz="3200" dirty="0"/>
                <a:t>кг</a:t>
              </a:r>
              <a:endParaRPr lang="en-GB" sz="3200" dirty="0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9EF2253B-1AF8-4C16-8CD4-342B9D1DAF8E}"/>
                </a:ext>
              </a:extLst>
            </p:cNvPr>
            <p:cNvSpPr/>
            <p:nvPr/>
          </p:nvSpPr>
          <p:spPr>
            <a:xfrm>
              <a:off x="1347702" y="304800"/>
              <a:ext cx="523961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27419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264012"/>
              </p:ext>
            </p:extLst>
          </p:nvPr>
        </p:nvGraphicFramePr>
        <p:xfrm>
          <a:off x="35168" y="198120"/>
          <a:ext cx="9803424" cy="3974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7,3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2,91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9,18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6,203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52,134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12,0681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66D462-43DF-2C21-4037-23A7EDCE27A3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1105057"/>
            <a:ext cx="408033" cy="408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C0F426-A276-D2F2-B716-DB14AB8083CB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07261" y="1087841"/>
            <a:ext cx="408033" cy="408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6049F8-7C5A-88DE-78F8-D95F30DE92B8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61812" y="1105057"/>
            <a:ext cx="408033" cy="40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552B2A-976E-FB90-496B-6619031A1AB5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32046" y="2417877"/>
            <a:ext cx="408033" cy="4080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CAE050-83E9-8ECE-3F09-011E08B23EE3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3740191"/>
            <a:ext cx="408033" cy="4080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DB427B-386C-8393-6CFD-DF8BEF9BAEBD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7150" y="2410155"/>
            <a:ext cx="408033" cy="4080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DF8417-B034-230A-3EF9-C319779948A4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2401842"/>
            <a:ext cx="408033" cy="40803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15170A7-57C6-4104-AE7B-9A5AA17AC766}"/>
              </a:ext>
            </a:extLst>
          </p:cNvPr>
          <p:cNvSpPr/>
          <p:nvPr/>
        </p:nvSpPr>
        <p:spPr>
          <a:xfrm>
            <a:off x="4670872" y="5064069"/>
            <a:ext cx="51444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88400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7,3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2,91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9,18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6,203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52,134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12,0681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0BE17B0-4C7E-41D1-AFD0-44AA6AF815A9}"/>
              </a:ext>
            </a:extLst>
          </p:cNvPr>
          <p:cNvGrpSpPr/>
          <p:nvPr/>
        </p:nvGrpSpPr>
        <p:grpSpPr>
          <a:xfrm>
            <a:off x="3636989" y="2893218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9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8C46652-4509-488B-8E30-1EFBBF276FE4}"/>
                </a:ext>
              </a:extLst>
            </p:cNvPr>
            <p:cNvSpPr txBox="1"/>
            <p:nvPr/>
          </p:nvSpPr>
          <p:spPr>
            <a:xfrm>
              <a:off x="724451" y="233838"/>
              <a:ext cx="18421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7,182</a:t>
              </a:r>
              <a:r>
                <a:rPr lang="ky-KG" sz="3200" spc="300" dirty="0"/>
                <a:t>см</a:t>
              </a:r>
              <a:endParaRPr lang="en-GB" sz="3200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E147696-6002-483C-AAC8-FB0B76BF18DD}"/>
                </a:ext>
              </a:extLst>
            </p:cNvPr>
            <p:cNvSpPr/>
            <p:nvPr/>
          </p:nvSpPr>
          <p:spPr>
            <a:xfrm>
              <a:off x="807158" y="304800"/>
              <a:ext cx="6430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250FDA5-6B87-408E-84D6-673C3577BB74}"/>
              </a:ext>
            </a:extLst>
          </p:cNvPr>
          <p:cNvGrpSpPr/>
          <p:nvPr/>
        </p:nvGrpSpPr>
        <p:grpSpPr>
          <a:xfrm>
            <a:off x="7190817" y="2893218"/>
            <a:ext cx="2130711" cy="1263227"/>
            <a:chOff x="523317" y="233838"/>
            <a:chExt cx="2130711" cy="12632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/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</a:p>
                <a:p>
                  <a:pPr algn="ctr"/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blipFill>
                  <a:blip r:embed="rId10"/>
                  <a:stretch>
                    <a:fillRect t="-4800" r="-2006" b="-48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3B6F919-D176-4899-AC79-D696C26B9246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0,834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1760D9C-F464-414E-9EDA-46C5D55223B0}"/>
                </a:ext>
              </a:extLst>
            </p:cNvPr>
            <p:cNvSpPr/>
            <p:nvPr/>
          </p:nvSpPr>
          <p:spPr>
            <a:xfrm>
              <a:off x="1144502" y="304800"/>
              <a:ext cx="76367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32643D-BE62-4F4C-9C62-DF4CED18B9AD}"/>
              </a:ext>
            </a:extLst>
          </p:cNvPr>
          <p:cNvGrpSpPr/>
          <p:nvPr/>
        </p:nvGrpSpPr>
        <p:grpSpPr>
          <a:xfrm>
            <a:off x="322289" y="4198316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11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811D53D-E04D-4CB0-9DB9-CF169867BEF8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4,0081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95552E6E-D4CE-4F5D-91B1-148B8EE0FAE5}"/>
                </a:ext>
              </a:extLst>
            </p:cNvPr>
            <p:cNvSpPr/>
            <p:nvPr/>
          </p:nvSpPr>
          <p:spPr>
            <a:xfrm>
              <a:off x="1030996" y="304800"/>
              <a:ext cx="5025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FA9F01-A463-4B68-84C3-2F166D4015F0}"/>
              </a:ext>
            </a:extLst>
          </p:cNvPr>
          <p:cNvGrpSpPr/>
          <p:nvPr/>
        </p:nvGrpSpPr>
        <p:grpSpPr>
          <a:xfrm>
            <a:off x="3588098" y="4198316"/>
            <a:ext cx="2744277" cy="1218805"/>
            <a:chOff x="273398" y="233838"/>
            <a:chExt cx="2744277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blipFill>
                  <a:blip r:embed="rId12"/>
                  <a:stretch>
                    <a:fillRect l="-1778" r="-1333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94A2C7-C9A9-4ACC-8500-ECA36B80A385}"/>
                </a:ext>
              </a:extLst>
            </p:cNvPr>
            <p:cNvSpPr txBox="1"/>
            <p:nvPr/>
          </p:nvSpPr>
          <p:spPr>
            <a:xfrm>
              <a:off x="309272" y="233838"/>
              <a:ext cx="26725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8,0 931 784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B765138-62C2-45E6-89E8-30E4438FDBF1}"/>
                </a:ext>
              </a:extLst>
            </p:cNvPr>
            <p:cNvSpPr/>
            <p:nvPr/>
          </p:nvSpPr>
          <p:spPr>
            <a:xfrm>
              <a:off x="997659" y="304800"/>
              <a:ext cx="488718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31AEF7E-0785-4C31-9310-C29D5E5558B9}"/>
              </a:ext>
            </a:extLst>
          </p:cNvPr>
          <p:cNvGrpSpPr/>
          <p:nvPr/>
        </p:nvGrpSpPr>
        <p:grpSpPr>
          <a:xfrm>
            <a:off x="7142875" y="4198316"/>
            <a:ext cx="2340321" cy="1217203"/>
            <a:chOff x="475375" y="233838"/>
            <a:chExt cx="234032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/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blipFill>
                  <a:blip r:embed="rId13"/>
                  <a:stretch>
                    <a:fillRect l="-182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8E19849-D2DE-4533-BFCC-E8BF0BADAFF4}"/>
                </a:ext>
              </a:extLst>
            </p:cNvPr>
            <p:cNvSpPr txBox="1"/>
            <p:nvPr/>
          </p:nvSpPr>
          <p:spPr>
            <a:xfrm>
              <a:off x="864712" y="233838"/>
              <a:ext cx="15616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3,7019</a:t>
              </a:r>
              <a:endParaRPr lang="en-GB" sz="3200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D329BCA-A998-4723-A12D-D7F8FF1DC270}"/>
                </a:ext>
              </a:extLst>
            </p:cNvPr>
            <p:cNvSpPr/>
            <p:nvPr/>
          </p:nvSpPr>
          <p:spPr>
            <a:xfrm>
              <a:off x="1319128" y="304800"/>
              <a:ext cx="51205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E3E5C8E-E5B2-49D7-B3D7-47C70A39AC2D}"/>
              </a:ext>
            </a:extLst>
          </p:cNvPr>
          <p:cNvGrpSpPr/>
          <p:nvPr/>
        </p:nvGrpSpPr>
        <p:grpSpPr>
          <a:xfrm>
            <a:off x="6997003" y="5528352"/>
            <a:ext cx="2632067" cy="1222717"/>
            <a:chOff x="329503" y="233838"/>
            <a:chExt cx="2632067" cy="12227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/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Л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blipFill>
                  <a:blip r:embed="rId14"/>
                  <a:stretch>
                    <a:fillRect l="-1620" r="-1389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9D2E031-48B6-4F80-B1A0-1D7E438D4E84}"/>
                </a:ext>
              </a:extLst>
            </p:cNvPr>
            <p:cNvSpPr txBox="1"/>
            <p:nvPr/>
          </p:nvSpPr>
          <p:spPr>
            <a:xfrm>
              <a:off x="693191" y="233838"/>
              <a:ext cx="1904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1,2043</a:t>
              </a:r>
              <a:r>
                <a:rPr lang="en-GB" sz="3200" dirty="0"/>
                <a:t> </a:t>
              </a:r>
              <a:r>
                <a:rPr lang="ky-KG" sz="3200" dirty="0"/>
                <a:t>Л</a:t>
              </a:r>
              <a:endParaRPr lang="en-GB" sz="3200" dirty="0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29EEFAE-6A90-49B6-A922-FF47FEED16A7}"/>
                </a:ext>
              </a:extLst>
            </p:cNvPr>
            <p:cNvSpPr/>
            <p:nvPr/>
          </p:nvSpPr>
          <p:spPr>
            <a:xfrm>
              <a:off x="1165457" y="304800"/>
              <a:ext cx="72628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8E8F677-5E57-4155-B0E0-6D061674DBD5}"/>
              </a:ext>
            </a:extLst>
          </p:cNvPr>
          <p:cNvGrpSpPr/>
          <p:nvPr/>
        </p:nvGrpSpPr>
        <p:grpSpPr>
          <a:xfrm>
            <a:off x="396580" y="5528352"/>
            <a:ext cx="2548711" cy="1218805"/>
            <a:chOff x="371180" y="233838"/>
            <a:chExt cx="254871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/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blipFill>
                  <a:blip r:embed="rId15"/>
                  <a:stretch>
                    <a:fillRect l="-1675" r="-1675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AAD158C-76BC-4ED0-9F4F-9F03FEB2C34F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50,618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7BA4ED93-08D1-4780-B085-1FCFA195C6B0}"/>
                </a:ext>
              </a:extLst>
            </p:cNvPr>
            <p:cNvSpPr/>
            <p:nvPr/>
          </p:nvSpPr>
          <p:spPr>
            <a:xfrm>
              <a:off x="1276264" y="304800"/>
              <a:ext cx="254085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D5A69FD-02DD-425E-8552-AC2AAC9D8012}"/>
              </a:ext>
            </a:extLst>
          </p:cNvPr>
          <p:cNvGrpSpPr/>
          <p:nvPr/>
        </p:nvGrpSpPr>
        <p:grpSpPr>
          <a:xfrm>
            <a:off x="3606351" y="5515652"/>
            <a:ext cx="2580771" cy="1217203"/>
            <a:chOff x="355151" y="233838"/>
            <a:chExt cx="258077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/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кг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blipFill>
                  <a:blip r:embed="rId16"/>
                  <a:stretch>
                    <a:fillRect l="-1891" r="-1418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483D48-110D-4E43-9315-E3EF092F3610}"/>
                </a:ext>
              </a:extLst>
            </p:cNvPr>
            <p:cNvSpPr txBox="1"/>
            <p:nvPr/>
          </p:nvSpPr>
          <p:spPr>
            <a:xfrm>
              <a:off x="898376" y="233838"/>
              <a:ext cx="1494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3,14</a:t>
              </a:r>
              <a:r>
                <a:rPr lang="en-GB" sz="3200" dirty="0"/>
                <a:t> </a:t>
              </a:r>
              <a:r>
                <a:rPr lang="ky-KG" sz="3200" dirty="0"/>
                <a:t>кг</a:t>
              </a:r>
              <a:endParaRPr lang="en-GB" sz="3200" dirty="0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9EF2253B-1AF8-4C16-8CD4-342B9D1DAF8E}"/>
                </a:ext>
              </a:extLst>
            </p:cNvPr>
            <p:cNvSpPr/>
            <p:nvPr/>
          </p:nvSpPr>
          <p:spPr>
            <a:xfrm>
              <a:off x="1347702" y="304800"/>
              <a:ext cx="523961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8B4D8B-1DCF-8A7F-CFE8-9D75EBEA180B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07261" y="3340590"/>
            <a:ext cx="408033" cy="408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4FD667-292C-EC73-C332-AB3C834BDB0C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17997" y="3740191"/>
            <a:ext cx="408033" cy="408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05C8F4-B180-B1F4-09FF-88DB6B147CE1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57871" y="5077950"/>
            <a:ext cx="408033" cy="40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D58B0C-4CF3-5AC1-BE5F-E207FDE72071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187" y="5072305"/>
            <a:ext cx="408033" cy="4080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08CC7-2CF7-D90B-3576-A2342985E44A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7150" y="5061915"/>
            <a:ext cx="408033" cy="4080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601826-E982-735C-B401-B661CD8BC437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38175" y="1196999"/>
            <a:ext cx="408033" cy="4080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C3B5B0-4115-409A-0DFD-D773731E6C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532392" y="1169470"/>
            <a:ext cx="408033" cy="4080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E459AB-44E9-BB32-811B-90C74ABD32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94034" y="1986909"/>
            <a:ext cx="408033" cy="408033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D3BFF029-996C-9C51-3059-372FACCE47AF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61812" y="1105057"/>
            <a:ext cx="408033" cy="408033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A688DAC9-D915-5925-9396-60DCF9A60C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79711" y="2415238"/>
            <a:ext cx="408033" cy="408033"/>
          </a:xfrm>
          <a:prstGeom prst="rect">
            <a:avLst/>
          </a:prstGeom>
        </p:spPr>
      </p:pic>
      <p:pic>
        <p:nvPicPr>
          <p:cNvPr id="229" name="Picture 228">
            <a:extLst>
              <a:ext uri="{FF2B5EF4-FFF2-40B4-BE49-F238E27FC236}">
                <a16:creationId xmlns:a16="http://schemas.microsoft.com/office/drawing/2014/main" id="{E6FA340D-4CD9-23D5-FF30-0623E2DC799A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3740191"/>
            <a:ext cx="408033" cy="408033"/>
          </a:xfrm>
          <a:prstGeom prst="rect">
            <a:avLst/>
          </a:prstGeom>
        </p:spPr>
      </p:pic>
      <p:pic>
        <p:nvPicPr>
          <p:cNvPr id="230" name="Picture 229">
            <a:extLst>
              <a:ext uri="{FF2B5EF4-FFF2-40B4-BE49-F238E27FC236}">
                <a16:creationId xmlns:a16="http://schemas.microsoft.com/office/drawing/2014/main" id="{C0B9073F-0747-F270-1FD2-879F99542C5E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5053" y="1986910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19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7,3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2,91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9,18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6,203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52,134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12,0681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0BE17B0-4C7E-41D1-AFD0-44AA6AF815A9}"/>
              </a:ext>
            </a:extLst>
          </p:cNvPr>
          <p:cNvGrpSpPr/>
          <p:nvPr/>
        </p:nvGrpSpPr>
        <p:grpSpPr>
          <a:xfrm>
            <a:off x="3636989" y="2893218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9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8C46652-4509-488B-8E30-1EFBBF276FE4}"/>
                </a:ext>
              </a:extLst>
            </p:cNvPr>
            <p:cNvSpPr txBox="1"/>
            <p:nvPr/>
          </p:nvSpPr>
          <p:spPr>
            <a:xfrm>
              <a:off x="724451" y="233838"/>
              <a:ext cx="18421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7,182</a:t>
              </a:r>
              <a:r>
                <a:rPr lang="ky-KG" sz="3200" spc="300" dirty="0"/>
                <a:t>см</a:t>
              </a:r>
              <a:endParaRPr lang="en-GB" sz="3200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E147696-6002-483C-AAC8-FB0B76BF18DD}"/>
                </a:ext>
              </a:extLst>
            </p:cNvPr>
            <p:cNvSpPr/>
            <p:nvPr/>
          </p:nvSpPr>
          <p:spPr>
            <a:xfrm>
              <a:off x="807158" y="304800"/>
              <a:ext cx="6430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250FDA5-6B87-408E-84D6-673C3577BB74}"/>
              </a:ext>
            </a:extLst>
          </p:cNvPr>
          <p:cNvGrpSpPr/>
          <p:nvPr/>
        </p:nvGrpSpPr>
        <p:grpSpPr>
          <a:xfrm>
            <a:off x="7190817" y="2893218"/>
            <a:ext cx="2130711" cy="1263227"/>
            <a:chOff x="523317" y="233838"/>
            <a:chExt cx="2130711" cy="12632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/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</a:p>
                <a:p>
                  <a:pPr algn="ctr"/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blipFill>
                  <a:blip r:embed="rId10"/>
                  <a:stretch>
                    <a:fillRect t="-4800" r="-2006" b="-48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3B6F919-D176-4899-AC79-D696C26B9246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0,834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1760D9C-F464-414E-9EDA-46C5D55223B0}"/>
                </a:ext>
              </a:extLst>
            </p:cNvPr>
            <p:cNvSpPr/>
            <p:nvPr/>
          </p:nvSpPr>
          <p:spPr>
            <a:xfrm>
              <a:off x="1144502" y="304800"/>
              <a:ext cx="76367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32643D-BE62-4F4C-9C62-DF4CED18B9AD}"/>
              </a:ext>
            </a:extLst>
          </p:cNvPr>
          <p:cNvGrpSpPr/>
          <p:nvPr/>
        </p:nvGrpSpPr>
        <p:grpSpPr>
          <a:xfrm>
            <a:off x="322289" y="4198316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11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811D53D-E04D-4CB0-9DB9-CF169867BEF8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4,0081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95552E6E-D4CE-4F5D-91B1-148B8EE0FAE5}"/>
                </a:ext>
              </a:extLst>
            </p:cNvPr>
            <p:cNvSpPr/>
            <p:nvPr/>
          </p:nvSpPr>
          <p:spPr>
            <a:xfrm>
              <a:off x="1030996" y="304800"/>
              <a:ext cx="5025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FA9F01-A463-4B68-84C3-2F166D4015F0}"/>
              </a:ext>
            </a:extLst>
          </p:cNvPr>
          <p:cNvGrpSpPr/>
          <p:nvPr/>
        </p:nvGrpSpPr>
        <p:grpSpPr>
          <a:xfrm>
            <a:off x="3588098" y="4198316"/>
            <a:ext cx="2744277" cy="1218805"/>
            <a:chOff x="273398" y="233838"/>
            <a:chExt cx="2744277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blipFill>
                  <a:blip r:embed="rId12"/>
                  <a:stretch>
                    <a:fillRect l="-1778" r="-1333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94A2C7-C9A9-4ACC-8500-ECA36B80A385}"/>
                </a:ext>
              </a:extLst>
            </p:cNvPr>
            <p:cNvSpPr txBox="1"/>
            <p:nvPr/>
          </p:nvSpPr>
          <p:spPr>
            <a:xfrm>
              <a:off x="309272" y="233838"/>
              <a:ext cx="26725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8,0 931 784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B765138-62C2-45E6-89E8-30E4438FDBF1}"/>
                </a:ext>
              </a:extLst>
            </p:cNvPr>
            <p:cNvSpPr/>
            <p:nvPr/>
          </p:nvSpPr>
          <p:spPr>
            <a:xfrm>
              <a:off x="997659" y="304800"/>
              <a:ext cx="488718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31AEF7E-0785-4C31-9310-C29D5E5558B9}"/>
              </a:ext>
            </a:extLst>
          </p:cNvPr>
          <p:cNvGrpSpPr/>
          <p:nvPr/>
        </p:nvGrpSpPr>
        <p:grpSpPr>
          <a:xfrm>
            <a:off x="7142875" y="4198316"/>
            <a:ext cx="2340321" cy="1217203"/>
            <a:chOff x="475375" y="233838"/>
            <a:chExt cx="2340321" cy="121720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/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blipFill>
                  <a:blip r:embed="rId13"/>
                  <a:stretch>
                    <a:fillRect l="-182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8E19849-D2DE-4533-BFCC-E8BF0BADAFF4}"/>
                </a:ext>
              </a:extLst>
            </p:cNvPr>
            <p:cNvSpPr txBox="1"/>
            <p:nvPr/>
          </p:nvSpPr>
          <p:spPr>
            <a:xfrm>
              <a:off x="864712" y="233838"/>
              <a:ext cx="15616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3,7019</a:t>
              </a:r>
              <a:endParaRPr lang="en-GB" sz="3200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D329BCA-A998-4723-A12D-D7F8FF1DC270}"/>
                </a:ext>
              </a:extLst>
            </p:cNvPr>
            <p:cNvSpPr/>
            <p:nvPr/>
          </p:nvSpPr>
          <p:spPr>
            <a:xfrm>
              <a:off x="1319128" y="304800"/>
              <a:ext cx="51205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E3E5C8E-E5B2-49D7-B3D7-47C70A39AC2D}"/>
              </a:ext>
            </a:extLst>
          </p:cNvPr>
          <p:cNvGrpSpPr/>
          <p:nvPr/>
        </p:nvGrpSpPr>
        <p:grpSpPr>
          <a:xfrm>
            <a:off x="6997003" y="5528352"/>
            <a:ext cx="2632067" cy="1222717"/>
            <a:chOff x="329503" y="233838"/>
            <a:chExt cx="2632067" cy="122271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/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Л</a:t>
                  </a:r>
                  <a:endParaRPr lang="en-GB" dirty="0"/>
                </a:p>
              </p:txBody>
            </p:sp>
          </mc:Choice>
          <mc:Fallback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blipFill>
                  <a:blip r:embed="rId14"/>
                  <a:stretch>
                    <a:fillRect l="-1620" r="-1389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9D2E031-48B6-4F80-B1A0-1D7E438D4E84}"/>
                </a:ext>
              </a:extLst>
            </p:cNvPr>
            <p:cNvSpPr txBox="1"/>
            <p:nvPr/>
          </p:nvSpPr>
          <p:spPr>
            <a:xfrm>
              <a:off x="693191" y="233838"/>
              <a:ext cx="1904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1,2043</a:t>
              </a:r>
              <a:r>
                <a:rPr lang="en-GB" sz="3200" dirty="0"/>
                <a:t> </a:t>
              </a:r>
              <a:r>
                <a:rPr lang="ky-KG" sz="3200" dirty="0"/>
                <a:t>Л</a:t>
              </a:r>
              <a:endParaRPr lang="en-GB" sz="3200" dirty="0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29EEFAE-6A90-49B6-A922-FF47FEED16A7}"/>
                </a:ext>
              </a:extLst>
            </p:cNvPr>
            <p:cNvSpPr/>
            <p:nvPr/>
          </p:nvSpPr>
          <p:spPr>
            <a:xfrm>
              <a:off x="1165457" y="304800"/>
              <a:ext cx="72628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8E8F677-5E57-4155-B0E0-6D061674DBD5}"/>
              </a:ext>
            </a:extLst>
          </p:cNvPr>
          <p:cNvGrpSpPr/>
          <p:nvPr/>
        </p:nvGrpSpPr>
        <p:grpSpPr>
          <a:xfrm>
            <a:off x="396580" y="5528352"/>
            <a:ext cx="2548711" cy="1218805"/>
            <a:chOff x="371180" y="233838"/>
            <a:chExt cx="2548711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/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blipFill>
                  <a:blip r:embed="rId15"/>
                  <a:stretch>
                    <a:fillRect l="-1675" r="-1675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AAD158C-76BC-4ED0-9F4F-9F03FEB2C34F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50,618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7BA4ED93-08D1-4780-B085-1FCFA195C6B0}"/>
                </a:ext>
              </a:extLst>
            </p:cNvPr>
            <p:cNvSpPr/>
            <p:nvPr/>
          </p:nvSpPr>
          <p:spPr>
            <a:xfrm>
              <a:off x="1276264" y="304800"/>
              <a:ext cx="254085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D5A69FD-02DD-425E-8552-AC2AAC9D8012}"/>
              </a:ext>
            </a:extLst>
          </p:cNvPr>
          <p:cNvGrpSpPr/>
          <p:nvPr/>
        </p:nvGrpSpPr>
        <p:grpSpPr>
          <a:xfrm>
            <a:off x="3606351" y="5515652"/>
            <a:ext cx="2580771" cy="1217203"/>
            <a:chOff x="355151" y="233838"/>
            <a:chExt cx="2580771" cy="121720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/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кг</a:t>
                  </a:r>
                  <a:endParaRPr lang="en-GB" dirty="0"/>
                </a:p>
              </p:txBody>
            </p:sp>
          </mc:Choice>
          <mc:Fallback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blipFill>
                  <a:blip r:embed="rId16"/>
                  <a:stretch>
                    <a:fillRect l="-1891" r="-1418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483D48-110D-4E43-9315-E3EF092F3610}"/>
                </a:ext>
              </a:extLst>
            </p:cNvPr>
            <p:cNvSpPr txBox="1"/>
            <p:nvPr/>
          </p:nvSpPr>
          <p:spPr>
            <a:xfrm>
              <a:off x="898376" y="233838"/>
              <a:ext cx="1494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3,14</a:t>
              </a:r>
              <a:r>
                <a:rPr lang="en-GB" sz="3200" dirty="0"/>
                <a:t> </a:t>
              </a:r>
              <a:r>
                <a:rPr lang="ky-KG" sz="3200" dirty="0"/>
                <a:t>кг</a:t>
              </a:r>
              <a:endParaRPr lang="en-GB" sz="3200" dirty="0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9EF2253B-1AF8-4C16-8CD4-342B9D1DAF8E}"/>
                </a:ext>
              </a:extLst>
            </p:cNvPr>
            <p:cNvSpPr/>
            <p:nvPr/>
          </p:nvSpPr>
          <p:spPr>
            <a:xfrm>
              <a:off x="1347702" y="304800"/>
              <a:ext cx="523961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8B4D8B-1DCF-8A7F-CFE8-9D75EBEA180B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07261" y="3340590"/>
            <a:ext cx="408033" cy="408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4FD667-292C-EC73-C332-AB3C834BDB0C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17997" y="3740191"/>
            <a:ext cx="408033" cy="408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05C8F4-B180-B1F4-09FF-88DB6B147CE1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57871" y="5077950"/>
            <a:ext cx="408033" cy="40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D58B0C-4CF3-5AC1-BE5F-E207FDE72071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187" y="5072305"/>
            <a:ext cx="408033" cy="4080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08CC7-2CF7-D90B-3576-A2342985E44A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7150" y="5061915"/>
            <a:ext cx="408033" cy="4080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601826-E982-735C-B401-B661CD8BC437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38175" y="1196999"/>
            <a:ext cx="408033" cy="4080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C3B5B0-4115-409A-0DFD-D773731E6C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532392" y="1169470"/>
            <a:ext cx="408033" cy="4080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E459AB-44E9-BB32-811B-90C74ABD32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94034" y="1986909"/>
            <a:ext cx="408033" cy="408033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D3BFF029-996C-9C51-3059-372FACCE47AF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61812" y="1105057"/>
            <a:ext cx="408033" cy="408033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A688DAC9-D915-5925-9396-60DCF9A60C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79711" y="2415238"/>
            <a:ext cx="408033" cy="408033"/>
          </a:xfrm>
          <a:prstGeom prst="rect">
            <a:avLst/>
          </a:prstGeom>
        </p:spPr>
      </p:pic>
      <p:pic>
        <p:nvPicPr>
          <p:cNvPr id="229" name="Picture 228">
            <a:extLst>
              <a:ext uri="{FF2B5EF4-FFF2-40B4-BE49-F238E27FC236}">
                <a16:creationId xmlns:a16="http://schemas.microsoft.com/office/drawing/2014/main" id="{E6FA340D-4CD9-23D5-FF30-0623E2DC799A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3740191"/>
            <a:ext cx="408033" cy="408033"/>
          </a:xfrm>
          <a:prstGeom prst="rect">
            <a:avLst/>
          </a:prstGeom>
        </p:spPr>
      </p:pic>
      <p:pic>
        <p:nvPicPr>
          <p:cNvPr id="230" name="Picture 229">
            <a:extLst>
              <a:ext uri="{FF2B5EF4-FFF2-40B4-BE49-F238E27FC236}">
                <a16:creationId xmlns:a16="http://schemas.microsoft.com/office/drawing/2014/main" id="{C0B9073F-0747-F270-1FD2-879F99542C5E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5053" y="1986910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8B76E0-1DEF-7E0B-FA64-E1D03FC74565}"/>
                  </a:ext>
                </a:extLst>
              </p:cNvPr>
              <p:cNvSpPr txBox="1"/>
              <p:nvPr/>
            </p:nvSpPr>
            <p:spPr>
              <a:xfrm>
                <a:off x="5915398" y="1872264"/>
                <a:ext cx="622286" cy="49705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8B76E0-1DEF-7E0B-FA64-E1D03FC74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398" y="1872264"/>
                <a:ext cx="622286" cy="49705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DE1048-3BE7-9464-EC61-C517931B0BE8}"/>
                  </a:ext>
                </a:extLst>
              </p:cNvPr>
              <p:cNvSpPr txBox="1"/>
              <p:nvPr/>
            </p:nvSpPr>
            <p:spPr>
              <a:xfrm>
                <a:off x="8708474" y="3169051"/>
                <a:ext cx="622286" cy="5156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DE1048-3BE7-9464-EC61-C517931B0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8474" y="3169051"/>
                <a:ext cx="622286" cy="5156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F8F741-BD33-932D-DA3C-FCAEB45AC489}"/>
                  </a:ext>
                </a:extLst>
              </p:cNvPr>
              <p:cNvSpPr txBox="1"/>
              <p:nvPr/>
            </p:nvSpPr>
            <p:spPr>
              <a:xfrm>
                <a:off x="2738886" y="4525411"/>
                <a:ext cx="522899" cy="49705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F8F741-BD33-932D-DA3C-FCAEB45AC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886" y="4525411"/>
                <a:ext cx="522899" cy="49705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5F3BF98-2836-07D3-3057-5D550C866B38}"/>
                  </a:ext>
                </a:extLst>
              </p:cNvPr>
              <p:cNvSpPr txBox="1"/>
              <p:nvPr/>
            </p:nvSpPr>
            <p:spPr>
              <a:xfrm>
                <a:off x="9255891" y="5842401"/>
                <a:ext cx="522899" cy="50141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51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5F3BF98-2836-07D3-3057-5D550C866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891" y="5842401"/>
                <a:ext cx="522899" cy="50141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1C2333B2-8A6D-3E58-6176-4E8FEB6498A5}"/>
                  </a:ext>
                </a:extLst>
              </p:cNvPr>
              <p:cNvSpPr txBox="1"/>
              <p:nvPr/>
            </p:nvSpPr>
            <p:spPr>
              <a:xfrm>
                <a:off x="9255891" y="521101"/>
                <a:ext cx="522899" cy="49705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1C2333B2-8A6D-3E58-6176-4E8FEB649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891" y="521101"/>
                <a:ext cx="522899" cy="49705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5" name="Picture 224">
            <a:extLst>
              <a:ext uri="{FF2B5EF4-FFF2-40B4-BE49-F238E27FC236}">
                <a16:creationId xmlns:a16="http://schemas.microsoft.com/office/drawing/2014/main" id="{15E4E665-2259-D593-25B5-FF290FC1572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520442" y="6474539"/>
            <a:ext cx="408033" cy="408033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6E5E045C-DEFE-C62B-8403-952901F49E0D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187" y="6404419"/>
            <a:ext cx="408033" cy="408033"/>
          </a:xfrm>
          <a:prstGeom prst="rect">
            <a:avLst/>
          </a:prstGeom>
        </p:spPr>
      </p:pic>
      <p:pic>
        <p:nvPicPr>
          <p:cNvPr id="231" name="Picture 230">
            <a:extLst>
              <a:ext uri="{FF2B5EF4-FFF2-40B4-BE49-F238E27FC236}">
                <a16:creationId xmlns:a16="http://schemas.microsoft.com/office/drawing/2014/main" id="{AAF7BFAA-F18A-483B-A30A-D41DDB8D468B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6113127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51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7,3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2,91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9,18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6,203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52,134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12,0681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0BE17B0-4C7E-41D1-AFD0-44AA6AF815A9}"/>
              </a:ext>
            </a:extLst>
          </p:cNvPr>
          <p:cNvGrpSpPr/>
          <p:nvPr/>
        </p:nvGrpSpPr>
        <p:grpSpPr>
          <a:xfrm>
            <a:off x="3636989" y="2893218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9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8C46652-4509-488B-8E30-1EFBBF276FE4}"/>
                </a:ext>
              </a:extLst>
            </p:cNvPr>
            <p:cNvSpPr txBox="1"/>
            <p:nvPr/>
          </p:nvSpPr>
          <p:spPr>
            <a:xfrm>
              <a:off x="724451" y="233838"/>
              <a:ext cx="18421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7,182</a:t>
              </a:r>
              <a:r>
                <a:rPr lang="ky-KG" sz="3200" spc="300" dirty="0"/>
                <a:t>см</a:t>
              </a:r>
              <a:endParaRPr lang="en-GB" sz="3200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E147696-6002-483C-AAC8-FB0B76BF18DD}"/>
                </a:ext>
              </a:extLst>
            </p:cNvPr>
            <p:cNvSpPr/>
            <p:nvPr/>
          </p:nvSpPr>
          <p:spPr>
            <a:xfrm>
              <a:off x="807158" y="304800"/>
              <a:ext cx="6430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250FDA5-6B87-408E-84D6-673C3577BB74}"/>
              </a:ext>
            </a:extLst>
          </p:cNvPr>
          <p:cNvGrpSpPr/>
          <p:nvPr/>
        </p:nvGrpSpPr>
        <p:grpSpPr>
          <a:xfrm>
            <a:off x="7190817" y="2893218"/>
            <a:ext cx="2130711" cy="1263227"/>
            <a:chOff x="523317" y="233838"/>
            <a:chExt cx="2130711" cy="12632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/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</a:p>
                <a:p>
                  <a:pPr algn="ctr"/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blipFill>
                  <a:blip r:embed="rId10"/>
                  <a:stretch>
                    <a:fillRect t="-4800" r="-2006" b="-48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3B6F919-D176-4899-AC79-D696C26B9246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0,834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1760D9C-F464-414E-9EDA-46C5D55223B0}"/>
                </a:ext>
              </a:extLst>
            </p:cNvPr>
            <p:cNvSpPr/>
            <p:nvPr/>
          </p:nvSpPr>
          <p:spPr>
            <a:xfrm>
              <a:off x="1144502" y="304800"/>
              <a:ext cx="76367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32643D-BE62-4F4C-9C62-DF4CED18B9AD}"/>
              </a:ext>
            </a:extLst>
          </p:cNvPr>
          <p:cNvGrpSpPr/>
          <p:nvPr/>
        </p:nvGrpSpPr>
        <p:grpSpPr>
          <a:xfrm>
            <a:off x="322289" y="4198316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11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811D53D-E04D-4CB0-9DB9-CF169867BEF8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4,0081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95552E6E-D4CE-4F5D-91B1-148B8EE0FAE5}"/>
                </a:ext>
              </a:extLst>
            </p:cNvPr>
            <p:cNvSpPr/>
            <p:nvPr/>
          </p:nvSpPr>
          <p:spPr>
            <a:xfrm>
              <a:off x="1030996" y="304800"/>
              <a:ext cx="5025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FA9F01-A463-4B68-84C3-2F166D4015F0}"/>
              </a:ext>
            </a:extLst>
          </p:cNvPr>
          <p:cNvGrpSpPr/>
          <p:nvPr/>
        </p:nvGrpSpPr>
        <p:grpSpPr>
          <a:xfrm>
            <a:off x="3588098" y="4198316"/>
            <a:ext cx="2744277" cy="1218805"/>
            <a:chOff x="273398" y="233838"/>
            <a:chExt cx="2744277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blipFill>
                  <a:blip r:embed="rId12"/>
                  <a:stretch>
                    <a:fillRect l="-1778" r="-1333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94A2C7-C9A9-4ACC-8500-ECA36B80A385}"/>
                </a:ext>
              </a:extLst>
            </p:cNvPr>
            <p:cNvSpPr txBox="1"/>
            <p:nvPr/>
          </p:nvSpPr>
          <p:spPr>
            <a:xfrm>
              <a:off x="309272" y="233838"/>
              <a:ext cx="26725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8,0 931 784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B765138-62C2-45E6-89E8-30E4438FDBF1}"/>
                </a:ext>
              </a:extLst>
            </p:cNvPr>
            <p:cNvSpPr/>
            <p:nvPr/>
          </p:nvSpPr>
          <p:spPr>
            <a:xfrm>
              <a:off x="997659" y="304800"/>
              <a:ext cx="488718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31AEF7E-0785-4C31-9310-C29D5E5558B9}"/>
              </a:ext>
            </a:extLst>
          </p:cNvPr>
          <p:cNvGrpSpPr/>
          <p:nvPr/>
        </p:nvGrpSpPr>
        <p:grpSpPr>
          <a:xfrm>
            <a:off x="7142875" y="4198316"/>
            <a:ext cx="2340321" cy="1217203"/>
            <a:chOff x="475375" y="233838"/>
            <a:chExt cx="234032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/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blipFill>
                  <a:blip r:embed="rId13"/>
                  <a:stretch>
                    <a:fillRect l="-182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8E19849-D2DE-4533-BFCC-E8BF0BADAFF4}"/>
                </a:ext>
              </a:extLst>
            </p:cNvPr>
            <p:cNvSpPr txBox="1"/>
            <p:nvPr/>
          </p:nvSpPr>
          <p:spPr>
            <a:xfrm>
              <a:off x="864712" y="233838"/>
              <a:ext cx="15616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3,7019</a:t>
              </a:r>
              <a:endParaRPr lang="en-GB" sz="3200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D329BCA-A998-4723-A12D-D7F8FF1DC270}"/>
                </a:ext>
              </a:extLst>
            </p:cNvPr>
            <p:cNvSpPr/>
            <p:nvPr/>
          </p:nvSpPr>
          <p:spPr>
            <a:xfrm>
              <a:off x="1319128" y="304800"/>
              <a:ext cx="51205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E3E5C8E-E5B2-49D7-B3D7-47C70A39AC2D}"/>
              </a:ext>
            </a:extLst>
          </p:cNvPr>
          <p:cNvGrpSpPr/>
          <p:nvPr/>
        </p:nvGrpSpPr>
        <p:grpSpPr>
          <a:xfrm>
            <a:off x="6997003" y="5528352"/>
            <a:ext cx="2632067" cy="1222717"/>
            <a:chOff x="329503" y="233838"/>
            <a:chExt cx="2632067" cy="12227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/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Л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blipFill>
                  <a:blip r:embed="rId14"/>
                  <a:stretch>
                    <a:fillRect l="-1620" r="-1389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9D2E031-48B6-4F80-B1A0-1D7E438D4E84}"/>
                </a:ext>
              </a:extLst>
            </p:cNvPr>
            <p:cNvSpPr txBox="1"/>
            <p:nvPr/>
          </p:nvSpPr>
          <p:spPr>
            <a:xfrm>
              <a:off x="693191" y="233838"/>
              <a:ext cx="1904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1,2043</a:t>
              </a:r>
              <a:r>
                <a:rPr lang="en-GB" sz="3200" dirty="0"/>
                <a:t> </a:t>
              </a:r>
              <a:r>
                <a:rPr lang="ky-KG" sz="3200" dirty="0"/>
                <a:t>Л</a:t>
              </a:r>
              <a:endParaRPr lang="en-GB" sz="3200" dirty="0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29EEFAE-6A90-49B6-A922-FF47FEED16A7}"/>
                </a:ext>
              </a:extLst>
            </p:cNvPr>
            <p:cNvSpPr/>
            <p:nvPr/>
          </p:nvSpPr>
          <p:spPr>
            <a:xfrm>
              <a:off x="1165457" y="304800"/>
              <a:ext cx="72628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8E8F677-5E57-4155-B0E0-6D061674DBD5}"/>
              </a:ext>
            </a:extLst>
          </p:cNvPr>
          <p:cNvGrpSpPr/>
          <p:nvPr/>
        </p:nvGrpSpPr>
        <p:grpSpPr>
          <a:xfrm>
            <a:off x="396580" y="5528352"/>
            <a:ext cx="2548711" cy="1218805"/>
            <a:chOff x="371180" y="233838"/>
            <a:chExt cx="254871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/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blipFill>
                  <a:blip r:embed="rId15"/>
                  <a:stretch>
                    <a:fillRect l="-1675" r="-1675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AAD158C-76BC-4ED0-9F4F-9F03FEB2C34F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50,618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7BA4ED93-08D1-4780-B085-1FCFA195C6B0}"/>
                </a:ext>
              </a:extLst>
            </p:cNvPr>
            <p:cNvSpPr/>
            <p:nvPr/>
          </p:nvSpPr>
          <p:spPr>
            <a:xfrm>
              <a:off x="1276264" y="304800"/>
              <a:ext cx="254085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D5A69FD-02DD-425E-8552-AC2AAC9D8012}"/>
              </a:ext>
            </a:extLst>
          </p:cNvPr>
          <p:cNvGrpSpPr/>
          <p:nvPr/>
        </p:nvGrpSpPr>
        <p:grpSpPr>
          <a:xfrm>
            <a:off x="3606351" y="5515652"/>
            <a:ext cx="2580771" cy="1217203"/>
            <a:chOff x="355151" y="233838"/>
            <a:chExt cx="258077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/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кг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blipFill>
                  <a:blip r:embed="rId16"/>
                  <a:stretch>
                    <a:fillRect l="-1891" r="-1418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483D48-110D-4E43-9315-E3EF092F3610}"/>
                </a:ext>
              </a:extLst>
            </p:cNvPr>
            <p:cNvSpPr txBox="1"/>
            <p:nvPr/>
          </p:nvSpPr>
          <p:spPr>
            <a:xfrm>
              <a:off x="898376" y="233838"/>
              <a:ext cx="1494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3,14</a:t>
              </a:r>
              <a:r>
                <a:rPr lang="en-GB" sz="3200" dirty="0"/>
                <a:t> </a:t>
              </a:r>
              <a:r>
                <a:rPr lang="ky-KG" sz="3200" dirty="0"/>
                <a:t>кг</a:t>
              </a:r>
              <a:endParaRPr lang="en-GB" sz="3200" dirty="0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9EF2253B-1AF8-4C16-8CD4-342B9D1DAF8E}"/>
                </a:ext>
              </a:extLst>
            </p:cNvPr>
            <p:cNvSpPr/>
            <p:nvPr/>
          </p:nvSpPr>
          <p:spPr>
            <a:xfrm>
              <a:off x="1347702" y="304800"/>
              <a:ext cx="523961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91578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BDBAE-BE8D-0D92-A317-FFCB52901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3110" y="1028723"/>
            <a:ext cx="6845299" cy="48132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4A0E7B-C2C6-269A-AC9D-5904C7456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5270" y="1004568"/>
            <a:ext cx="6845299" cy="483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31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53FED2-57A0-0D0B-B157-370364F09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7" y="19049"/>
            <a:ext cx="4821052" cy="33623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41362D-BB62-4EE9-4C6D-5AE3D7650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313" y="19049"/>
            <a:ext cx="4821052" cy="33623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438552-901A-158C-FB95-CDA30AC43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7" y="3476624"/>
            <a:ext cx="4821052" cy="33623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4C63BA-9F12-3430-592C-F81A90E0D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313" y="3476624"/>
            <a:ext cx="4821052" cy="336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46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5855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6244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10477</TotalTime>
  <Words>708</Words>
  <Application>Microsoft Office PowerPoint</Application>
  <PresentationFormat>A4 Paper (210x297 mm)</PresentationFormat>
  <Paragraphs>243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Calibri Light</vt:lpstr>
      <vt:lpstr>Cambria Math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517</cp:revision>
  <cp:lastPrinted>2024-09-23T16:09:34Z</cp:lastPrinted>
  <dcterms:created xsi:type="dcterms:W3CDTF">2017-01-17T16:57:04Z</dcterms:created>
  <dcterms:modified xsi:type="dcterms:W3CDTF">2024-09-23T16:11:12Z</dcterms:modified>
</cp:coreProperties>
</file>