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Мугалим үчүн ачкыч: 1,2,3 - туура. 4 (туура жообу 3 1/2), 5 (туура жообу 3 1/2), 6 (туура жообу 4 2/5) - катасы бар.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Катаны тап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 менен чыгарылган мисалдарда каталар бар.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Окуучулар ар бир мисалды кайра эсептеп, катаны табышат жана оңдошот.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Иш баракча катары таратма материал катары берсе болот.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 бир мисалды эсептегич менен текшер. Ката барбы?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4 1/2 − 2 3/4 = 1 3/4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2 5/8 + 3 3/4 = 6 3/8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1 1/3 × 2 1/4 = 3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6 1/3 − 2 5/6 = 4 1/2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5 1/4 ÷ 1 1/2 = 3 3/4</a:t>
            </a:r>
            <a:endParaRPr lang="en-US" sz="1700" dirty="0"/>
          </a:p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3 2/3 × 1 1/5 = 4 1/5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2026-10-14T06:58:07Z</dcterms:created>
  <dcterms:modified xsi:type="dcterms:W3CDTF">2026-10-14T06:58:07Z</dcterms:modified>
</cp:coreProperties>
</file>