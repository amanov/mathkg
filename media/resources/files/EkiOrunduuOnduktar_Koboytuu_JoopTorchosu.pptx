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21" r:id="rId4"/>
    <p:sldId id="919" r:id="rId5"/>
    <p:sldId id="920" r:id="rId6"/>
    <p:sldId id="915" r:id="rId7"/>
    <p:sldId id="918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92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428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830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38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27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66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0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46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25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791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9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78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67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40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7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Сандуу Ондуктар – Көбөйтүү</a:t>
            </a:r>
            <a:r>
              <a:rPr lang="en-US" sz="2400" dirty="0"/>
              <a:t> </a:t>
            </a:r>
            <a:r>
              <a:rPr lang="ru-RU" sz="2400" dirty="0"/>
              <a:t>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2706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65195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6864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B1360-F897-5219-ACF2-E7BE115E8396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272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4ECA8B-14DA-D001-4323-43C993A63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184498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776807-9805-F1DF-7A37-5271F9515BDE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A66D51-4348-B076-45A9-74CFE6185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250623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FDFD927-2B6A-8DFC-F5CD-E6647BC15CBB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69C96-7BE1-DF0B-C1DC-53C98E3F05BB}"/>
              </a:ext>
            </a:extLst>
          </p:cNvPr>
          <p:cNvSpPr/>
          <p:nvPr/>
        </p:nvSpPr>
        <p:spPr>
          <a:xfrm>
            <a:off x="2306864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E1833-9BE1-C9B0-78E8-475B6C6479A7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9D14397-B337-714B-067D-A03CA8D8B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806165"/>
              </p:ext>
            </p:extLst>
          </p:nvPr>
        </p:nvGraphicFramePr>
        <p:xfrm>
          <a:off x="6668870" y="3520915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E26CDDD-7EB4-3B4A-9250-9A84A52E5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019211"/>
              </p:ext>
            </p:extLst>
          </p:nvPr>
        </p:nvGraphicFramePr>
        <p:xfrm>
          <a:off x="61545" y="4086594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EB872E4-5F2F-89DB-836C-7F590BF95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947228"/>
              </p:ext>
            </p:extLst>
          </p:nvPr>
        </p:nvGraphicFramePr>
        <p:xfrm>
          <a:off x="6696583" y="6201695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F74C5587-0B3D-5E06-9E9F-78234A9F06C0}"/>
              </a:ext>
            </a:extLst>
          </p:cNvPr>
          <p:cNvSpPr/>
          <p:nvPr/>
        </p:nvSpPr>
        <p:spPr>
          <a:xfrm>
            <a:off x="6739812" y="5817509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94FB8C-A148-DCDE-7D46-048F04A28AFB}"/>
              </a:ext>
            </a:extLst>
          </p:cNvPr>
          <p:cNvSpPr/>
          <p:nvPr/>
        </p:nvSpPr>
        <p:spPr>
          <a:xfrm>
            <a:off x="2306864" y="346939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C09DC-F844-8330-291B-0992741CE719}"/>
              </a:ext>
            </a:extLst>
          </p:cNvPr>
          <p:cNvSpPr txBox="1"/>
          <p:nvPr/>
        </p:nvSpPr>
        <p:spPr>
          <a:xfrm>
            <a:off x="59945" y="3541951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4097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33829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22.94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81508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0.52 × 1.4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2.5 ×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14.5 × 0.4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0.37 ×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15.6 × 0.1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12.2 × 0.3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 × 0.81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2.2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13.6 × 0.2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0.62 × 2.1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0.16 × 0.7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0.61 × 4.8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0.87 × 1.9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5.1 × 1.3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× 0.5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 × 3.7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 × 3.5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× 2.8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0.96 × 0.21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00009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10.43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3242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8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4AB27-B6E6-CA06-E423-A683F6A6F9C6}"/>
              </a:ext>
            </a:extLst>
          </p:cNvPr>
          <p:cNvSpPr txBox="1"/>
          <p:nvPr/>
        </p:nvSpPr>
        <p:spPr>
          <a:xfrm>
            <a:off x="59945" y="72552"/>
            <a:ext cx="229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5130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1BBE2C-C4D2-0CA6-1D75-57E92B6F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57204" y="926385"/>
            <a:ext cx="6589257" cy="5005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7B810-85A6-69D1-340F-3CCAD3F9B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82115" y="1234554"/>
            <a:ext cx="6589257" cy="43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6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8420</TotalTime>
  <Words>489</Words>
  <Application>Microsoft Office PowerPoint</Application>
  <PresentationFormat>A4 Paper (210x297 mm)</PresentationFormat>
  <Paragraphs>215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368</cp:revision>
  <cp:lastPrinted>2024-05-23T10:49:54Z</cp:lastPrinted>
  <dcterms:created xsi:type="dcterms:W3CDTF">2017-01-17T16:57:04Z</dcterms:created>
  <dcterms:modified xsi:type="dcterms:W3CDTF">2024-05-23T10:51:01Z</dcterms:modified>
</cp:coreProperties>
</file>