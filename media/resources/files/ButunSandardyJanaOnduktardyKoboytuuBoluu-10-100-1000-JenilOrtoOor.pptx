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2" r:id="rId2"/>
    <p:sldId id="948" r:id="rId3"/>
    <p:sldId id="947" r:id="rId4"/>
    <p:sldId id="949" r:id="rId5"/>
    <p:sldId id="953" r:id="rId6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2"/>
          </p14:sldIdLst>
        </p14:section>
        <p14:section name="Суроо баракчасы" id="{059544AC-2C27-45B1-9F95-F87DF8854DD6}">
          <p14:sldIdLst>
            <p14:sldId id="948"/>
          </p14:sldIdLst>
        </p14:section>
        <p14:section name="Жооп баракчасы" id="{1FEDB314-42DC-4694-9B04-D4A4AAE625F7}">
          <p14:sldIdLst>
            <p14:sldId id="947"/>
          </p14:sldIdLst>
        </p14:section>
        <p14:section name="Таратуу үчүн" id="{A78D9305-6AAE-4715-A210-52F6908F30F7}">
          <p14:sldIdLst>
            <p14:sldId id="949"/>
          </p14:sldIdLst>
        </p14:section>
        <p14:section name="Кайтарым байланыш" id="{F3D720CF-F566-46A6-9361-125255B68FA6}">
          <p14:sldIdLst>
            <p14:sldId id="9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181"/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6811C2A-B71F-CBD3-3879-0A5328D7E6A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2CCD2-7DC9-F591-BCDE-B2246412F9A0}"/>
              </a:ext>
            </a:extLst>
          </p:cNvPr>
          <p:cNvSpPr txBox="1"/>
          <p:nvPr/>
        </p:nvSpPr>
        <p:spPr>
          <a:xfrm>
            <a:off x="0" y="1717040"/>
            <a:ext cx="928624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жана ондук сандар – 10, 100, 1000гө көбөйтүү жана бөлүү––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ОРТО, ООР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суроолорду көрсөтсө болот же таратма материал катары берсе болот.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41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0543" y="779220"/>
            <a:ext cx="3020256" cy="6013555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32526"/>
            <a:ext cx="3020256" cy="6003554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259185" y="770610"/>
            <a:ext cx="2764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Амалдарды аткаргыла :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36545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758318" y="1319287"/>
            <a:ext cx="817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5 ×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817686-61BD-BD27-5D5B-33328B02B8B0}"/>
              </a:ext>
            </a:extLst>
          </p:cNvPr>
          <p:cNvSpPr txBox="1"/>
          <p:nvPr/>
        </p:nvSpPr>
        <p:spPr>
          <a:xfrm>
            <a:off x="131166" y="196293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EB2B05-6DA8-1699-5473-BC7456A36DFD}"/>
              </a:ext>
            </a:extLst>
          </p:cNvPr>
          <p:cNvSpPr txBox="1"/>
          <p:nvPr/>
        </p:nvSpPr>
        <p:spPr>
          <a:xfrm>
            <a:off x="758318" y="1916764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5 × 100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463984-5DD5-F170-936B-3CD22A50B31A}"/>
              </a:ext>
            </a:extLst>
          </p:cNvPr>
          <p:cNvSpPr txBox="1"/>
          <p:nvPr/>
        </p:nvSpPr>
        <p:spPr>
          <a:xfrm>
            <a:off x="131166" y="256040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4E4D1F-7B6B-47D2-0F9F-D6716CFBE15E}"/>
              </a:ext>
            </a:extLst>
          </p:cNvPr>
          <p:cNvSpPr txBox="1"/>
          <p:nvPr/>
        </p:nvSpPr>
        <p:spPr>
          <a:xfrm>
            <a:off x="758318" y="2514241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12 × 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8AEFA6-AB0A-FEF9-497E-1F236BDF9ABD}"/>
              </a:ext>
            </a:extLst>
          </p:cNvPr>
          <p:cNvSpPr txBox="1"/>
          <p:nvPr/>
        </p:nvSpPr>
        <p:spPr>
          <a:xfrm>
            <a:off x="131166" y="31578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7DF354-EA92-3D90-132F-A0BF3BA12484}"/>
              </a:ext>
            </a:extLst>
          </p:cNvPr>
          <p:cNvSpPr txBox="1"/>
          <p:nvPr/>
        </p:nvSpPr>
        <p:spPr>
          <a:xfrm>
            <a:off x="758318" y="3111718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9 × 1000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10B5E8-B01B-0207-4B03-8912872B76E1}"/>
              </a:ext>
            </a:extLst>
          </p:cNvPr>
          <p:cNvSpPr txBox="1"/>
          <p:nvPr/>
        </p:nvSpPr>
        <p:spPr>
          <a:xfrm>
            <a:off x="131166" y="375536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7BEFE4-C86F-C5C8-398F-3197CC70FD5C}"/>
              </a:ext>
            </a:extLst>
          </p:cNvPr>
          <p:cNvSpPr txBox="1"/>
          <p:nvPr/>
        </p:nvSpPr>
        <p:spPr>
          <a:xfrm>
            <a:off x="758318" y="3709195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600 ÷ 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0B9EBE-829E-F338-0CD2-598A3A2A6240}"/>
              </a:ext>
            </a:extLst>
          </p:cNvPr>
          <p:cNvSpPr txBox="1"/>
          <p:nvPr/>
        </p:nvSpPr>
        <p:spPr>
          <a:xfrm>
            <a:off x="131166" y="435283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F4240E-C92A-17AA-6E90-4E198254B0B4}"/>
              </a:ext>
            </a:extLst>
          </p:cNvPr>
          <p:cNvSpPr txBox="1"/>
          <p:nvPr/>
        </p:nvSpPr>
        <p:spPr>
          <a:xfrm>
            <a:off x="758318" y="4306672"/>
            <a:ext cx="1337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8300 ÷ 100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57DC7C-9D55-527D-8A1E-CE3B956FCBF3}"/>
              </a:ext>
            </a:extLst>
          </p:cNvPr>
          <p:cNvSpPr txBox="1"/>
          <p:nvPr/>
        </p:nvSpPr>
        <p:spPr>
          <a:xfrm>
            <a:off x="131166" y="495031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09CC46-9704-AFF2-1AC4-E824ED69EF3C}"/>
              </a:ext>
            </a:extLst>
          </p:cNvPr>
          <p:cNvSpPr txBox="1"/>
          <p:nvPr/>
        </p:nvSpPr>
        <p:spPr>
          <a:xfrm>
            <a:off x="758318" y="4904149"/>
            <a:ext cx="1337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9000 ÷ 100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E910E5-69BC-E271-F042-B216869152C7}"/>
              </a:ext>
            </a:extLst>
          </p:cNvPr>
          <p:cNvSpPr txBox="1"/>
          <p:nvPr/>
        </p:nvSpPr>
        <p:spPr>
          <a:xfrm>
            <a:off x="131166" y="55477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BD07A6-E39A-41EE-C4BA-FADC091F3F4E}"/>
              </a:ext>
            </a:extLst>
          </p:cNvPr>
          <p:cNvSpPr txBox="1"/>
          <p:nvPr/>
        </p:nvSpPr>
        <p:spPr>
          <a:xfrm>
            <a:off x="758318" y="5501626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0.9 × 100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9CC3DF-9E4E-419E-324D-404F03D89DA9}"/>
              </a:ext>
            </a:extLst>
          </p:cNvPr>
          <p:cNvSpPr txBox="1"/>
          <p:nvPr/>
        </p:nvSpPr>
        <p:spPr>
          <a:xfrm>
            <a:off x="131166" y="614527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9)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C7735C-5F1C-3EBD-58D9-8E5D60AEEBE8}"/>
              </a:ext>
            </a:extLst>
          </p:cNvPr>
          <p:cNvSpPr txBox="1"/>
          <p:nvPr/>
        </p:nvSpPr>
        <p:spPr>
          <a:xfrm>
            <a:off x="758318" y="6099107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15 ÷ 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6DDE8A-8ACB-DEB7-89D3-F94D97C3F71D}"/>
              </a:ext>
            </a:extLst>
          </p:cNvPr>
          <p:cNvSpPr txBox="1"/>
          <p:nvPr/>
        </p:nvSpPr>
        <p:spPr>
          <a:xfrm>
            <a:off x="3567651" y="770610"/>
            <a:ext cx="2764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Амалдарды аткаргыла :</a:t>
            </a:r>
            <a:endParaRPr lang="en-GB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2B7EF8-E185-586E-140A-D50C8C943F12}"/>
              </a:ext>
            </a:extLst>
          </p:cNvPr>
          <p:cNvSpPr txBox="1"/>
          <p:nvPr/>
        </p:nvSpPr>
        <p:spPr>
          <a:xfrm>
            <a:off x="3439632" y="136545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51DD3B-0FE8-6CFC-7168-CC07DE662EAC}"/>
              </a:ext>
            </a:extLst>
          </p:cNvPr>
          <p:cNvSpPr txBox="1"/>
          <p:nvPr/>
        </p:nvSpPr>
        <p:spPr>
          <a:xfrm>
            <a:off x="3825716" y="1319287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2.7 × 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633AA9-65AF-6B3B-8F84-9F96E9CF9B50}"/>
              </a:ext>
            </a:extLst>
          </p:cNvPr>
          <p:cNvSpPr txBox="1"/>
          <p:nvPr/>
        </p:nvSpPr>
        <p:spPr>
          <a:xfrm>
            <a:off x="3439632" y="196293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D07368-D947-8D77-5DC4-FC5CBF379BD7}"/>
              </a:ext>
            </a:extLst>
          </p:cNvPr>
          <p:cNvSpPr txBox="1"/>
          <p:nvPr/>
        </p:nvSpPr>
        <p:spPr>
          <a:xfrm>
            <a:off x="3825716" y="1916764"/>
            <a:ext cx="1271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0.09 × 100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F99560-5C28-B871-0E2D-6E694BBB95DF}"/>
              </a:ext>
            </a:extLst>
          </p:cNvPr>
          <p:cNvSpPr txBox="1"/>
          <p:nvPr/>
        </p:nvSpPr>
        <p:spPr>
          <a:xfrm>
            <a:off x="3439632" y="256040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14BCE8-CAA4-B788-B316-B55529FE6BFC}"/>
              </a:ext>
            </a:extLst>
          </p:cNvPr>
          <p:cNvSpPr txBox="1"/>
          <p:nvPr/>
        </p:nvSpPr>
        <p:spPr>
          <a:xfrm>
            <a:off x="3825716" y="2514241"/>
            <a:ext cx="1401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4.07 × 1000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512078-D4E0-E6B6-D487-39805AED0259}"/>
              </a:ext>
            </a:extLst>
          </p:cNvPr>
          <p:cNvSpPr txBox="1"/>
          <p:nvPr/>
        </p:nvSpPr>
        <p:spPr>
          <a:xfrm>
            <a:off x="3439632" y="31578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5D9775-6970-9AA8-237B-5B0A5C9DBC14}"/>
              </a:ext>
            </a:extLst>
          </p:cNvPr>
          <p:cNvSpPr txBox="1"/>
          <p:nvPr/>
        </p:nvSpPr>
        <p:spPr>
          <a:xfrm>
            <a:off x="3825716" y="3111718"/>
            <a:ext cx="1207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178 ÷ 100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333E84-C5DB-34E8-CDCB-0D8AF3F41035}"/>
              </a:ext>
            </a:extLst>
          </p:cNvPr>
          <p:cNvSpPr txBox="1"/>
          <p:nvPr/>
        </p:nvSpPr>
        <p:spPr>
          <a:xfrm>
            <a:off x="3439632" y="375536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022FF2-7B8B-A940-16D9-BEE7CB6C7D6A}"/>
              </a:ext>
            </a:extLst>
          </p:cNvPr>
          <p:cNvSpPr txBox="1"/>
          <p:nvPr/>
        </p:nvSpPr>
        <p:spPr>
          <a:xfrm>
            <a:off x="3825716" y="3709195"/>
            <a:ext cx="1271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6.5 ÷ 1000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03B67F-64B5-A5AE-C629-83DE202B3617}"/>
              </a:ext>
            </a:extLst>
          </p:cNvPr>
          <p:cNvSpPr txBox="1"/>
          <p:nvPr/>
        </p:nvSpPr>
        <p:spPr>
          <a:xfrm>
            <a:off x="3439632" y="435283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9981B6E-9E25-015C-15EC-5D133E160FD9}"/>
              </a:ext>
            </a:extLst>
          </p:cNvPr>
          <p:cNvSpPr txBox="1"/>
          <p:nvPr/>
        </p:nvSpPr>
        <p:spPr>
          <a:xfrm>
            <a:off x="3825716" y="4306672"/>
            <a:ext cx="1710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109 × 10 ÷ 100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FA1D59-0F7D-B777-0CAD-103D8C38D7F5}"/>
              </a:ext>
            </a:extLst>
          </p:cNvPr>
          <p:cNvSpPr txBox="1"/>
          <p:nvPr/>
        </p:nvSpPr>
        <p:spPr>
          <a:xfrm>
            <a:off x="3439632" y="495031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7FDC24-0600-D66F-FC65-7E02A9CC3A35}"/>
              </a:ext>
            </a:extLst>
          </p:cNvPr>
          <p:cNvSpPr txBox="1"/>
          <p:nvPr/>
        </p:nvSpPr>
        <p:spPr>
          <a:xfrm>
            <a:off x="3825716" y="4904149"/>
            <a:ext cx="2164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0.0108 ÷ 10 × 1000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0839817-40F7-4EFB-9917-92BE3D554E4A}"/>
              </a:ext>
            </a:extLst>
          </p:cNvPr>
          <p:cNvSpPr txBox="1"/>
          <p:nvPr/>
        </p:nvSpPr>
        <p:spPr>
          <a:xfrm>
            <a:off x="3439632" y="55477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78B75BE-E819-9252-94E2-864F444B2354}"/>
              </a:ext>
            </a:extLst>
          </p:cNvPr>
          <p:cNvSpPr txBox="1"/>
          <p:nvPr/>
        </p:nvSpPr>
        <p:spPr>
          <a:xfrm>
            <a:off x="3825716" y="5501626"/>
            <a:ext cx="1471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17 × он миң</a:t>
            </a:r>
            <a:endParaRPr lang="en-GB" sz="2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1BB49FF-3558-9AA3-1871-1F765F8659A5}"/>
              </a:ext>
            </a:extLst>
          </p:cNvPr>
          <p:cNvSpPr txBox="1"/>
          <p:nvPr/>
        </p:nvSpPr>
        <p:spPr>
          <a:xfrm>
            <a:off x="3439632" y="614527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9)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475AE6D-D8CA-E9FF-779B-AC8A33FFFACF}"/>
              </a:ext>
            </a:extLst>
          </p:cNvPr>
          <p:cNvSpPr txBox="1"/>
          <p:nvPr/>
        </p:nvSpPr>
        <p:spPr>
          <a:xfrm>
            <a:off x="3825716" y="6099107"/>
            <a:ext cx="11993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6 ÷ 2 миң</a:t>
            </a:r>
            <a:endParaRPr lang="en-GB" sz="20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7972542-762C-F73A-1064-FF82AF0B118D}"/>
              </a:ext>
            </a:extLst>
          </p:cNvPr>
          <p:cNvSpPr txBox="1"/>
          <p:nvPr/>
        </p:nvSpPr>
        <p:spPr>
          <a:xfrm>
            <a:off x="6773036" y="8167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6989F5-C3F4-7B08-CDFD-2FF5925B7336}"/>
              </a:ext>
            </a:extLst>
          </p:cNvPr>
          <p:cNvSpPr txBox="1"/>
          <p:nvPr/>
        </p:nvSpPr>
        <p:spPr>
          <a:xfrm>
            <a:off x="7159120" y="770610"/>
            <a:ext cx="17171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15.08 × 1000 =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ABF0A3-3DCD-DE02-4C61-C7E8E9A1DC76}"/>
              </a:ext>
            </a:extLst>
          </p:cNvPr>
          <p:cNvSpPr txBox="1"/>
          <p:nvPr/>
        </p:nvSpPr>
        <p:spPr>
          <a:xfrm>
            <a:off x="6773036" y="148015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B1A8087-B938-48DE-0B85-2F7E8BD0F55D}"/>
              </a:ext>
            </a:extLst>
          </p:cNvPr>
          <p:cNvSpPr txBox="1"/>
          <p:nvPr/>
        </p:nvSpPr>
        <p:spPr>
          <a:xfrm>
            <a:off x="7159120" y="1433985"/>
            <a:ext cx="1846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65.03 ÷ 10000 =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AAC66A8-8FB8-4F09-4FD8-8F2A0E52C9C6}"/>
              </a:ext>
            </a:extLst>
          </p:cNvPr>
          <p:cNvSpPr txBox="1"/>
          <p:nvPr/>
        </p:nvSpPr>
        <p:spPr>
          <a:xfrm>
            <a:off x="6773036" y="30685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A4F549B-1F50-08E0-5EDF-2886DCDBEA5E}"/>
              </a:ext>
            </a:extLst>
          </p:cNvPr>
          <p:cNvSpPr txBox="1"/>
          <p:nvPr/>
        </p:nvSpPr>
        <p:spPr>
          <a:xfrm>
            <a:off x="6890161" y="3068511"/>
            <a:ext cx="30139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4.03 миллионго </a:t>
            </a:r>
          </a:p>
          <a:p>
            <a:pPr algn="ctr"/>
            <a:r>
              <a:rPr lang="ky-KG" sz="2000" dirty="0"/>
              <a:t>көбөйтүлүп, андан кийин </a:t>
            </a:r>
          </a:p>
          <a:p>
            <a:pPr algn="ctr"/>
            <a:r>
              <a:rPr lang="ky-KG" sz="2000" dirty="0"/>
              <a:t>миңге бөлүнсө   …</a:t>
            </a:r>
            <a:endParaRPr lang="en-GB" sz="20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F3061C-E3FB-6685-282A-4EDA96A4F95A}"/>
              </a:ext>
            </a:extLst>
          </p:cNvPr>
          <p:cNvSpPr txBox="1"/>
          <p:nvPr/>
        </p:nvSpPr>
        <p:spPr>
          <a:xfrm>
            <a:off x="6773036" y="4655215"/>
            <a:ext cx="317445" cy="307777"/>
          </a:xfrm>
          <a:prstGeom prst="rect">
            <a:avLst/>
          </a:prstGeom>
          <a:noFill/>
        </p:spPr>
        <p:txBody>
          <a:bodyPr wrap="squar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FF0105F-7E1B-A023-E0C4-F86D5DA3D198}"/>
              </a:ext>
            </a:extLst>
          </p:cNvPr>
          <p:cNvSpPr txBox="1"/>
          <p:nvPr/>
        </p:nvSpPr>
        <p:spPr>
          <a:xfrm>
            <a:off x="7097846" y="4506727"/>
            <a:ext cx="247260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Завод 3000 торт </a:t>
            </a:r>
          </a:p>
          <a:p>
            <a:pPr algn="ctr"/>
            <a:r>
              <a:rPr lang="ky-KG" sz="2000" dirty="0"/>
              <a:t>чыгаруу үчүн күнүнө </a:t>
            </a:r>
          </a:p>
          <a:p>
            <a:pPr algn="ctr"/>
            <a:r>
              <a:rPr lang="ky-KG" sz="2000" dirty="0"/>
              <a:t>630 кг ун колдонот.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4 торттон турган</a:t>
            </a:r>
          </a:p>
          <a:p>
            <a:pPr algn="ctr"/>
            <a:r>
              <a:rPr lang="ky-KG" sz="2000" dirty="0"/>
              <a:t> кутусунда </a:t>
            </a:r>
          </a:p>
          <a:p>
            <a:pPr algn="ctr"/>
            <a:r>
              <a:rPr lang="ky-KG" sz="2000" dirty="0"/>
              <a:t>канча ун бар?</a:t>
            </a:r>
            <a:endParaRPr lang="en-GB" sz="20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3DAA5D4-1BC9-2CF1-7A68-020605489BCD}"/>
              </a:ext>
            </a:extLst>
          </p:cNvPr>
          <p:cNvSpPr txBox="1"/>
          <p:nvPr/>
        </p:nvSpPr>
        <p:spPr>
          <a:xfrm>
            <a:off x="6773036" y="209736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FD4431B-85D3-3892-E291-5F6BF13E361A}"/>
              </a:ext>
            </a:extLst>
          </p:cNvPr>
          <p:cNvSpPr txBox="1"/>
          <p:nvPr/>
        </p:nvSpPr>
        <p:spPr>
          <a:xfrm>
            <a:off x="7274704" y="2097360"/>
            <a:ext cx="21788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чейрек × он × бир </a:t>
            </a:r>
          </a:p>
          <a:p>
            <a:pPr algn="ctr"/>
            <a:r>
              <a:rPr lang="ru-RU" sz="2000" dirty="0"/>
              <a:t>жүз миң =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7F71E-7E5E-7C19-0A47-343BDC3E6D02}"/>
              </a:ext>
            </a:extLst>
          </p:cNvPr>
          <p:cNvSpPr txBox="1"/>
          <p:nvPr/>
        </p:nvSpPr>
        <p:spPr>
          <a:xfrm>
            <a:off x="675536" y="86195"/>
            <a:ext cx="2164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4"/>
                </a:solidFill>
              </a:rPr>
              <a:t>ЖЕҢИЛ</a:t>
            </a:r>
            <a:endParaRPr lang="en-US" sz="3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7C2EE-225B-493B-531E-4B373CEC44E2}"/>
              </a:ext>
            </a:extLst>
          </p:cNvPr>
          <p:cNvSpPr/>
          <p:nvPr/>
        </p:nvSpPr>
        <p:spPr>
          <a:xfrm>
            <a:off x="4196017" y="231891"/>
            <a:ext cx="1542716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600" b="1" dirty="0">
                <a:solidFill>
                  <a:srgbClr val="00B050"/>
                </a:solidFill>
              </a:rPr>
              <a:t>ОРТО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AA62C0-4448-B16D-634C-A23A7A8AE4C6}"/>
              </a:ext>
            </a:extLst>
          </p:cNvPr>
          <p:cNvSpPr txBox="1"/>
          <p:nvPr/>
        </p:nvSpPr>
        <p:spPr>
          <a:xfrm>
            <a:off x="7586241" y="7915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826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60176" y="685700"/>
            <a:ext cx="3020256" cy="613529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2872" y="685700"/>
            <a:ext cx="3020256" cy="606038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685700"/>
            <a:ext cx="3020256" cy="605038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259185" y="770610"/>
            <a:ext cx="2764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Амалдарды аткаргыла :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36545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758318" y="1319287"/>
            <a:ext cx="817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5 × 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AF25BF-BFC0-4E60-92E5-4532AF18A5F6}"/>
              </a:ext>
            </a:extLst>
          </p:cNvPr>
          <p:cNvSpPr txBox="1"/>
          <p:nvPr/>
        </p:nvSpPr>
        <p:spPr>
          <a:xfrm>
            <a:off x="2199053" y="1319287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817686-61BD-BD27-5D5B-33328B02B8B0}"/>
              </a:ext>
            </a:extLst>
          </p:cNvPr>
          <p:cNvSpPr txBox="1"/>
          <p:nvPr/>
        </p:nvSpPr>
        <p:spPr>
          <a:xfrm>
            <a:off x="131166" y="196293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EB2B05-6DA8-1699-5473-BC7456A36DFD}"/>
              </a:ext>
            </a:extLst>
          </p:cNvPr>
          <p:cNvSpPr txBox="1"/>
          <p:nvPr/>
        </p:nvSpPr>
        <p:spPr>
          <a:xfrm>
            <a:off x="758318" y="1916764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5 × 100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6D36A4-DD68-EF1A-7AB9-0E2CD9D01746}"/>
              </a:ext>
            </a:extLst>
          </p:cNvPr>
          <p:cNvSpPr txBox="1"/>
          <p:nvPr/>
        </p:nvSpPr>
        <p:spPr>
          <a:xfrm>
            <a:off x="2134131" y="1916764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463984-5DD5-F170-936B-3CD22A50B31A}"/>
              </a:ext>
            </a:extLst>
          </p:cNvPr>
          <p:cNvSpPr txBox="1"/>
          <p:nvPr/>
        </p:nvSpPr>
        <p:spPr>
          <a:xfrm>
            <a:off x="131166" y="256040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4E4D1F-7B6B-47D2-0F9F-D6716CFBE15E}"/>
              </a:ext>
            </a:extLst>
          </p:cNvPr>
          <p:cNvSpPr txBox="1"/>
          <p:nvPr/>
        </p:nvSpPr>
        <p:spPr>
          <a:xfrm>
            <a:off x="758318" y="2514241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12 × 100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C8E42A-141D-CCA9-B7B5-C1F621DEC213}"/>
              </a:ext>
            </a:extLst>
          </p:cNvPr>
          <p:cNvSpPr txBox="1"/>
          <p:nvPr/>
        </p:nvSpPr>
        <p:spPr>
          <a:xfrm>
            <a:off x="2040356" y="2514241"/>
            <a:ext cx="76174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1 200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8AEFA6-AB0A-FEF9-497E-1F236BDF9ABD}"/>
              </a:ext>
            </a:extLst>
          </p:cNvPr>
          <p:cNvSpPr txBox="1"/>
          <p:nvPr/>
        </p:nvSpPr>
        <p:spPr>
          <a:xfrm>
            <a:off x="131166" y="31578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7DF354-EA92-3D90-132F-A0BF3BA12484}"/>
              </a:ext>
            </a:extLst>
          </p:cNvPr>
          <p:cNvSpPr txBox="1"/>
          <p:nvPr/>
        </p:nvSpPr>
        <p:spPr>
          <a:xfrm>
            <a:off x="758318" y="3111718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9 × 1000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FD3CBB-C6B2-D683-5B70-CC3CA3EDF198}"/>
              </a:ext>
            </a:extLst>
          </p:cNvPr>
          <p:cNvSpPr txBox="1"/>
          <p:nvPr/>
        </p:nvSpPr>
        <p:spPr>
          <a:xfrm>
            <a:off x="2040356" y="3111718"/>
            <a:ext cx="76174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10B5E8-B01B-0207-4B03-8912872B76E1}"/>
              </a:ext>
            </a:extLst>
          </p:cNvPr>
          <p:cNvSpPr txBox="1"/>
          <p:nvPr/>
        </p:nvSpPr>
        <p:spPr>
          <a:xfrm>
            <a:off x="131166" y="375536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7BEFE4-C86F-C5C8-398F-3197CC70FD5C}"/>
              </a:ext>
            </a:extLst>
          </p:cNvPr>
          <p:cNvSpPr txBox="1"/>
          <p:nvPr/>
        </p:nvSpPr>
        <p:spPr>
          <a:xfrm>
            <a:off x="758318" y="3709195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600 ÷ 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B3F51E-6314-7701-BF81-6178152894E8}"/>
              </a:ext>
            </a:extLst>
          </p:cNvPr>
          <p:cNvSpPr txBox="1"/>
          <p:nvPr/>
        </p:nvSpPr>
        <p:spPr>
          <a:xfrm>
            <a:off x="2199053" y="3709195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0B9EBE-829E-F338-0CD2-598A3A2A6240}"/>
              </a:ext>
            </a:extLst>
          </p:cNvPr>
          <p:cNvSpPr txBox="1"/>
          <p:nvPr/>
        </p:nvSpPr>
        <p:spPr>
          <a:xfrm>
            <a:off x="131166" y="435283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F4240E-C92A-17AA-6E90-4E198254B0B4}"/>
              </a:ext>
            </a:extLst>
          </p:cNvPr>
          <p:cNvSpPr txBox="1"/>
          <p:nvPr/>
        </p:nvSpPr>
        <p:spPr>
          <a:xfrm>
            <a:off x="758318" y="4306672"/>
            <a:ext cx="1337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8300 ÷ 100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73800E-0724-ABA5-D88D-B36771DAAB17}"/>
              </a:ext>
            </a:extLst>
          </p:cNvPr>
          <p:cNvSpPr txBox="1"/>
          <p:nvPr/>
        </p:nvSpPr>
        <p:spPr>
          <a:xfrm>
            <a:off x="2199053" y="4306672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57DC7C-9D55-527D-8A1E-CE3B956FCBF3}"/>
              </a:ext>
            </a:extLst>
          </p:cNvPr>
          <p:cNvSpPr txBox="1"/>
          <p:nvPr/>
        </p:nvSpPr>
        <p:spPr>
          <a:xfrm>
            <a:off x="131166" y="495031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09CC46-9704-AFF2-1AC4-E824ED69EF3C}"/>
              </a:ext>
            </a:extLst>
          </p:cNvPr>
          <p:cNvSpPr txBox="1"/>
          <p:nvPr/>
        </p:nvSpPr>
        <p:spPr>
          <a:xfrm>
            <a:off x="758318" y="4904149"/>
            <a:ext cx="1337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9000 ÷ 100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624DB0-5434-7C89-7544-78E64041BE1C}"/>
              </a:ext>
            </a:extLst>
          </p:cNvPr>
          <p:cNvSpPr txBox="1"/>
          <p:nvPr/>
        </p:nvSpPr>
        <p:spPr>
          <a:xfrm>
            <a:off x="2199053" y="4904149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E910E5-69BC-E271-F042-B216869152C7}"/>
              </a:ext>
            </a:extLst>
          </p:cNvPr>
          <p:cNvSpPr txBox="1"/>
          <p:nvPr/>
        </p:nvSpPr>
        <p:spPr>
          <a:xfrm>
            <a:off x="131166" y="55477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BD07A6-E39A-41EE-C4BA-FADC091F3F4E}"/>
              </a:ext>
            </a:extLst>
          </p:cNvPr>
          <p:cNvSpPr txBox="1"/>
          <p:nvPr/>
        </p:nvSpPr>
        <p:spPr>
          <a:xfrm>
            <a:off x="758318" y="5501626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0.9 × 100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BC4651-79B6-6980-D74B-40A861114EDA}"/>
              </a:ext>
            </a:extLst>
          </p:cNvPr>
          <p:cNvSpPr txBox="1"/>
          <p:nvPr/>
        </p:nvSpPr>
        <p:spPr>
          <a:xfrm>
            <a:off x="2199053" y="5501626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9CC3DF-9E4E-419E-324D-404F03D89DA9}"/>
              </a:ext>
            </a:extLst>
          </p:cNvPr>
          <p:cNvSpPr txBox="1"/>
          <p:nvPr/>
        </p:nvSpPr>
        <p:spPr>
          <a:xfrm>
            <a:off x="131166" y="614527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9)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C7735C-5F1C-3EBD-58D9-8E5D60AEEBE8}"/>
              </a:ext>
            </a:extLst>
          </p:cNvPr>
          <p:cNvSpPr txBox="1"/>
          <p:nvPr/>
        </p:nvSpPr>
        <p:spPr>
          <a:xfrm>
            <a:off x="758318" y="6099107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15 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D505E3-1C6E-40CA-DC68-C5948A74EAA1}"/>
              </a:ext>
            </a:extLst>
          </p:cNvPr>
          <p:cNvSpPr txBox="1"/>
          <p:nvPr/>
        </p:nvSpPr>
        <p:spPr>
          <a:xfrm>
            <a:off x="2166992" y="6099107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6DDE8A-8ACB-DEB7-89D3-F94D97C3F71D}"/>
              </a:ext>
            </a:extLst>
          </p:cNvPr>
          <p:cNvSpPr txBox="1"/>
          <p:nvPr/>
        </p:nvSpPr>
        <p:spPr>
          <a:xfrm>
            <a:off x="3567651" y="770610"/>
            <a:ext cx="2764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Амалдарды аткаргыла :</a:t>
            </a:r>
            <a:endParaRPr lang="en-GB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2B7EF8-E185-586E-140A-D50C8C943F12}"/>
              </a:ext>
            </a:extLst>
          </p:cNvPr>
          <p:cNvSpPr txBox="1"/>
          <p:nvPr/>
        </p:nvSpPr>
        <p:spPr>
          <a:xfrm>
            <a:off x="3439632" y="136545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51DD3B-0FE8-6CFC-7168-CC07DE662EAC}"/>
              </a:ext>
            </a:extLst>
          </p:cNvPr>
          <p:cNvSpPr txBox="1"/>
          <p:nvPr/>
        </p:nvSpPr>
        <p:spPr>
          <a:xfrm>
            <a:off x="3825716" y="1319287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2.7 × 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7AA550-E181-29E5-582C-10C04E0FCC92}"/>
              </a:ext>
            </a:extLst>
          </p:cNvPr>
          <p:cNvSpPr txBox="1"/>
          <p:nvPr/>
        </p:nvSpPr>
        <p:spPr>
          <a:xfrm>
            <a:off x="5567288" y="1319287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270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633AA9-65AF-6B3B-8F84-9F96E9CF9B50}"/>
              </a:ext>
            </a:extLst>
          </p:cNvPr>
          <p:cNvSpPr txBox="1"/>
          <p:nvPr/>
        </p:nvSpPr>
        <p:spPr>
          <a:xfrm>
            <a:off x="3439632" y="196293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D07368-D947-8D77-5DC4-FC5CBF379BD7}"/>
              </a:ext>
            </a:extLst>
          </p:cNvPr>
          <p:cNvSpPr txBox="1"/>
          <p:nvPr/>
        </p:nvSpPr>
        <p:spPr>
          <a:xfrm>
            <a:off x="3825716" y="1916764"/>
            <a:ext cx="1271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0.09 × 100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7AE122-C0C5-79ED-27A9-778CDCFD1AE5}"/>
              </a:ext>
            </a:extLst>
          </p:cNvPr>
          <p:cNvSpPr txBox="1"/>
          <p:nvPr/>
        </p:nvSpPr>
        <p:spPr>
          <a:xfrm>
            <a:off x="5697131" y="1916764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F99560-5C28-B871-0E2D-6E694BBB95DF}"/>
              </a:ext>
            </a:extLst>
          </p:cNvPr>
          <p:cNvSpPr txBox="1"/>
          <p:nvPr/>
        </p:nvSpPr>
        <p:spPr>
          <a:xfrm>
            <a:off x="3439632" y="256040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14BCE8-CAA4-B788-B316-B55529FE6BFC}"/>
              </a:ext>
            </a:extLst>
          </p:cNvPr>
          <p:cNvSpPr txBox="1"/>
          <p:nvPr/>
        </p:nvSpPr>
        <p:spPr>
          <a:xfrm>
            <a:off x="3825716" y="2514241"/>
            <a:ext cx="1401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4.07 × 1000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402957-F1DE-3585-ACA0-26202127466C}"/>
              </a:ext>
            </a:extLst>
          </p:cNvPr>
          <p:cNvSpPr txBox="1"/>
          <p:nvPr/>
        </p:nvSpPr>
        <p:spPr>
          <a:xfrm>
            <a:off x="5473513" y="2514241"/>
            <a:ext cx="76174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4 070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512078-D4E0-E6B6-D487-39805AED0259}"/>
              </a:ext>
            </a:extLst>
          </p:cNvPr>
          <p:cNvSpPr txBox="1"/>
          <p:nvPr/>
        </p:nvSpPr>
        <p:spPr>
          <a:xfrm>
            <a:off x="3439632" y="31578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5D9775-6970-9AA8-237B-5B0A5C9DBC14}"/>
              </a:ext>
            </a:extLst>
          </p:cNvPr>
          <p:cNvSpPr txBox="1"/>
          <p:nvPr/>
        </p:nvSpPr>
        <p:spPr>
          <a:xfrm>
            <a:off x="3825716" y="3111718"/>
            <a:ext cx="1207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178 ÷ 100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AE29007-C764-E701-9370-4EF0F9464109}"/>
              </a:ext>
            </a:extLst>
          </p:cNvPr>
          <p:cNvSpPr txBox="1"/>
          <p:nvPr/>
        </p:nvSpPr>
        <p:spPr>
          <a:xfrm>
            <a:off x="5535228" y="3111718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333E84-C5DB-34E8-CDCB-0D8AF3F41035}"/>
              </a:ext>
            </a:extLst>
          </p:cNvPr>
          <p:cNvSpPr txBox="1"/>
          <p:nvPr/>
        </p:nvSpPr>
        <p:spPr>
          <a:xfrm>
            <a:off x="3439632" y="375536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022FF2-7B8B-A940-16D9-BEE7CB6C7D6A}"/>
              </a:ext>
            </a:extLst>
          </p:cNvPr>
          <p:cNvSpPr txBox="1"/>
          <p:nvPr/>
        </p:nvSpPr>
        <p:spPr>
          <a:xfrm>
            <a:off x="3825716" y="3709195"/>
            <a:ext cx="12715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6.5 ÷ 1000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419D93-2DB2-99D9-0A64-A2081AAD4240}"/>
              </a:ext>
            </a:extLst>
          </p:cNvPr>
          <p:cNvSpPr txBox="1"/>
          <p:nvPr/>
        </p:nvSpPr>
        <p:spPr>
          <a:xfrm>
            <a:off x="5405385" y="3709195"/>
            <a:ext cx="89800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0.0065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03B67F-64B5-A5AE-C629-83DE202B3617}"/>
              </a:ext>
            </a:extLst>
          </p:cNvPr>
          <p:cNvSpPr txBox="1"/>
          <p:nvPr/>
        </p:nvSpPr>
        <p:spPr>
          <a:xfrm>
            <a:off x="3439632" y="435283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9981B6E-9E25-015C-15EC-5D133E160FD9}"/>
              </a:ext>
            </a:extLst>
          </p:cNvPr>
          <p:cNvSpPr txBox="1"/>
          <p:nvPr/>
        </p:nvSpPr>
        <p:spPr>
          <a:xfrm>
            <a:off x="3825716" y="4306672"/>
            <a:ext cx="1710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109 × 10 ÷ 100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CC218C-25CE-CB94-BBD7-C625B4C12EE8}"/>
              </a:ext>
            </a:extLst>
          </p:cNvPr>
          <p:cNvSpPr txBox="1"/>
          <p:nvPr/>
        </p:nvSpPr>
        <p:spPr>
          <a:xfrm>
            <a:off x="5626669" y="430667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10.9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FA1D59-0F7D-B777-0CAD-103D8C38D7F5}"/>
              </a:ext>
            </a:extLst>
          </p:cNvPr>
          <p:cNvSpPr txBox="1"/>
          <p:nvPr/>
        </p:nvSpPr>
        <p:spPr>
          <a:xfrm>
            <a:off x="3439632" y="495031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7FDC24-0600-D66F-FC65-7E02A9CC3A35}"/>
              </a:ext>
            </a:extLst>
          </p:cNvPr>
          <p:cNvSpPr txBox="1"/>
          <p:nvPr/>
        </p:nvSpPr>
        <p:spPr>
          <a:xfrm>
            <a:off x="3825716" y="4904149"/>
            <a:ext cx="2164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0.0108 ÷ 10 × 1000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EEDF39F-4F4A-0B30-2482-F8874483DB27}"/>
              </a:ext>
            </a:extLst>
          </p:cNvPr>
          <p:cNvSpPr txBox="1"/>
          <p:nvPr/>
        </p:nvSpPr>
        <p:spPr>
          <a:xfrm>
            <a:off x="6000741" y="4904149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1.08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0839817-40F7-4EFB-9917-92BE3D554E4A}"/>
              </a:ext>
            </a:extLst>
          </p:cNvPr>
          <p:cNvSpPr txBox="1"/>
          <p:nvPr/>
        </p:nvSpPr>
        <p:spPr>
          <a:xfrm>
            <a:off x="3439632" y="55477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78B75BE-E819-9252-94E2-864F444B2354}"/>
              </a:ext>
            </a:extLst>
          </p:cNvPr>
          <p:cNvSpPr txBox="1"/>
          <p:nvPr/>
        </p:nvSpPr>
        <p:spPr>
          <a:xfrm>
            <a:off x="3825716" y="5501626"/>
            <a:ext cx="2076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17 × ten thousand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649F477-16C0-1CBF-7A96-F474F5013F21}"/>
              </a:ext>
            </a:extLst>
          </p:cNvPr>
          <p:cNvSpPr txBox="1"/>
          <p:nvPr/>
        </p:nvSpPr>
        <p:spPr>
          <a:xfrm>
            <a:off x="5867372" y="5501626"/>
            <a:ext cx="102143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170 000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1BB49FF-3558-9AA3-1871-1F765F8659A5}"/>
              </a:ext>
            </a:extLst>
          </p:cNvPr>
          <p:cNvSpPr txBox="1"/>
          <p:nvPr/>
        </p:nvSpPr>
        <p:spPr>
          <a:xfrm>
            <a:off x="3439632" y="614527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9)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475AE6D-D8CA-E9FF-779B-AC8A33FFFACF}"/>
              </a:ext>
            </a:extLst>
          </p:cNvPr>
          <p:cNvSpPr txBox="1"/>
          <p:nvPr/>
        </p:nvSpPr>
        <p:spPr>
          <a:xfrm>
            <a:off x="3825716" y="6099107"/>
            <a:ext cx="1729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6 ÷ 2 thousand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236E968-0B60-8BF2-A118-7D80A9904AF1}"/>
              </a:ext>
            </a:extLst>
          </p:cNvPr>
          <p:cNvSpPr txBox="1"/>
          <p:nvPr/>
        </p:nvSpPr>
        <p:spPr>
          <a:xfrm>
            <a:off x="5536809" y="6099107"/>
            <a:ext cx="76816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0.003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7972542-762C-F73A-1064-FF82AF0B118D}"/>
              </a:ext>
            </a:extLst>
          </p:cNvPr>
          <p:cNvSpPr txBox="1"/>
          <p:nvPr/>
        </p:nvSpPr>
        <p:spPr>
          <a:xfrm>
            <a:off x="6773036" y="8167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6989F5-C3F4-7B08-CDFD-2FF5925B7336}"/>
              </a:ext>
            </a:extLst>
          </p:cNvPr>
          <p:cNvSpPr txBox="1"/>
          <p:nvPr/>
        </p:nvSpPr>
        <p:spPr>
          <a:xfrm>
            <a:off x="7159120" y="770610"/>
            <a:ext cx="17171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15.08 × 1000 =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2A4A72-7F2F-4031-643D-9DC914C7E491}"/>
              </a:ext>
            </a:extLst>
          </p:cNvPr>
          <p:cNvSpPr txBox="1"/>
          <p:nvPr/>
        </p:nvSpPr>
        <p:spPr>
          <a:xfrm>
            <a:off x="8841747" y="770610"/>
            <a:ext cx="89159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15 080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ABF0A3-3DCD-DE02-4C61-C7E8E9A1DC76}"/>
              </a:ext>
            </a:extLst>
          </p:cNvPr>
          <p:cNvSpPr txBox="1"/>
          <p:nvPr/>
        </p:nvSpPr>
        <p:spPr>
          <a:xfrm>
            <a:off x="6773036" y="148015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B1A8087-B938-48DE-0B85-2F7E8BD0F55D}"/>
              </a:ext>
            </a:extLst>
          </p:cNvPr>
          <p:cNvSpPr txBox="1"/>
          <p:nvPr/>
        </p:nvSpPr>
        <p:spPr>
          <a:xfrm>
            <a:off x="7159120" y="1433985"/>
            <a:ext cx="1846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65.03 ÷ 10000 =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9BB891B-2618-B282-2BA6-07F19F9A142F}"/>
              </a:ext>
            </a:extLst>
          </p:cNvPr>
          <p:cNvSpPr txBox="1"/>
          <p:nvPr/>
        </p:nvSpPr>
        <p:spPr>
          <a:xfrm>
            <a:off x="8692073" y="1716618"/>
            <a:ext cx="115768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0.006503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AAC66A8-8FB8-4F09-4FD8-8F2A0E52C9C6}"/>
              </a:ext>
            </a:extLst>
          </p:cNvPr>
          <p:cNvSpPr txBox="1"/>
          <p:nvPr/>
        </p:nvSpPr>
        <p:spPr>
          <a:xfrm>
            <a:off x="6773036" y="30685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F3061C-E3FB-6685-282A-4EDA96A4F95A}"/>
              </a:ext>
            </a:extLst>
          </p:cNvPr>
          <p:cNvSpPr txBox="1"/>
          <p:nvPr/>
        </p:nvSpPr>
        <p:spPr>
          <a:xfrm>
            <a:off x="6773036" y="4655215"/>
            <a:ext cx="317445" cy="307777"/>
          </a:xfrm>
          <a:prstGeom prst="rect">
            <a:avLst/>
          </a:prstGeom>
          <a:noFill/>
        </p:spPr>
        <p:txBody>
          <a:bodyPr wrap="squar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3DAA5D4-1BC9-2CF1-7A68-020605489BCD}"/>
              </a:ext>
            </a:extLst>
          </p:cNvPr>
          <p:cNvSpPr txBox="1"/>
          <p:nvPr/>
        </p:nvSpPr>
        <p:spPr>
          <a:xfrm>
            <a:off x="6773036" y="209736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398A736-21A4-D6E4-9BD5-966BF9D0928A}"/>
              </a:ext>
            </a:extLst>
          </p:cNvPr>
          <p:cNvSpPr txBox="1"/>
          <p:nvPr/>
        </p:nvSpPr>
        <p:spPr>
          <a:xfrm>
            <a:off x="8836596" y="2711466"/>
            <a:ext cx="102143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250 000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80792E4-C235-87F6-45EC-7778ABFECC5E}"/>
              </a:ext>
            </a:extLst>
          </p:cNvPr>
          <p:cNvSpPr txBox="1"/>
          <p:nvPr/>
        </p:nvSpPr>
        <p:spPr>
          <a:xfrm>
            <a:off x="8929440" y="6356122"/>
            <a:ext cx="93326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0.84 kg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1A6C592-13FF-F627-92C0-651727554C53}"/>
              </a:ext>
            </a:extLst>
          </p:cNvPr>
          <p:cNvSpPr txBox="1"/>
          <p:nvPr/>
        </p:nvSpPr>
        <p:spPr>
          <a:xfrm>
            <a:off x="8966438" y="4111817"/>
            <a:ext cx="76174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4 030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492AC-F095-26F3-9C87-4162519CAB6F}"/>
              </a:ext>
            </a:extLst>
          </p:cNvPr>
          <p:cNvSpPr txBox="1"/>
          <p:nvPr/>
        </p:nvSpPr>
        <p:spPr>
          <a:xfrm>
            <a:off x="675536" y="86195"/>
            <a:ext cx="2164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4"/>
                </a:solidFill>
              </a:rPr>
              <a:t>ЖЕҢИЛ</a:t>
            </a:r>
            <a:endParaRPr lang="en-US" sz="3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33F670-0782-2B0E-9E5E-D8E6CB7F5E1D}"/>
              </a:ext>
            </a:extLst>
          </p:cNvPr>
          <p:cNvSpPr/>
          <p:nvPr/>
        </p:nvSpPr>
        <p:spPr>
          <a:xfrm>
            <a:off x="4204673" y="184608"/>
            <a:ext cx="1542716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600" b="1" dirty="0">
                <a:solidFill>
                  <a:srgbClr val="00B050"/>
                </a:solidFill>
              </a:rPr>
              <a:t>ОРТО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1068D-E511-435F-9FF2-B3C468090749}"/>
              </a:ext>
            </a:extLst>
          </p:cNvPr>
          <p:cNvSpPr txBox="1"/>
          <p:nvPr/>
        </p:nvSpPr>
        <p:spPr>
          <a:xfrm>
            <a:off x="7586241" y="7915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7A44E5-84A1-E8EC-9F04-DCE2376F7905}"/>
              </a:ext>
            </a:extLst>
          </p:cNvPr>
          <p:cNvSpPr txBox="1"/>
          <p:nvPr/>
        </p:nvSpPr>
        <p:spPr>
          <a:xfrm>
            <a:off x="6890161" y="3068511"/>
            <a:ext cx="30139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4.03 миллионго </a:t>
            </a:r>
          </a:p>
          <a:p>
            <a:pPr algn="ctr"/>
            <a:r>
              <a:rPr lang="ky-KG" sz="2000" dirty="0"/>
              <a:t>көбөйтүлүп, андан кийин </a:t>
            </a:r>
          </a:p>
          <a:p>
            <a:pPr algn="ctr"/>
            <a:r>
              <a:rPr lang="ky-KG" sz="2000" dirty="0"/>
              <a:t>миңге бөлүнсө   …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C1570C-EAA9-19D2-7B7A-C3D7B5272658}"/>
              </a:ext>
            </a:extLst>
          </p:cNvPr>
          <p:cNvSpPr txBox="1"/>
          <p:nvPr/>
        </p:nvSpPr>
        <p:spPr>
          <a:xfrm>
            <a:off x="6937921" y="4532079"/>
            <a:ext cx="247260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Завод 3000 торт </a:t>
            </a:r>
          </a:p>
          <a:p>
            <a:pPr algn="ctr"/>
            <a:r>
              <a:rPr lang="ky-KG" sz="2000" dirty="0"/>
              <a:t>чыгаруу үчүн күнүнө </a:t>
            </a:r>
          </a:p>
          <a:p>
            <a:pPr algn="ctr"/>
            <a:r>
              <a:rPr lang="ky-KG" sz="2000" dirty="0"/>
              <a:t>630 кг ун колдонот.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4 торттон турган</a:t>
            </a:r>
          </a:p>
          <a:p>
            <a:pPr algn="ctr"/>
            <a:r>
              <a:rPr lang="ky-KG" sz="2000" dirty="0"/>
              <a:t> кутусунда </a:t>
            </a:r>
          </a:p>
          <a:p>
            <a:pPr algn="ctr"/>
            <a:r>
              <a:rPr lang="ky-KG" sz="2000" dirty="0"/>
              <a:t>канча ун бар?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648C74-B837-0C07-C5BD-343BBB293BB1}"/>
              </a:ext>
            </a:extLst>
          </p:cNvPr>
          <p:cNvSpPr txBox="1"/>
          <p:nvPr/>
        </p:nvSpPr>
        <p:spPr>
          <a:xfrm>
            <a:off x="7274704" y="2097360"/>
            <a:ext cx="21788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чейрек × он × бир </a:t>
            </a:r>
          </a:p>
          <a:p>
            <a:pPr algn="ctr"/>
            <a:r>
              <a:rPr lang="ru-RU" sz="2000" dirty="0"/>
              <a:t>жүз миң =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3" grpId="0" animBg="1"/>
      <p:bldP spid="17" grpId="0" animBg="1"/>
      <p:bldP spid="22" grpId="0" animBg="1"/>
      <p:bldP spid="26" grpId="0" animBg="1"/>
      <p:bldP spid="30" grpId="0" animBg="1"/>
      <p:bldP spid="39" grpId="0" animBg="1"/>
      <p:bldP spid="43" grpId="0" animBg="1"/>
      <p:bldP spid="50" grpId="0" animBg="1"/>
      <p:bldP spid="54" grpId="0" animBg="1"/>
      <p:bldP spid="57" grpId="0" animBg="1"/>
      <p:bldP spid="60" grpId="0" animBg="1"/>
      <p:bldP spid="63" grpId="0" animBg="1"/>
      <p:bldP spid="66" grpId="0" animBg="1"/>
      <p:bldP spid="69" grpId="0" animBg="1"/>
      <p:bldP spid="72" grpId="0" animBg="1"/>
      <p:bldP spid="75" grpId="0" animBg="1"/>
      <p:bldP spid="78" grpId="0" animBg="1"/>
      <p:bldP spid="82" grpId="0" animBg="1"/>
      <p:bldP spid="85" grpId="0" animBg="1"/>
      <p:bldP spid="111" grpId="0" animBg="1"/>
      <p:bldP spid="119" grpId="0" animBg="1"/>
      <p:bldP spid="1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816597-405F-5EE0-A240-5C81C48B6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2" y="43716"/>
            <a:ext cx="4755358" cy="3381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D873E6-7468-06AD-74CF-996882137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858"/>
            <a:ext cx="4755358" cy="33819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B4F1F7-386F-666E-054D-6C67D795C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2" y="3476097"/>
            <a:ext cx="4755358" cy="33819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D792E6-A1DE-5AF5-E037-57D4BC56F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454239"/>
            <a:ext cx="4755358" cy="338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83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31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10668</TotalTime>
  <Words>426</Words>
  <Application>Microsoft Office PowerPoint</Application>
  <PresentationFormat>A4 Paper (210x297 mm)</PresentationFormat>
  <Paragraphs>161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555</cp:revision>
  <cp:lastPrinted>2017-12-31T22:38:51Z</cp:lastPrinted>
  <dcterms:created xsi:type="dcterms:W3CDTF">2017-01-17T16:57:04Z</dcterms:created>
  <dcterms:modified xsi:type="dcterms:W3CDTF">2024-08-20T08:43:46Z</dcterms:modified>
</cp:coreProperties>
</file>