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Сингапур математикасынын ыкмалары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Ондуктарды бөлчөккө айландыруу — 6 класстык көнүгүү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 слайддар мугалимге 6 ыкманы класста колдонуу үчүн сунуш катары берилет.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ыкма өзүнчө колдонулат — баарын бир сабакка батыруунун кажети жок.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Булак: Сингапур математикасынын негиздери, Кыргызстандын класстарына ылайыкташтырылды.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Конкреттен — Сүрөткө — Белгиге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Конкреттүү: 10 таш же мык алыңыз. 0,3 үчүн — 3 ташты башка түскө коюңуз.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Сүрөттүү: 10 клеткалуу тилкени тартыңыз, 3 клетканы боёңуз.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Белгилик: 0,3 = 3/10 деп жазыңыз, кыскартууга болобу текшериңиз.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Кеңеш: окуучу бардык үч баскычты өз сөзү менен түшүндүрсүн — тактап коюу жетишсиз.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8288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1E9E63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057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2057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549640" y="2057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635240" y="2514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092440" y="2514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549640" y="25146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Конкреттүү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09760" y="18288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2F5FD1"/>
          </a:solidFill>
          <a:ln/>
        </p:spPr>
      </p:sp>
      <p:sp>
        <p:nvSpPr>
          <p:cNvPr id="14" name="Shape 12"/>
          <p:cNvSpPr/>
          <p:nvPr/>
        </p:nvSpPr>
        <p:spPr>
          <a:xfrm>
            <a:off x="9646920" y="2103120"/>
            <a:ext cx="274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6960" y="2103120"/>
            <a:ext cx="274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87000" y="2103120"/>
            <a:ext cx="274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0" y="2103120"/>
            <a:ext cx="274320" cy="822960"/>
          </a:xfrm>
          <a:prstGeom prst="rect">
            <a:avLst/>
          </a:prstGeom>
          <a:solidFill>
            <a:srgbClr val="7E99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27080" y="2103120"/>
            <a:ext cx="274320" cy="822960"/>
          </a:xfrm>
          <a:prstGeom prst="rect">
            <a:avLst/>
          </a:prstGeom>
          <a:solidFill>
            <a:srgbClr val="7E99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Сүрөттүү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612880" y="18288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2A3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612880" y="2331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 = 3/10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Белгилик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71432" y="2514600"/>
            <a:ext cx="201168" cy="18288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74552" y="2514600"/>
            <a:ext cx="201168" cy="182880"/>
          </a:xfrm>
          <a:prstGeom prst="rightArrow">
            <a:avLst/>
          </a:prstGeom>
          <a:solidFill>
            <a:srgbClr val="5B647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Бар-модель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Базарда 1 кг картошка 20 сомдон турат. Айнура 0,4 кг сатып алды.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Канча сом төлөйт? Бар-модель түзүп көрсөт.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 0,4 кг ордуна 3/10 кг менен кайталаңыз — жооп кандай өзгөрөт?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675120" y="2103120"/>
            <a:ext cx="484632" cy="822960"/>
          </a:xfrm>
          <a:prstGeom prst="rect">
            <a:avLst/>
          </a:prstGeom>
          <a:solidFill>
            <a:srgbClr val="F2A3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59752" y="2103120"/>
            <a:ext cx="484632" cy="822960"/>
          </a:xfrm>
          <a:prstGeom prst="rect">
            <a:avLst/>
          </a:prstGeom>
          <a:solidFill>
            <a:srgbClr val="F2A3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44384" y="2103120"/>
            <a:ext cx="484632" cy="822960"/>
          </a:xfrm>
          <a:prstGeom prst="rect">
            <a:avLst/>
          </a:prstGeom>
          <a:solidFill>
            <a:srgbClr val="F2A3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9016" y="2103120"/>
            <a:ext cx="484632" cy="822960"/>
          </a:xfrm>
          <a:prstGeom prst="rect">
            <a:avLst/>
          </a:prstGeom>
          <a:solidFill>
            <a:srgbClr val="F2A3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13648" y="2103120"/>
            <a:ext cx="484632" cy="822960"/>
          </a:xfrm>
          <a:prstGeom prst="rect">
            <a:avLst/>
          </a:prstGeom>
          <a:solidFill>
            <a:srgbClr val="E9EC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2103120"/>
            <a:ext cx="484632" cy="822960"/>
          </a:xfrm>
          <a:prstGeom prst="rect">
            <a:avLst/>
          </a:prstGeom>
          <a:solidFill>
            <a:srgbClr val="E9EC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82912" y="2103120"/>
            <a:ext cx="484632" cy="822960"/>
          </a:xfrm>
          <a:prstGeom prst="rect">
            <a:avLst/>
          </a:prstGeom>
          <a:solidFill>
            <a:srgbClr val="E9EC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67544" y="2103120"/>
            <a:ext cx="484632" cy="822960"/>
          </a:xfrm>
          <a:prstGeom prst="rect">
            <a:avLst/>
          </a:prstGeom>
          <a:solidFill>
            <a:srgbClr val="E9EC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52176" y="2103120"/>
            <a:ext cx="484632" cy="822960"/>
          </a:xfrm>
          <a:prstGeom prst="rect">
            <a:avLst/>
          </a:prstGeom>
          <a:solidFill>
            <a:srgbClr val="E9EC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36808" y="2103120"/>
            <a:ext cx="484632" cy="822960"/>
          </a:xfrm>
          <a:prstGeom prst="rect">
            <a:avLst/>
          </a:prstGeom>
          <a:solidFill>
            <a:srgbClr val="E9EC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60020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сом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кг = 20 сом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 кг = 4/10 кг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 байланыштары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 санын эки бөлүккө ажыратыңыз, мисалы: 0,1 + 0,5; 0,2 + 0,4; 0,3 + 0,3.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жупту бөлчөк менен да жазыңыз: 1/10 + 5/10, 2/10 + 4/10, 3/10 + 3/10.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Канча башка жол бар экенин табыңыз.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697980" y="2514600"/>
            <a:ext cx="-342900" cy="59436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97980" y="2514600"/>
            <a:ext cx="868680" cy="59436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737360"/>
            <a:ext cx="777240" cy="777240"/>
          </a:xfrm>
          <a:prstGeom prst="ellipse">
            <a:avLst/>
          </a:prstGeom>
          <a:solidFill>
            <a:srgbClr val="2F5F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9248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20740" y="3108960"/>
            <a:ext cx="777240" cy="777240"/>
          </a:xfrm>
          <a:prstGeom prst="ellipse">
            <a:avLst/>
          </a:prstGeom>
          <a:solidFill>
            <a:srgbClr val="F2A3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20740" y="32964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89420" y="3108960"/>
            <a:ext cx="777240" cy="777240"/>
          </a:xfrm>
          <a:prstGeom prst="ellipse">
            <a:avLst/>
          </a:prstGeom>
          <a:solidFill>
            <a:srgbClr val="F2A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89420" y="32964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26780" y="2514600"/>
            <a:ext cx="-342900" cy="59436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26780" y="2514600"/>
            <a:ext cx="868680" cy="59436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737360"/>
            <a:ext cx="777240" cy="777240"/>
          </a:xfrm>
          <a:prstGeom prst="ellipse">
            <a:avLst/>
          </a:prstGeom>
          <a:solidFill>
            <a:srgbClr val="2F5F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0" y="19248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49540" y="3108960"/>
            <a:ext cx="777240" cy="777240"/>
          </a:xfrm>
          <a:prstGeom prst="ellipse">
            <a:avLst/>
          </a:prstGeom>
          <a:solidFill>
            <a:srgbClr val="F2A3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49540" y="32964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18220" y="3108960"/>
            <a:ext cx="777240" cy="777240"/>
          </a:xfrm>
          <a:prstGeom prst="ellipse">
            <a:avLst/>
          </a:prstGeom>
          <a:solidFill>
            <a:srgbClr val="F2A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18220" y="32964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355580" y="2514600"/>
            <a:ext cx="-342900" cy="59436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55580" y="2514600"/>
            <a:ext cx="868680" cy="59436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1737360"/>
            <a:ext cx="777240" cy="777240"/>
          </a:xfrm>
          <a:prstGeom prst="ellipse">
            <a:avLst/>
          </a:prstGeom>
          <a:solidFill>
            <a:srgbClr val="2F5F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0" y="19248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78340" y="3108960"/>
            <a:ext cx="777240" cy="777240"/>
          </a:xfrm>
          <a:prstGeom prst="ellipse">
            <a:avLst/>
          </a:prstGeom>
          <a:solidFill>
            <a:srgbClr val="F2A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78340" y="32964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447020" y="3108960"/>
            <a:ext cx="777240" cy="777240"/>
          </a:xfrm>
          <a:prstGeom prst="ellipse">
            <a:avLst/>
          </a:prstGeom>
          <a:solidFill>
            <a:srgbClr val="F2A3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47020" y="32964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Жумалык кайталоо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жума: 5 тез суроо — 3 жаңы, 2 мурунку жумадан (эң кыйыны).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Максат: жаңы темага өтүүдөн мурун бардык окуучу түшүнгөнүн текшерүү.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Эгер көпчүлүк 3төн кем туура жооп берсе — жаңы темага өтпөңүз, кайра түшүндүрүңүз.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589520" y="3291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DE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0" y="35478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1-жума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34272" y="3675888"/>
            <a:ext cx="356616" cy="146304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3291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DE4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64040" y="35478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2-жума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08792" y="3675888"/>
            <a:ext cx="356616" cy="146304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0" y="3291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2A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338560" y="35478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3-жума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жумада эски суроолор кайра кошулат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 жүгүртүү: 4 кадам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868680" cy="868680"/>
          </a:xfrm>
          <a:prstGeom prst="ellipse">
            <a:avLst/>
          </a:prstGeom>
          <a:solidFill>
            <a:srgbClr val="1E9E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1534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9659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Изилде — 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эмне берилген, эмне суралат?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98648"/>
            <a:ext cx="868680" cy="868680"/>
          </a:xfrm>
          <a:prstGeom prst="ellipse">
            <a:avLst/>
          </a:prstGeom>
          <a:solidFill>
            <a:srgbClr val="2F5F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1318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9443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Ойлон — 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кайсы ыкманы колдонмок элеш?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77056"/>
            <a:ext cx="868680" cy="868680"/>
          </a:xfrm>
          <a:prstGeom prst="ellipse">
            <a:avLst/>
          </a:prstGeom>
          <a:solidFill>
            <a:srgbClr val="F2A3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102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92277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Аткар — 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эсептөөнү жаз.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868680" cy="868680"/>
          </a:xfrm>
          <a:prstGeom prst="ellipse">
            <a:avLst/>
          </a:prstGeom>
          <a:solidFill>
            <a:srgbClr val="D645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08863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90118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Текшер — </a:t>
            </a:r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жооп акылга сыярбы?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011680"/>
            <a:ext cx="5394960" cy="3108960"/>
          </a:xfrm>
          <a:prstGeom prst="rect">
            <a:avLst/>
          </a:prstGeom>
          <a:solidFill>
            <a:srgbClr val="F2F4FA"/>
          </a:solidFill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маселе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Эже короосунда 0,75 метр жип бар. Аны 4кө бирдей бөлсө, ар бир бөлүк кандай бөлчөк болот?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Математикалык сүйлөшүү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Жупта иштеңиз: ар бир окуучу 0,4 = 2/5 экенин төмөнкү сүйлөмдөр менен түшүндүрсүн.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Угуучу макул болбосо, «Дагы бир жолу...» деп өз жолун сунуштайт.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09360" y="210312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9EC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0" y="2240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«Мен билем ..., анткени ...»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324612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DEE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3383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«Менин моделим көрсөтөт ...»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438912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9EC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«Дагы бир жолу: ...»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түрдүү пикирлер үчүн ыраазычылык билдиребиз.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2026-10-14T06:12:15Z</dcterms:created>
  <dcterms:modified xsi:type="dcterms:W3CDTF">2026-10-14T06:12:15Z</dcterms:modified>
</cp:coreProperties>
</file>