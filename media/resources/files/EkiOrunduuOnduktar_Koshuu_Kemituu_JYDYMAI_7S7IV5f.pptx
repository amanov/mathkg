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74" r:id="rId2"/>
    <p:sldId id="975" r:id="rId3"/>
    <p:sldId id="845" r:id="rId4"/>
    <p:sldId id="977" r:id="rId5"/>
    <p:sldId id="944" r:id="rId6"/>
    <p:sldId id="978" r:id="rId7"/>
    <p:sldId id="943" r:id="rId8"/>
    <p:sldId id="979" r:id="rId9"/>
    <p:sldId id="950" r:id="rId10"/>
    <p:sldId id="980" r:id="rId11"/>
    <p:sldId id="951" r:id="rId12"/>
    <p:sldId id="981" r:id="rId13"/>
    <p:sldId id="945" r:id="rId14"/>
    <p:sldId id="982" r:id="rId15"/>
    <p:sldId id="953" r:id="rId16"/>
    <p:sldId id="983" r:id="rId17"/>
    <p:sldId id="955" r:id="rId18"/>
    <p:sldId id="984" r:id="rId19"/>
    <p:sldId id="946" r:id="rId20"/>
    <p:sldId id="985" r:id="rId21"/>
    <p:sldId id="948" r:id="rId22"/>
    <p:sldId id="986" r:id="rId23"/>
    <p:sldId id="952" r:id="rId24"/>
    <p:sldId id="987" r:id="rId25"/>
    <p:sldId id="954" r:id="rId26"/>
    <p:sldId id="988" r:id="rId27"/>
    <p:sldId id="949" r:id="rId28"/>
    <p:sldId id="989" r:id="rId29"/>
    <p:sldId id="956" r:id="rId30"/>
    <p:sldId id="833" r:id="rId31"/>
    <p:sldId id="993" r:id="rId32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4"/>
    </p:embeddedFont>
    <p:embeddedFont>
      <p:font typeface="Bernard MT Condensed" panose="02050806060905020404" pitchFamily="18" charset="0"/>
      <p:regular r:id="rId35"/>
    </p:embeddedFont>
    <p:embeddedFont>
      <p:font typeface="Cambria Math" panose="02040503050406030204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кошуу жана кемитүү ––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71760" y="3780675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кошуу </a:t>
            </a:r>
            <a:r>
              <a:rPr lang="en-US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&amp;</a:t>
            </a:r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 кемитүү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85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427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0,84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659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0.34+0.5=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659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3189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23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2,32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534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0.62+1.7=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534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975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984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1,28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87582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2.68−1.4=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87582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960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804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4,17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84995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6.37−2.2=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84995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270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63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4,52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2043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3.5+1.02=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2043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960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205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5,19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93175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7.5−2.31=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93175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38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350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1,34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632371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3.4−2.06=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632371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537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557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6,52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76853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2.32+4.2=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76853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208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580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7,75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609004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5.27+2.48=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609004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608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665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1,73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0595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5.13−3.4=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0595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129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2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1,67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649653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6.2−4.53=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649653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0827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05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9,42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366358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3.68+5.74=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366358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123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41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1,46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31961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7.24−5.78=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31961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626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8349</TotalTime>
  <Words>220</Words>
  <Application>Microsoft Office PowerPoint</Application>
  <PresentationFormat>A4 Paper (210x297 mm)</PresentationFormat>
  <Paragraphs>79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Bernard MT Condensed</vt:lpstr>
      <vt:lpstr>Calibri</vt:lpstr>
      <vt:lpstr>Berlin Sans FB Demi</vt:lpstr>
      <vt:lpstr>Arial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2017-12-31T22:38:51Z</cp:lastPrinted>
  <dcterms:created xsi:type="dcterms:W3CDTF">2017-01-17T16:57:04Z</dcterms:created>
  <dcterms:modified xsi:type="dcterms:W3CDTF">2024-05-23T07:59:41Z</dcterms:modified>
</cp:coreProperties>
</file>