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835" r:id="rId4"/>
    <p:sldId id="939" r:id="rId5"/>
    <p:sldId id="833" r:id="rId6"/>
    <p:sldId id="834" r:id="rId7"/>
    <p:sldId id="942" r:id="rId8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3F55B2B1-352C-4C31-A259-67010074E4C5}">
          <p14:sldIdLst>
            <p14:sldId id="940"/>
            <p14:sldId id="281"/>
          </p14:sldIdLst>
        </p14:section>
        <p14:section name="Титулдук слайд" id="{0A3A3963-DD06-45C2-8B7F-F345A3B1520E}">
          <p14:sldIdLst>
            <p14:sldId id="835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09321E3B-DF6D-463F-B0B7-51F1A49F3708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8/28/2024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108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 бүтүн сандар менен –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Бөлүү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A653419-FF80-4F31-1C8C-2831189F2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AAFED3-F904-BFF7-AFAD-D47A676CDAB5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64" y="4311"/>
            <a:ext cx="4896533" cy="680161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8560" y="0"/>
            <a:ext cx="4912277" cy="681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/>
        </p:nvGrpSpPr>
        <p:grpSpPr>
          <a:xfrm rot="16200000">
            <a:off x="-1026185" y="1066823"/>
            <a:ext cx="6797041" cy="4704031"/>
            <a:chOff x="50164" y="0"/>
            <a:chExt cx="9850673" cy="6817360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164" y="4311"/>
              <a:ext cx="4896533" cy="6801616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88560" y="0"/>
              <a:ext cx="4912277" cy="6817360"/>
            </a:xfrm>
            <a:prstGeom prst="rect">
              <a:avLst/>
            </a:prstGeom>
          </p:spPr>
        </p:pic>
      </p:grpSp>
      <p:grpSp>
        <p:nvGrpSpPr>
          <p:cNvPr id="6" name="Group 5"/>
          <p:cNvGrpSpPr/>
          <p:nvPr/>
        </p:nvGrpSpPr>
        <p:grpSpPr>
          <a:xfrm rot="16200000">
            <a:off x="4094455" y="1066823"/>
            <a:ext cx="6797041" cy="4704031"/>
            <a:chOff x="50164" y="0"/>
            <a:chExt cx="9850673" cy="6817360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164" y="4311"/>
              <a:ext cx="4896533" cy="6801616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88560" y="0"/>
              <a:ext cx="4912277" cy="68173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9050"/>
            <a:ext cx="7848600" cy="6819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156255E-EBC7-C700-347F-4C3BBF4A32E6}"/>
              </a:ext>
            </a:extLst>
          </p:cNvPr>
          <p:cNvSpPr/>
          <p:nvPr/>
        </p:nvSpPr>
        <p:spPr>
          <a:xfrm>
            <a:off x="112381" y="186267"/>
            <a:ext cx="418252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8363</TotalTime>
  <Words>152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Calibri 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361</cp:revision>
  <cp:lastPrinted>2024-08-28T10:00:35Z</cp:lastPrinted>
  <dcterms:created xsi:type="dcterms:W3CDTF">2017-01-17T16:57:04Z</dcterms:created>
  <dcterms:modified xsi:type="dcterms:W3CDTF">2024-08-28T10:01:14Z</dcterms:modified>
</cp:coreProperties>
</file>