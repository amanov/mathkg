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835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0A3A3963-DD06-45C2-8B7F-F345A3B1520E}">
          <p14:sldIdLst>
            <p14:sldId id="835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0108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бүтүн сандар менен – 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Бөлүү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653419-FF80-4F31-1C8C-2831189F2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AAFED3-F904-BFF7-AFAD-D47A676CDAB5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4" y="4311"/>
            <a:ext cx="4896533" cy="68016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560" y="0"/>
            <a:ext cx="4912277" cy="681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 rot="16200000">
            <a:off x="-1026185" y="1066823"/>
            <a:ext cx="6797041" cy="4704031"/>
            <a:chOff x="50164" y="0"/>
            <a:chExt cx="9850673" cy="681736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164" y="4311"/>
              <a:ext cx="4896533" cy="6801616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88560" y="0"/>
              <a:ext cx="4912277" cy="6817360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 rot="16200000">
            <a:off x="4094455" y="1066823"/>
            <a:ext cx="6797041" cy="4704031"/>
            <a:chOff x="50164" y="0"/>
            <a:chExt cx="9850673" cy="681736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164" y="4311"/>
              <a:ext cx="4896533" cy="6801616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88560" y="0"/>
              <a:ext cx="4912277" cy="6817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9050"/>
            <a:ext cx="7848600" cy="6819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56255E-EBC7-C700-347F-4C3BBF4A32E6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8363</TotalTime>
  <Words>152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Calibri 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2024-08-28T10:00:35Z</cp:lastPrinted>
  <dcterms:created xsi:type="dcterms:W3CDTF">2017-01-17T16:57:04Z</dcterms:created>
  <dcterms:modified xsi:type="dcterms:W3CDTF">2024-08-28T10:01:14Z</dcterms:modified>
</cp:coreProperties>
</file>