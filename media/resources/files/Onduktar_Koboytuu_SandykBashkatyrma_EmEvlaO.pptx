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62" r:id="rId2"/>
    <p:sldId id="948" r:id="rId3"/>
    <p:sldId id="949" r:id="rId4"/>
    <p:sldId id="941" r:id="rId5"/>
    <p:sldId id="947" r:id="rId6"/>
    <p:sldId id="954" r:id="rId7"/>
    <p:sldId id="955" r:id="rId8"/>
    <p:sldId id="960" r:id="rId9"/>
    <p:sldId id="961" r:id="rId10"/>
    <p:sldId id="963" r:id="rId1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– Көбөйтүү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башкатырма-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3 табышмак бар.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915E71-F387-D4EE-E542-FB497D724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7" y="0"/>
            <a:ext cx="9696303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C5D94-5353-7150-B58F-11B68531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71" y="167640"/>
            <a:ext cx="9683729" cy="661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43422" y="55121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33730" y="24667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24216" y="2468898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u="sng" dirty="0"/>
              <a:t>Эсепти канча жол менен чыгара аласы</a:t>
            </a:r>
            <a:r>
              <a:rPr lang="ru-RU" sz="1200" dirty="0"/>
              <a:t>ң</a:t>
            </a:r>
            <a:r>
              <a:rPr lang="ru-RU" sz="1200" u="sng" dirty="0"/>
              <a:t>?</a:t>
            </a:r>
            <a:endParaRPr lang="en-US" sz="1200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4216" y="285423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528543" y="288114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66565" y="288114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2987171" y="2507379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78633" y="925480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0.2 × 0.3 = 0.06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10F38-0416-E40E-6187-8BE494DFE37F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C2E021-E13D-A081-AA94-D41AFFF30580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5D8D5-3B44-AED3-000A-2A7C80C0426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E39290-64A7-424C-E06D-46C743B246AA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5C929ED-9F40-B907-A2AC-9178F9DA4AB3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6AFB59-6369-B45E-A58E-6E7CB667216D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03E885-ABDA-FCA1-F94F-EC082D197BD5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D9F9E-2F42-7CD1-144E-57904DA988B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F24F3-9DF5-1AAE-43BF-C12E123EE2B6}"/>
              </a:ext>
            </a:extLst>
          </p:cNvPr>
          <p:cNvSpPr txBox="1"/>
          <p:nvPr/>
        </p:nvSpPr>
        <p:spPr>
          <a:xfrm>
            <a:off x="6378633" y="2729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0.9 × 0.8 = 0.72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3229A2-6584-1687-4DDB-329850CC42B4}"/>
              </a:ext>
            </a:extLst>
          </p:cNvPr>
          <p:cNvSpPr txBox="1"/>
          <p:nvPr/>
        </p:nvSpPr>
        <p:spPr>
          <a:xfrm>
            <a:off x="6378633" y="1827411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0.7 × 0.8 = 0.56</a:t>
            </a: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87301" y="37447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u="sng" dirty="0"/>
              <a:t>Эсепти канча жол менен чыгара аласы</a:t>
            </a:r>
            <a:r>
              <a:rPr lang="ru-RU" sz="1200" dirty="0"/>
              <a:t>ң</a:t>
            </a:r>
            <a:r>
              <a:rPr lang="ru-RU" sz="1200" u="sng" dirty="0"/>
              <a:t>?</a:t>
            </a:r>
            <a:endParaRPr lang="en-US" sz="1200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34012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24420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41226" y="5799508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0.8 = 5.12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A028-BDE1-3CFE-D607-749ECD4A77E2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662FFD-C034-33C2-CCE4-9C78C509499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646F8-B240-6765-9AB1-56BB7AB74D8A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E56549-3A05-40AF-DF97-E9ACED2B86E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0A7388-5D87-3395-C9B4-3B3EC80A63FC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0A3946-719B-A42D-CFBC-C90DA8BF628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16C26A-E47C-CC52-6550-3D801F3BDB4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C8CE52-BB8D-BC9F-8007-5366E5FD1DC1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9802519-7F77-E195-592C-BDDC41D75C32}"/>
              </a:ext>
            </a:extLst>
          </p:cNvPr>
          <p:cNvSpPr txBox="1"/>
          <p:nvPr/>
        </p:nvSpPr>
        <p:spPr>
          <a:xfrm>
            <a:off x="6341226" y="367501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0.5 = 3.20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92427-2FF9-DF04-CB9A-2673E30B6224}"/>
              </a:ext>
            </a:extLst>
          </p:cNvPr>
          <p:cNvSpPr txBox="1"/>
          <p:nvPr/>
        </p:nvSpPr>
        <p:spPr>
          <a:xfrm>
            <a:off x="6341226" y="296684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0.8 = 0.96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5BAAB-C61D-6CA7-0AB4-7564487AEC0C}"/>
              </a:ext>
            </a:extLst>
          </p:cNvPr>
          <p:cNvSpPr txBox="1"/>
          <p:nvPr/>
        </p:nvSpPr>
        <p:spPr>
          <a:xfrm>
            <a:off x="6341226" y="438317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4.2 × 0.9 = 3.78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2342E-7B87-21DD-6C25-5D2B5F1511E2}"/>
              </a:ext>
            </a:extLst>
          </p:cNvPr>
          <p:cNvSpPr txBox="1"/>
          <p:nvPr/>
        </p:nvSpPr>
        <p:spPr>
          <a:xfrm>
            <a:off x="6341226" y="8423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3.4 × 0.2 = 0.68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26A17-AABB-FF57-FDE9-AE30DFADF624}"/>
              </a:ext>
            </a:extLst>
          </p:cNvPr>
          <p:cNvSpPr txBox="1"/>
          <p:nvPr/>
        </p:nvSpPr>
        <p:spPr>
          <a:xfrm>
            <a:off x="6341226" y="155051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2.6 × 0.3 = 0.78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5287B-A578-AC25-CB05-3A3964ED07AF}"/>
              </a:ext>
            </a:extLst>
          </p:cNvPr>
          <p:cNvSpPr txBox="1"/>
          <p:nvPr/>
        </p:nvSpPr>
        <p:spPr>
          <a:xfrm>
            <a:off x="6341226" y="5091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× 0.5 = 4.80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D45C1-FD65-A888-7540-0F6E34183DDC}"/>
              </a:ext>
            </a:extLst>
          </p:cNvPr>
          <p:cNvSpPr txBox="1"/>
          <p:nvPr/>
        </p:nvSpPr>
        <p:spPr>
          <a:xfrm>
            <a:off x="6341226" y="225868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0.7 = 0.84</a:t>
            </a:r>
          </a:p>
        </p:txBody>
      </p:sp>
    </p:spTree>
    <p:extLst>
      <p:ext uri="{BB962C8B-B14F-4D97-AF65-F5344CB8AC3E}">
        <p14:creationId xmlns:p14="http://schemas.microsoft.com/office/powerpoint/2010/main" val="370730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167AFEF8-59C8-6B37-319D-8195E3D2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717122" cy="342900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80CC7018-37B7-438A-3458-E29A21A50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017" y="1"/>
            <a:ext cx="5032863" cy="34290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6FD70E29-76DF-CB97-ECE2-7BC76F6C5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2181"/>
            <a:ext cx="4717122" cy="336676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C823E68F-F149-E17A-D162-C94A0F9C4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016" y="3512181"/>
            <a:ext cx="5032863" cy="334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5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D77D87A0-34F1-2825-8C37-8E1964699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" y="1"/>
            <a:ext cx="4704079" cy="3515359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DAEF43E-518D-9EB1-C903-D7C060C9E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71719" cy="3515359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89EFACF3-8DAA-E1A3-CE59-EF82F710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" y="3515361"/>
            <a:ext cx="4704079" cy="342392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4B05655A-00EC-0C17-06AF-9D28AC345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15360"/>
            <a:ext cx="4871719" cy="342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4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8DC55-DB49-C488-CE01-86554595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3130" y="1084781"/>
            <a:ext cx="6799771" cy="4740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93E63-ED20-29A9-6CB6-BA75D3958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99362" y="1084778"/>
            <a:ext cx="6799770" cy="474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3D844-50F6-7CE2-4E72-2683FAB5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7247" y="1092190"/>
            <a:ext cx="6718209" cy="4589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E873E0-2AC8-BCB1-720C-E855F955E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3255" y="1139126"/>
            <a:ext cx="6718209" cy="449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10511</TotalTime>
  <Words>205</Words>
  <Application>Microsoft Office PowerPoint</Application>
  <PresentationFormat>A4 Paper (210x297 mm)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509</cp:revision>
  <cp:lastPrinted>2022-10-25T10:56:24Z</cp:lastPrinted>
  <dcterms:created xsi:type="dcterms:W3CDTF">2017-01-17T16:57:04Z</dcterms:created>
  <dcterms:modified xsi:type="dcterms:W3CDTF">2024-09-19T15:32:46Z</dcterms:modified>
</cp:coreProperties>
</file>