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3" r:id="rId2"/>
    <p:sldId id="941" r:id="rId3"/>
    <p:sldId id="939" r:id="rId4"/>
    <p:sldId id="833" r:id="rId5"/>
    <p:sldId id="832" r:id="rId6"/>
    <p:sldId id="942" r:id="rId7"/>
  </p:sldIdLst>
  <p:sldSz cx="9906000" cy="6858000" type="A4"/>
  <p:notesSz cx="6669088" cy="9926638"/>
  <p:embeddedFontLst>
    <p:embeddedFont>
      <p:font typeface="Fira Code" panose="020B0809050000020004" pitchFamily="49" charset="0"/>
      <p:regular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2F6C9E1-27A1-4E8B-A091-0541CB7C3378}">
          <p14:sldIdLst>
            <p14:sldId id="943"/>
          </p14:sldIdLst>
        </p14:section>
        <p14:section name="Титулдук слайд" id="{C2776275-125F-40A2-99AC-54B9C9535547}">
          <p14:sldIdLst>
            <p14:sldId id="941"/>
          </p14:sldIdLst>
        </p14:section>
        <p14:section name="Көрсөтүү үчүн" id="{CA0B4A51-1C5A-4331-831D-7D5748F4CE7C}">
          <p14:sldIdLst>
            <p14:sldId id="939"/>
          </p14:sldIdLst>
        </p14:section>
        <p14:section name="Жооптор" id="{4A1CF18F-CBD8-4CE8-9034-4022B8261C24}">
          <p14:sldIdLst>
            <p14:sldId id="833"/>
          </p14:sldIdLst>
        </p14:section>
        <p14:section name="Иш кагазы" id="{45D3F427-FE2C-4E31-94DD-C39B49B018A8}">
          <p14:sldIdLst>
            <p14:sldId id="832"/>
          </p14:sldIdLst>
        </p14:section>
        <p14:section name="Кайтарым байланыш" id="{1F462C69-5607-48A3-918A-31B1142082DE}">
          <p14:sldIdLst>
            <p14:sldId id="9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87774" autoAdjust="0"/>
  </p:normalViewPr>
  <p:slideViewPr>
    <p:cSldViewPr snapToGrid="0" showGuides="1">
      <p:cViewPr varScale="1">
        <p:scale>
          <a:sx n="63" d="100"/>
          <a:sy n="63" d="100"/>
        </p:scale>
        <p:origin x="1380" y="7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29/08/2024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Two worksheets 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035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B89D2DF-F554-4C2A-CE1D-D373E74E5B72}"/>
              </a:ext>
            </a:extLst>
          </p:cNvPr>
          <p:cNvSpPr txBox="1">
            <a:spLocks/>
          </p:cNvSpPr>
          <p:nvPr/>
        </p:nvSpPr>
        <p:spPr>
          <a:xfrm>
            <a:off x="116840" y="1595120"/>
            <a:ext cx="9677400" cy="451072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Ондуктарды бөлчөккө жана пайызга айландыруу– Катаны тапкыла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жанындагы суроолорду жана жооптордун каталарын текшериши керек анан окуучулар аларды оңдошу керек.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канча ката табуу керек экенин айтуунун кажети жок.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кандай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өлчөмдө жана форматта.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899BD10-45E1-4B1B-06C3-4D1ECCB52487}"/>
              </a:ext>
            </a:extLst>
          </p:cNvPr>
          <p:cNvSpPr txBox="1">
            <a:spLocks/>
          </p:cNvSpPr>
          <p:nvPr/>
        </p:nvSpPr>
        <p:spPr>
          <a:xfrm>
            <a:off x="0" y="194945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596353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6053162" y="198509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4936177" y="4185295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6367DB-C808-9BE8-3A27-5C08EF882810}"/>
              </a:ext>
            </a:extLst>
          </p:cNvPr>
          <p:cNvSpPr txBox="1"/>
          <p:nvPr/>
        </p:nvSpPr>
        <p:spPr>
          <a:xfrm>
            <a:off x="356981" y="114336"/>
            <a:ext cx="8453120" cy="1477328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ED7D31">
                    <a:lumMod val="40000"/>
                    <a:lumOff val="60000"/>
                  </a:srgbClr>
                </a:solidFill>
                <a:effectLst>
                  <a:glow rad="228600">
                    <a:srgbClr val="70AD47">
                      <a:satMod val="175000"/>
                      <a:alpha val="40000"/>
                    </a:srgbClr>
                  </a:glow>
                  <a:reflection blurRad="6350" stA="55000" endA="50" endPos="85000" dist="29997" dir="5400000" sy="-100000" algn="bl" rotWithShape="0"/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Катаны тап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reflection blurRad="6350" stA="55000" endA="50" endPos="85000" dist="29997" dir="5400000" sy="-100000" algn="bl" rotWithShape="0"/>
              </a:effectLst>
              <a:uLnTx/>
              <a:uFillTx/>
              <a:latin typeface="Fira Code" panose="020F0502020204030204" pitchFamily="49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2652E0-CD09-656D-4C62-8FD8F9C42BD8}"/>
              </a:ext>
            </a:extLst>
          </p:cNvPr>
          <p:cNvSpPr txBox="1"/>
          <p:nvPr/>
        </p:nvSpPr>
        <p:spPr>
          <a:xfrm>
            <a:off x="595140" y="2214673"/>
            <a:ext cx="388119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Үч бурчтукта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айрым каталар бар!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Сен алардын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баарын таба аласынбы?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5003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21726D1D-431A-492F-A03B-E3725721C47E}"/>
              </a:ext>
            </a:extLst>
          </p:cNvPr>
          <p:cNvGrpSpPr/>
          <p:nvPr/>
        </p:nvGrpSpPr>
        <p:grpSpPr>
          <a:xfrm>
            <a:off x="2039281" y="49134"/>
            <a:ext cx="7841153" cy="6808866"/>
            <a:chOff x="1800113" y="1745203"/>
            <a:chExt cx="5463838" cy="474452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9D7E6F3-C325-45F4-B124-E8D49F97D6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87451" y="1745203"/>
              <a:ext cx="2856150" cy="2394617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406D831-8206-4B6E-9B1B-B4D8E958FD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00113" y="4098260"/>
              <a:ext cx="5463838" cy="2391467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3A67853-F41F-4BBE-E7C0-34C4A270A86C}"/>
              </a:ext>
            </a:extLst>
          </p:cNvPr>
          <p:cNvSpPr txBox="1"/>
          <p:nvPr/>
        </p:nvSpPr>
        <p:spPr>
          <a:xfrm>
            <a:off x="322834" y="275043"/>
            <a:ext cx="5029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 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786B0C-6940-B977-E82D-32D3D1289731}"/>
              </a:ext>
            </a:extLst>
          </p:cNvPr>
          <p:cNvSpPr txBox="1"/>
          <p:nvPr/>
        </p:nvSpPr>
        <p:spPr>
          <a:xfrm>
            <a:off x="322834" y="1578170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Каталарды таба аласызбы?</a:t>
            </a:r>
          </a:p>
          <a:p>
            <a:pPr algn="ctr"/>
            <a:endParaRPr lang="ru-RU" sz="1800" dirty="0"/>
          </a:p>
          <a:p>
            <a:pPr algn="ctr"/>
            <a:r>
              <a:rPr lang="ru-RU" sz="1800" dirty="0"/>
              <a:t>Аларды оңдоңуз!</a:t>
            </a:r>
            <a:endParaRPr lang="en-GB" sz="1800" dirty="0"/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344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7996216-92BE-470E-83AA-55F65009D007}"/>
              </a:ext>
            </a:extLst>
          </p:cNvPr>
          <p:cNvGrpSpPr/>
          <p:nvPr/>
        </p:nvGrpSpPr>
        <p:grpSpPr>
          <a:xfrm>
            <a:off x="1424766" y="49134"/>
            <a:ext cx="7841153" cy="6808866"/>
            <a:chOff x="1800113" y="1745203"/>
            <a:chExt cx="5463838" cy="474452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F3AA8DE-C45F-4DC5-9CB8-E9042E3A97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87451" y="1745203"/>
              <a:ext cx="2856150" cy="2394617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1167AB5-5FBB-4356-A210-EE37FF54BB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00113" y="4098260"/>
              <a:ext cx="5463838" cy="2391467"/>
            </a:xfrm>
            <a:prstGeom prst="rect">
              <a:avLst/>
            </a:prstGeom>
          </p:spPr>
        </p:pic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B3955A4D-0509-4550-BC6B-C46A16E1AF2E}"/>
              </a:ext>
            </a:extLst>
          </p:cNvPr>
          <p:cNvSpPr/>
          <p:nvPr/>
        </p:nvSpPr>
        <p:spPr>
          <a:xfrm>
            <a:off x="5282751" y="210440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7B72457-24FB-4CA8-A750-8B2CECF51C53}"/>
              </a:ext>
            </a:extLst>
          </p:cNvPr>
          <p:cNvSpPr/>
          <p:nvPr/>
        </p:nvSpPr>
        <p:spPr>
          <a:xfrm>
            <a:off x="5305240" y="5471160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4221679" y="204816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46B0C1C-CE7D-4B26-8C7B-77AE7F5253E4}"/>
              </a:ext>
            </a:extLst>
          </p:cNvPr>
          <p:cNvSpPr/>
          <p:nvPr/>
        </p:nvSpPr>
        <p:spPr>
          <a:xfrm>
            <a:off x="6683119" y="4745270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2C5FBDA-1083-4457-A84E-0383319636D9}"/>
              </a:ext>
            </a:extLst>
          </p:cNvPr>
          <p:cNvSpPr/>
          <p:nvPr/>
        </p:nvSpPr>
        <p:spPr>
          <a:xfrm>
            <a:off x="2749129" y="4677248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0E221A5-6F4F-4E12-AF51-0B0FC42AE297}"/>
              </a:ext>
            </a:extLst>
          </p:cNvPr>
          <p:cNvSpPr/>
          <p:nvPr/>
        </p:nvSpPr>
        <p:spPr>
          <a:xfrm>
            <a:off x="5557071" y="349632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D91D78-D4B6-2B7E-45FC-95E9453A7674}"/>
              </a:ext>
            </a:extLst>
          </p:cNvPr>
          <p:cNvSpPr txBox="1"/>
          <p:nvPr/>
        </p:nvSpPr>
        <p:spPr>
          <a:xfrm>
            <a:off x="447763" y="605568"/>
            <a:ext cx="3683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66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16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85984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98BD90-41B0-8AFE-8619-D760B4548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1078176" y="1136702"/>
            <a:ext cx="6799471" cy="46431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E965FB9-44A0-1ACB-7CED-2153EE4154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103424" y="1136702"/>
            <a:ext cx="6799471" cy="4643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87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157448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8324</TotalTime>
  <Words>118</Words>
  <Application>Microsoft Office PowerPoint</Application>
  <PresentationFormat>A4 Paper (210x297 mm)</PresentationFormat>
  <Paragraphs>36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 Light</vt:lpstr>
      <vt:lpstr>Arial</vt:lpstr>
      <vt:lpstr>Calibri</vt:lpstr>
      <vt:lpstr>Fira 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362</cp:revision>
  <cp:lastPrinted>2024-08-29T16:47:00Z</cp:lastPrinted>
  <dcterms:created xsi:type="dcterms:W3CDTF">2017-01-17T16:57:04Z</dcterms:created>
  <dcterms:modified xsi:type="dcterms:W3CDTF">2024-08-29T16:48:43Z</dcterms:modified>
</cp:coreProperties>
</file>