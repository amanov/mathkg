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3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2F6C9E1-27A1-4E8B-A091-0541CB7C3378}">
          <p14:sldIdLst>
            <p14:sldId id="943"/>
          </p14:sldIdLst>
        </p14:section>
        <p14:section name="Титулдук слайд" id="{C2776275-125F-40A2-99AC-54B9C9535547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</p14:sldIdLst>
        </p14:section>
        <p14:section name="Кайтарым байланыш" id="{1F462C69-5607-48A3-918A-31B1142082DE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Эквиваленттүүлүк – Бөлчөктөр жана Ондуктар ––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5250863" y="342900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6429697" y="55554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7FE7A1F-093A-409B-81CF-3F1ED6DA0736}"/>
              </a:ext>
            </a:extLst>
          </p:cNvPr>
          <p:cNvGrpSpPr/>
          <p:nvPr/>
        </p:nvGrpSpPr>
        <p:grpSpPr>
          <a:xfrm>
            <a:off x="2021840" y="17889"/>
            <a:ext cx="7884160" cy="6738511"/>
            <a:chOff x="1467160" y="879566"/>
            <a:chExt cx="5481274" cy="475542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676770F-6B93-4585-8132-CC9AAB196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80347" y="879566"/>
              <a:ext cx="2835088" cy="238306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58E8F9-0AE9-4230-A4F5-97A50B88F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7160" y="3243585"/>
              <a:ext cx="5481274" cy="2391405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B274838-0418-C591-0A14-0E400AD0DE56}"/>
              </a:ext>
            </a:extLst>
          </p:cNvPr>
          <p:cNvSpPr txBox="1"/>
          <p:nvPr/>
        </p:nvSpPr>
        <p:spPr>
          <a:xfrm>
            <a:off x="322834" y="27504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51D0F-0FD6-D4BF-A339-435461DE7F2A}"/>
              </a:ext>
            </a:extLst>
          </p:cNvPr>
          <p:cNvSpPr txBox="1"/>
          <p:nvPr/>
        </p:nvSpPr>
        <p:spPr>
          <a:xfrm>
            <a:off x="322834" y="157817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E446DBC-6072-4EED-9A01-1CCFC26CFA5F}"/>
              </a:ext>
            </a:extLst>
          </p:cNvPr>
          <p:cNvGrpSpPr/>
          <p:nvPr/>
        </p:nvGrpSpPr>
        <p:grpSpPr>
          <a:xfrm>
            <a:off x="2021840" y="17889"/>
            <a:ext cx="7884160" cy="6840112"/>
            <a:chOff x="1467160" y="879566"/>
            <a:chExt cx="5481274" cy="475542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95D1681-1FD5-4DE7-9B5A-1C87395D8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80347" y="879566"/>
              <a:ext cx="2835088" cy="238306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1242FFC-C918-434F-8F89-2BBE6789F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7160" y="3243585"/>
              <a:ext cx="5481274" cy="2391405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6728402" y="542203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336388" y="294487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63919" y="26780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3855513" y="53227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4779850" y="36056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E9BC4-60DF-5851-B4FB-CCF3F9B46326}"/>
              </a:ext>
            </a:extLst>
          </p:cNvPr>
          <p:cNvSpPr txBox="1"/>
          <p:nvPr/>
        </p:nvSpPr>
        <p:spPr>
          <a:xfrm>
            <a:off x="447763" y="605568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A2D84E-C968-A3D5-394F-4747991C6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7460" y="1174694"/>
            <a:ext cx="6675120" cy="46914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33FD54-866C-33F0-23FB-03E29C9A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98343" y="1174696"/>
            <a:ext cx="6675120" cy="469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8279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Arial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353</cp:revision>
  <cp:lastPrinted>2024-08-31T17:38:41Z</cp:lastPrinted>
  <dcterms:created xsi:type="dcterms:W3CDTF">2017-01-17T16:57:04Z</dcterms:created>
  <dcterms:modified xsi:type="dcterms:W3CDTF">2024-08-31T17:40:26Z</dcterms:modified>
</cp:coreProperties>
</file>