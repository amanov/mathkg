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9" r:id="rId4"/>
    <p:sldId id="947" r:id="rId5"/>
    <p:sldId id="946" r:id="rId6"/>
    <p:sldId id="948" r:id="rId7"/>
    <p:sldId id="950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9"/>
          </p14:sldIdLst>
        </p14:section>
        <p14:section name="Көрсөтүү үчүн" id="{059544AC-2C27-45B1-9F95-F87DF8854DD6}">
          <p14:sldIdLst>
            <p14:sldId id="947"/>
          </p14:sldIdLst>
        </p14:section>
        <p14:section name="Жообу" id="{1FEDB314-42DC-4694-9B04-D4A4AAE625F7}">
          <p14:sldIdLst>
            <p14:sldId id="946"/>
          </p14:sldIdLst>
        </p14:section>
        <p14:section name="Принтерге" id="{A78D9305-6AAE-4715-A210-52F6908F30F7}">
          <p14:sldIdLst>
            <p14:sldId id="948"/>
          </p14:sldIdLst>
        </p14:section>
        <p14:section name="Кайтарым байлыныш" id="{F3D720CF-F566-46A6-9361-125255B68FA6}">
          <p14:sldIdLst>
            <p14:sldId id="9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0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9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53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40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00934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0,01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890399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4,9 ÷ 0,14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28495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14,45 ÷ 0,34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134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00934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0,01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219744" y="186245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890399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174131" y="186245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4,9 ÷ 0,14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284667" y="529561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28495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14,45 ÷ 0,34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142072" y="529561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42,5</a:t>
            </a:r>
          </a:p>
        </p:txBody>
      </p:sp>
    </p:spTree>
    <p:extLst>
      <p:ext uri="{BB962C8B-B14F-4D97-AF65-F5344CB8AC3E}">
        <p14:creationId xmlns:p14="http://schemas.microsoft.com/office/powerpoint/2010/main" val="191382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B00F8-41E7-2340-060E-7941CD0E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12463" y="1031843"/>
            <a:ext cx="6536617" cy="47943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54385-F48C-8068-6039-94827494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3291" y="1031843"/>
            <a:ext cx="6536617" cy="47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8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2024-05-28T10:42:44Z</dcterms:modified>
</cp:coreProperties>
</file>