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9" r:id="rId4"/>
    <p:sldId id="947" r:id="rId5"/>
    <p:sldId id="946" r:id="rId6"/>
    <p:sldId id="948" r:id="rId7"/>
    <p:sldId id="950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9"/>
          </p14:sldIdLst>
        </p14:section>
        <p14:section name="Көрсөтүү үчүн" id="{059544AC-2C27-45B1-9F95-F87DF8854DD6}">
          <p14:sldIdLst>
            <p14:sldId id="947"/>
          </p14:sldIdLst>
        </p14:section>
        <p14:section name="Жообу" id="{1FEDB314-42DC-4694-9B04-D4A4AAE625F7}">
          <p14:sldIdLst>
            <p14:sldId id="946"/>
          </p14:sldIdLst>
        </p14:section>
        <p14:section name="Принтерге" id="{A78D9305-6AAE-4715-A210-52F6908F30F7}">
          <p14:sldIdLst>
            <p14:sldId id="948"/>
          </p14:sldIdLst>
        </p14:section>
        <p14:section name="Кайтарым байлыныш" id="{F3D720CF-F566-46A6-9361-125255B68FA6}">
          <p14:sldIdLst>
            <p14:sldId id="9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63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300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3396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053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6406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орундуу ондуктар – 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БӨЛҮҮ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2000934" y="620727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0.01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890399" y="620727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 ÷ 0.04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903952" y="405388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4.9 ÷ 0.14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728495" y="4053884"/>
            <a:ext cx="1465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14.45 ÷ 0.34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1342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2000934" y="620727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0.01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2219744" y="1862454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700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890399" y="620727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 ÷ 0.04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BF887-9CF9-425D-0873-F3DE78E06164}"/>
              </a:ext>
            </a:extLst>
          </p:cNvPr>
          <p:cNvSpPr txBox="1"/>
          <p:nvPr/>
        </p:nvSpPr>
        <p:spPr>
          <a:xfrm>
            <a:off x="7174131" y="1862454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300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903952" y="405388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4.9 ÷ 0.14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9DBD2-BBA3-0E31-04E2-41EB16DCF4F0}"/>
              </a:ext>
            </a:extLst>
          </p:cNvPr>
          <p:cNvSpPr txBox="1"/>
          <p:nvPr/>
        </p:nvSpPr>
        <p:spPr>
          <a:xfrm>
            <a:off x="2284667" y="5295611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35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728495" y="4053884"/>
            <a:ext cx="1465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14.45 ÷ 0.34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D0D5-E98C-EA64-D13F-DC9234B98613}"/>
              </a:ext>
            </a:extLst>
          </p:cNvPr>
          <p:cNvSpPr txBox="1"/>
          <p:nvPr/>
        </p:nvSpPr>
        <p:spPr>
          <a:xfrm>
            <a:off x="7142072" y="5295611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42.5</a:t>
            </a:r>
          </a:p>
        </p:txBody>
      </p:sp>
    </p:spTree>
    <p:extLst>
      <p:ext uri="{BB962C8B-B14F-4D97-AF65-F5344CB8AC3E}">
        <p14:creationId xmlns:p14="http://schemas.microsoft.com/office/powerpoint/2010/main" val="19138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 animBg="1"/>
      <p:bldP spid="8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B00F8-41E7-2340-060E-7941CD0E5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12463" y="1031843"/>
            <a:ext cx="6536617" cy="47943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754385-F48C-8068-6039-948274942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33291" y="1031843"/>
            <a:ext cx="6536617" cy="479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089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10533</TotalTime>
  <Words>114</Words>
  <Application>Microsoft Office PowerPoint</Application>
  <PresentationFormat>A4 Paper (210x297 mm)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Arial</vt:lpstr>
      <vt:lpstr>Calibri Light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528</cp:revision>
  <cp:lastPrinted>2017-12-31T22:38:51Z</cp:lastPrinted>
  <dcterms:created xsi:type="dcterms:W3CDTF">2017-01-17T16:57:04Z</dcterms:created>
  <dcterms:modified xsi:type="dcterms:W3CDTF">2024-05-28T10:42:44Z</dcterms:modified>
</cp:coreProperties>
</file>