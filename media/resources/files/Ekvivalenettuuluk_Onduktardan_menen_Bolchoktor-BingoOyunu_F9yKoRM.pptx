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65" r:id="rId2"/>
    <p:sldId id="966" r:id="rId3"/>
    <p:sldId id="851" r:id="rId4"/>
    <p:sldId id="990" r:id="rId5"/>
    <p:sldId id="991" r:id="rId6"/>
    <p:sldId id="992" r:id="rId7"/>
    <p:sldId id="993" r:id="rId8"/>
    <p:sldId id="994" r:id="rId9"/>
    <p:sldId id="995" r:id="rId10"/>
    <p:sldId id="996" r:id="rId11"/>
    <p:sldId id="997" r:id="rId12"/>
    <p:sldId id="998" r:id="rId13"/>
    <p:sldId id="999" r:id="rId14"/>
    <p:sldId id="1000" r:id="rId15"/>
    <p:sldId id="1001" r:id="rId16"/>
    <p:sldId id="1002" r:id="rId17"/>
    <p:sldId id="1003" r:id="rId18"/>
    <p:sldId id="1004" r:id="rId19"/>
    <p:sldId id="1005" r:id="rId20"/>
    <p:sldId id="940" r:id="rId21"/>
    <p:sldId id="274" r:id="rId22"/>
  </p:sldIdLst>
  <p:sldSz cx="9906000" cy="6858000" type="A4"/>
  <p:notesSz cx="6669088" cy="9926638"/>
  <p:embeddedFontLst>
    <p:embeddedFont>
      <p:font typeface="Cambria Math" panose="02040503050406030204" pitchFamily="18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5"/>
          </p14:sldIdLst>
        </p14:section>
        <p14:section name="Титулдук слайд" id="{195A40EB-42C5-4819-BF1F-D64913D96EEB}">
          <p14:sldIdLst>
            <p14:sldId id="966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90"/>
            <p14:sldId id="991"/>
            <p14:sldId id="992"/>
            <p14:sldId id="993"/>
            <p14:sldId id="994"/>
            <p14:sldId id="995"/>
            <p14:sldId id="996"/>
            <p14:sldId id="997"/>
            <p14:sldId id="998"/>
            <p14:sldId id="999"/>
            <p14:sldId id="1000"/>
            <p14:sldId id="1001"/>
            <p14:sldId id="1002"/>
            <p14:sldId id="1003"/>
            <p14:sldId id="1004"/>
            <p14:sldId id="1005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C55A11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00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36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87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684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Ондуктан </a:t>
            </a:r>
            <a:r>
              <a: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Бөлчөккө–айландыруу–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Бинго,жооптору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769553" y="2620133"/>
            <a:ext cx="9811954" cy="452431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бөлчөккө айландыруу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292100" y="1047403"/>
              <a:ext cx="9321800" cy="46551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30450">
                      <a:extLst>
                        <a:ext uri="{9D8B030D-6E8A-4147-A177-3AD203B41FA5}">
                          <a16:colId xmlns:a16="http://schemas.microsoft.com/office/drawing/2014/main" val="62045395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161216684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924408573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772295460"/>
                        </a:ext>
                      </a:extLst>
                    </a:gridCol>
                  </a:tblGrid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58278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0458257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2040813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89864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292100" y="1047403"/>
              <a:ext cx="9321800" cy="46551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30450">
                      <a:extLst>
                        <a:ext uri="{9D8B030D-6E8A-4147-A177-3AD203B41FA5}">
                          <a16:colId xmlns:a16="http://schemas.microsoft.com/office/drawing/2014/main" val="62045395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161216684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924408573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772295460"/>
                        </a:ext>
                      </a:extLst>
                    </a:gridCol>
                  </a:tblGrid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524" r="-300261" b="-301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524" r="-200261" b="-301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524" r="-100785" b="-301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524" r="-522" b="-301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58278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100000" r="-30026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100000" r="-20026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100000" r="-1007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00000" r="-52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0458257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201047" r="-300261" b="-10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201047" r="-200261" b="-10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201047" r="-100785" b="-10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201047" r="-522" b="-1010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2040813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301047" r="-300261" b="-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301047" r="-200261" b="-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301047" r="-100785" b="-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301047" r="-522" b="-10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89864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/>
          <p:cNvSpPr/>
          <p:nvPr/>
        </p:nvSpPr>
        <p:spPr>
          <a:xfrm>
            <a:off x="743581" y="19616"/>
            <a:ext cx="841884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43459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2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.7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275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27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0609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8186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098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.3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394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712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428956" y="3918436"/>
                <a:ext cx="1064715" cy="26314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956" y="3918436"/>
                <a:ext cx="1064715" cy="26314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9195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76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.15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334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627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689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.22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90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.35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2540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.36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7255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.46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9105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.65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117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.68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86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8749</TotalTime>
  <Words>296</Words>
  <Application>Microsoft Office PowerPoint</Application>
  <PresentationFormat>A4 Paper (210x297 mm)</PresentationFormat>
  <Paragraphs>115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</vt:lpstr>
      <vt:lpstr>Calibri Light</vt:lpstr>
      <vt:lpstr>Cambria Math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407</cp:revision>
  <cp:lastPrinted>2017-12-31T22:38:51Z</cp:lastPrinted>
  <dcterms:created xsi:type="dcterms:W3CDTF">2017-01-17T16:57:04Z</dcterms:created>
  <dcterms:modified xsi:type="dcterms:W3CDTF">2024-08-29T15:23:16Z</dcterms:modified>
</cp:coreProperties>
</file>