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3"/>
  </p:notesMasterIdLst>
  <p:sldIdLst>
    <p:sldId id="965" r:id="rId2"/>
    <p:sldId id="966" r:id="rId3"/>
    <p:sldId id="851" r:id="rId4"/>
    <p:sldId id="990" r:id="rId5"/>
    <p:sldId id="991" r:id="rId6"/>
    <p:sldId id="992" r:id="rId7"/>
    <p:sldId id="993" r:id="rId8"/>
    <p:sldId id="994" r:id="rId9"/>
    <p:sldId id="995" r:id="rId10"/>
    <p:sldId id="996" r:id="rId11"/>
    <p:sldId id="997" r:id="rId12"/>
    <p:sldId id="998" r:id="rId13"/>
    <p:sldId id="999" r:id="rId14"/>
    <p:sldId id="1000" r:id="rId15"/>
    <p:sldId id="1001" r:id="rId16"/>
    <p:sldId id="1002" r:id="rId17"/>
    <p:sldId id="1003" r:id="rId18"/>
    <p:sldId id="1004" r:id="rId19"/>
    <p:sldId id="1005" r:id="rId20"/>
    <p:sldId id="940" r:id="rId21"/>
    <p:sldId id="274" r:id="rId22"/>
  </p:sldIdLst>
  <p:sldSz cx="9906000" cy="6858000" type="A4"/>
  <p:notesSz cx="6669088" cy="9926638"/>
  <p:embeddedFontLst>
    <p:embeddedFont>
      <p:font typeface="Cambria Math" panose="02040503050406030204" pitchFamily="18" charset="0"/>
      <p:regular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65"/>
          </p14:sldIdLst>
        </p14:section>
        <p14:section name="Титулдук слайд" id="{195A40EB-42C5-4819-BF1F-D64913D96EEB}">
          <p14:sldIdLst>
            <p14:sldId id="966"/>
          </p14:sldIdLst>
        </p14:section>
        <p14:section name="Сандарды тандаңыз…" id="{C9905531-21F4-4739-9781-312E283928B4}">
          <p14:sldIdLst>
            <p14:sldId id="851"/>
          </p14:sldIdLst>
        </p14:section>
        <p14:section name="Суроолор" id="{27E8BDD4-AEF9-42D7-8653-0FA4B14A353C}">
          <p14:sldIdLst>
            <p14:sldId id="990"/>
            <p14:sldId id="991"/>
            <p14:sldId id="992"/>
            <p14:sldId id="993"/>
            <p14:sldId id="994"/>
            <p14:sldId id="995"/>
            <p14:sldId id="996"/>
            <p14:sldId id="997"/>
            <p14:sldId id="998"/>
            <p14:sldId id="999"/>
            <p14:sldId id="1000"/>
            <p14:sldId id="1001"/>
            <p14:sldId id="1002"/>
            <p14:sldId id="1003"/>
            <p14:sldId id="1004"/>
            <p14:sldId id="1005"/>
          </p14:sldIdLst>
        </p14:section>
        <p14:section name="Бош торчолор" id="{6E755883-6069-420B-9780-208DEDF6E016}">
          <p14:sldIdLst>
            <p14:sldId id="940"/>
          </p14:sldIdLst>
        </p14:section>
        <p14:section name="Кайтарым байланыш" id="{F3D720CF-F566-46A6-9361-125255B68FA6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C55A11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00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36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387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684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025EA81-A56A-F313-A57E-1902D826223E}"/>
              </a:ext>
            </a:extLst>
          </p:cNvPr>
          <p:cNvSpPr txBox="1"/>
          <p:nvPr/>
        </p:nvSpPr>
        <p:spPr>
          <a:xfrm>
            <a:off x="538480" y="1361441"/>
            <a:ext cx="8605520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Ондуктан </a:t>
            </a:r>
            <a:r>
              <a:rPr kumimoji="0" lang="ru-RU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Бөлчөккө–айландыруу–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Бинго ,жооптору менен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</a:t>
            </a: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тордон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тогуз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жоопту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тандап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дептериндеги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3х3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квадратка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туш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келди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жайгаштырышы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Мугалим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оюн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учурундагы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кыйынчылыкка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суроолорду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тандаса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болот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Убакыттын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өтүшүнө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жараша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сызык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X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(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бардыгы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менен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жеңе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алышат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1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A5549679-E227-A24B-8160-3267950C6BC5}"/>
              </a:ext>
            </a:extLst>
          </p:cNvPr>
          <p:cNvSpPr txBox="1">
            <a:spLocks/>
          </p:cNvSpPr>
          <p:nvPr/>
        </p:nvSpPr>
        <p:spPr>
          <a:xfrm>
            <a:off x="71120" y="27971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5629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34A0ED1-3629-4CDD-A58D-B95B3284C69E}"/>
              </a:ext>
            </a:extLst>
          </p:cNvPr>
          <p:cNvGraphicFramePr>
            <a:graphicFrameLocks noGrp="1"/>
          </p:cNvGraphicFramePr>
          <p:nvPr/>
        </p:nvGraphicFramePr>
        <p:xfrm>
          <a:off x="5400040" y="495497"/>
          <a:ext cx="3896361" cy="38963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787">
                  <a:extLst>
                    <a:ext uri="{9D8B030D-6E8A-4147-A177-3AD203B41FA5}">
                      <a16:colId xmlns:a16="http://schemas.microsoft.com/office/drawing/2014/main" val="115635351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2834483198"/>
                    </a:ext>
                  </a:extLst>
                </a:gridCol>
                <a:gridCol w="1298787">
                  <a:extLst>
                    <a:ext uri="{9D8B030D-6E8A-4147-A177-3AD203B41FA5}">
                      <a16:colId xmlns:a16="http://schemas.microsoft.com/office/drawing/2014/main" val="3183003522"/>
                    </a:ext>
                  </a:extLst>
                </a:gridCol>
              </a:tblGrid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54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23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273587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82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37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7044118"/>
                  </a:ext>
                </a:extLst>
              </a:tr>
              <a:tr h="1298787"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76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6600" b="1" dirty="0">
                          <a:solidFill>
                            <a:schemeClr val="tx1"/>
                          </a:solidFill>
                        </a:rPr>
                        <a:t>91</a:t>
                      </a:r>
                    </a:p>
                  </a:txBody>
                  <a:tcPr marL="197935" marR="197935" marT="98968" marB="98968" anchor="ctr">
                    <a:lnL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52715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A7B2AA45-FF2C-4A34-9A81-5A8EBE133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40" y="495497"/>
            <a:ext cx="1328420" cy="13284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FCF7CF-6A6C-4477-AEEE-930530D464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46367">
            <a:off x="6721372" y="1804985"/>
            <a:ext cx="1189215" cy="11892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51917A-7ABA-4CF9-9A1E-DE9D9BF53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>
            <a:off x="8065365" y="3076658"/>
            <a:ext cx="1328420" cy="13284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8D772-7203-4047-B730-8A75F50264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17761" flipH="1" flipV="1">
            <a:off x="5322490" y="2932737"/>
            <a:ext cx="1526948" cy="1526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5FBB59-7545-4187-BFB5-71AAC1644F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870123">
            <a:off x="6753612" y="523758"/>
            <a:ext cx="1189215" cy="118921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BF76227-595D-492B-8E21-FFB692418519}"/>
              </a:ext>
            </a:extLst>
          </p:cNvPr>
          <p:cNvSpPr/>
          <p:nvPr/>
        </p:nvSpPr>
        <p:spPr>
          <a:xfrm>
            <a:off x="0" y="297064"/>
            <a:ext cx="7221249" cy="264687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Бинго</a:t>
            </a:r>
            <a:r>
              <a:rPr kumimoji="0" lang="en-US" sz="16600" b="1" i="0" u="none" strike="noStrike" kern="1200" cap="none" spc="0" normalizeH="0" baseline="0" noProof="0" dirty="0">
                <a:ln w="5715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E67413-2406-441B-89DC-A1394BD34636}"/>
              </a:ext>
            </a:extLst>
          </p:cNvPr>
          <p:cNvSpPr/>
          <p:nvPr/>
        </p:nvSpPr>
        <p:spPr>
          <a:xfrm>
            <a:off x="-769553" y="2620133"/>
            <a:ext cx="9811954" cy="452431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38100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бөлчөккө айландыруу</a:t>
            </a:r>
          </a:p>
        </p:txBody>
      </p:sp>
    </p:spTree>
    <p:extLst>
      <p:ext uri="{BB962C8B-B14F-4D97-AF65-F5344CB8AC3E}">
        <p14:creationId xmlns:p14="http://schemas.microsoft.com/office/powerpoint/2010/main" val="1810214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/>
              <p:cNvGraphicFramePr>
                <a:graphicFrameLocks noGrp="1"/>
              </p:cNvGraphicFramePr>
              <p:nvPr/>
            </p:nvGraphicFramePr>
            <p:xfrm>
              <a:off x="292100" y="1047403"/>
              <a:ext cx="9321800" cy="46551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30450">
                      <a:extLst>
                        <a:ext uri="{9D8B030D-6E8A-4147-A177-3AD203B41FA5}">
                          <a16:colId xmlns:a16="http://schemas.microsoft.com/office/drawing/2014/main" val="62045395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161216684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924408573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772295460"/>
                        </a:ext>
                      </a:extLst>
                    </a:gridCol>
                  </a:tblGrid>
                  <a:tr h="1163782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4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11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4658278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9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0458257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2040813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50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just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7</m:t>
                                    </m:r>
                                  </m:num>
                                  <m:den>
                                    <m:r>
                                      <a:rPr kumimoji="0" lang="en-GB" sz="24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prstClr val="black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24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89864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/>
              <p:cNvGraphicFramePr>
                <a:graphicFrameLocks noGrp="1"/>
              </p:cNvGraphicFramePr>
              <p:nvPr/>
            </p:nvGraphicFramePr>
            <p:xfrm>
              <a:off x="292100" y="1047403"/>
              <a:ext cx="9321800" cy="465512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30450">
                      <a:extLst>
                        <a:ext uri="{9D8B030D-6E8A-4147-A177-3AD203B41FA5}">
                          <a16:colId xmlns:a16="http://schemas.microsoft.com/office/drawing/2014/main" val="62045395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161216684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924408573"/>
                        </a:ext>
                      </a:extLst>
                    </a:gridCol>
                    <a:gridCol w="2330450">
                      <a:extLst>
                        <a:ext uri="{9D8B030D-6E8A-4147-A177-3AD203B41FA5}">
                          <a16:colId xmlns:a16="http://schemas.microsoft.com/office/drawing/2014/main" val="2772295460"/>
                        </a:ext>
                      </a:extLst>
                    </a:gridCol>
                  </a:tblGrid>
                  <a:tr h="11637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524" r="-300261" b="-301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524" r="-200261" b="-301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524" r="-100785" b="-301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524" r="-522" b="-301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44658278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100000" r="-30026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100000" r="-200261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100000" r="-100785" b="-2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100000" r="-522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0458257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201047" r="-300261" b="-10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201047" r="-200261" b="-10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201047" r="-100785" b="-10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201047" r="-522" b="-1010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2040813"/>
                      </a:ext>
                    </a:extLst>
                  </a:tr>
                  <a:tr h="1163782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61" t="-301047" r="-300261" b="-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61" t="-301047" r="-200261" b="-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785" t="-301047" r="-100785" b="-10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000" t="-301047" r="-522" b="-10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52898647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Rectangle 2"/>
          <p:cNvSpPr/>
          <p:nvPr/>
        </p:nvSpPr>
        <p:spPr>
          <a:xfrm>
            <a:off x="743581" y="19616"/>
            <a:ext cx="8418843" cy="110799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6600" b="1" cap="none" spc="0" dirty="0">
                <a:ln w="9525">
                  <a:solidFill>
                    <a:sysClr val="windowText" lastClr="000000"/>
                  </a:solidFill>
                </a:ln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</a:rPr>
              <a:t>Сандарды тандаңыз…</a:t>
            </a:r>
            <a:endParaRPr lang="en-US" sz="6600" b="1" cap="none" spc="0" dirty="0">
              <a:ln w="9525">
                <a:solidFill>
                  <a:sysClr val="windowText" lastClr="000000"/>
                </a:solidFill>
              </a:ln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5F6707C-594E-4BE7-9A2A-69EC69C30D43}"/>
              </a:ext>
            </a:extLst>
          </p:cNvPr>
          <p:cNvGraphicFramePr>
            <a:graphicFrameLocks noGrp="1"/>
          </p:cNvGraphicFramePr>
          <p:nvPr/>
        </p:nvGraphicFramePr>
        <p:xfrm>
          <a:off x="5530918" y="5786675"/>
          <a:ext cx="879027" cy="879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009">
                  <a:extLst>
                    <a:ext uri="{9D8B030D-6E8A-4147-A177-3AD203B41FA5}">
                      <a16:colId xmlns:a16="http://schemas.microsoft.com/office/drawing/2014/main" val="62045395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161216684"/>
                    </a:ext>
                  </a:extLst>
                </a:gridCol>
                <a:gridCol w="293009">
                  <a:extLst>
                    <a:ext uri="{9D8B030D-6E8A-4147-A177-3AD203B41FA5}">
                      <a16:colId xmlns:a16="http://schemas.microsoft.com/office/drawing/2014/main" val="2924408573"/>
                    </a:ext>
                  </a:extLst>
                </a:gridCol>
              </a:tblGrid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4658278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458257"/>
                  </a:ext>
                </a:extLst>
              </a:tr>
              <a:tr h="2930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GB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5818" marR="55818" marT="27909" marB="27909"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04081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EDEA543-F1EE-4312-B1A0-843C76004B58}"/>
              </a:ext>
            </a:extLst>
          </p:cNvPr>
          <p:cNvSpPr txBox="1"/>
          <p:nvPr/>
        </p:nvSpPr>
        <p:spPr>
          <a:xfrm>
            <a:off x="1434592" y="6041522"/>
            <a:ext cx="400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Китепке/дептерге 3х3 торчо тартыңыз.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436885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2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.7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275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275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0609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.2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428956" y="3918436"/>
                <a:ext cx="1064715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956" y="3918436"/>
                <a:ext cx="1064715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8186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.02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48098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.3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639469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.05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5712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428956" y="3918436"/>
                <a:ext cx="1064715" cy="26314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956" y="3918436"/>
                <a:ext cx="1064715" cy="26314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9195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.06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767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.15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3341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.08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627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.6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2640" y="1585325"/>
                <a:ext cx="1920719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428956" y="3918436"/>
                <a:ext cx="1064715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956" y="3918436"/>
                <a:ext cx="1064715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6898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.22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6909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.35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2540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.36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7255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.46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50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1" y="3918436"/>
                <a:ext cx="1689886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89105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.65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2" y="3918436"/>
                <a:ext cx="1689885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2" y="3918436"/>
                <a:ext cx="1689885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1179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EA8AEE-42F4-EC57-0714-4EE880B61EE2}"/>
              </a:ext>
            </a:extLst>
          </p:cNvPr>
          <p:cNvSpPr/>
          <p:nvPr/>
        </p:nvSpPr>
        <p:spPr>
          <a:xfrm>
            <a:off x="2909643" y="1371600"/>
            <a:ext cx="4086714" cy="1874001"/>
          </a:xfrm>
          <a:prstGeom prst="roundRect">
            <a:avLst>
              <a:gd name="adj" fmla="val 8376"/>
            </a:avLst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5BC6A2-BCB3-4541-91F0-B72D4E39E509}"/>
              </a:ext>
            </a:extLst>
          </p:cNvPr>
          <p:cNvSpPr/>
          <p:nvPr/>
        </p:nvSpPr>
        <p:spPr>
          <a:xfrm>
            <a:off x="95797" y="69669"/>
            <a:ext cx="9718766" cy="6733039"/>
          </a:xfrm>
          <a:prstGeom prst="roundRect">
            <a:avLst>
              <a:gd name="adj" fmla="val 8376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97A8A0-106E-4B23-A801-9049A03E7927}"/>
              </a:ext>
            </a:extLst>
          </p:cNvPr>
          <p:cNvSpPr txBox="1"/>
          <p:nvPr/>
        </p:nvSpPr>
        <p:spPr>
          <a:xfrm>
            <a:off x="1805451" y="394739"/>
            <a:ext cx="63117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2800" dirty="0"/>
              <a:t>Бул ондук санды бөлчөккө түрүндө жаз:</a:t>
            </a:r>
            <a:endParaRPr lang="en-GB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/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8800" i="1" dirty="0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GB" sz="8800" b="0" i="1" dirty="0" smtClean="0">
                          <a:latin typeface="Cambria Math" panose="02040503050406030204" pitchFamily="18" charset="0"/>
                        </a:rPr>
                        <m:t>.68</m:t>
                      </m:r>
                    </m:oMath>
                  </m:oMathPara>
                </a14:m>
                <a:endParaRPr lang="en-GB" sz="8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7DE2AA2-0A00-505D-9046-BE6A64C891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0055" y="1585325"/>
                <a:ext cx="2545890" cy="14465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/>
              <p:nvPr/>
            </p:nvSpPr>
            <p:spPr>
              <a:xfrm>
                <a:off x="4116372" y="3918436"/>
                <a:ext cx="1689885" cy="26363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num>
                        <m:den>
                          <m:r>
                            <a:rPr lang="en-GB" sz="8800" b="0" i="1" dirty="0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9494FD5-808F-35DA-4C96-9EBB641B6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6372" y="3918436"/>
                <a:ext cx="1689885" cy="263636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/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6000" b="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60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2E4A5C-66F4-CF68-61D8-E06FCC99A4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952" y="4724395"/>
                <a:ext cx="934871" cy="10156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867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455F9FF-A775-44DB-99DD-42DDB47487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929352"/>
              </p:ext>
            </p:extLst>
          </p:nvPr>
        </p:nvGraphicFramePr>
        <p:xfrm>
          <a:off x="59945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AD8C36C-2AB2-44CF-BF97-992F65F82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891624"/>
              </p:ext>
            </p:extLst>
          </p:nvPr>
        </p:nvGraphicFramePr>
        <p:xfrm>
          <a:off x="2042419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2773A22-7D82-4A6C-9386-8C73822F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8005975"/>
              </p:ext>
            </p:extLst>
          </p:nvPr>
        </p:nvGraphicFramePr>
        <p:xfrm>
          <a:off x="4024893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ACA04EB-1AF0-4BA4-B56C-D92E4B8FC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8737508"/>
              </p:ext>
            </p:extLst>
          </p:nvPr>
        </p:nvGraphicFramePr>
        <p:xfrm>
          <a:off x="6007367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DD0CEA2-BF13-4F1F-BDF8-72377439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2065140"/>
              </p:ext>
            </p:extLst>
          </p:nvPr>
        </p:nvGraphicFramePr>
        <p:xfrm>
          <a:off x="7989841" y="7315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217ECC1-187E-45C6-AAD9-69FCF451F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9819278"/>
              </p:ext>
            </p:extLst>
          </p:nvPr>
        </p:nvGraphicFramePr>
        <p:xfrm>
          <a:off x="59945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8F2A369-4849-4D8C-9C48-42AC19EAC6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3002619"/>
              </p:ext>
            </p:extLst>
          </p:nvPr>
        </p:nvGraphicFramePr>
        <p:xfrm>
          <a:off x="2042419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CC34FD8-28B7-4290-89FF-C844EE6A1A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619173"/>
              </p:ext>
            </p:extLst>
          </p:nvPr>
        </p:nvGraphicFramePr>
        <p:xfrm>
          <a:off x="4024893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BEE0B481-E5E6-4A56-A167-F7909231A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741186"/>
              </p:ext>
            </p:extLst>
          </p:nvPr>
        </p:nvGraphicFramePr>
        <p:xfrm>
          <a:off x="6007367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04524C6-1AA7-41E4-A1BD-52B735BCF1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8690728"/>
              </p:ext>
            </p:extLst>
          </p:nvPr>
        </p:nvGraphicFramePr>
        <p:xfrm>
          <a:off x="7989841" y="2493597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D378E7F-888B-451D-A437-1143E900F4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2700732"/>
              </p:ext>
            </p:extLst>
          </p:nvPr>
        </p:nvGraphicFramePr>
        <p:xfrm>
          <a:off x="59945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DD9438F2-5F7B-453A-9852-A5D953E267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154783"/>
              </p:ext>
            </p:extLst>
          </p:nvPr>
        </p:nvGraphicFramePr>
        <p:xfrm>
          <a:off x="2042419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E97513C-7184-48FD-B483-FD49969CA2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9329546"/>
              </p:ext>
            </p:extLst>
          </p:nvPr>
        </p:nvGraphicFramePr>
        <p:xfrm>
          <a:off x="4024893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4FE2DA72-78F4-437E-AA8B-E7D5DF47D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355289"/>
              </p:ext>
            </p:extLst>
          </p:nvPr>
        </p:nvGraphicFramePr>
        <p:xfrm>
          <a:off x="6007367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BB7F846-3757-45E8-B86C-628E47A78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4402805"/>
              </p:ext>
            </p:extLst>
          </p:nvPr>
        </p:nvGraphicFramePr>
        <p:xfrm>
          <a:off x="7989841" y="4914042"/>
          <a:ext cx="1869438" cy="18708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146">
                  <a:extLst>
                    <a:ext uri="{9D8B030D-6E8A-4147-A177-3AD203B41FA5}">
                      <a16:colId xmlns:a16="http://schemas.microsoft.com/office/drawing/2014/main" val="67293468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925003460"/>
                    </a:ext>
                  </a:extLst>
                </a:gridCol>
                <a:gridCol w="623146">
                  <a:extLst>
                    <a:ext uri="{9D8B030D-6E8A-4147-A177-3AD203B41FA5}">
                      <a16:colId xmlns:a16="http://schemas.microsoft.com/office/drawing/2014/main" val="2553409394"/>
                    </a:ext>
                  </a:extLst>
                </a:gridCol>
              </a:tblGrid>
              <a:tr h="624514">
                <a:tc>
                  <a:txBody>
                    <a:bodyPr/>
                    <a:lstStyle/>
                    <a:p>
                      <a:pPr algn="ctr"/>
                      <a:endParaRPr lang="en-GB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760022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06215"/>
                  </a:ext>
                </a:extLst>
              </a:tr>
              <a:tr h="623146">
                <a:tc>
                  <a:txBody>
                    <a:bodyPr/>
                    <a:lstStyle/>
                    <a:p>
                      <a:pPr algn="ctr"/>
                      <a:endParaRPr lang="en-GB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8693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8449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94EE51F-7A9F-BBA6-4D52-96A950D8E4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Турдуу пикирлер учун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/>
              <a:t>mathematicskgz@</a:t>
            </a:r>
            <a:r>
              <a:rPr lang="en-US" dirty="0"/>
              <a:t>gmail.com</a:t>
            </a:r>
          </a:p>
        </p:txBody>
      </p:sp>
    </p:spTree>
    <p:extLst>
      <p:ext uri="{BB962C8B-B14F-4D97-AF65-F5344CB8AC3E}">
        <p14:creationId xmlns:p14="http://schemas.microsoft.com/office/powerpoint/2010/main" val="15155844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>
            <a:lumMod val="40000"/>
            <a:lumOff val="60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8749</TotalTime>
  <Words>296</Words>
  <Application>Microsoft Office PowerPoint</Application>
  <PresentationFormat>A4 Paper (210x297 mm)</PresentationFormat>
  <Paragraphs>115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Calibri</vt:lpstr>
      <vt:lpstr>Calibri Light</vt:lpstr>
      <vt:lpstr>Cambria Math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407</cp:revision>
  <cp:lastPrinted>2017-12-31T22:38:51Z</cp:lastPrinted>
  <dcterms:created xsi:type="dcterms:W3CDTF">2017-01-17T16:57:04Z</dcterms:created>
  <dcterms:modified xsi:type="dcterms:W3CDTF">2024-08-29T15:23:16Z</dcterms:modified>
</cp:coreProperties>
</file>