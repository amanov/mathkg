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65" r:id="rId2"/>
    <p:sldId id="966" r:id="rId3"/>
    <p:sldId id="851" r:id="rId4"/>
    <p:sldId id="990" r:id="rId5"/>
    <p:sldId id="991" r:id="rId6"/>
    <p:sldId id="992" r:id="rId7"/>
    <p:sldId id="993" r:id="rId8"/>
    <p:sldId id="994" r:id="rId9"/>
    <p:sldId id="995" r:id="rId10"/>
    <p:sldId id="996" r:id="rId11"/>
    <p:sldId id="997" r:id="rId12"/>
    <p:sldId id="998" r:id="rId13"/>
    <p:sldId id="999" r:id="rId14"/>
    <p:sldId id="1000" r:id="rId15"/>
    <p:sldId id="1001" r:id="rId16"/>
    <p:sldId id="1002" r:id="rId17"/>
    <p:sldId id="1003" r:id="rId18"/>
    <p:sldId id="1004" r:id="rId19"/>
    <p:sldId id="1005" r:id="rId20"/>
    <p:sldId id="940" r:id="rId21"/>
    <p:sldId id="274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5"/>
          </p14:sldIdLst>
        </p14:section>
        <p14:section name="Титулдук слайд" id="{195A40EB-42C5-4819-BF1F-D64913D96EEB}">
          <p14:sldIdLst>
            <p14:sldId id="966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90"/>
            <p14:sldId id="991"/>
            <p14:sldId id="992"/>
            <p14:sldId id="993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003"/>
            <p14:sldId id="1004"/>
            <p14:sldId id="100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55A11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36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8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8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Бөлчөккө–айландыруу–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 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69553" y="2620133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бөлчөккө айландыруу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92100" y="1047403"/>
              <a:ext cx="9321800" cy="4655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16378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6378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6378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6378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92100" y="1047403"/>
              <a:ext cx="9321800" cy="46551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16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524" r="-300261" b="-301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524" r="-200261" b="-301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524" r="-100785" b="-301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524" r="-522" b="-301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6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0000" r="-30026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0000" r="-20026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0000" r="-1007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0000" r="-52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6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1047" r="-300261" b="-101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1047" r="-200261" b="-101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1047" r="-100785" b="-101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1047" r="-522" b="-1010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63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1047" r="-300261" b="-1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1047" r="-200261" b="-1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1047" r="-100785" b="-1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1047" r="-522" b="-10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43581" y="19616"/>
            <a:ext cx="841884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434592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2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.7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27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27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60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428956" y="3918436"/>
                <a:ext cx="1064715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956" y="3918436"/>
                <a:ext cx="1064715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18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.02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09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.3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94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.05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12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428956" y="3918436"/>
                <a:ext cx="1064715" cy="2631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956" y="3918436"/>
                <a:ext cx="1064715" cy="2631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19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.06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6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.15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34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.08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27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.6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40" y="1585325"/>
                <a:ext cx="1920719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428956" y="3918436"/>
                <a:ext cx="1064715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956" y="3918436"/>
                <a:ext cx="1064715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89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.22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90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.35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54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.36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25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.46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1" y="3918436"/>
                <a:ext cx="1689886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10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.65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2" y="3918436"/>
                <a:ext cx="1689885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2" y="3918436"/>
                <a:ext cx="1689885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17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EA8AEE-42F4-EC57-0714-4EE880B61EE2}"/>
              </a:ext>
            </a:extLst>
          </p:cNvPr>
          <p:cNvSpPr/>
          <p:nvPr/>
        </p:nvSpPr>
        <p:spPr>
          <a:xfrm>
            <a:off x="2909643" y="1371600"/>
            <a:ext cx="4086714" cy="1874001"/>
          </a:xfrm>
          <a:prstGeom prst="roundRect">
            <a:avLst>
              <a:gd name="adj" fmla="val 8376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05451" y="394739"/>
            <a:ext cx="631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Бул ондук санды бөлчөккө түрүндө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/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800" b="0" i="1" dirty="0" smtClean="0">
                          <a:latin typeface="Cambria Math" panose="02040503050406030204" pitchFamily="18" charset="0"/>
                        </a:rPr>
                        <m:t>.68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DE2AA2-0A00-505D-9046-BE6A64C8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055" y="1585325"/>
                <a:ext cx="254589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/>
              <p:nvPr/>
            </p:nvSpPr>
            <p:spPr>
              <a:xfrm>
                <a:off x="4116372" y="3918436"/>
                <a:ext cx="1689885" cy="2636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88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94FD5-808F-35DA-4C96-9EBB641B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72" y="3918436"/>
                <a:ext cx="1689885" cy="263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/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E4A5C-66F4-CF68-61D8-E06FCC99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2" y="4724395"/>
                <a:ext cx="93487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78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8749</TotalTime>
  <Words>296</Words>
  <Application>Microsoft Office PowerPoint</Application>
  <PresentationFormat>A4 Paper (210x297 mm)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407</cp:revision>
  <cp:lastPrinted>2017-12-31T22:38:51Z</cp:lastPrinted>
  <dcterms:created xsi:type="dcterms:W3CDTF">2017-01-17T16:57:04Z</dcterms:created>
  <dcterms:modified xsi:type="dcterms:W3CDTF">2024-08-29T15:23:16Z</dcterms:modified>
</cp:coreProperties>
</file>