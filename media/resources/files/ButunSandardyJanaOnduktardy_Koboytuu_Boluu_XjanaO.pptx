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8" r:id="rId3"/>
    <p:sldId id="943" r:id="rId4"/>
    <p:sldId id="941" r:id="rId5"/>
    <p:sldId id="946" r:id="rId6"/>
    <p:sldId id="949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3FC69DB-E2C3-459F-AF24-54A41796DE8D}">
          <p14:sldIdLst>
            <p14:sldId id="947"/>
          </p14:sldIdLst>
        </p14:section>
        <p14:section name="Титулдук слайд" id="{4526232E-BE25-4629-85A8-49CC3B4A2D28}">
          <p14:sldIdLst>
            <p14:sldId id="948"/>
          </p14:sldIdLst>
        </p14:section>
        <p14:section name="Оюн" id="{197FF5E7-57A8-40D7-8FA0-8A089C366947}">
          <p14:sldIdLst>
            <p14:sldId id="943"/>
          </p14:sldIdLst>
        </p14:section>
        <p14:section name="Жооп баракчасы" id="{411D3605-D9E8-4479-810F-9FCE82E3AFDB}">
          <p14:sldIdLst>
            <p14:sldId id="941"/>
          </p14:sldIdLst>
        </p14:section>
        <p14:section name="Чыгарып таратуу үчүн" id="{627A7875-ACBC-4333-B580-4A1285613FDF}">
          <p14:sldIdLst>
            <p14:sldId id="946"/>
          </p14:sldIdLst>
        </p14:section>
        <p14:section name="Кайтарым байланыш" id="{AB07A4C2-769B-44EC-86CC-DF7BF6CEE6B9}">
          <p14:sldIdLst>
            <p14:sldId id="94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28/08/2024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Ондуктар – бүтүн сандар менен – </a:t>
            </a:r>
            <a:r>
              <a:rPr lang="ru-RU" sz="2000" b="1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Көбөйтүү жана бөлүү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377664"/>
            <a:ext cx="6751875" cy="4480335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76590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Х жана О </a:t>
            </a:r>
            <a:endParaRPr kumimoji="0" lang="en-GB" sz="6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669126" y="1057850"/>
            <a:ext cx="7949612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Бүтүн жана ондуктар 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менен көбөйтүү жана бөлүү</a:t>
            </a:r>
            <a:endParaRPr kumimoji="0" lang="en-GB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702030302020204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43257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>
            <a:extLst>
              <a:ext uri="{FF2B5EF4-FFF2-40B4-BE49-F238E27FC236}">
                <a16:creationId xmlns:a16="http://schemas.microsoft.com/office/drawing/2014/main" id="{AF6C3247-AA4C-4929-A36C-AA8F435514A7}"/>
              </a:ext>
            </a:extLst>
          </p:cNvPr>
          <p:cNvSpPr txBox="1"/>
          <p:nvPr/>
        </p:nvSpPr>
        <p:spPr>
          <a:xfrm>
            <a:off x="658655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× 1.9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3E9B5FC-6E77-4F8F-BD03-81738BEECA3D}"/>
              </a:ext>
            </a:extLst>
          </p:cNvPr>
          <p:cNvSpPr txBox="1"/>
          <p:nvPr/>
        </p:nvSpPr>
        <p:spPr>
          <a:xfrm>
            <a:off x="7133308" y="671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2.09 × 4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AE11F90-D2B8-4005-8BCD-740583E65AA5}"/>
              </a:ext>
            </a:extLst>
          </p:cNvPr>
          <p:cNvSpPr txBox="1"/>
          <p:nvPr/>
        </p:nvSpPr>
        <p:spPr>
          <a:xfrm>
            <a:off x="3741771" y="2952523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× 1.12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F58C41-A1FE-4EA0-A707-BFA952EF9E38}"/>
              </a:ext>
            </a:extLst>
          </p:cNvPr>
          <p:cNvSpPr txBox="1"/>
          <p:nvPr/>
        </p:nvSpPr>
        <p:spPr>
          <a:xfrm>
            <a:off x="483127" y="5243146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2 × 3.72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74E47A7-54BF-4E11-8143-384ED09082C7}"/>
              </a:ext>
            </a:extLst>
          </p:cNvPr>
          <p:cNvSpPr txBox="1"/>
          <p:nvPr/>
        </p:nvSpPr>
        <p:spPr>
          <a:xfrm>
            <a:off x="7308836" y="5243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× 1.3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173D8BF-2AED-419D-A2D6-D09C5E5CBDA3}"/>
              </a:ext>
            </a:extLst>
          </p:cNvPr>
          <p:cNvSpPr txBox="1"/>
          <p:nvPr/>
        </p:nvSpPr>
        <p:spPr>
          <a:xfrm>
            <a:off x="3919094" y="671146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9.2 ÷ 2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C0FABC-087B-4642-B13C-0D5E413BE991}"/>
              </a:ext>
            </a:extLst>
          </p:cNvPr>
          <p:cNvSpPr txBox="1"/>
          <p:nvPr/>
        </p:nvSpPr>
        <p:spPr>
          <a:xfrm>
            <a:off x="3743566" y="5261619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0.56 ÷ 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49D8994-7777-41C5-9127-E169EC405C79}"/>
              </a:ext>
            </a:extLst>
          </p:cNvPr>
          <p:cNvSpPr txBox="1"/>
          <p:nvPr/>
        </p:nvSpPr>
        <p:spPr>
          <a:xfrm>
            <a:off x="575531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÷ 0.5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C30A3C-B129-4F0A-9106-1AE77EACED65}"/>
              </a:ext>
            </a:extLst>
          </p:cNvPr>
          <p:cNvSpPr txBox="1"/>
          <p:nvPr/>
        </p:nvSpPr>
        <p:spPr>
          <a:xfrm>
            <a:off x="7308840" y="2998710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6 ÷ 1.2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22496" y="-33156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21772" y="-23428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75784E5-3076-4425-AB5E-97953BD05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630" y="0"/>
            <a:ext cx="9328740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0E5CDA-3CC2-4BEE-9127-1AFB16596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0"/>
            <a:ext cx="4888268" cy="33913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B5A555-D602-45DF-9479-763D7B588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882" y="0"/>
            <a:ext cx="4888268" cy="33913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C71303-434D-4FD8-AB9F-AB29E3D04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1" y="3466619"/>
            <a:ext cx="4888268" cy="33913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5DC882-4830-4FFD-A5FE-74BF210B2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882" y="3466619"/>
            <a:ext cx="4888268" cy="33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8367</TotalTime>
  <Words>156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379</cp:revision>
  <cp:lastPrinted>2017-12-31T22:38:51Z</cp:lastPrinted>
  <dcterms:created xsi:type="dcterms:W3CDTF">2017-01-17T16:57:04Z</dcterms:created>
  <dcterms:modified xsi:type="dcterms:W3CDTF">2024-08-28T10:35:09Z</dcterms:modified>
</cp:coreProperties>
</file>