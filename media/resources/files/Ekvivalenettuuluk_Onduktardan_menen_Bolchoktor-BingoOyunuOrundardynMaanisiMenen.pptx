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3"/>
  </p:notesMasterIdLst>
  <p:sldIdLst>
    <p:sldId id="967" r:id="rId2"/>
    <p:sldId id="968" r:id="rId3"/>
    <p:sldId id="851" r:id="rId4"/>
    <p:sldId id="952" r:id="rId5"/>
    <p:sldId id="949" r:id="rId6"/>
    <p:sldId id="955" r:id="rId7"/>
    <p:sldId id="958" r:id="rId8"/>
    <p:sldId id="960" r:id="rId9"/>
    <p:sldId id="954" r:id="rId10"/>
    <p:sldId id="956" r:id="rId11"/>
    <p:sldId id="963" r:id="rId12"/>
    <p:sldId id="953" r:id="rId13"/>
    <p:sldId id="959" r:id="rId14"/>
    <p:sldId id="957" r:id="rId15"/>
    <p:sldId id="961" r:id="rId16"/>
    <p:sldId id="964" r:id="rId17"/>
    <p:sldId id="966" r:id="rId18"/>
    <p:sldId id="962" r:id="rId19"/>
    <p:sldId id="965" r:id="rId20"/>
    <p:sldId id="940" r:id="rId21"/>
    <p:sldId id="274" r:id="rId22"/>
  </p:sldIdLst>
  <p:sldSz cx="9906000" cy="6858000" type="A4"/>
  <p:notesSz cx="6669088" cy="9926638"/>
  <p:embeddedFontLst>
    <p:embeddedFont>
      <p:font typeface="Cambria Math" panose="02040503050406030204" pitchFamily="18" charset="0"/>
      <p:regular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2D9398D8-16D6-4FAE-AB19-1864741E6792}">
          <p14:sldIdLst>
            <p14:sldId id="967"/>
          </p14:sldIdLst>
        </p14:section>
        <p14:section name="Титулдук слайд" id="{28D32456-82CD-4E03-8080-B43C3300C4CE}">
          <p14:sldIdLst>
            <p14:sldId id="968"/>
          </p14:sldIdLst>
        </p14:section>
        <p14:section name="Сандарды тандаңыз…" id="{C9905531-21F4-4739-9781-312E283928B4}">
          <p14:sldIdLst>
            <p14:sldId id="851"/>
          </p14:sldIdLst>
        </p14:section>
        <p14:section name="Суроолор" id="{27E8BDD4-AEF9-42D7-8653-0FA4B14A353C}">
          <p14:sldIdLst>
            <p14:sldId id="952"/>
            <p14:sldId id="949"/>
            <p14:sldId id="955"/>
            <p14:sldId id="958"/>
            <p14:sldId id="960"/>
            <p14:sldId id="954"/>
            <p14:sldId id="956"/>
            <p14:sldId id="963"/>
            <p14:sldId id="953"/>
            <p14:sldId id="959"/>
            <p14:sldId id="957"/>
            <p14:sldId id="961"/>
            <p14:sldId id="964"/>
            <p14:sldId id="966"/>
            <p14:sldId id="962"/>
            <p14:sldId id="965"/>
          </p14:sldIdLst>
        </p14:section>
        <p14:section name="Бош торчолор" id="{6E755883-6069-420B-9780-208DEDF6E016}">
          <p14:sldIdLst>
            <p14:sldId id="940"/>
          </p14:sldIdLst>
        </p14:section>
        <p14:section name="Кайтарым байланыш" id="{79E87442-ACDA-4976-B8DC-4981A11D14CB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00FF00"/>
    <a:srgbClr val="C55A11"/>
    <a:srgbClr val="FF33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3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50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29/08/2024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633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538480" y="1391920"/>
            <a:ext cx="8788400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Ондуктан Бөлчөккө – орун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дук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мааниси менен– Бинго,жооптору менен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тордон тогуз жоопту тандап, дептердеги 3х3 чакмакка каалагандай коюшат.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Мугалим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учурундагы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кыйынчылыкка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суроолорду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тандаса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болот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Убакыттын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өтүшүнө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сызык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X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бардыгы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жеңе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алышат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27971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85629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/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-434273" y="3429000"/>
            <a:ext cx="9811954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6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Ондук сандык маанилер</a:t>
            </a:r>
          </a:p>
        </p:txBody>
      </p:sp>
    </p:spTree>
    <p:extLst>
      <p:ext uri="{BB962C8B-B14F-4D97-AF65-F5344CB8AC3E}">
        <p14:creationId xmlns:p14="http://schemas.microsoft.com/office/powerpoint/2010/main" val="1810214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7595893"/>
                  </p:ext>
                </p:extLst>
              </p:nvPr>
            </p:nvGraphicFramePr>
            <p:xfrm>
              <a:off x="292100" y="904875"/>
              <a:ext cx="9321800" cy="47910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30450">
                      <a:extLst>
                        <a:ext uri="{9D8B030D-6E8A-4147-A177-3AD203B41FA5}">
                          <a16:colId xmlns:a16="http://schemas.microsoft.com/office/drawing/2014/main" val="62045395"/>
                        </a:ext>
                      </a:extLst>
                    </a:gridCol>
                    <a:gridCol w="2330450">
                      <a:extLst>
                        <a:ext uri="{9D8B030D-6E8A-4147-A177-3AD203B41FA5}">
                          <a16:colId xmlns:a16="http://schemas.microsoft.com/office/drawing/2014/main" val="2161216684"/>
                        </a:ext>
                      </a:extLst>
                    </a:gridCol>
                    <a:gridCol w="2330450">
                      <a:extLst>
                        <a:ext uri="{9D8B030D-6E8A-4147-A177-3AD203B41FA5}">
                          <a16:colId xmlns:a16="http://schemas.microsoft.com/office/drawing/2014/main" val="2924408573"/>
                        </a:ext>
                      </a:extLst>
                    </a:gridCol>
                    <a:gridCol w="2330450">
                      <a:extLst>
                        <a:ext uri="{9D8B030D-6E8A-4147-A177-3AD203B41FA5}">
                          <a16:colId xmlns:a16="http://schemas.microsoft.com/office/drawing/2014/main" val="2772295460"/>
                        </a:ext>
                      </a:extLst>
                    </a:gridCol>
                  </a:tblGrid>
                  <a:tr h="1224876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4658278"/>
                      </a:ext>
                    </a:extLst>
                  </a:tr>
                  <a:tr h="1188733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23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31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0458257"/>
                      </a:ext>
                    </a:extLst>
                  </a:tr>
                  <a:tr h="1188733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2040813"/>
                      </a:ext>
                    </a:extLst>
                  </a:tr>
                  <a:tr h="1188733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27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19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kumimoji="0" lang="en-GB" sz="32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4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89864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7595893"/>
                  </p:ext>
                </p:extLst>
              </p:nvPr>
            </p:nvGraphicFramePr>
            <p:xfrm>
              <a:off x="292100" y="904875"/>
              <a:ext cx="9321800" cy="47910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30450">
                      <a:extLst>
                        <a:ext uri="{9D8B030D-6E8A-4147-A177-3AD203B41FA5}">
                          <a16:colId xmlns:a16="http://schemas.microsoft.com/office/drawing/2014/main" val="62045395"/>
                        </a:ext>
                      </a:extLst>
                    </a:gridCol>
                    <a:gridCol w="2330450">
                      <a:extLst>
                        <a:ext uri="{9D8B030D-6E8A-4147-A177-3AD203B41FA5}">
                          <a16:colId xmlns:a16="http://schemas.microsoft.com/office/drawing/2014/main" val="2161216684"/>
                        </a:ext>
                      </a:extLst>
                    </a:gridCol>
                    <a:gridCol w="2330450">
                      <a:extLst>
                        <a:ext uri="{9D8B030D-6E8A-4147-A177-3AD203B41FA5}">
                          <a16:colId xmlns:a16="http://schemas.microsoft.com/office/drawing/2014/main" val="2924408573"/>
                        </a:ext>
                      </a:extLst>
                    </a:gridCol>
                    <a:gridCol w="2330450">
                      <a:extLst>
                        <a:ext uri="{9D8B030D-6E8A-4147-A177-3AD203B41FA5}">
                          <a16:colId xmlns:a16="http://schemas.microsoft.com/office/drawing/2014/main" val="2772295460"/>
                        </a:ext>
                      </a:extLst>
                    </a:gridCol>
                  </a:tblGrid>
                  <a:tr h="12248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1" t="-498" r="-300261" b="-2925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61" t="-498" r="-200261" b="-2925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785" t="-498" r="-100785" b="-2925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498" r="-522" b="-2925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4658278"/>
                      </a:ext>
                    </a:extLst>
                  </a:tr>
                  <a:tr h="11887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1" t="-103590" r="-300261" b="-20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61" t="-103590" r="-200261" b="-20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785" t="-103590" r="-100785" b="-20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103590" r="-522" b="-201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0458257"/>
                      </a:ext>
                    </a:extLst>
                  </a:tr>
                  <a:tr h="11887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1" t="-202551" r="-300261" b="-100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61" t="-202551" r="-200261" b="-100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785" t="-202551" r="-100785" b="-100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202551" r="-522" b="-1005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2040813"/>
                      </a:ext>
                    </a:extLst>
                  </a:tr>
                  <a:tr h="11887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1" t="-304103" r="-300261" b="-10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61" t="-304103" r="-200261" b="-10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785" t="-304103" r="-100785" b="-10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304103" r="-522" b="-10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898647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angle 2"/>
          <p:cNvSpPr/>
          <p:nvPr/>
        </p:nvSpPr>
        <p:spPr>
          <a:xfrm>
            <a:off x="793463" y="137451"/>
            <a:ext cx="831907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Сандарды тандаңыз…</a:t>
            </a:r>
            <a:endParaRPr lang="en-US" sz="66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/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525719" y="6041522"/>
            <a:ext cx="4005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Китепке/дептерге 3х3 торчо тартыңыз.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368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6,681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00EE2-72C9-4390-92F9-26E78AB31680}"/>
              </a:ext>
            </a:extLst>
          </p:cNvPr>
          <p:cNvSpPr txBox="1"/>
          <p:nvPr/>
        </p:nvSpPr>
        <p:spPr>
          <a:xfrm>
            <a:off x="512761" y="2904774"/>
            <a:ext cx="889717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сандын маанисин жөнөкөйлөтүлгөн </a:t>
            </a:r>
          </a:p>
          <a:p>
            <a:pPr algn="ctr"/>
            <a:r>
              <a:rPr lang="ky-KG" sz="3200" dirty="0"/>
              <a:t>бөлчөк катары сүрөттөп бериңиз.</a:t>
            </a:r>
            <a:endParaRPr lang="en-GB" sz="3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4242434" y="790574"/>
            <a:ext cx="948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640601" y="4574716"/>
                <a:ext cx="2641492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601" y="4574716"/>
                <a:ext cx="2641492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416388E-ADFF-49F3-9134-E49B0AD49F9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592041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4,519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00EE2-72C9-4390-92F9-26E78AB31680}"/>
              </a:ext>
            </a:extLst>
          </p:cNvPr>
          <p:cNvSpPr txBox="1"/>
          <p:nvPr/>
        </p:nvSpPr>
        <p:spPr>
          <a:xfrm>
            <a:off x="512757" y="2904774"/>
            <a:ext cx="88971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сандын маанисин жөнөкөйлөтүлгөн </a:t>
            </a:r>
          </a:p>
          <a:p>
            <a:pPr algn="ctr"/>
            <a:r>
              <a:rPr lang="ky-KG" sz="3200" dirty="0"/>
              <a:t>бөлчөк катары сүрөттөп бериңиз.</a:t>
            </a:r>
            <a:endParaRPr lang="en-GB" sz="3200" dirty="0"/>
          </a:p>
          <a:p>
            <a:pPr algn="ctr"/>
            <a:endParaRPr lang="en-GB" sz="3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4242434" y="790574"/>
            <a:ext cx="948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640601" y="4574716"/>
                <a:ext cx="2641492" cy="18457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601" y="4574716"/>
                <a:ext cx="2641492" cy="18457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E6D8995-32AA-4332-8C63-DE1697A33DD8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245909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3,029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00EE2-72C9-4390-92F9-26E78AB31680}"/>
              </a:ext>
            </a:extLst>
          </p:cNvPr>
          <p:cNvSpPr txBox="1"/>
          <p:nvPr/>
        </p:nvSpPr>
        <p:spPr>
          <a:xfrm>
            <a:off x="512757" y="2904774"/>
            <a:ext cx="88971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сандын маанисин жөнөкөйлөтүлгөн </a:t>
            </a:r>
          </a:p>
          <a:p>
            <a:pPr algn="ctr"/>
            <a:r>
              <a:rPr lang="ky-KG" sz="3200" dirty="0"/>
              <a:t>бөлчөк катары сүрөттөп бериңиз.</a:t>
            </a:r>
            <a:endParaRPr lang="en-GB" sz="3200" dirty="0"/>
          </a:p>
          <a:p>
            <a:pPr algn="ctr"/>
            <a:endParaRPr lang="en-GB" sz="3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5080634" y="790574"/>
            <a:ext cx="948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214203" y="4574716"/>
                <a:ext cx="3494290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4203" y="4574716"/>
                <a:ext cx="3494290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4C6CC12-6BB0-466E-AEAF-4FD8AE7AA9F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3441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0,423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00EE2-72C9-4390-92F9-26E78AB31680}"/>
              </a:ext>
            </a:extLst>
          </p:cNvPr>
          <p:cNvSpPr txBox="1"/>
          <p:nvPr/>
        </p:nvSpPr>
        <p:spPr>
          <a:xfrm>
            <a:off x="512757" y="2904774"/>
            <a:ext cx="88971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сандын маанисин жөнөкөйлөтүлгөн </a:t>
            </a:r>
          </a:p>
          <a:p>
            <a:pPr algn="ctr"/>
            <a:r>
              <a:rPr lang="ky-KG" sz="3200" dirty="0"/>
              <a:t>бөлчөк катары сүрөттөп бериңиз.</a:t>
            </a:r>
            <a:endParaRPr lang="en-GB" sz="3200" dirty="0"/>
          </a:p>
          <a:p>
            <a:pPr algn="ctr"/>
            <a:endParaRPr lang="en-GB" sz="3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4242434" y="790574"/>
            <a:ext cx="948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640601" y="4574716"/>
                <a:ext cx="2641492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601" y="4574716"/>
                <a:ext cx="2641492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687CB8F-E201-4F72-BE68-92104B37A248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27011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2,577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00EE2-72C9-4390-92F9-26E78AB31680}"/>
              </a:ext>
            </a:extLst>
          </p:cNvPr>
          <p:cNvSpPr txBox="1"/>
          <p:nvPr/>
        </p:nvSpPr>
        <p:spPr>
          <a:xfrm>
            <a:off x="512759" y="2904774"/>
            <a:ext cx="88971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сандын маанисин жөнөкөйлөтүлгөн </a:t>
            </a:r>
          </a:p>
          <a:p>
            <a:pPr algn="ctr"/>
            <a:r>
              <a:rPr lang="ky-KG" sz="3200" dirty="0"/>
              <a:t>бөлчөк катары сүрөттөп бериңиз.</a:t>
            </a:r>
            <a:endParaRPr lang="en-GB" sz="3200" dirty="0"/>
          </a:p>
          <a:p>
            <a:pPr algn="ctr"/>
            <a:endParaRPr lang="en-GB" sz="3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2985134" y="790574"/>
            <a:ext cx="211074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640601" y="4574716"/>
                <a:ext cx="2641492" cy="18457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601" y="4574716"/>
                <a:ext cx="2641492" cy="18457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378300A-DD32-4893-A516-2A629954272D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029810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0,464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00EE2-72C9-4390-92F9-26E78AB31680}"/>
              </a:ext>
            </a:extLst>
          </p:cNvPr>
          <p:cNvSpPr txBox="1"/>
          <p:nvPr/>
        </p:nvSpPr>
        <p:spPr>
          <a:xfrm>
            <a:off x="512757" y="2904774"/>
            <a:ext cx="88971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сандын маанисин жөнөкөйлөтүлгөн </a:t>
            </a:r>
          </a:p>
          <a:p>
            <a:pPr algn="ctr"/>
            <a:r>
              <a:rPr lang="ky-KG" sz="3200" dirty="0"/>
              <a:t>бөлчөк катары сүрөттөп бериңиз.</a:t>
            </a:r>
            <a:endParaRPr lang="en-GB" sz="3200" dirty="0"/>
          </a:p>
          <a:p>
            <a:pPr algn="ctr"/>
            <a:endParaRPr lang="en-GB" sz="3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5080634" y="790574"/>
            <a:ext cx="948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214203" y="4574716"/>
                <a:ext cx="3494290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4203" y="4574716"/>
                <a:ext cx="3494290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EE2C276-0486-4CB6-A43B-FBAA6D116A36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2004630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8,132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00EE2-72C9-4390-92F9-26E78AB31680}"/>
              </a:ext>
            </a:extLst>
          </p:cNvPr>
          <p:cNvSpPr txBox="1"/>
          <p:nvPr/>
        </p:nvSpPr>
        <p:spPr>
          <a:xfrm>
            <a:off x="512757" y="2904774"/>
            <a:ext cx="88971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сандын маанисин жөнөкөйлөтүлгөн </a:t>
            </a:r>
          </a:p>
          <a:p>
            <a:pPr algn="ctr"/>
            <a:r>
              <a:rPr lang="ky-KG" sz="3200" dirty="0"/>
              <a:t>бөлчөк катары сүрөттөп бериңиз.</a:t>
            </a:r>
            <a:endParaRPr lang="en-GB" sz="3200" dirty="0"/>
          </a:p>
          <a:p>
            <a:pPr algn="ctr"/>
            <a:endParaRPr lang="en-GB" sz="3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5956934" y="790574"/>
            <a:ext cx="948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2787805" y="4574716"/>
                <a:ext cx="4347087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805" y="4574716"/>
                <a:ext cx="4347087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6E16814-892D-4F1F-87E8-A5895100B870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038982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5,461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00EE2-72C9-4390-92F9-26E78AB31680}"/>
              </a:ext>
            </a:extLst>
          </p:cNvPr>
          <p:cNvSpPr txBox="1"/>
          <p:nvPr/>
        </p:nvSpPr>
        <p:spPr>
          <a:xfrm>
            <a:off x="512759" y="2904774"/>
            <a:ext cx="88971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сандын маанисин жөнөкөйлөтүлгөн </a:t>
            </a:r>
          </a:p>
          <a:p>
            <a:pPr algn="ctr"/>
            <a:r>
              <a:rPr lang="ky-KG" sz="3200" dirty="0"/>
              <a:t>бөлчөк катары сүрөттөп бериңиз.</a:t>
            </a:r>
            <a:endParaRPr lang="en-GB" sz="3200" dirty="0"/>
          </a:p>
          <a:p>
            <a:pPr algn="ctr"/>
            <a:endParaRPr lang="en-GB" sz="3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4290059" y="790574"/>
            <a:ext cx="1710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214203" y="4574716"/>
                <a:ext cx="3494290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46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4203" y="4574716"/>
                <a:ext cx="3494290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0CE9DAF-360C-4D30-97E8-18DFDB66A9F1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2249185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2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1,897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00EE2-72C9-4390-92F9-26E78AB31680}"/>
              </a:ext>
            </a:extLst>
          </p:cNvPr>
          <p:cNvSpPr txBox="1"/>
          <p:nvPr/>
        </p:nvSpPr>
        <p:spPr>
          <a:xfrm>
            <a:off x="512757" y="2904774"/>
            <a:ext cx="88971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сандын маанисин жөнөкөйлөтүлгөн </a:t>
            </a:r>
          </a:p>
          <a:p>
            <a:pPr algn="ctr"/>
            <a:r>
              <a:rPr lang="ky-KG" sz="3200" dirty="0"/>
              <a:t>бөлчөк катары сүрөттөп бериңиз.</a:t>
            </a:r>
            <a:endParaRPr lang="en-GB" sz="3200" dirty="0"/>
          </a:p>
          <a:p>
            <a:pPr algn="ctr"/>
            <a:endParaRPr lang="en-GB" sz="3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4242434" y="790574"/>
            <a:ext cx="948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640601" y="4574716"/>
                <a:ext cx="2641492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601" y="4574716"/>
                <a:ext cx="2641492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47E3A58-7CCA-4B77-B740-891D21CC7BF7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002479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1,245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00EE2-72C9-4390-92F9-26E78AB31680}"/>
              </a:ext>
            </a:extLst>
          </p:cNvPr>
          <p:cNvSpPr txBox="1"/>
          <p:nvPr/>
        </p:nvSpPr>
        <p:spPr>
          <a:xfrm>
            <a:off x="512759" y="2904774"/>
            <a:ext cx="88971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сандын маанисин жөнөкөйлөтүлгөн </a:t>
            </a:r>
          </a:p>
          <a:p>
            <a:pPr algn="ctr"/>
            <a:r>
              <a:rPr lang="ky-KG" sz="3200" dirty="0"/>
              <a:t>бөлчөк катары сүрөттөп бериңиз.</a:t>
            </a:r>
            <a:endParaRPr lang="en-GB" sz="3200" dirty="0"/>
          </a:p>
          <a:p>
            <a:pPr algn="ctr"/>
            <a:endParaRPr lang="en-GB" sz="3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2985134" y="790574"/>
            <a:ext cx="211074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640601" y="4574716"/>
                <a:ext cx="2641492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601" y="4574716"/>
                <a:ext cx="2641492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348A35A-6856-49CC-AC1D-451F77D59B66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176943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3,726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00EE2-72C9-4390-92F9-26E78AB31680}"/>
              </a:ext>
            </a:extLst>
          </p:cNvPr>
          <p:cNvSpPr txBox="1"/>
          <p:nvPr/>
        </p:nvSpPr>
        <p:spPr>
          <a:xfrm>
            <a:off x="512757" y="2904774"/>
            <a:ext cx="88971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сандын маанисин жөнөкөйлөтүлгөн </a:t>
            </a:r>
          </a:p>
          <a:p>
            <a:pPr algn="ctr"/>
            <a:r>
              <a:rPr lang="ky-KG" sz="3200" dirty="0"/>
              <a:t>бөлчөк катары сүрөттөп бериңиз.</a:t>
            </a:r>
            <a:endParaRPr lang="en-GB" sz="3200" dirty="0"/>
          </a:p>
          <a:p>
            <a:pPr algn="ctr"/>
            <a:endParaRPr lang="en-GB" sz="3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5956934" y="790574"/>
            <a:ext cx="948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2787805" y="4574716"/>
                <a:ext cx="4347087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805" y="4574716"/>
                <a:ext cx="4347087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3296A7E-1AD6-4823-BE6B-625C94289865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2265075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4,221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00EE2-72C9-4390-92F9-26E78AB31680}"/>
              </a:ext>
            </a:extLst>
          </p:cNvPr>
          <p:cNvSpPr txBox="1"/>
          <p:nvPr/>
        </p:nvSpPr>
        <p:spPr>
          <a:xfrm>
            <a:off x="512759" y="2904774"/>
            <a:ext cx="88971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сандын маанисин жөнөкөйлөтүлгөн </a:t>
            </a:r>
          </a:p>
          <a:p>
            <a:pPr algn="ctr"/>
            <a:r>
              <a:rPr lang="ky-KG" sz="3200" dirty="0"/>
              <a:t>бөлчөк катары сүрөттөп бериңиз.</a:t>
            </a:r>
            <a:endParaRPr lang="en-GB" sz="3200" dirty="0"/>
          </a:p>
          <a:p>
            <a:pPr algn="ctr"/>
            <a:endParaRPr lang="en-GB" sz="3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4290059" y="790574"/>
            <a:ext cx="1710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214203" y="4574716"/>
                <a:ext cx="3494290" cy="18457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4203" y="4574716"/>
                <a:ext cx="3494290" cy="18457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8D2C555-E1D5-4C50-9898-46784D3D40D0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002275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7,214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00EE2-72C9-4390-92F9-26E78AB31680}"/>
              </a:ext>
            </a:extLst>
          </p:cNvPr>
          <p:cNvSpPr txBox="1"/>
          <p:nvPr/>
        </p:nvSpPr>
        <p:spPr>
          <a:xfrm>
            <a:off x="512759" y="2904774"/>
            <a:ext cx="88971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сандын маанисин жөнөкөйлөтүлгөн </a:t>
            </a:r>
          </a:p>
          <a:p>
            <a:pPr algn="ctr"/>
            <a:r>
              <a:rPr lang="ky-KG" sz="3200" dirty="0"/>
              <a:t>бөлчөк катары сүрөттөп бериңиз.</a:t>
            </a:r>
            <a:endParaRPr lang="en-GB" sz="3200" dirty="0"/>
          </a:p>
          <a:p>
            <a:pPr algn="ctr"/>
            <a:endParaRPr lang="en-GB" sz="3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5118734" y="790574"/>
            <a:ext cx="1710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2787805" y="4574716"/>
                <a:ext cx="4347087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805" y="4574716"/>
                <a:ext cx="4347087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1C70CF0-79AD-46BC-A28A-2781156B95F7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997278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8,124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00EE2-72C9-4390-92F9-26E78AB31680}"/>
              </a:ext>
            </a:extLst>
          </p:cNvPr>
          <p:cNvSpPr txBox="1"/>
          <p:nvPr/>
        </p:nvSpPr>
        <p:spPr>
          <a:xfrm>
            <a:off x="512759" y="2904774"/>
            <a:ext cx="88971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сандын маанисин жөнөкөйлөтүлгөн </a:t>
            </a:r>
          </a:p>
          <a:p>
            <a:pPr algn="ctr"/>
            <a:r>
              <a:rPr lang="ky-KG" sz="3200" dirty="0"/>
              <a:t>бөлчөк катары сүрөттөп бериңиз.</a:t>
            </a:r>
            <a:endParaRPr lang="en-GB" sz="3200" dirty="0"/>
          </a:p>
          <a:p>
            <a:pPr algn="ctr"/>
            <a:endParaRPr lang="en-GB" sz="3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4248150" y="790574"/>
            <a:ext cx="2581275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2787805" y="4574716"/>
                <a:ext cx="4347087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124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250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805" y="4574716"/>
                <a:ext cx="4347087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8729190-AF74-4EBD-A36A-65D4043C33AD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743292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3,384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00EE2-72C9-4390-92F9-26E78AB31680}"/>
              </a:ext>
            </a:extLst>
          </p:cNvPr>
          <p:cNvSpPr txBox="1"/>
          <p:nvPr/>
        </p:nvSpPr>
        <p:spPr>
          <a:xfrm>
            <a:off x="512759" y="2904774"/>
            <a:ext cx="88971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сандын маанисин жөнөкөйлөтүлгөн </a:t>
            </a:r>
          </a:p>
          <a:p>
            <a:pPr algn="ctr"/>
            <a:r>
              <a:rPr lang="ky-KG" sz="3200" dirty="0"/>
              <a:t>бөлчөк катары сүрөттөп бериңиз.</a:t>
            </a:r>
            <a:endParaRPr lang="en-GB" sz="3200" dirty="0"/>
          </a:p>
          <a:p>
            <a:pPr algn="ctr"/>
            <a:endParaRPr lang="en-GB" sz="3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4290059" y="790574"/>
            <a:ext cx="1710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3214203" y="4574716"/>
                <a:ext cx="3494290" cy="18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38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19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4203" y="4574716"/>
                <a:ext cx="3494290" cy="1826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9400D42-8146-4FB3-9B73-AB80EA5DE3D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463561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924250" y="472607"/>
            <a:ext cx="405752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spc="800" dirty="0"/>
              <a:t>6,354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00EE2-72C9-4390-92F9-26E78AB31680}"/>
              </a:ext>
            </a:extLst>
          </p:cNvPr>
          <p:cNvSpPr txBox="1"/>
          <p:nvPr/>
        </p:nvSpPr>
        <p:spPr>
          <a:xfrm>
            <a:off x="512759" y="2904774"/>
            <a:ext cx="88971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Белгиленген сандын маанисин жөнөкөйлөтүлгөн </a:t>
            </a:r>
          </a:p>
          <a:p>
            <a:pPr algn="ctr"/>
            <a:r>
              <a:rPr lang="ky-KG" sz="3200" dirty="0"/>
              <a:t>бөлчөк катары сүрөттөп бериңиз.</a:t>
            </a:r>
            <a:endParaRPr lang="en-GB" sz="3200" dirty="0"/>
          </a:p>
          <a:p>
            <a:pPr algn="ctr"/>
            <a:endParaRPr lang="en-GB" sz="32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5EC7DE-E46E-46F2-808E-EB05470AD980}"/>
              </a:ext>
            </a:extLst>
          </p:cNvPr>
          <p:cNvSpPr/>
          <p:nvPr/>
        </p:nvSpPr>
        <p:spPr>
          <a:xfrm>
            <a:off x="5118734" y="790574"/>
            <a:ext cx="1710691" cy="1304926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/>
              <p:nvPr/>
            </p:nvSpPr>
            <p:spPr>
              <a:xfrm>
                <a:off x="2787805" y="4574716"/>
                <a:ext cx="4347087" cy="18457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54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6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num>
                        <m:den>
                          <m:r>
                            <a:rPr lang="en-GB" sz="6000" b="0" i="1" dirty="0" smtClean="0">
                              <a:latin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B1CDCE-360A-404B-A9B3-63840AE7F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805" y="4574716"/>
                <a:ext cx="4347087" cy="18457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DE75CBB-60F1-469B-9A0D-1BDF56F681F4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504130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00" y="538480"/>
            <a:ext cx="9337040" cy="652272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8798</TotalTime>
  <Words>347</Words>
  <Application>Microsoft Office PowerPoint</Application>
  <PresentationFormat>A4 Paper (210x297 mm)</PresentationFormat>
  <Paragraphs>113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Calibri</vt:lpstr>
      <vt:lpstr>Calibri Light</vt:lpstr>
      <vt:lpstr>Cambria Math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399</cp:revision>
  <cp:lastPrinted>2017-12-31T22:38:51Z</cp:lastPrinted>
  <dcterms:created xsi:type="dcterms:W3CDTF">2017-01-17T16:57:04Z</dcterms:created>
  <dcterms:modified xsi:type="dcterms:W3CDTF">2024-08-29T15:29:56Z</dcterms:modified>
</cp:coreProperties>
</file>