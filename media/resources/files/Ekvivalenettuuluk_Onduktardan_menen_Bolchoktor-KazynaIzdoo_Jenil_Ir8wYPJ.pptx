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1" r:id="rId4"/>
    <p:sldId id="962" r:id="rId5"/>
    <p:sldId id="955" r:id="rId6"/>
    <p:sldId id="956" r:id="rId7"/>
    <p:sldId id="958" r:id="rId8"/>
    <p:sldId id="961" r:id="rId9"/>
    <p:sldId id="953" r:id="rId10"/>
    <p:sldId id="963" r:id="rId11"/>
    <p:sldId id="954" r:id="rId12"/>
    <p:sldId id="950" r:id="rId13"/>
    <p:sldId id="957" r:id="rId14"/>
    <p:sldId id="964" r:id="rId15"/>
    <p:sldId id="952" r:id="rId16"/>
    <p:sldId id="960" r:id="rId17"/>
    <p:sldId id="965" r:id="rId18"/>
    <p:sldId id="959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1"/>
            <p14:sldId id="962"/>
            <p14:sldId id="955"/>
            <p14:sldId id="956"/>
            <p14:sldId id="958"/>
            <p14:sldId id="961"/>
            <p14:sldId id="953"/>
            <p14:sldId id="963"/>
            <p14:sldId id="954"/>
            <p14:sldId id="950"/>
            <p14:sldId id="957"/>
            <p14:sldId id="964"/>
            <p14:sldId id="952"/>
            <p14:sldId id="960"/>
            <p14:sldId id="965"/>
            <p14:sldId id="959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Ондуктан Бөлчөккө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учун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ондуктарды бөлчөккө айландыруу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66E282-D345-6F7A-FE55-DCCECDD18E4B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66E282-D345-6F7A-FE55-DCCECDD1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5D8CD-AD5E-75F3-613F-25325C3B48AC}"/>
                  </a:ext>
                </a:extLst>
              </p:cNvPr>
              <p:cNvSpPr txBox="1"/>
              <p:nvPr/>
            </p:nvSpPr>
            <p:spPr>
              <a:xfrm>
                <a:off x="352390" y="2799999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0.35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5D8CD-AD5E-75F3-613F-25325C3B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90" y="2799999"/>
                <a:ext cx="3886000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AB5D0A5-4E98-1823-747F-ADF0E2D905BC}"/>
              </a:ext>
            </a:extLst>
          </p:cNvPr>
          <p:cNvSpPr txBox="1"/>
          <p:nvPr/>
        </p:nvSpPr>
        <p:spPr>
          <a:xfrm>
            <a:off x="3891894" y="3591531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097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E6CF-36F1-FC72-9700-AFF1FCC3397F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E6CF-36F1-FC72-9700-AFF1FCC33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27FAA-5261-3B92-AF44-FEBF26A89740}"/>
                  </a:ext>
                </a:extLst>
              </p:cNvPr>
              <p:cNvSpPr txBox="1"/>
              <p:nvPr/>
            </p:nvSpPr>
            <p:spPr>
              <a:xfrm>
                <a:off x="257008" y="3167806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27FAA-5261-3B92-AF44-FEBF26A89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8" y="3167806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FACD4A-1CA3-4528-880A-2922F7039653}"/>
              </a:ext>
            </a:extLst>
          </p:cNvPr>
          <p:cNvSpPr txBox="1"/>
          <p:nvPr/>
        </p:nvSpPr>
        <p:spPr>
          <a:xfrm>
            <a:off x="3891894" y="3983413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т</a:t>
            </a:r>
            <a:r>
              <a:rPr lang="ky-KG" sz="3200" dirty="0"/>
              <a:t>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63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736589-7EE4-81F7-32C5-D99FC9466735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736589-7EE4-81F7-32C5-D99FC9466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9862AC-D21C-D106-3498-DB8E09807717}"/>
                  </a:ext>
                </a:extLst>
              </p:cNvPr>
              <p:cNvSpPr txBox="1"/>
              <p:nvPr/>
            </p:nvSpPr>
            <p:spPr>
              <a:xfrm>
                <a:off x="69595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0.28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9862AC-D21C-D106-3498-DB8E09807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F03C0F7-57F6-09DB-28FC-A54D94FA04A8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205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03A29-FCF5-E98D-DD90-A0EE0C1D32B7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03A29-FCF5-E98D-DD90-A0EE0C1D3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FDF662-40DF-0BAA-93A3-E0BA2AAA49A1}"/>
                  </a:ext>
                </a:extLst>
              </p:cNvPr>
              <p:cNvSpPr txBox="1"/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FDF662-40DF-0BAA-93A3-E0BA2AAA4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E09D493-28E1-30B8-9FF4-6082E0A84F01}"/>
              </a:ext>
            </a:extLst>
          </p:cNvPr>
          <p:cNvSpPr txBox="1"/>
          <p:nvPr/>
        </p:nvSpPr>
        <p:spPr>
          <a:xfrm>
            <a:off x="3221125" y="4124438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ду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953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DB2956-2199-8EBA-663D-C354066E495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DB2956-2199-8EBA-663D-C354066E4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995B02-F8F2-735D-2C95-85340981FE3F}"/>
                  </a:ext>
                </a:extLst>
              </p:cNvPr>
              <p:cNvSpPr txBox="1"/>
              <p:nvPr/>
            </p:nvSpPr>
            <p:spPr>
              <a:xfrm>
                <a:off x="982882" y="342900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995B02-F8F2-735D-2C95-85340981F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82" y="342900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ACD6674-91A4-4B9E-F977-910C85C5F7E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175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E7ACCC-978A-35B7-39D3-9581C284E8F7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E7ACCC-978A-35B7-39D3-9581C284E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A5AF8-ADC7-B1FD-8F02-D7CE4A9097CE}"/>
                  </a:ext>
                </a:extLst>
              </p:cNvPr>
              <p:cNvSpPr txBox="1"/>
              <p:nvPr/>
            </p:nvSpPr>
            <p:spPr>
              <a:xfrm>
                <a:off x="89369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A5AF8-ADC7-B1FD-8F02-D7CE4A909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70D9126-1930-F53C-42B1-9BC5210E5C10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776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11E0D-D8C9-A871-ED86-3D4EEAEE1B26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11E0D-D8C9-A871-ED86-3D4EEAEE1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7BCC1-AA05-34F5-B513-B21989DF5552}"/>
                  </a:ext>
                </a:extLst>
              </p:cNvPr>
              <p:cNvSpPr txBox="1"/>
              <p:nvPr/>
            </p:nvSpPr>
            <p:spPr>
              <a:xfrm>
                <a:off x="68829" y="334872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7BCC1-AA05-34F5-B513-B21989DF5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9" y="334872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693361C-A3B7-CDDD-58D6-A1A4E42577E3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11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196AA-33AA-A89F-4F4B-62AAE7EADB32}"/>
                  </a:ext>
                </a:extLst>
              </p:cNvPr>
              <p:cNvSpPr txBox="1"/>
              <p:nvPr/>
            </p:nvSpPr>
            <p:spPr>
              <a:xfrm>
                <a:off x="3608700" y="130110"/>
                <a:ext cx="1107996" cy="1648143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196AA-33AA-A89F-4F4B-62AAE7EAD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30110"/>
                <a:ext cx="1107996" cy="1648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60AC6-4D7B-F83C-845C-25ACD8BCF615}"/>
                  </a:ext>
                </a:extLst>
              </p:cNvPr>
              <p:cNvSpPr txBox="1"/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60AC6-4D7B-F83C-845C-25ACD8BCF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6D9ED1E-4F2F-8714-A06C-BCD68B0DF430}"/>
              </a:ext>
            </a:extLst>
          </p:cNvPr>
          <p:cNvSpPr txBox="1"/>
          <p:nvPr/>
        </p:nvSpPr>
        <p:spPr>
          <a:xfrm>
            <a:off x="4045229" y="4244607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143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CC8E9E-FCDE-C837-DA57-8F40EE6B3758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CC8E9E-FCDE-C837-DA57-8F40EE6B3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14F67-B09F-8DA9-C8F4-406D90A11EE8}"/>
                  </a:ext>
                </a:extLst>
              </p:cNvPr>
              <p:cNvSpPr txBox="1"/>
              <p:nvPr/>
            </p:nvSpPr>
            <p:spPr>
              <a:xfrm>
                <a:off x="145474" y="3359504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14F67-B09F-8DA9-C8F4-406D90A11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4" y="3359504"/>
                <a:ext cx="3886000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75131D8-1ADF-7A9F-3EF6-42AF271ACADB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578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35809D-6D5D-5E44-B4A1-1496E12B68F3}"/>
                  </a:ext>
                </a:extLst>
              </p:cNvPr>
              <p:cNvSpPr txBox="1"/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35809D-6D5D-5E44-B4A1-1496E12B6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820DA74-6FF7-1720-A384-3A75FC6592EE}"/>
              </a:ext>
            </a:extLst>
          </p:cNvPr>
          <p:cNvSpPr txBox="1"/>
          <p:nvPr/>
        </p:nvSpPr>
        <p:spPr>
          <a:xfrm>
            <a:off x="3891894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E781F-0557-F4B6-6BAC-376D1D05D821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E781F-0557-F4B6-6BAC-376D1D05D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5F78F4-449A-4A24-B005-CE4865BF60D3}"/>
                  </a:ext>
                </a:extLst>
              </p:cNvPr>
              <p:cNvSpPr txBox="1"/>
              <p:nvPr/>
            </p:nvSpPr>
            <p:spPr>
              <a:xfrm>
                <a:off x="1011111" y="334872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5F78F4-449A-4A24-B005-CE4865BF6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11" y="334872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2A1F066-CA19-9968-5834-A381686BDEE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ны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00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6FB1C-6DF1-B3D6-FB2F-95A685B82943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6FB1C-6DF1-B3D6-FB2F-95A685B82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CAE60B-4107-AA1B-1A4C-E2D5638CE941}"/>
                  </a:ext>
                </a:extLst>
              </p:cNvPr>
              <p:cNvSpPr txBox="1"/>
              <p:nvPr/>
            </p:nvSpPr>
            <p:spPr>
              <a:xfrm>
                <a:off x="404213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CAE60B-4107-AA1B-1A4C-E2D5638CE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B25866-E469-1C2A-C044-FAA75B9DD0AA}"/>
              </a:ext>
            </a:extLst>
          </p:cNvPr>
          <p:cNvSpPr txBox="1"/>
          <p:nvPr/>
        </p:nvSpPr>
        <p:spPr>
          <a:xfrm>
            <a:off x="4091053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136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6E84C-9E11-FC31-3BB0-DF0AD59C81D4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6E84C-9E11-FC31-3BB0-DF0AD59C8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44418-29D5-9E00-FF17-6B02AF0399AC}"/>
                  </a:ext>
                </a:extLst>
              </p:cNvPr>
              <p:cNvSpPr txBox="1"/>
              <p:nvPr/>
            </p:nvSpPr>
            <p:spPr>
              <a:xfrm>
                <a:off x="165794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44418-29D5-9E00-FF17-6B02AF03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94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124657E-2E89-4A40-BD8A-186DB96A5300}"/>
              </a:ext>
            </a:extLst>
          </p:cNvPr>
          <p:cNvSpPr txBox="1"/>
          <p:nvPr/>
        </p:nvSpPr>
        <p:spPr>
          <a:xfrm>
            <a:off x="3891894" y="4120137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5394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614D8-445D-8C8A-31CE-6845F2F7620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614D8-445D-8C8A-31CE-6845F2F76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1E836D-CBFF-2961-07E6-EE7299431F60}"/>
                  </a:ext>
                </a:extLst>
              </p:cNvPr>
              <p:cNvSpPr txBox="1"/>
              <p:nvPr/>
            </p:nvSpPr>
            <p:spPr>
              <a:xfrm>
                <a:off x="145474" y="34544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1E836D-CBFF-2961-07E6-EE7299431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4" y="34544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C3F7AAB-8CB3-9BED-9A83-E41D1DF98F3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1766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9CFFC6-4612-C406-804C-D63F27A1090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9CFFC6-4612-C406-804C-D63F27A10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F747F-D546-689D-B427-2B0749EB2AEE}"/>
                  </a:ext>
                </a:extLst>
              </p:cNvPr>
              <p:cNvSpPr txBox="1"/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F747F-D546-689D-B427-2B0749EB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ED77372-8123-DAB3-EDB1-A1970EC7F80E}"/>
              </a:ext>
            </a:extLst>
          </p:cNvPr>
          <p:cNvSpPr txBox="1"/>
          <p:nvPr/>
        </p:nvSpPr>
        <p:spPr>
          <a:xfrm>
            <a:off x="3514256" y="4175111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85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1355C7-43ED-17DC-BDDE-96C18BC0A869}"/>
                  </a:ext>
                </a:extLst>
              </p:cNvPr>
              <p:cNvSpPr txBox="1"/>
              <p:nvPr/>
            </p:nvSpPr>
            <p:spPr>
              <a:xfrm>
                <a:off x="3608700" y="128956"/>
                <a:ext cx="1107996" cy="165045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1355C7-43ED-17DC-BDDE-96C18BC0A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8956"/>
                <a:ext cx="1107996" cy="1650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96CE-01B7-6AA7-DA95-98370411EBF8}"/>
                  </a:ext>
                </a:extLst>
              </p:cNvPr>
              <p:cNvSpPr txBox="1"/>
              <p:nvPr/>
            </p:nvSpPr>
            <p:spPr>
              <a:xfrm>
                <a:off x="579120" y="346456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96CE-01B7-6AA7-DA95-98370411E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46456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887C246-1FB4-7B7C-426A-02E53BF44C85}"/>
              </a:ext>
            </a:extLst>
          </p:cNvPr>
          <p:cNvSpPr txBox="1"/>
          <p:nvPr/>
        </p:nvSpPr>
        <p:spPr>
          <a:xfrm>
            <a:off x="3410929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968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31165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31165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250829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8351</TotalTime>
  <Words>297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2024-01-15T07:36:56Z</cp:lastPrinted>
  <dcterms:created xsi:type="dcterms:W3CDTF">2017-01-17T16:57:04Z</dcterms:created>
  <dcterms:modified xsi:type="dcterms:W3CDTF">2024-08-29T08:46:29Z</dcterms:modified>
</cp:coreProperties>
</file>