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53" r:id="rId2"/>
    <p:sldId id="954" r:id="rId3"/>
    <p:sldId id="949" r:id="rId4"/>
    <p:sldId id="955" r:id="rId5"/>
    <p:sldId id="956" r:id="rId6"/>
    <p:sldId id="951" r:id="rId7"/>
    <p:sldId id="952" r:id="rId8"/>
    <p:sldId id="946" r:id="rId9"/>
  </p:sldIdLst>
  <p:sldSz cx="9906000" cy="6858000" type="A4"/>
  <p:notesSz cx="6889750" cy="10021888"/>
  <p:embeddedFontLst>
    <p:embeddedFont>
      <p:font typeface="Agency FB" panose="020B0503020202020204" pitchFamily="34" charset="0"/>
      <p:regular r:id="rId11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53"/>
          </p14:sldIdLst>
        </p14:section>
        <p14:section name="Башкы слайд" id="{2AE0DECE-4415-434B-AF11-B700AE3EDE32}">
          <p14:sldIdLst>
            <p14:sldId id="954"/>
          </p14:sldIdLst>
        </p14:section>
        <p14:section name="Көрсөтүү үчүн" id="{7C0E3A1B-500A-4602-B3A4-61EC1D99102D}">
          <p14:sldIdLst>
            <p14:sldId id="949"/>
          </p14:sldIdLst>
        </p14:section>
        <p14:section name="Жообу" id="{22D38B5C-BAA3-45B6-8360-EC82D2065FF3}">
          <p14:sldIdLst>
            <p14:sldId id="955"/>
            <p14:sldId id="956"/>
          </p14:sldIdLst>
        </p14:section>
        <p14:section name="Таркатма иш кагаздар" id="{1D8C0968-4B11-474F-92AE-4DDCBDF03728}">
          <p14:sldIdLst>
            <p14:sldId id="951"/>
            <p14:sldId id="952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–Турсуштагы эсептер– Калькуляторсыз иштөө – Жооптор лабиринти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СТАРТтан ФИНИШке чейин жолду табышы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 бир суроого жоопту суроо кутучасынан горизонталдуу, вертикалдуу же диагоналдуу боюнча кутучалардын биринен тапса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баракчасы ар кандай өлчөмдөрдө берилген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56D963-84F7-4149-B061-2C99226395A8}"/>
              </a:ext>
            </a:extLst>
          </p:cNvPr>
          <p:cNvSpPr txBox="1"/>
          <p:nvPr/>
        </p:nvSpPr>
        <p:spPr>
          <a:xfrm>
            <a:off x="0" y="-229"/>
            <a:ext cx="990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y-KG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Жооптор лабиринти</a:t>
            </a:r>
            <a:endParaRPr lang="en-GB" sz="88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402630" y="1323210"/>
            <a:ext cx="93916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6000" b="1" dirty="0">
                <a:ln w="28575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СТАРТтан ФИНИШке </a:t>
            </a:r>
          </a:p>
          <a:p>
            <a:r>
              <a:rPr lang="ky-KG" sz="6000" b="1" dirty="0">
                <a:ln w="28575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                   чейин жолду тап!</a:t>
            </a:r>
            <a:endParaRPr lang="en-GB" sz="6000" b="1" dirty="0">
              <a:ln w="28575"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C6BFC-312B-76F3-034B-1978278A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20" y="3262202"/>
            <a:ext cx="5024914" cy="347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8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185407" y="1132977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98960F32-E2F1-4F98-AEE5-DABAECC10ACE}"/>
              </a:ext>
            </a:extLst>
          </p:cNvPr>
          <p:cNvCxnSpPr>
            <a:cxnSpLocks/>
          </p:cNvCxnSpPr>
          <p:nvPr/>
        </p:nvCxnSpPr>
        <p:spPr>
          <a:xfrm flipH="1">
            <a:off x="2226371" y="3404382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5F511EC7-E473-4274-B63E-181005F6F686}"/>
              </a:ext>
            </a:extLst>
          </p:cNvPr>
          <p:cNvCxnSpPr>
            <a:cxnSpLocks/>
          </p:cNvCxnSpPr>
          <p:nvPr/>
        </p:nvCxnSpPr>
        <p:spPr>
          <a:xfrm flipH="1">
            <a:off x="2308100" y="5714636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3E59119-7C81-459C-836D-47CC4C1426C2}"/>
              </a:ext>
            </a:extLst>
          </p:cNvPr>
          <p:cNvCxnSpPr>
            <a:cxnSpLocks/>
          </p:cNvCxnSpPr>
          <p:nvPr/>
        </p:nvCxnSpPr>
        <p:spPr>
          <a:xfrm flipH="1">
            <a:off x="1161217" y="2151189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3EF4B37-F3B4-40CF-8E47-D3088AA980E6}"/>
              </a:ext>
            </a:extLst>
          </p:cNvPr>
          <p:cNvCxnSpPr>
            <a:cxnSpLocks/>
          </p:cNvCxnSpPr>
          <p:nvPr/>
        </p:nvCxnSpPr>
        <p:spPr>
          <a:xfrm flipH="1">
            <a:off x="3678391" y="2067847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929E0B5B-6C54-417A-907E-8C4C20756AD0}"/>
              </a:ext>
            </a:extLst>
          </p:cNvPr>
          <p:cNvCxnSpPr>
            <a:cxnSpLocks/>
          </p:cNvCxnSpPr>
          <p:nvPr/>
        </p:nvCxnSpPr>
        <p:spPr>
          <a:xfrm flipH="1">
            <a:off x="6158862" y="1989866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FB480707-F9CB-4159-97F9-CE8519747E6E}"/>
              </a:ext>
            </a:extLst>
          </p:cNvPr>
          <p:cNvCxnSpPr>
            <a:cxnSpLocks/>
          </p:cNvCxnSpPr>
          <p:nvPr/>
        </p:nvCxnSpPr>
        <p:spPr>
          <a:xfrm flipH="1">
            <a:off x="8669009" y="2127650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A11920D1-9284-4EE1-A1C7-F6340BACF5BA}"/>
              </a:ext>
            </a:extLst>
          </p:cNvPr>
          <p:cNvCxnSpPr>
            <a:cxnSpLocks/>
          </p:cNvCxnSpPr>
          <p:nvPr/>
        </p:nvCxnSpPr>
        <p:spPr>
          <a:xfrm>
            <a:off x="1127924" y="1128041"/>
            <a:ext cx="5052970" cy="461741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950CDC1D-D937-483F-A218-6707D16FC81C}"/>
              </a:ext>
            </a:extLst>
          </p:cNvPr>
          <p:cNvCxnSpPr>
            <a:cxnSpLocks/>
          </p:cNvCxnSpPr>
          <p:nvPr/>
        </p:nvCxnSpPr>
        <p:spPr>
          <a:xfrm>
            <a:off x="3676195" y="1106664"/>
            <a:ext cx="5052970" cy="461741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1E6FBA05-B94E-4DB5-AA83-79354FBED546}"/>
              </a:ext>
            </a:extLst>
          </p:cNvPr>
          <p:cNvCxnSpPr>
            <a:cxnSpLocks/>
          </p:cNvCxnSpPr>
          <p:nvPr/>
        </p:nvCxnSpPr>
        <p:spPr>
          <a:xfrm>
            <a:off x="6154801" y="1120294"/>
            <a:ext cx="2516384" cy="230576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2A5B8AD6-B28A-4D4C-A6F0-FDC3631C423A}"/>
              </a:ext>
            </a:extLst>
          </p:cNvPr>
          <p:cNvCxnSpPr>
            <a:cxnSpLocks/>
          </p:cNvCxnSpPr>
          <p:nvPr/>
        </p:nvCxnSpPr>
        <p:spPr>
          <a:xfrm>
            <a:off x="1121448" y="3403066"/>
            <a:ext cx="2516384" cy="230576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69270E74-1EEC-4F71-AE70-354510CA53A8}"/>
              </a:ext>
            </a:extLst>
          </p:cNvPr>
          <p:cNvCxnSpPr>
            <a:cxnSpLocks/>
          </p:cNvCxnSpPr>
          <p:nvPr/>
        </p:nvCxnSpPr>
        <p:spPr>
          <a:xfrm flipH="1">
            <a:off x="3693337" y="1133924"/>
            <a:ext cx="5002535" cy="461152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838815FF-642A-4D94-9CDD-E6FC1F81876B}"/>
              </a:ext>
            </a:extLst>
          </p:cNvPr>
          <p:cNvCxnSpPr>
            <a:cxnSpLocks/>
          </p:cNvCxnSpPr>
          <p:nvPr/>
        </p:nvCxnSpPr>
        <p:spPr>
          <a:xfrm flipH="1">
            <a:off x="1159683" y="1143363"/>
            <a:ext cx="5002535" cy="461152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40DE04A8-6CDA-4DC8-AC81-B44CD100E553}"/>
              </a:ext>
            </a:extLst>
          </p:cNvPr>
          <p:cNvCxnSpPr>
            <a:cxnSpLocks/>
          </p:cNvCxnSpPr>
          <p:nvPr/>
        </p:nvCxnSpPr>
        <p:spPr>
          <a:xfrm flipH="1">
            <a:off x="1132821" y="1123235"/>
            <a:ext cx="2554951" cy="232117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32ECD2A-EC38-43A2-8B78-93980FCA2450}"/>
              </a:ext>
            </a:extLst>
          </p:cNvPr>
          <p:cNvCxnSpPr>
            <a:cxnSpLocks/>
          </p:cNvCxnSpPr>
          <p:nvPr/>
        </p:nvCxnSpPr>
        <p:spPr>
          <a:xfrm flipH="1">
            <a:off x="6099493" y="3453003"/>
            <a:ext cx="2554951" cy="232117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52720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42146" y="-1"/>
            <a:ext cx="2339211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83D899E-CBCA-45DC-AAFB-249AC4AF48EB}"/>
              </a:ext>
            </a:extLst>
          </p:cNvPr>
          <p:cNvSpPr txBox="1"/>
          <p:nvPr/>
        </p:nvSpPr>
        <p:spPr>
          <a:xfrm>
            <a:off x="52720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9A86A064-71D1-4958-8E60-48C935CA8125}"/>
              </a:ext>
            </a:extLst>
          </p:cNvPr>
          <p:cNvSpPr/>
          <p:nvPr/>
        </p:nvSpPr>
        <p:spPr>
          <a:xfrm>
            <a:off x="42146" y="2299264"/>
            <a:ext cx="2339211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79BE9C5-BE6D-4B32-A5E0-661CAD505214}"/>
              </a:ext>
            </a:extLst>
          </p:cNvPr>
          <p:cNvSpPr/>
          <p:nvPr/>
        </p:nvSpPr>
        <p:spPr>
          <a:xfrm>
            <a:off x="37854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dirty="0">
                <a:solidFill>
                  <a:schemeClr val="tx1"/>
                </a:solidFill>
              </a:rPr>
              <a:t>9.5 сом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E186F0A-85E5-4343-9415-BB2237D00A9B}"/>
              </a:ext>
            </a:extLst>
          </p:cNvPr>
          <p:cNvSpPr txBox="1"/>
          <p:nvPr/>
        </p:nvSpPr>
        <p:spPr>
          <a:xfrm>
            <a:off x="46445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982D85E7-1721-4999-A5D3-49092B405CC0}"/>
              </a:ext>
            </a:extLst>
          </p:cNvPr>
          <p:cNvSpPr/>
          <p:nvPr/>
        </p:nvSpPr>
        <p:spPr>
          <a:xfrm>
            <a:off x="82318" y="4598530"/>
            <a:ext cx="2299039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09F3214-8C0B-4D40-ABC1-772FBB996525}"/>
              </a:ext>
            </a:extLst>
          </p:cNvPr>
          <p:cNvSpPr/>
          <p:nvPr/>
        </p:nvSpPr>
        <p:spPr>
          <a:xfrm>
            <a:off x="31578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1506.99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7AC1BFE-159D-44A7-9D50-CB69A88EE2C8}"/>
              </a:ext>
            </a:extLst>
          </p:cNvPr>
          <p:cNvSpPr txBox="1"/>
          <p:nvPr/>
        </p:nvSpPr>
        <p:spPr>
          <a:xfrm>
            <a:off x="303125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D6489AD4-9C0E-4B60-8461-186E044243F4}"/>
              </a:ext>
            </a:extLst>
          </p:cNvPr>
          <p:cNvSpPr/>
          <p:nvPr/>
        </p:nvSpPr>
        <p:spPr>
          <a:xfrm>
            <a:off x="2504050" y="-1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DAF44475-D8C3-427F-808B-E8511F4CFF4F}"/>
              </a:ext>
            </a:extLst>
          </p:cNvPr>
          <p:cNvSpPr/>
          <p:nvPr/>
        </p:nvSpPr>
        <p:spPr>
          <a:xfrm>
            <a:off x="288259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1,072.4</a:t>
            </a:r>
            <a:r>
              <a:rPr lang="ky-KG" sz="2000" dirty="0">
                <a:solidFill>
                  <a:schemeClr val="tx1"/>
                </a:solidFill>
              </a:rPr>
              <a:t> сом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0A5C8AB-8287-431D-8234-3BCFA1E4C0AF}"/>
              </a:ext>
            </a:extLst>
          </p:cNvPr>
          <p:cNvSpPr txBox="1"/>
          <p:nvPr/>
        </p:nvSpPr>
        <p:spPr>
          <a:xfrm>
            <a:off x="303125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3E1E1352-0051-41D9-A1D2-5538BE973B83}"/>
              </a:ext>
            </a:extLst>
          </p:cNvPr>
          <p:cNvSpPr/>
          <p:nvPr/>
        </p:nvSpPr>
        <p:spPr>
          <a:xfrm>
            <a:off x="2504050" y="2299264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B9192A93-CAA0-40EE-BAE3-8ABD051C43E5}"/>
              </a:ext>
            </a:extLst>
          </p:cNvPr>
          <p:cNvSpPr/>
          <p:nvPr/>
        </p:nvSpPr>
        <p:spPr>
          <a:xfrm>
            <a:off x="288259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1044.99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089B45F-556A-443E-919F-46A603CDBD48}"/>
              </a:ext>
            </a:extLst>
          </p:cNvPr>
          <p:cNvSpPr txBox="1"/>
          <p:nvPr/>
        </p:nvSpPr>
        <p:spPr>
          <a:xfrm>
            <a:off x="296850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DF238502-649A-430D-BD8E-F6EFB9F6DA29}"/>
              </a:ext>
            </a:extLst>
          </p:cNvPr>
          <p:cNvSpPr/>
          <p:nvPr/>
        </p:nvSpPr>
        <p:spPr>
          <a:xfrm>
            <a:off x="2504050" y="4598530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6AB55A3-40AC-4396-BC52-BBB3405E7757}"/>
              </a:ext>
            </a:extLst>
          </p:cNvPr>
          <p:cNvSpPr/>
          <p:nvPr/>
        </p:nvSpPr>
        <p:spPr>
          <a:xfrm>
            <a:off x="281983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dirty="0">
                <a:solidFill>
                  <a:schemeClr val="tx1"/>
                </a:solidFill>
              </a:rPr>
              <a:t>443.80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7B35E136-4779-4C5D-AE32-6F97DDC37715}"/>
              </a:ext>
            </a:extLst>
          </p:cNvPr>
          <p:cNvSpPr txBox="1"/>
          <p:nvPr/>
        </p:nvSpPr>
        <p:spPr>
          <a:xfrm>
            <a:off x="553530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0F85B9A0-42CC-4FDE-B6E1-DF61E2BB2A09}"/>
              </a:ext>
            </a:extLst>
          </p:cNvPr>
          <p:cNvSpPr/>
          <p:nvPr/>
        </p:nvSpPr>
        <p:spPr>
          <a:xfrm>
            <a:off x="5008100" y="-1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D66CD96A-BC86-4019-AE74-888497929041}"/>
              </a:ext>
            </a:extLst>
          </p:cNvPr>
          <p:cNvSpPr/>
          <p:nvPr/>
        </p:nvSpPr>
        <p:spPr>
          <a:xfrm>
            <a:off x="538664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81.40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7D14304-0426-46DA-A11C-3FA84DD8973B}"/>
              </a:ext>
            </a:extLst>
          </p:cNvPr>
          <p:cNvSpPr txBox="1"/>
          <p:nvPr/>
        </p:nvSpPr>
        <p:spPr>
          <a:xfrm>
            <a:off x="553530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BC8094D5-6974-415A-8FB2-1D90A2575FB9}"/>
              </a:ext>
            </a:extLst>
          </p:cNvPr>
          <p:cNvSpPr/>
          <p:nvPr/>
        </p:nvSpPr>
        <p:spPr>
          <a:xfrm>
            <a:off x="5008100" y="2299264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58F6F68C-DB8B-4C24-94FE-7364BFEA272D}"/>
              </a:ext>
            </a:extLst>
          </p:cNvPr>
          <p:cNvSpPr/>
          <p:nvPr/>
        </p:nvSpPr>
        <p:spPr>
          <a:xfrm>
            <a:off x="538664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>
                <a:solidFill>
                  <a:schemeClr val="tx1"/>
                </a:solidFill>
              </a:rPr>
              <a:t>1402.5сом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EC5DF8E-C17B-439A-93E2-A2C737A4EA9C}"/>
              </a:ext>
            </a:extLst>
          </p:cNvPr>
          <p:cNvSpPr txBox="1"/>
          <p:nvPr/>
        </p:nvSpPr>
        <p:spPr>
          <a:xfrm>
            <a:off x="547255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D52D5EC6-B82A-4D41-BC52-94B247DE5EA6}"/>
              </a:ext>
            </a:extLst>
          </p:cNvPr>
          <p:cNvSpPr/>
          <p:nvPr/>
        </p:nvSpPr>
        <p:spPr>
          <a:xfrm>
            <a:off x="5008100" y="4598530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2B42F0EA-D4FF-472B-81F7-1D39D32C3E8D}"/>
              </a:ext>
            </a:extLst>
          </p:cNvPr>
          <p:cNvSpPr/>
          <p:nvPr/>
        </p:nvSpPr>
        <p:spPr>
          <a:xfrm>
            <a:off x="532388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132.00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E32F7AB-2EE5-46D9-BB1C-D995F2F72D24}"/>
              </a:ext>
            </a:extLst>
          </p:cNvPr>
          <p:cNvSpPr txBox="1"/>
          <p:nvPr/>
        </p:nvSpPr>
        <p:spPr>
          <a:xfrm>
            <a:off x="803935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61AFFE8E-D4FC-432D-B478-CC8CFF18E402}"/>
              </a:ext>
            </a:extLst>
          </p:cNvPr>
          <p:cNvSpPr/>
          <p:nvPr/>
        </p:nvSpPr>
        <p:spPr>
          <a:xfrm>
            <a:off x="7512151" y="-1"/>
            <a:ext cx="2363716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E647C1E7-E09E-4AE9-A8F7-EB6B9D35C707}"/>
              </a:ext>
            </a:extLst>
          </p:cNvPr>
          <p:cNvSpPr/>
          <p:nvPr/>
        </p:nvSpPr>
        <p:spPr>
          <a:xfrm>
            <a:off x="789069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dirty="0">
                <a:solidFill>
                  <a:schemeClr val="tx1"/>
                </a:solidFill>
              </a:rPr>
              <a:t>1</a:t>
            </a:r>
            <a:r>
              <a:rPr lang="en-GB" sz="1950" dirty="0">
                <a:solidFill>
                  <a:schemeClr val="tx1"/>
                </a:solidFill>
              </a:rPr>
              <a:t>973.95</a:t>
            </a:r>
            <a:r>
              <a:rPr lang="ky-KG" sz="1950" dirty="0">
                <a:solidFill>
                  <a:schemeClr val="tx1"/>
                </a:solidFill>
              </a:rPr>
              <a:t>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BC6449B-D19A-47D5-B9A1-013564283BE3}"/>
              </a:ext>
            </a:extLst>
          </p:cNvPr>
          <p:cNvSpPr txBox="1"/>
          <p:nvPr/>
        </p:nvSpPr>
        <p:spPr>
          <a:xfrm>
            <a:off x="803935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02D14E2E-A78C-40B2-9ED2-3D244EF1CDB3}"/>
              </a:ext>
            </a:extLst>
          </p:cNvPr>
          <p:cNvSpPr/>
          <p:nvPr/>
        </p:nvSpPr>
        <p:spPr>
          <a:xfrm>
            <a:off x="7512151" y="2299264"/>
            <a:ext cx="2363716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93BB41E3-CCB2-4267-AE6C-E70B75C0106C}"/>
              </a:ext>
            </a:extLst>
          </p:cNvPr>
          <p:cNvSpPr/>
          <p:nvPr/>
        </p:nvSpPr>
        <p:spPr>
          <a:xfrm>
            <a:off x="789069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dirty="0">
                <a:solidFill>
                  <a:schemeClr val="tx1"/>
                </a:solidFill>
              </a:rPr>
              <a:t>1614.79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6D901931-EDDB-47B1-A3C5-9A0BD3BF6307}"/>
              </a:ext>
            </a:extLst>
          </p:cNvPr>
          <p:cNvSpPr txBox="1"/>
          <p:nvPr/>
        </p:nvSpPr>
        <p:spPr>
          <a:xfrm>
            <a:off x="797660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gency FB" panose="020B0503020202020204" pitchFamily="34" charset="0"/>
              </a:rPr>
              <a:t>Башта!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9D645C89-687D-49C5-9CEB-503654E529AE}"/>
              </a:ext>
            </a:extLst>
          </p:cNvPr>
          <p:cNvSpPr/>
          <p:nvPr/>
        </p:nvSpPr>
        <p:spPr>
          <a:xfrm>
            <a:off x="7512150" y="4598530"/>
            <a:ext cx="2326779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A6C4897E-0D96-4DC0-AAB8-8560CDFE9138}"/>
              </a:ext>
            </a:extLst>
          </p:cNvPr>
          <p:cNvSpPr/>
          <p:nvPr/>
        </p:nvSpPr>
        <p:spPr>
          <a:xfrm>
            <a:off x="782793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dirty="0">
                <a:solidFill>
                  <a:schemeClr val="tx1"/>
                </a:solidFill>
              </a:rPr>
              <a:t>66.5сом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7679769" y="5464933"/>
            <a:ext cx="1976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ln w="28575">
                  <a:solidFill>
                    <a:schemeClr val="tx1"/>
                  </a:solidFill>
                </a:ln>
              </a:rPr>
              <a:t>ФИНИШ!</a:t>
            </a:r>
            <a:endParaRPr lang="en-GB" sz="3600" b="1" dirty="0">
              <a:latin typeface="Agency FB" panose="020B0503020202020204" pitchFamily="34" charset="0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3B05DF6-3E37-490B-B7E0-643F163FFBD9}"/>
              </a:ext>
            </a:extLst>
          </p:cNvPr>
          <p:cNvSpPr txBox="1"/>
          <p:nvPr/>
        </p:nvSpPr>
        <p:spPr>
          <a:xfrm>
            <a:off x="512371" y="-21570"/>
            <a:ext cx="123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ln w="28575">
                  <a:solidFill>
                    <a:schemeClr val="tx1"/>
                  </a:solidFill>
                </a:ln>
              </a:rPr>
              <a:t>СТАРТ!</a:t>
            </a:r>
            <a:endParaRPr lang="en-GB" sz="2800" b="1" dirty="0"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995DD-66AA-478F-B7A6-A5E7F8FE8605}"/>
              </a:ext>
            </a:extLst>
          </p:cNvPr>
          <p:cNvSpPr txBox="1"/>
          <p:nvPr/>
        </p:nvSpPr>
        <p:spPr>
          <a:xfrm>
            <a:off x="112645" y="492243"/>
            <a:ext cx="21320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10 </a:t>
            </a:r>
            <a:r>
              <a:rPr lang="ky-KG" sz="1600" dirty="0"/>
              <a:t>булочканын</a:t>
            </a:r>
            <a:r>
              <a:rPr lang="ru-RU" sz="1600" dirty="0"/>
              <a:t> баасы </a:t>
            </a:r>
          </a:p>
          <a:p>
            <a:pPr algn="ctr"/>
            <a:r>
              <a:rPr lang="ru-RU" sz="1600" dirty="0"/>
              <a:t>123.20 сом</a:t>
            </a:r>
          </a:p>
          <a:p>
            <a:pPr algn="ctr"/>
            <a:r>
              <a:rPr lang="ru-RU" sz="1600" dirty="0"/>
              <a:t>15 колбаса 351.40сом </a:t>
            </a:r>
          </a:p>
          <a:p>
            <a:pPr algn="ctr"/>
            <a:r>
              <a:rPr lang="ru-RU" sz="1600" dirty="0"/>
              <a:t>турат</a:t>
            </a:r>
          </a:p>
          <a:p>
            <a:pPr algn="ctr"/>
            <a:r>
              <a:rPr lang="ru-RU" sz="1600" dirty="0"/>
              <a:t>30 толук хотдог </a:t>
            </a:r>
          </a:p>
          <a:p>
            <a:pPr algn="ctr"/>
            <a:r>
              <a:rPr lang="ru-RU" sz="1600" dirty="0"/>
              <a:t>канча турат?</a:t>
            </a:r>
            <a:endParaRPr lang="en-GB" sz="16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1787A89-38C4-468B-BC33-ED8A7C64506A}"/>
              </a:ext>
            </a:extLst>
          </p:cNvPr>
          <p:cNvSpPr txBox="1"/>
          <p:nvPr/>
        </p:nvSpPr>
        <p:spPr>
          <a:xfrm>
            <a:off x="2682415" y="370323"/>
            <a:ext cx="20115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2 штук бургердин ар </a:t>
            </a:r>
          </a:p>
          <a:p>
            <a:pPr algn="ctr"/>
            <a:r>
              <a:rPr lang="ru-RU" sz="1600" dirty="0"/>
              <a:t>бири 269.50 сом.</a:t>
            </a:r>
          </a:p>
          <a:p>
            <a:pPr algn="ctr"/>
            <a:r>
              <a:rPr lang="ru-RU" sz="1600" dirty="0"/>
              <a:t>3 таңгак нандын ар</a:t>
            </a:r>
          </a:p>
          <a:p>
            <a:pPr algn="ctr"/>
            <a:r>
              <a:rPr lang="ru-RU" sz="1600" dirty="0"/>
              <a:t> бири 150.50 сом.</a:t>
            </a:r>
          </a:p>
          <a:p>
            <a:pPr algn="ctr"/>
            <a:r>
              <a:rPr lang="ru-RU" sz="1600" dirty="0"/>
              <a:t>1000 сомдан канча </a:t>
            </a:r>
          </a:p>
          <a:p>
            <a:pPr algn="ctr"/>
            <a:r>
              <a:rPr lang="ru-RU" sz="1600" dirty="0"/>
              <a:t>кайтарым </a:t>
            </a:r>
          </a:p>
          <a:p>
            <a:pPr algn="ctr"/>
            <a:r>
              <a:rPr lang="ru-RU" sz="1600" dirty="0"/>
              <a:t>акча алабыз?</a:t>
            </a:r>
            <a:endParaRPr lang="en-GB" sz="16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77406B-C338-4A65-97C5-3AD3CAE6C3D7}"/>
              </a:ext>
            </a:extLst>
          </p:cNvPr>
          <p:cNvSpPr txBox="1"/>
          <p:nvPr/>
        </p:nvSpPr>
        <p:spPr>
          <a:xfrm>
            <a:off x="-29948" y="2768083"/>
            <a:ext cx="24782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Чоңдорго билет: 120.60</a:t>
            </a:r>
          </a:p>
          <a:p>
            <a:pPr algn="ctr"/>
            <a:r>
              <a:rPr lang="ru-RU" sz="1600" dirty="0"/>
              <a:t>Бала билети: 80.80сом</a:t>
            </a:r>
          </a:p>
          <a:p>
            <a:pPr algn="ctr"/>
            <a:endParaRPr lang="ru-RU" sz="1600" dirty="0"/>
          </a:p>
          <a:p>
            <a:pPr algn="ctr"/>
            <a:r>
              <a:rPr lang="ru-RU" sz="1600" dirty="0"/>
              <a:t>4 бала жана 1 чоң кишиге </a:t>
            </a:r>
          </a:p>
          <a:p>
            <a:pPr algn="ctr"/>
            <a:r>
              <a:rPr lang="ru-RU" sz="1600" dirty="0"/>
              <a:t>билеттердин баасы</a:t>
            </a:r>
          </a:p>
          <a:p>
            <a:pPr algn="ctr"/>
            <a:r>
              <a:rPr lang="ru-RU" sz="1600" dirty="0"/>
              <a:t> канча болот?</a:t>
            </a:r>
            <a:endParaRPr lang="en-GB"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CEC68B6-4D05-4570-B814-32727EC6093B}"/>
              </a:ext>
            </a:extLst>
          </p:cNvPr>
          <p:cNvSpPr txBox="1"/>
          <p:nvPr/>
        </p:nvSpPr>
        <p:spPr>
          <a:xfrm>
            <a:off x="2524212" y="4972803"/>
            <a:ext cx="236866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20 калем таңгагы </a:t>
            </a:r>
          </a:p>
          <a:p>
            <a:pPr algn="ctr"/>
            <a:r>
              <a:rPr lang="en-US" sz="1600" dirty="0"/>
              <a:t>467.50</a:t>
            </a:r>
            <a:r>
              <a:rPr lang="ky-KG" sz="1600" dirty="0"/>
              <a:t>сом  ЖЕ 10 калем </a:t>
            </a:r>
          </a:p>
          <a:p>
            <a:pPr algn="ctr"/>
            <a:r>
              <a:rPr lang="ky-KG" sz="1600" dirty="0"/>
              <a:t>таңгагы 357.50 сом .</a:t>
            </a:r>
          </a:p>
          <a:p>
            <a:pPr algn="ctr"/>
            <a:r>
              <a:rPr lang="ky-KG" sz="1600" dirty="0"/>
              <a:t>Экини сатып алсаңыз, </a:t>
            </a:r>
            <a:endParaRPr lang="en-US" sz="1600" dirty="0"/>
          </a:p>
          <a:p>
            <a:pPr algn="ctr"/>
            <a:r>
              <a:rPr lang="ky-KG" sz="1600" dirty="0"/>
              <a:t>бирөө бекер!</a:t>
            </a:r>
          </a:p>
          <a:p>
            <a:pPr algn="ctr"/>
            <a:r>
              <a:rPr lang="ky-KG" sz="1600" dirty="0"/>
              <a:t>60 калемдин эң </a:t>
            </a:r>
            <a:endParaRPr lang="en-US" sz="1600" dirty="0"/>
          </a:p>
          <a:p>
            <a:pPr algn="ctr"/>
            <a:r>
              <a:rPr lang="ky-KG" sz="1600" dirty="0"/>
              <a:t>арзан баасы канча?</a:t>
            </a:r>
            <a:endParaRPr lang="en-GB" sz="16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C0860A-2309-4D02-9475-B718C6190BE0}"/>
              </a:ext>
            </a:extLst>
          </p:cNvPr>
          <p:cNvSpPr txBox="1"/>
          <p:nvPr/>
        </p:nvSpPr>
        <p:spPr>
          <a:xfrm>
            <a:off x="5045742" y="2707123"/>
            <a:ext cx="23852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Чоңдорго билет: 235.77 с</a:t>
            </a:r>
          </a:p>
          <a:p>
            <a:pPr algn="ctr"/>
            <a:r>
              <a:rPr lang="ru-RU" sz="1600" dirty="0"/>
              <a:t>Балдар билети: 105.99 с</a:t>
            </a:r>
          </a:p>
          <a:p>
            <a:pPr algn="ctr"/>
            <a:r>
              <a:rPr lang="ru-RU" sz="1600" dirty="0"/>
              <a:t>Топтук билет: 583.52 с</a:t>
            </a:r>
          </a:p>
          <a:p>
            <a:pPr algn="ctr"/>
            <a:r>
              <a:rPr lang="ru-RU" sz="1600" dirty="0"/>
              <a:t>2 Чоң жана 2 Бала</a:t>
            </a:r>
          </a:p>
          <a:p>
            <a:pPr algn="ctr"/>
            <a:endParaRPr lang="ru-RU" sz="1600" dirty="0"/>
          </a:p>
          <a:p>
            <a:pPr algn="ctr"/>
            <a:r>
              <a:rPr lang="ru-RU" sz="1600" dirty="0"/>
              <a:t>5 чоң киши жана 6 бала</a:t>
            </a:r>
          </a:p>
          <a:p>
            <a:pPr algn="ctr"/>
            <a:r>
              <a:rPr lang="ru-RU" sz="1600" dirty="0"/>
              <a:t> канча турат?</a:t>
            </a:r>
            <a:endParaRPr lang="en-GB" sz="16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91A0FD-0828-476A-AD28-4E70A744BDDE}"/>
              </a:ext>
            </a:extLst>
          </p:cNvPr>
          <p:cNvSpPr txBox="1"/>
          <p:nvPr/>
        </p:nvSpPr>
        <p:spPr>
          <a:xfrm>
            <a:off x="7591788" y="2541147"/>
            <a:ext cx="22318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600" dirty="0"/>
              <a:t>2 банка шпрот: </a:t>
            </a:r>
          </a:p>
          <a:p>
            <a:pPr algn="ctr"/>
            <a:r>
              <a:rPr lang="ky-KG" sz="1600" dirty="0"/>
              <a:t>ар бири 159.50 с</a:t>
            </a:r>
          </a:p>
          <a:p>
            <a:pPr algn="ctr"/>
            <a:r>
              <a:rPr lang="ky-KG" sz="1600" dirty="0"/>
              <a:t>Сырдын 3 блогу: </a:t>
            </a:r>
          </a:p>
          <a:p>
            <a:pPr algn="ctr"/>
            <a:r>
              <a:rPr lang="ky-KG" sz="1600" dirty="0"/>
              <a:t>ар бири 192.50с.</a:t>
            </a:r>
          </a:p>
          <a:p>
            <a:pPr algn="ctr"/>
            <a:r>
              <a:rPr lang="ky-KG" sz="1600" dirty="0"/>
              <a:t>1 бөтөлкө кетчуп. </a:t>
            </a:r>
          </a:p>
          <a:p>
            <a:pPr algn="ctr"/>
            <a:r>
              <a:rPr lang="ky-KG" sz="1600" dirty="0"/>
              <a:t>Аку 1000 сомдон </a:t>
            </a:r>
          </a:p>
          <a:p>
            <a:pPr algn="ctr"/>
            <a:r>
              <a:rPr lang="ky-KG" sz="1600" dirty="0"/>
              <a:t>37 сом</a:t>
            </a:r>
            <a:r>
              <a:rPr lang="en-GB" sz="1600" dirty="0"/>
              <a:t> </a:t>
            </a:r>
            <a:r>
              <a:rPr lang="ky-KG" sz="1600" dirty="0"/>
              <a:t>кайтарым алды.</a:t>
            </a:r>
          </a:p>
          <a:p>
            <a:pPr algn="ctr"/>
            <a:r>
              <a:rPr lang="ky-KG" sz="1600" dirty="0"/>
              <a:t>Кетчуп канча болду?</a:t>
            </a:r>
            <a:endParaRPr lang="en-GB" sz="16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53FD864-6D46-4740-A3E7-D3F3AFBA0102}"/>
              </a:ext>
            </a:extLst>
          </p:cNvPr>
          <p:cNvSpPr txBox="1"/>
          <p:nvPr/>
        </p:nvSpPr>
        <p:spPr>
          <a:xfrm>
            <a:off x="2536082" y="2576682"/>
            <a:ext cx="232089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30 калемден турган</a:t>
            </a:r>
          </a:p>
          <a:p>
            <a:pPr algn="ctr"/>
            <a:r>
              <a:rPr lang="ky-KG" sz="1600" dirty="0"/>
              <a:t> таңгак 714.99 сом ЖЕ</a:t>
            </a:r>
          </a:p>
          <a:p>
            <a:pPr algn="ctr"/>
            <a:r>
              <a:rPr lang="ky-KG" sz="1600" dirty="0"/>
              <a:t>15 калемдерден турган </a:t>
            </a:r>
          </a:p>
          <a:p>
            <a:pPr algn="ctr"/>
            <a:r>
              <a:rPr lang="ky-KG" sz="1600" dirty="0"/>
              <a:t>таңгак 473.00 сом</a:t>
            </a:r>
          </a:p>
          <a:p>
            <a:pPr algn="ctr"/>
            <a:r>
              <a:rPr lang="ky-KG" sz="1600" dirty="0"/>
              <a:t>Эки сатып алсаңыз, </a:t>
            </a:r>
          </a:p>
          <a:p>
            <a:pPr algn="ctr"/>
            <a:r>
              <a:rPr lang="ky-KG" sz="1600" dirty="0"/>
              <a:t>бирөө бекер!</a:t>
            </a:r>
          </a:p>
          <a:p>
            <a:pPr algn="ctr"/>
            <a:r>
              <a:rPr lang="ky-KG" sz="1600" dirty="0"/>
              <a:t>90 калемдин эң арзан</a:t>
            </a:r>
          </a:p>
          <a:p>
            <a:pPr algn="ctr"/>
            <a:r>
              <a:rPr lang="ky-KG" sz="1600" dirty="0"/>
              <a:t> баасы канча?</a:t>
            </a:r>
            <a:endParaRPr lang="en-GB" sz="16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98E5F7-3F08-4222-B017-BCEA481050DE}"/>
              </a:ext>
            </a:extLst>
          </p:cNvPr>
          <p:cNvSpPr txBox="1"/>
          <p:nvPr/>
        </p:nvSpPr>
        <p:spPr>
          <a:xfrm>
            <a:off x="145395" y="4922003"/>
            <a:ext cx="20056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3 кап буурчак ар </a:t>
            </a:r>
          </a:p>
          <a:p>
            <a:pPr algn="ctr"/>
            <a:r>
              <a:rPr lang="ru-RU" sz="1600" dirty="0"/>
              <a:t>бири 247.50 сом.</a:t>
            </a:r>
          </a:p>
          <a:p>
            <a:pPr algn="ctr"/>
            <a:r>
              <a:rPr lang="ru-RU" sz="1600" dirty="0"/>
              <a:t>2 пакет сарымсак ар </a:t>
            </a:r>
          </a:p>
          <a:p>
            <a:pPr algn="ctr"/>
            <a:r>
              <a:rPr lang="ru-RU" sz="1600" dirty="0"/>
              <a:t>бири 95.70 сом.</a:t>
            </a:r>
          </a:p>
          <a:p>
            <a:pPr algn="ctr"/>
            <a:r>
              <a:rPr lang="ru-RU" sz="1600" dirty="0"/>
              <a:t>1000 сомдан канча </a:t>
            </a:r>
          </a:p>
          <a:p>
            <a:pPr algn="ctr"/>
            <a:r>
              <a:rPr lang="ru-RU" sz="1600" dirty="0"/>
              <a:t>кайтарым </a:t>
            </a:r>
          </a:p>
          <a:p>
            <a:pPr algn="ctr"/>
            <a:r>
              <a:rPr lang="ru-RU" sz="1600" dirty="0"/>
              <a:t>акча алабыз?</a:t>
            </a:r>
            <a:endParaRPr lang="en-GB" sz="16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A71CE2D-7A10-45F5-978C-E392519E6ABA}"/>
              </a:ext>
            </a:extLst>
          </p:cNvPr>
          <p:cNvSpPr txBox="1"/>
          <p:nvPr/>
        </p:nvSpPr>
        <p:spPr>
          <a:xfrm>
            <a:off x="5028346" y="380483"/>
            <a:ext cx="23387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Чоңдорго билет: 478.50с</a:t>
            </a:r>
          </a:p>
          <a:p>
            <a:pPr algn="ctr"/>
            <a:r>
              <a:rPr lang="ru-RU" sz="1600" dirty="0"/>
              <a:t>Балдар билети: 275.00с</a:t>
            </a:r>
          </a:p>
          <a:p>
            <a:pPr algn="ctr"/>
            <a:r>
              <a:rPr lang="ru-RU" sz="1600" dirty="0"/>
              <a:t>Топтук билет: 1979.99с </a:t>
            </a:r>
          </a:p>
          <a:p>
            <a:pPr algn="ctr"/>
            <a:r>
              <a:rPr lang="ru-RU" sz="1600" dirty="0"/>
              <a:t>2 Чоң жана 2 Бала.</a:t>
            </a:r>
          </a:p>
          <a:p>
            <a:pPr algn="ctr"/>
            <a:r>
              <a:rPr lang="ru-RU" sz="1600" dirty="0"/>
              <a:t>6 чоң кишиге жана </a:t>
            </a:r>
          </a:p>
          <a:p>
            <a:pPr algn="ctr"/>
            <a:r>
              <a:rPr lang="ru-RU" sz="1600" dirty="0"/>
              <a:t>2 балага билет </a:t>
            </a:r>
          </a:p>
          <a:p>
            <a:pPr algn="ctr"/>
            <a:r>
              <a:rPr lang="ru-RU" sz="1600" dirty="0"/>
              <a:t>канча болот?</a:t>
            </a:r>
            <a:endParaRPr lang="en-GB" sz="16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077E2B9-D3AA-45C1-BAEF-F8DEC912F160}"/>
              </a:ext>
            </a:extLst>
          </p:cNvPr>
          <p:cNvSpPr txBox="1"/>
          <p:nvPr/>
        </p:nvSpPr>
        <p:spPr>
          <a:xfrm>
            <a:off x="4901748" y="4951253"/>
            <a:ext cx="26759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картошка: 20.70 с</a:t>
            </a:r>
            <a:r>
              <a:rPr lang="en-GB" sz="1600" dirty="0"/>
              <a:t> </a:t>
            </a:r>
            <a:r>
              <a:rPr lang="ky-KG" sz="1600" dirty="0"/>
              <a:t>ар бири.</a:t>
            </a:r>
          </a:p>
          <a:p>
            <a:pPr algn="ctr"/>
            <a:r>
              <a:rPr lang="ky-KG" sz="1600" dirty="0"/>
              <a:t>4 филе: ар бири 294.80с</a:t>
            </a:r>
          </a:p>
          <a:p>
            <a:pPr algn="ctr"/>
            <a:r>
              <a:rPr lang="ky-KG" sz="1600" dirty="0"/>
              <a:t>1 бөтөлкө соус.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Аку 1500 сомдон </a:t>
            </a:r>
            <a:endParaRPr lang="en-US" sz="1600" dirty="0"/>
          </a:p>
          <a:p>
            <a:pPr algn="ctr"/>
            <a:r>
              <a:rPr lang="ky-KG" sz="1600" dirty="0"/>
              <a:t>200сом кайтарым алган.</a:t>
            </a:r>
          </a:p>
          <a:p>
            <a:pPr algn="ctr"/>
            <a:r>
              <a:rPr lang="ky-KG" sz="1600" dirty="0"/>
              <a:t>Соустун баасы канча?</a:t>
            </a:r>
            <a:endParaRPr lang="en-GB" sz="16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65A2FFA-C4CA-4B22-B8FD-E314952612DC}"/>
              </a:ext>
            </a:extLst>
          </p:cNvPr>
          <p:cNvSpPr txBox="1"/>
          <p:nvPr/>
        </p:nvSpPr>
        <p:spPr>
          <a:xfrm>
            <a:off x="7453661" y="451603"/>
            <a:ext cx="2385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Чоңдорго билет: 500.50 с</a:t>
            </a:r>
          </a:p>
          <a:p>
            <a:pPr algn="ctr"/>
            <a:r>
              <a:rPr lang="ru-RU" sz="1600" dirty="0"/>
              <a:t>Балдар билети: 302.50 с</a:t>
            </a:r>
          </a:p>
          <a:p>
            <a:pPr algn="ctr"/>
            <a:endParaRPr lang="ru-RU" sz="1600" dirty="0"/>
          </a:p>
          <a:p>
            <a:pPr algn="ctr"/>
            <a:r>
              <a:rPr lang="ru-RU" sz="1600" dirty="0"/>
              <a:t>3 бала жана </a:t>
            </a:r>
          </a:p>
          <a:p>
            <a:pPr algn="ctr"/>
            <a:r>
              <a:rPr lang="ru-RU" sz="1600" dirty="0"/>
              <a:t>2 чоң киши билет </a:t>
            </a:r>
          </a:p>
          <a:p>
            <a:pPr algn="ctr"/>
            <a:r>
              <a:rPr lang="ru-RU" sz="1600" dirty="0"/>
              <a:t>канча турат?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75344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185407" y="1132977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98960F32-E2F1-4F98-AEE5-DABAECC10ACE}"/>
              </a:ext>
            </a:extLst>
          </p:cNvPr>
          <p:cNvCxnSpPr>
            <a:cxnSpLocks/>
          </p:cNvCxnSpPr>
          <p:nvPr/>
        </p:nvCxnSpPr>
        <p:spPr>
          <a:xfrm flipH="1">
            <a:off x="2226371" y="3404382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5F511EC7-E473-4274-B63E-181005F6F686}"/>
              </a:ext>
            </a:extLst>
          </p:cNvPr>
          <p:cNvCxnSpPr>
            <a:cxnSpLocks/>
          </p:cNvCxnSpPr>
          <p:nvPr/>
        </p:nvCxnSpPr>
        <p:spPr>
          <a:xfrm flipH="1">
            <a:off x="2308100" y="5714636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3E59119-7C81-459C-836D-47CC4C1426C2}"/>
              </a:ext>
            </a:extLst>
          </p:cNvPr>
          <p:cNvCxnSpPr>
            <a:cxnSpLocks/>
          </p:cNvCxnSpPr>
          <p:nvPr/>
        </p:nvCxnSpPr>
        <p:spPr>
          <a:xfrm flipH="1">
            <a:off x="1161217" y="2151189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3EF4B37-F3B4-40CF-8E47-D3088AA980E6}"/>
              </a:ext>
            </a:extLst>
          </p:cNvPr>
          <p:cNvCxnSpPr>
            <a:cxnSpLocks/>
          </p:cNvCxnSpPr>
          <p:nvPr/>
        </p:nvCxnSpPr>
        <p:spPr>
          <a:xfrm flipH="1">
            <a:off x="3678391" y="2067847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929E0B5B-6C54-417A-907E-8C4C20756AD0}"/>
              </a:ext>
            </a:extLst>
          </p:cNvPr>
          <p:cNvCxnSpPr>
            <a:cxnSpLocks/>
          </p:cNvCxnSpPr>
          <p:nvPr/>
        </p:nvCxnSpPr>
        <p:spPr>
          <a:xfrm flipH="1">
            <a:off x="6158862" y="1989866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FB480707-F9CB-4159-97F9-CE8519747E6E}"/>
              </a:ext>
            </a:extLst>
          </p:cNvPr>
          <p:cNvCxnSpPr>
            <a:cxnSpLocks/>
          </p:cNvCxnSpPr>
          <p:nvPr/>
        </p:nvCxnSpPr>
        <p:spPr>
          <a:xfrm flipH="1">
            <a:off x="8669009" y="2127650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A11920D1-9284-4EE1-A1C7-F6340BACF5BA}"/>
              </a:ext>
            </a:extLst>
          </p:cNvPr>
          <p:cNvCxnSpPr>
            <a:cxnSpLocks/>
          </p:cNvCxnSpPr>
          <p:nvPr/>
        </p:nvCxnSpPr>
        <p:spPr>
          <a:xfrm>
            <a:off x="1127924" y="1128041"/>
            <a:ext cx="5052970" cy="461741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950CDC1D-D937-483F-A218-6707D16FC81C}"/>
              </a:ext>
            </a:extLst>
          </p:cNvPr>
          <p:cNvCxnSpPr>
            <a:cxnSpLocks/>
          </p:cNvCxnSpPr>
          <p:nvPr/>
        </p:nvCxnSpPr>
        <p:spPr>
          <a:xfrm>
            <a:off x="3676195" y="1106664"/>
            <a:ext cx="5052970" cy="461741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1E6FBA05-B94E-4DB5-AA83-79354FBED546}"/>
              </a:ext>
            </a:extLst>
          </p:cNvPr>
          <p:cNvCxnSpPr>
            <a:cxnSpLocks/>
          </p:cNvCxnSpPr>
          <p:nvPr/>
        </p:nvCxnSpPr>
        <p:spPr>
          <a:xfrm>
            <a:off x="6154801" y="1120294"/>
            <a:ext cx="2516384" cy="230576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2A5B8AD6-B28A-4D4C-A6F0-FDC3631C423A}"/>
              </a:ext>
            </a:extLst>
          </p:cNvPr>
          <p:cNvCxnSpPr>
            <a:cxnSpLocks/>
          </p:cNvCxnSpPr>
          <p:nvPr/>
        </p:nvCxnSpPr>
        <p:spPr>
          <a:xfrm>
            <a:off x="1121448" y="3403066"/>
            <a:ext cx="2516384" cy="230576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69270E74-1EEC-4F71-AE70-354510CA53A8}"/>
              </a:ext>
            </a:extLst>
          </p:cNvPr>
          <p:cNvCxnSpPr>
            <a:cxnSpLocks/>
          </p:cNvCxnSpPr>
          <p:nvPr/>
        </p:nvCxnSpPr>
        <p:spPr>
          <a:xfrm flipH="1">
            <a:off x="3693337" y="1133924"/>
            <a:ext cx="5002535" cy="461152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838815FF-642A-4D94-9CDD-E6FC1F81876B}"/>
              </a:ext>
            </a:extLst>
          </p:cNvPr>
          <p:cNvCxnSpPr>
            <a:cxnSpLocks/>
          </p:cNvCxnSpPr>
          <p:nvPr/>
        </p:nvCxnSpPr>
        <p:spPr>
          <a:xfrm flipH="1">
            <a:off x="1159683" y="1143363"/>
            <a:ext cx="5002535" cy="461152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40DE04A8-6CDA-4DC8-AC81-B44CD100E553}"/>
              </a:ext>
            </a:extLst>
          </p:cNvPr>
          <p:cNvCxnSpPr>
            <a:cxnSpLocks/>
          </p:cNvCxnSpPr>
          <p:nvPr/>
        </p:nvCxnSpPr>
        <p:spPr>
          <a:xfrm flipH="1">
            <a:off x="1132821" y="1123235"/>
            <a:ext cx="2554951" cy="232117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32ECD2A-EC38-43A2-8B78-93980FCA2450}"/>
              </a:ext>
            </a:extLst>
          </p:cNvPr>
          <p:cNvCxnSpPr>
            <a:cxnSpLocks/>
          </p:cNvCxnSpPr>
          <p:nvPr/>
        </p:nvCxnSpPr>
        <p:spPr>
          <a:xfrm flipH="1">
            <a:off x="6099493" y="3453003"/>
            <a:ext cx="2554951" cy="232117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52720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42146" y="-1"/>
            <a:ext cx="2339211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83D899E-CBCA-45DC-AAFB-249AC4AF48EB}"/>
              </a:ext>
            </a:extLst>
          </p:cNvPr>
          <p:cNvSpPr txBox="1"/>
          <p:nvPr/>
        </p:nvSpPr>
        <p:spPr>
          <a:xfrm>
            <a:off x="52720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9A86A064-71D1-4958-8E60-48C935CA8125}"/>
              </a:ext>
            </a:extLst>
          </p:cNvPr>
          <p:cNvSpPr/>
          <p:nvPr/>
        </p:nvSpPr>
        <p:spPr>
          <a:xfrm>
            <a:off x="26931" y="2299264"/>
            <a:ext cx="2354426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79BE9C5-BE6D-4B32-A5E0-661CAD505214}"/>
              </a:ext>
            </a:extLst>
          </p:cNvPr>
          <p:cNvSpPr/>
          <p:nvPr/>
        </p:nvSpPr>
        <p:spPr>
          <a:xfrm>
            <a:off x="378543" y="2364162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9.5 сом 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E186F0A-85E5-4343-9415-BB2237D00A9B}"/>
              </a:ext>
            </a:extLst>
          </p:cNvPr>
          <p:cNvSpPr txBox="1"/>
          <p:nvPr/>
        </p:nvSpPr>
        <p:spPr>
          <a:xfrm>
            <a:off x="46445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982D85E7-1721-4999-A5D3-49092B405CC0}"/>
              </a:ext>
            </a:extLst>
          </p:cNvPr>
          <p:cNvSpPr/>
          <p:nvPr/>
        </p:nvSpPr>
        <p:spPr>
          <a:xfrm>
            <a:off x="44677" y="4598530"/>
            <a:ext cx="2336680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09F3214-8C0B-4D40-ABC1-772FBB996525}"/>
              </a:ext>
            </a:extLst>
          </p:cNvPr>
          <p:cNvSpPr/>
          <p:nvPr/>
        </p:nvSpPr>
        <p:spPr>
          <a:xfrm>
            <a:off x="31578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1506.99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7AC1BFE-159D-44A7-9D50-CB69A88EE2C8}"/>
              </a:ext>
            </a:extLst>
          </p:cNvPr>
          <p:cNvSpPr txBox="1"/>
          <p:nvPr/>
        </p:nvSpPr>
        <p:spPr>
          <a:xfrm>
            <a:off x="303125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D6489AD4-9C0E-4B60-8461-186E044243F4}"/>
              </a:ext>
            </a:extLst>
          </p:cNvPr>
          <p:cNvSpPr/>
          <p:nvPr/>
        </p:nvSpPr>
        <p:spPr>
          <a:xfrm>
            <a:off x="2504050" y="-1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DAF44475-D8C3-427F-808B-E8511F4CFF4F}"/>
              </a:ext>
            </a:extLst>
          </p:cNvPr>
          <p:cNvSpPr/>
          <p:nvPr/>
        </p:nvSpPr>
        <p:spPr>
          <a:xfrm>
            <a:off x="2882593" y="64897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1,072.4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0A5C8AB-8287-431D-8234-3BCFA1E4C0AF}"/>
              </a:ext>
            </a:extLst>
          </p:cNvPr>
          <p:cNvSpPr txBox="1"/>
          <p:nvPr/>
        </p:nvSpPr>
        <p:spPr>
          <a:xfrm>
            <a:off x="303125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3E1E1352-0051-41D9-A1D2-5538BE973B83}"/>
              </a:ext>
            </a:extLst>
          </p:cNvPr>
          <p:cNvSpPr/>
          <p:nvPr/>
        </p:nvSpPr>
        <p:spPr>
          <a:xfrm>
            <a:off x="2504050" y="2299264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B9192A93-CAA0-40EE-BAE3-8ABD051C43E5}"/>
              </a:ext>
            </a:extLst>
          </p:cNvPr>
          <p:cNvSpPr/>
          <p:nvPr/>
        </p:nvSpPr>
        <p:spPr>
          <a:xfrm>
            <a:off x="288259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1044.99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089B45F-556A-443E-919F-46A603CDBD48}"/>
              </a:ext>
            </a:extLst>
          </p:cNvPr>
          <p:cNvSpPr txBox="1"/>
          <p:nvPr/>
        </p:nvSpPr>
        <p:spPr>
          <a:xfrm>
            <a:off x="296850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DF238502-649A-430D-BD8E-F6EFB9F6DA29}"/>
              </a:ext>
            </a:extLst>
          </p:cNvPr>
          <p:cNvSpPr/>
          <p:nvPr/>
        </p:nvSpPr>
        <p:spPr>
          <a:xfrm>
            <a:off x="2504050" y="4598530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6AB55A3-40AC-4396-BC52-BBB3405E7757}"/>
              </a:ext>
            </a:extLst>
          </p:cNvPr>
          <p:cNvSpPr/>
          <p:nvPr/>
        </p:nvSpPr>
        <p:spPr>
          <a:xfrm>
            <a:off x="2819839" y="4663428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443.80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7B35E136-4779-4C5D-AE32-6F97DDC37715}"/>
              </a:ext>
            </a:extLst>
          </p:cNvPr>
          <p:cNvSpPr txBox="1"/>
          <p:nvPr/>
        </p:nvSpPr>
        <p:spPr>
          <a:xfrm>
            <a:off x="553530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0F85B9A0-42CC-4FDE-B6E1-DF61E2BB2A09}"/>
              </a:ext>
            </a:extLst>
          </p:cNvPr>
          <p:cNvSpPr/>
          <p:nvPr/>
        </p:nvSpPr>
        <p:spPr>
          <a:xfrm>
            <a:off x="5008100" y="-1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D66CD96A-BC86-4019-AE74-888497929041}"/>
              </a:ext>
            </a:extLst>
          </p:cNvPr>
          <p:cNvSpPr/>
          <p:nvPr/>
        </p:nvSpPr>
        <p:spPr>
          <a:xfrm>
            <a:off x="538664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81.40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7D14304-0426-46DA-A11C-3FA84DD8973B}"/>
              </a:ext>
            </a:extLst>
          </p:cNvPr>
          <p:cNvSpPr txBox="1"/>
          <p:nvPr/>
        </p:nvSpPr>
        <p:spPr>
          <a:xfrm>
            <a:off x="553530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BC8094D5-6974-415A-8FB2-1D90A2575FB9}"/>
              </a:ext>
            </a:extLst>
          </p:cNvPr>
          <p:cNvSpPr/>
          <p:nvPr/>
        </p:nvSpPr>
        <p:spPr>
          <a:xfrm>
            <a:off x="5008100" y="2299264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58F6F68C-DB8B-4C24-94FE-7364BFEA272D}"/>
              </a:ext>
            </a:extLst>
          </p:cNvPr>
          <p:cNvSpPr/>
          <p:nvPr/>
        </p:nvSpPr>
        <p:spPr>
          <a:xfrm>
            <a:off x="538664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1402.5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EC5DF8E-C17B-439A-93E2-A2C737A4EA9C}"/>
              </a:ext>
            </a:extLst>
          </p:cNvPr>
          <p:cNvSpPr txBox="1"/>
          <p:nvPr/>
        </p:nvSpPr>
        <p:spPr>
          <a:xfrm>
            <a:off x="547255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D52D5EC6-B82A-4D41-BC52-94B247DE5EA6}"/>
              </a:ext>
            </a:extLst>
          </p:cNvPr>
          <p:cNvSpPr/>
          <p:nvPr/>
        </p:nvSpPr>
        <p:spPr>
          <a:xfrm>
            <a:off x="5008100" y="4598530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2B42F0EA-D4FF-472B-81F7-1D39D32C3E8D}"/>
              </a:ext>
            </a:extLst>
          </p:cNvPr>
          <p:cNvSpPr/>
          <p:nvPr/>
        </p:nvSpPr>
        <p:spPr>
          <a:xfrm>
            <a:off x="532388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132.00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E32F7AB-2EE5-46D9-BB1C-D995F2F72D24}"/>
              </a:ext>
            </a:extLst>
          </p:cNvPr>
          <p:cNvSpPr txBox="1"/>
          <p:nvPr/>
        </p:nvSpPr>
        <p:spPr>
          <a:xfrm>
            <a:off x="803935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61AFFE8E-D4FC-432D-B478-CC8CFF18E402}"/>
              </a:ext>
            </a:extLst>
          </p:cNvPr>
          <p:cNvSpPr/>
          <p:nvPr/>
        </p:nvSpPr>
        <p:spPr>
          <a:xfrm>
            <a:off x="7512150" y="-1"/>
            <a:ext cx="2338771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E647C1E7-E09E-4AE9-A8F7-EB6B9D35C707}"/>
              </a:ext>
            </a:extLst>
          </p:cNvPr>
          <p:cNvSpPr/>
          <p:nvPr/>
        </p:nvSpPr>
        <p:spPr>
          <a:xfrm>
            <a:off x="789069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973.95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BC6449B-D19A-47D5-B9A1-013564283BE3}"/>
              </a:ext>
            </a:extLst>
          </p:cNvPr>
          <p:cNvSpPr txBox="1"/>
          <p:nvPr/>
        </p:nvSpPr>
        <p:spPr>
          <a:xfrm>
            <a:off x="803935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02D14E2E-A78C-40B2-9ED2-3D244EF1CDB3}"/>
              </a:ext>
            </a:extLst>
          </p:cNvPr>
          <p:cNvSpPr/>
          <p:nvPr/>
        </p:nvSpPr>
        <p:spPr>
          <a:xfrm>
            <a:off x="7512151" y="2299264"/>
            <a:ext cx="2326074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93BB41E3-CCB2-4267-AE6C-E70B75C0106C}"/>
              </a:ext>
            </a:extLst>
          </p:cNvPr>
          <p:cNvSpPr/>
          <p:nvPr/>
        </p:nvSpPr>
        <p:spPr>
          <a:xfrm>
            <a:off x="789069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1614.79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6D901931-EDDB-47B1-A3C5-9A0BD3BF6307}"/>
              </a:ext>
            </a:extLst>
          </p:cNvPr>
          <p:cNvSpPr txBox="1"/>
          <p:nvPr/>
        </p:nvSpPr>
        <p:spPr>
          <a:xfrm>
            <a:off x="797660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9D645C89-687D-49C5-9CEB-503654E529AE}"/>
              </a:ext>
            </a:extLst>
          </p:cNvPr>
          <p:cNvSpPr/>
          <p:nvPr/>
        </p:nvSpPr>
        <p:spPr>
          <a:xfrm>
            <a:off x="7512150" y="4598530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A6C4897E-0D96-4DC0-AAB8-8560CDFE9138}"/>
              </a:ext>
            </a:extLst>
          </p:cNvPr>
          <p:cNvSpPr/>
          <p:nvPr/>
        </p:nvSpPr>
        <p:spPr>
          <a:xfrm>
            <a:off x="782793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66.5сом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7679769" y="5464933"/>
            <a:ext cx="1976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3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ФИНИШ!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3B05DF6-3E37-490B-B7E0-643F163FFBD9}"/>
              </a:ext>
            </a:extLst>
          </p:cNvPr>
          <p:cNvSpPr txBox="1"/>
          <p:nvPr/>
        </p:nvSpPr>
        <p:spPr>
          <a:xfrm>
            <a:off x="512371" y="-21570"/>
            <a:ext cx="123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СТАРТ!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995DD-66AA-478F-B7A6-A5E7F8FE8605}"/>
              </a:ext>
            </a:extLst>
          </p:cNvPr>
          <p:cNvSpPr txBox="1"/>
          <p:nvPr/>
        </p:nvSpPr>
        <p:spPr>
          <a:xfrm>
            <a:off x="112645" y="492243"/>
            <a:ext cx="21320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булочканын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баасы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123.20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колбаса 351.40сом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турат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толук хотдог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канча турат?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1787A89-38C4-468B-BC33-ED8A7C64506A}"/>
              </a:ext>
            </a:extLst>
          </p:cNvPr>
          <p:cNvSpPr txBox="1"/>
          <p:nvPr/>
        </p:nvSpPr>
        <p:spPr>
          <a:xfrm>
            <a:off x="2682415" y="370323"/>
            <a:ext cx="20115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штук бургердин ар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бири 269.50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таңгак нандын ар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бири 150.50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1000 сомдан канча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кайтарым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акча алабыз?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77406B-C338-4A65-97C5-3AD3CAE6C3D7}"/>
              </a:ext>
            </a:extLst>
          </p:cNvPr>
          <p:cNvSpPr txBox="1"/>
          <p:nvPr/>
        </p:nvSpPr>
        <p:spPr>
          <a:xfrm>
            <a:off x="-29948" y="2768083"/>
            <a:ext cx="24782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120.60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Бала билети: 80.80сом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бала жана 1 чоң кишиге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билеттердин баасы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канча болот?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CEC68B6-4D05-4570-B814-32727EC6093B}"/>
              </a:ext>
            </a:extLst>
          </p:cNvPr>
          <p:cNvSpPr txBox="1"/>
          <p:nvPr/>
        </p:nvSpPr>
        <p:spPr>
          <a:xfrm>
            <a:off x="2524212" y="4972803"/>
            <a:ext cx="236866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калем таңгагы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467.50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  ЖЕ 10 калем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таңгагы 357.50 сом 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Экини сатып алсаңыз,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бирөө бекер!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калемдин эң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арзан баасы канча?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C0860A-2309-4D02-9475-B718C6190BE0}"/>
              </a:ext>
            </a:extLst>
          </p:cNvPr>
          <p:cNvSpPr txBox="1"/>
          <p:nvPr/>
        </p:nvSpPr>
        <p:spPr>
          <a:xfrm>
            <a:off x="5045742" y="2707123"/>
            <a:ext cx="23852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235.77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Балдар билети: 105.99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Топтук билет: 583.52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Чоң жана 2 Бала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чоң киши жана 6 бала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канча турат?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91A0FD-0828-476A-AD28-4E70A744BDDE}"/>
              </a:ext>
            </a:extLst>
          </p:cNvPr>
          <p:cNvSpPr txBox="1"/>
          <p:nvPr/>
        </p:nvSpPr>
        <p:spPr>
          <a:xfrm>
            <a:off x="7591788" y="2541147"/>
            <a:ext cx="223189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банка шпрот: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 159.50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Сырдын 3 блогу: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 192.50с.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бөтөлкө кетчуп.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Аку 1000 сомдон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37 сом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кайтарым алды.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Кетчуп канча болду?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53FD864-6D46-4740-A3E7-D3F3AFBA0102}"/>
              </a:ext>
            </a:extLst>
          </p:cNvPr>
          <p:cNvSpPr txBox="1"/>
          <p:nvPr/>
        </p:nvSpPr>
        <p:spPr>
          <a:xfrm>
            <a:off x="2536082" y="2576682"/>
            <a:ext cx="232089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калемден турган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таңгак 714.99 сом ЖЕ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калемдерден турган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таңгак 473.00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сатып алсаңыз,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бирөө бекер!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калемдин эң арзан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баасы канча?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98E5F7-3F08-4222-B017-BCEA481050DE}"/>
              </a:ext>
            </a:extLst>
          </p:cNvPr>
          <p:cNvSpPr txBox="1"/>
          <p:nvPr/>
        </p:nvSpPr>
        <p:spPr>
          <a:xfrm>
            <a:off x="145395" y="4922003"/>
            <a:ext cx="20056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кап буурчак ар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бири 247.50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пакет сарымсак ар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бири 95.70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1000 сомдан канча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кайтарым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акча алабыз?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A71CE2D-7A10-45F5-978C-E392519E6ABA}"/>
              </a:ext>
            </a:extLst>
          </p:cNvPr>
          <p:cNvSpPr txBox="1"/>
          <p:nvPr/>
        </p:nvSpPr>
        <p:spPr>
          <a:xfrm>
            <a:off x="5028346" y="380483"/>
            <a:ext cx="23387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478.50с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Балдар билети: 275.00с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Топтук билет: 1979.99с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Чоң жана 2 Бала.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чоң кишиге жана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балага билет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канча болот?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077E2B9-D3AA-45C1-BAEF-F8DEC912F160}"/>
              </a:ext>
            </a:extLst>
          </p:cNvPr>
          <p:cNvSpPr txBox="1"/>
          <p:nvPr/>
        </p:nvSpPr>
        <p:spPr>
          <a:xfrm>
            <a:off x="4901748" y="4951253"/>
            <a:ext cx="26759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картошка: 20.70 с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филе: ар бири 294.80с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бөтөлкө соус.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Аку 1500 сомдон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200сом кайтарым алган.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Соустун баасы канча?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65A2FFA-C4CA-4B22-B8FD-E314952612DC}"/>
              </a:ext>
            </a:extLst>
          </p:cNvPr>
          <p:cNvSpPr txBox="1"/>
          <p:nvPr/>
        </p:nvSpPr>
        <p:spPr>
          <a:xfrm>
            <a:off x="7453661" y="451603"/>
            <a:ext cx="2385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500.50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Балдар билети: 302.50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бала жана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чоң киши билет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канча турат?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18995C4-A8DA-5A16-82CD-7C28C83EA18A}"/>
              </a:ext>
            </a:extLst>
          </p:cNvPr>
          <p:cNvSpPr/>
          <p:nvPr/>
        </p:nvSpPr>
        <p:spPr>
          <a:xfrm>
            <a:off x="2297015" y="914106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6BFCF47-B42C-9F3E-464B-C135C432E1B1}"/>
              </a:ext>
            </a:extLst>
          </p:cNvPr>
          <p:cNvSpPr/>
          <p:nvPr/>
        </p:nvSpPr>
        <p:spPr>
          <a:xfrm rot="8052533">
            <a:off x="2120129" y="2123875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385C808-BF28-A144-C05C-871EF39B047F}"/>
              </a:ext>
            </a:extLst>
          </p:cNvPr>
          <p:cNvSpPr/>
          <p:nvPr/>
        </p:nvSpPr>
        <p:spPr>
          <a:xfrm rot="2655799">
            <a:off x="2130290" y="4399714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43636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F624B46-1454-4371-8A7C-0CB8F987FAEB}"/>
              </a:ext>
            </a:extLst>
          </p:cNvPr>
          <p:cNvCxnSpPr>
            <a:cxnSpLocks/>
          </p:cNvCxnSpPr>
          <p:nvPr/>
        </p:nvCxnSpPr>
        <p:spPr>
          <a:xfrm flipH="1">
            <a:off x="2185407" y="1132977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98960F32-E2F1-4F98-AEE5-DABAECC10ACE}"/>
              </a:ext>
            </a:extLst>
          </p:cNvPr>
          <p:cNvCxnSpPr>
            <a:cxnSpLocks/>
          </p:cNvCxnSpPr>
          <p:nvPr/>
        </p:nvCxnSpPr>
        <p:spPr>
          <a:xfrm flipH="1">
            <a:off x="2226371" y="3404382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5F511EC7-E473-4274-B63E-181005F6F686}"/>
              </a:ext>
            </a:extLst>
          </p:cNvPr>
          <p:cNvCxnSpPr>
            <a:cxnSpLocks/>
          </p:cNvCxnSpPr>
          <p:nvPr/>
        </p:nvCxnSpPr>
        <p:spPr>
          <a:xfrm flipH="1">
            <a:off x="2308100" y="5714636"/>
            <a:ext cx="5400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3E59119-7C81-459C-836D-47CC4C1426C2}"/>
              </a:ext>
            </a:extLst>
          </p:cNvPr>
          <p:cNvCxnSpPr>
            <a:cxnSpLocks/>
          </p:cNvCxnSpPr>
          <p:nvPr/>
        </p:nvCxnSpPr>
        <p:spPr>
          <a:xfrm flipH="1">
            <a:off x="1161217" y="2151189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3EF4B37-F3B4-40CF-8E47-D3088AA980E6}"/>
              </a:ext>
            </a:extLst>
          </p:cNvPr>
          <p:cNvCxnSpPr>
            <a:cxnSpLocks/>
          </p:cNvCxnSpPr>
          <p:nvPr/>
        </p:nvCxnSpPr>
        <p:spPr>
          <a:xfrm flipH="1">
            <a:off x="3678391" y="2067847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929E0B5B-6C54-417A-907E-8C4C20756AD0}"/>
              </a:ext>
            </a:extLst>
          </p:cNvPr>
          <p:cNvCxnSpPr>
            <a:cxnSpLocks/>
          </p:cNvCxnSpPr>
          <p:nvPr/>
        </p:nvCxnSpPr>
        <p:spPr>
          <a:xfrm flipH="1">
            <a:off x="6158862" y="1989866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FB480707-F9CB-4159-97F9-CE8519747E6E}"/>
              </a:ext>
            </a:extLst>
          </p:cNvPr>
          <p:cNvCxnSpPr>
            <a:cxnSpLocks/>
          </p:cNvCxnSpPr>
          <p:nvPr/>
        </p:nvCxnSpPr>
        <p:spPr>
          <a:xfrm flipH="1">
            <a:off x="8669009" y="2127650"/>
            <a:ext cx="0" cy="28782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A11920D1-9284-4EE1-A1C7-F6340BACF5BA}"/>
              </a:ext>
            </a:extLst>
          </p:cNvPr>
          <p:cNvCxnSpPr>
            <a:cxnSpLocks/>
          </p:cNvCxnSpPr>
          <p:nvPr/>
        </p:nvCxnSpPr>
        <p:spPr>
          <a:xfrm>
            <a:off x="1127924" y="1128041"/>
            <a:ext cx="5052970" cy="461741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950CDC1D-D937-483F-A218-6707D16FC81C}"/>
              </a:ext>
            </a:extLst>
          </p:cNvPr>
          <p:cNvCxnSpPr>
            <a:cxnSpLocks/>
          </p:cNvCxnSpPr>
          <p:nvPr/>
        </p:nvCxnSpPr>
        <p:spPr>
          <a:xfrm>
            <a:off x="3676195" y="1106664"/>
            <a:ext cx="5052970" cy="461741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1E6FBA05-B94E-4DB5-AA83-79354FBED546}"/>
              </a:ext>
            </a:extLst>
          </p:cNvPr>
          <p:cNvCxnSpPr>
            <a:cxnSpLocks/>
          </p:cNvCxnSpPr>
          <p:nvPr/>
        </p:nvCxnSpPr>
        <p:spPr>
          <a:xfrm>
            <a:off x="6154801" y="1120294"/>
            <a:ext cx="2516384" cy="230576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2A5B8AD6-B28A-4D4C-A6F0-FDC3631C423A}"/>
              </a:ext>
            </a:extLst>
          </p:cNvPr>
          <p:cNvCxnSpPr>
            <a:cxnSpLocks/>
          </p:cNvCxnSpPr>
          <p:nvPr/>
        </p:nvCxnSpPr>
        <p:spPr>
          <a:xfrm>
            <a:off x="1121448" y="3403066"/>
            <a:ext cx="2516384" cy="230576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69270E74-1EEC-4F71-AE70-354510CA53A8}"/>
              </a:ext>
            </a:extLst>
          </p:cNvPr>
          <p:cNvCxnSpPr>
            <a:cxnSpLocks/>
          </p:cNvCxnSpPr>
          <p:nvPr/>
        </p:nvCxnSpPr>
        <p:spPr>
          <a:xfrm flipH="1">
            <a:off x="3693337" y="1133924"/>
            <a:ext cx="5002535" cy="461152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838815FF-642A-4D94-9CDD-E6FC1F81876B}"/>
              </a:ext>
            </a:extLst>
          </p:cNvPr>
          <p:cNvCxnSpPr>
            <a:cxnSpLocks/>
          </p:cNvCxnSpPr>
          <p:nvPr/>
        </p:nvCxnSpPr>
        <p:spPr>
          <a:xfrm flipH="1">
            <a:off x="1159683" y="1143363"/>
            <a:ext cx="5002535" cy="4611529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40DE04A8-6CDA-4DC8-AC81-B44CD100E553}"/>
              </a:ext>
            </a:extLst>
          </p:cNvPr>
          <p:cNvCxnSpPr>
            <a:cxnSpLocks/>
          </p:cNvCxnSpPr>
          <p:nvPr/>
        </p:nvCxnSpPr>
        <p:spPr>
          <a:xfrm flipH="1">
            <a:off x="1132821" y="1123235"/>
            <a:ext cx="2554951" cy="232117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32ECD2A-EC38-43A2-8B78-93980FCA2450}"/>
              </a:ext>
            </a:extLst>
          </p:cNvPr>
          <p:cNvCxnSpPr>
            <a:cxnSpLocks/>
          </p:cNvCxnSpPr>
          <p:nvPr/>
        </p:nvCxnSpPr>
        <p:spPr>
          <a:xfrm flipH="1">
            <a:off x="6099493" y="3453003"/>
            <a:ext cx="2554951" cy="232117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D4A9BB8-58E2-4036-8D72-B48325994584}"/>
              </a:ext>
            </a:extLst>
          </p:cNvPr>
          <p:cNvSpPr txBox="1"/>
          <p:nvPr/>
        </p:nvSpPr>
        <p:spPr>
          <a:xfrm>
            <a:off x="52720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D2134-4D3B-4162-B1B8-2E5AA9ED715F}"/>
              </a:ext>
            </a:extLst>
          </p:cNvPr>
          <p:cNvSpPr/>
          <p:nvPr/>
        </p:nvSpPr>
        <p:spPr>
          <a:xfrm>
            <a:off x="0" y="-1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83D899E-CBCA-45DC-AAFB-249AC4AF48EB}"/>
              </a:ext>
            </a:extLst>
          </p:cNvPr>
          <p:cNvSpPr txBox="1"/>
          <p:nvPr/>
        </p:nvSpPr>
        <p:spPr>
          <a:xfrm>
            <a:off x="52720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9A86A064-71D1-4958-8E60-48C935CA8125}"/>
              </a:ext>
            </a:extLst>
          </p:cNvPr>
          <p:cNvSpPr/>
          <p:nvPr/>
        </p:nvSpPr>
        <p:spPr>
          <a:xfrm>
            <a:off x="0" y="2299264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79BE9C5-BE6D-4B32-A5E0-661CAD505214}"/>
              </a:ext>
            </a:extLst>
          </p:cNvPr>
          <p:cNvSpPr/>
          <p:nvPr/>
        </p:nvSpPr>
        <p:spPr>
          <a:xfrm>
            <a:off x="378543" y="2364162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9.5 сом 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E186F0A-85E5-4343-9415-BB2237D00A9B}"/>
              </a:ext>
            </a:extLst>
          </p:cNvPr>
          <p:cNvSpPr txBox="1"/>
          <p:nvPr/>
        </p:nvSpPr>
        <p:spPr>
          <a:xfrm>
            <a:off x="46445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982D85E7-1721-4999-A5D3-49092B405CC0}"/>
              </a:ext>
            </a:extLst>
          </p:cNvPr>
          <p:cNvSpPr/>
          <p:nvPr/>
        </p:nvSpPr>
        <p:spPr>
          <a:xfrm>
            <a:off x="0" y="4598530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09F3214-8C0B-4D40-ABC1-772FBB996525}"/>
              </a:ext>
            </a:extLst>
          </p:cNvPr>
          <p:cNvSpPr/>
          <p:nvPr/>
        </p:nvSpPr>
        <p:spPr>
          <a:xfrm>
            <a:off x="31578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1506.99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7AC1BFE-159D-44A7-9D50-CB69A88EE2C8}"/>
              </a:ext>
            </a:extLst>
          </p:cNvPr>
          <p:cNvSpPr txBox="1"/>
          <p:nvPr/>
        </p:nvSpPr>
        <p:spPr>
          <a:xfrm>
            <a:off x="303125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D6489AD4-9C0E-4B60-8461-186E044243F4}"/>
              </a:ext>
            </a:extLst>
          </p:cNvPr>
          <p:cNvSpPr/>
          <p:nvPr/>
        </p:nvSpPr>
        <p:spPr>
          <a:xfrm>
            <a:off x="2504050" y="-1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DAF44475-D8C3-427F-808B-E8511F4CFF4F}"/>
              </a:ext>
            </a:extLst>
          </p:cNvPr>
          <p:cNvSpPr/>
          <p:nvPr/>
        </p:nvSpPr>
        <p:spPr>
          <a:xfrm>
            <a:off x="2882593" y="64897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1,072.4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0A5C8AB-8287-431D-8234-3BCFA1E4C0AF}"/>
              </a:ext>
            </a:extLst>
          </p:cNvPr>
          <p:cNvSpPr txBox="1"/>
          <p:nvPr/>
        </p:nvSpPr>
        <p:spPr>
          <a:xfrm>
            <a:off x="303125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3E1E1352-0051-41D9-A1D2-5538BE973B83}"/>
              </a:ext>
            </a:extLst>
          </p:cNvPr>
          <p:cNvSpPr/>
          <p:nvPr/>
        </p:nvSpPr>
        <p:spPr>
          <a:xfrm>
            <a:off x="2504050" y="2299264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B9192A93-CAA0-40EE-BAE3-8ABD051C43E5}"/>
              </a:ext>
            </a:extLst>
          </p:cNvPr>
          <p:cNvSpPr/>
          <p:nvPr/>
        </p:nvSpPr>
        <p:spPr>
          <a:xfrm>
            <a:off x="2882593" y="2364162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1044.99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089B45F-556A-443E-919F-46A603CDBD48}"/>
              </a:ext>
            </a:extLst>
          </p:cNvPr>
          <p:cNvSpPr txBox="1"/>
          <p:nvPr/>
        </p:nvSpPr>
        <p:spPr>
          <a:xfrm>
            <a:off x="296850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DF238502-649A-430D-BD8E-F6EFB9F6DA29}"/>
              </a:ext>
            </a:extLst>
          </p:cNvPr>
          <p:cNvSpPr/>
          <p:nvPr/>
        </p:nvSpPr>
        <p:spPr>
          <a:xfrm>
            <a:off x="2504050" y="4598530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6AB55A3-40AC-4396-BC52-BBB3405E7757}"/>
              </a:ext>
            </a:extLst>
          </p:cNvPr>
          <p:cNvSpPr/>
          <p:nvPr/>
        </p:nvSpPr>
        <p:spPr>
          <a:xfrm>
            <a:off x="2819839" y="4663428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443.80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7B35E136-4779-4C5D-AE32-6F97DDC37715}"/>
              </a:ext>
            </a:extLst>
          </p:cNvPr>
          <p:cNvSpPr txBox="1"/>
          <p:nvPr/>
        </p:nvSpPr>
        <p:spPr>
          <a:xfrm>
            <a:off x="553530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0F85B9A0-42CC-4FDE-B6E1-DF61E2BB2A09}"/>
              </a:ext>
            </a:extLst>
          </p:cNvPr>
          <p:cNvSpPr/>
          <p:nvPr/>
        </p:nvSpPr>
        <p:spPr>
          <a:xfrm>
            <a:off x="5008100" y="-1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D66CD96A-BC86-4019-AE74-888497929041}"/>
              </a:ext>
            </a:extLst>
          </p:cNvPr>
          <p:cNvSpPr/>
          <p:nvPr/>
        </p:nvSpPr>
        <p:spPr>
          <a:xfrm>
            <a:off x="538664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81.40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7D14304-0426-46DA-A11C-3FA84DD8973B}"/>
              </a:ext>
            </a:extLst>
          </p:cNvPr>
          <p:cNvSpPr txBox="1"/>
          <p:nvPr/>
        </p:nvSpPr>
        <p:spPr>
          <a:xfrm>
            <a:off x="553530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BC8094D5-6974-415A-8FB2-1D90A2575FB9}"/>
              </a:ext>
            </a:extLst>
          </p:cNvPr>
          <p:cNvSpPr/>
          <p:nvPr/>
        </p:nvSpPr>
        <p:spPr>
          <a:xfrm>
            <a:off x="5008100" y="2299264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58F6F68C-DB8B-4C24-94FE-7364BFEA272D}"/>
              </a:ext>
            </a:extLst>
          </p:cNvPr>
          <p:cNvSpPr/>
          <p:nvPr/>
        </p:nvSpPr>
        <p:spPr>
          <a:xfrm>
            <a:off x="5386643" y="2364162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1402.5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EC5DF8E-C17B-439A-93E2-A2C737A4EA9C}"/>
              </a:ext>
            </a:extLst>
          </p:cNvPr>
          <p:cNvSpPr txBox="1"/>
          <p:nvPr/>
        </p:nvSpPr>
        <p:spPr>
          <a:xfrm>
            <a:off x="547255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D52D5EC6-B82A-4D41-BC52-94B247DE5EA6}"/>
              </a:ext>
            </a:extLst>
          </p:cNvPr>
          <p:cNvSpPr/>
          <p:nvPr/>
        </p:nvSpPr>
        <p:spPr>
          <a:xfrm>
            <a:off x="5008100" y="4598530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2B42F0EA-D4FF-472B-81F7-1D39D32C3E8D}"/>
              </a:ext>
            </a:extLst>
          </p:cNvPr>
          <p:cNvSpPr/>
          <p:nvPr/>
        </p:nvSpPr>
        <p:spPr>
          <a:xfrm>
            <a:off x="5323889" y="4663428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132.00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E32F7AB-2EE5-46D9-BB1C-D995F2F72D24}"/>
              </a:ext>
            </a:extLst>
          </p:cNvPr>
          <p:cNvSpPr txBox="1"/>
          <p:nvPr/>
        </p:nvSpPr>
        <p:spPr>
          <a:xfrm>
            <a:off x="8039354" y="-5252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61AFFE8E-D4FC-432D-B478-CC8CFF18E402}"/>
              </a:ext>
            </a:extLst>
          </p:cNvPr>
          <p:cNvSpPr/>
          <p:nvPr/>
        </p:nvSpPr>
        <p:spPr>
          <a:xfrm>
            <a:off x="7512150" y="-1"/>
            <a:ext cx="2381357" cy="22322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E647C1E7-E09E-4AE9-A8F7-EB6B9D35C707}"/>
              </a:ext>
            </a:extLst>
          </p:cNvPr>
          <p:cNvSpPr/>
          <p:nvPr/>
        </p:nvSpPr>
        <p:spPr>
          <a:xfrm>
            <a:off x="7890693" y="64897"/>
            <a:ext cx="1624270" cy="28627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973.95</a:t>
            </a: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BC6449B-D19A-47D5-B9A1-013564283BE3}"/>
              </a:ext>
            </a:extLst>
          </p:cNvPr>
          <p:cNvSpPr txBox="1"/>
          <p:nvPr/>
        </p:nvSpPr>
        <p:spPr>
          <a:xfrm>
            <a:off x="8039354" y="224673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02D14E2E-A78C-40B2-9ED2-3D244EF1CDB3}"/>
              </a:ext>
            </a:extLst>
          </p:cNvPr>
          <p:cNvSpPr/>
          <p:nvPr/>
        </p:nvSpPr>
        <p:spPr>
          <a:xfrm>
            <a:off x="7512150" y="2299264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93BB41E3-CCB2-4267-AE6C-E70B75C0106C}"/>
              </a:ext>
            </a:extLst>
          </p:cNvPr>
          <p:cNvSpPr/>
          <p:nvPr/>
        </p:nvSpPr>
        <p:spPr>
          <a:xfrm>
            <a:off x="7890693" y="2364162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1614.79 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6D901931-EDDB-47B1-A3C5-9A0BD3BF6307}"/>
              </a:ext>
            </a:extLst>
          </p:cNvPr>
          <p:cNvSpPr txBox="1"/>
          <p:nvPr/>
        </p:nvSpPr>
        <p:spPr>
          <a:xfrm>
            <a:off x="7976600" y="4546005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Башта!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9D645C89-687D-49C5-9CEB-503654E529AE}"/>
              </a:ext>
            </a:extLst>
          </p:cNvPr>
          <p:cNvSpPr/>
          <p:nvPr/>
        </p:nvSpPr>
        <p:spPr>
          <a:xfrm>
            <a:off x="7512150" y="4598530"/>
            <a:ext cx="2381357" cy="22322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A6C4897E-0D96-4DC0-AAB8-8560CDFE9138}"/>
              </a:ext>
            </a:extLst>
          </p:cNvPr>
          <p:cNvSpPr/>
          <p:nvPr/>
        </p:nvSpPr>
        <p:spPr>
          <a:xfrm>
            <a:off x="7827939" y="4663428"/>
            <a:ext cx="1624270" cy="286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66.5сом</a:t>
            </a: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DFED45D-E847-4841-B65E-1ADDDE5DF5BD}"/>
              </a:ext>
            </a:extLst>
          </p:cNvPr>
          <p:cNvSpPr txBox="1"/>
          <p:nvPr/>
        </p:nvSpPr>
        <p:spPr>
          <a:xfrm>
            <a:off x="7679769" y="5464933"/>
            <a:ext cx="1976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3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ФИНИШ!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3B05DF6-3E37-490B-B7E0-643F163FFBD9}"/>
              </a:ext>
            </a:extLst>
          </p:cNvPr>
          <p:cNvSpPr txBox="1"/>
          <p:nvPr/>
        </p:nvSpPr>
        <p:spPr>
          <a:xfrm>
            <a:off x="512371" y="-21570"/>
            <a:ext cx="123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8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СТАРТ!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995DD-66AA-478F-B7A6-A5E7F8FE8605}"/>
              </a:ext>
            </a:extLst>
          </p:cNvPr>
          <p:cNvSpPr txBox="1"/>
          <p:nvPr/>
        </p:nvSpPr>
        <p:spPr>
          <a:xfrm>
            <a:off x="112645" y="492243"/>
            <a:ext cx="21320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булочканын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баасы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123.20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колбаса 351.40сом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турат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толук хотдог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канча турат?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1787A89-38C4-468B-BC33-ED8A7C64506A}"/>
              </a:ext>
            </a:extLst>
          </p:cNvPr>
          <p:cNvSpPr txBox="1"/>
          <p:nvPr/>
        </p:nvSpPr>
        <p:spPr>
          <a:xfrm>
            <a:off x="2682415" y="370323"/>
            <a:ext cx="20115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штук бургердин ар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бири 269.50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таңгак нандын ар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бири 150.50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1000 сомдан канча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кайтарым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акча алабыз?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77406B-C338-4A65-97C5-3AD3CAE6C3D7}"/>
              </a:ext>
            </a:extLst>
          </p:cNvPr>
          <p:cNvSpPr txBox="1"/>
          <p:nvPr/>
        </p:nvSpPr>
        <p:spPr>
          <a:xfrm>
            <a:off x="-29948" y="2768083"/>
            <a:ext cx="24782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120.60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Бала билети: 80.80сом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бала жана 1 чоң кишиге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билеттердин баасы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канча болот?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CEC68B6-4D05-4570-B814-32727EC6093B}"/>
              </a:ext>
            </a:extLst>
          </p:cNvPr>
          <p:cNvSpPr txBox="1"/>
          <p:nvPr/>
        </p:nvSpPr>
        <p:spPr>
          <a:xfrm>
            <a:off x="2524212" y="4972803"/>
            <a:ext cx="236866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калем таңгагы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467.50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  ЖЕ 10 калем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таңгагы 357.50 сом 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Экини сатып алсаңыз,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бирөө бекер!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калемдин эң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арзан баасы канча?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C0860A-2309-4D02-9475-B718C6190BE0}"/>
              </a:ext>
            </a:extLst>
          </p:cNvPr>
          <p:cNvSpPr txBox="1"/>
          <p:nvPr/>
        </p:nvSpPr>
        <p:spPr>
          <a:xfrm>
            <a:off x="5045742" y="2707123"/>
            <a:ext cx="23852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235.77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Балдар билети: 105.99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Топтук билет: 583.52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Чоң жана 2 Бала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чоң киши жана 6 бала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канча турат?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91A0FD-0828-476A-AD28-4E70A744BDDE}"/>
              </a:ext>
            </a:extLst>
          </p:cNvPr>
          <p:cNvSpPr txBox="1"/>
          <p:nvPr/>
        </p:nvSpPr>
        <p:spPr>
          <a:xfrm>
            <a:off x="7591788" y="2541147"/>
            <a:ext cx="223189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банка шпрот: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 159.50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Сырдын 3 блогу: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 192.50с.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бөтөлкө кетчуп.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Аку 1000 сомдон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37 сом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кайтарым алды.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Кетчуп канча болду?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53FD864-6D46-4740-A3E7-D3F3AFBA0102}"/>
              </a:ext>
            </a:extLst>
          </p:cNvPr>
          <p:cNvSpPr txBox="1"/>
          <p:nvPr/>
        </p:nvSpPr>
        <p:spPr>
          <a:xfrm>
            <a:off x="2536082" y="2576682"/>
            <a:ext cx="232089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калемден турган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таңгак 714.99 сом ЖЕ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калемдерден турган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таңгак 473.00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сатып алсаңыз,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бирөө бекер!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калемдин эң арзан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баасы канча?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98E5F7-3F08-4222-B017-BCEA481050DE}"/>
              </a:ext>
            </a:extLst>
          </p:cNvPr>
          <p:cNvSpPr txBox="1"/>
          <p:nvPr/>
        </p:nvSpPr>
        <p:spPr>
          <a:xfrm>
            <a:off x="-73414" y="4922003"/>
            <a:ext cx="244323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кап буурчак ар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бири 247.50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пакет сарымсак ар бири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95.70 сом.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1000 сомдан канча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кайтарым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акча алабыз?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A71CE2D-7A10-45F5-978C-E392519E6ABA}"/>
              </a:ext>
            </a:extLst>
          </p:cNvPr>
          <p:cNvSpPr txBox="1"/>
          <p:nvPr/>
        </p:nvSpPr>
        <p:spPr>
          <a:xfrm>
            <a:off x="5028346" y="380483"/>
            <a:ext cx="23387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478.50с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Балдар билети: 275.00с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Топтук билет: 1979.99с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Чоң жана 2 Бала.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чоң кишиге жана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балага билет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канча болот?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077E2B9-D3AA-45C1-BAEF-F8DEC912F160}"/>
              </a:ext>
            </a:extLst>
          </p:cNvPr>
          <p:cNvSpPr txBox="1"/>
          <p:nvPr/>
        </p:nvSpPr>
        <p:spPr>
          <a:xfrm>
            <a:off x="4901748" y="4951253"/>
            <a:ext cx="26759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картошка: 20.70 с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филе: ар бири 294.80с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бөтөлкө соус.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Аку 1500 сомдон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200сом кайтарым алган.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Соустун баасы канча?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65A2FFA-C4CA-4B22-B8FD-E314952612DC}"/>
              </a:ext>
            </a:extLst>
          </p:cNvPr>
          <p:cNvSpPr txBox="1"/>
          <p:nvPr/>
        </p:nvSpPr>
        <p:spPr>
          <a:xfrm>
            <a:off x="7453661" y="451603"/>
            <a:ext cx="2385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Чоңдорго билет: 500.50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Балдар билети: 302.50 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бала жана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чоң киши билет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канча турат?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18995C4-A8DA-5A16-82CD-7C28C83EA18A}"/>
              </a:ext>
            </a:extLst>
          </p:cNvPr>
          <p:cNvSpPr/>
          <p:nvPr/>
        </p:nvSpPr>
        <p:spPr>
          <a:xfrm>
            <a:off x="2297015" y="914106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6BFCF47-B42C-9F3E-464B-C135C432E1B1}"/>
              </a:ext>
            </a:extLst>
          </p:cNvPr>
          <p:cNvSpPr/>
          <p:nvPr/>
        </p:nvSpPr>
        <p:spPr>
          <a:xfrm rot="8052533">
            <a:off x="2120129" y="2123875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385C808-BF28-A144-C05C-871EF39B047F}"/>
              </a:ext>
            </a:extLst>
          </p:cNvPr>
          <p:cNvSpPr/>
          <p:nvPr/>
        </p:nvSpPr>
        <p:spPr>
          <a:xfrm rot="2655799">
            <a:off x="2130290" y="4399714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75968A-C18D-7692-633E-0A839A120070}"/>
              </a:ext>
            </a:extLst>
          </p:cNvPr>
          <p:cNvSpPr/>
          <p:nvPr/>
        </p:nvSpPr>
        <p:spPr>
          <a:xfrm>
            <a:off x="7295735" y="3189946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6B455B8-2065-3828-372F-99E0A38D8FD9}"/>
              </a:ext>
            </a:extLst>
          </p:cNvPr>
          <p:cNvSpPr/>
          <p:nvPr/>
        </p:nvSpPr>
        <p:spPr>
          <a:xfrm rot="5400000">
            <a:off x="8545415" y="4378666"/>
            <a:ext cx="334823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E7BE3A1-568E-9879-A819-0C5FE72FBAE4}"/>
              </a:ext>
            </a:extLst>
          </p:cNvPr>
          <p:cNvSpPr/>
          <p:nvPr/>
        </p:nvSpPr>
        <p:spPr>
          <a:xfrm rot="19206504">
            <a:off x="4629650" y="4389555"/>
            <a:ext cx="628277" cy="358071"/>
          </a:xfrm>
          <a:prstGeom prst="rightArrow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90633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6D8A2E-9A03-48EF-311B-0654AE96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4858" y="968928"/>
            <a:ext cx="6706201" cy="4856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B3C098-A198-9902-D1FD-925DC1774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4661" y="968928"/>
            <a:ext cx="6706201" cy="485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BADAD8-9AB9-B3C1-5FE7-01E82DDF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1" y="59697"/>
            <a:ext cx="4876799" cy="3339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BF1DBD-0092-CD73-BA04-F9981EF6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00" y="59697"/>
            <a:ext cx="4876799" cy="3339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7B946B-5A0B-33E2-9FBE-6E24377B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1" y="3518775"/>
            <a:ext cx="4876799" cy="3339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AFF453-611B-411C-C1DB-16B1F9253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00" y="3518775"/>
            <a:ext cx="4876799" cy="33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74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8592</TotalTime>
  <Words>1057</Words>
  <Application>Microsoft Office PowerPoint</Application>
  <PresentationFormat>A4 Paper (210x297 mm)</PresentationFormat>
  <Paragraphs>327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Agency FB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390</cp:revision>
  <cp:lastPrinted>2024-09-10T17:20:11Z</cp:lastPrinted>
  <dcterms:created xsi:type="dcterms:W3CDTF">2017-01-17T16:57:04Z</dcterms:created>
  <dcterms:modified xsi:type="dcterms:W3CDTF">2024-09-10T17:21:55Z</dcterms:modified>
</cp:coreProperties>
</file>