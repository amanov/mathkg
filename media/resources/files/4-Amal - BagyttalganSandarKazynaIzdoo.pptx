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939" r:id="rId3"/>
    <p:sldId id="952" r:id="rId4"/>
    <p:sldId id="954" r:id="rId5"/>
    <p:sldId id="955" r:id="rId6"/>
    <p:sldId id="958" r:id="rId7"/>
    <p:sldId id="950" r:id="rId8"/>
    <p:sldId id="959" r:id="rId9"/>
    <p:sldId id="960" r:id="rId10"/>
    <p:sldId id="961" r:id="rId11"/>
    <p:sldId id="953" r:id="rId12"/>
    <p:sldId id="951" r:id="rId13"/>
    <p:sldId id="957" r:id="rId14"/>
    <p:sldId id="963" r:id="rId15"/>
    <p:sldId id="962" r:id="rId16"/>
    <p:sldId id="964" r:id="rId17"/>
    <p:sldId id="956" r:id="rId18"/>
    <p:sldId id="965" r:id="rId19"/>
    <p:sldId id="1058" r:id="rId20"/>
    <p:sldId id="889" r:id="rId21"/>
    <p:sldId id="948" r:id="rId22"/>
    <p:sldId id="946" r:id="rId23"/>
    <p:sldId id="938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04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8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Амалдарды аткаруу тартиби</a:t>
            </a:r>
            <a:r>
              <a:rPr lang="en-US" sz="2400" b="1" dirty="0"/>
              <a:t> </a:t>
            </a:r>
            <a:r>
              <a:rPr lang="en-US" sz="2400" dirty="0"/>
              <a:t>– </a:t>
            </a:r>
            <a:r>
              <a:rPr lang="en-US" sz="2400" dirty="0" err="1"/>
              <a:t>Багытталган</a:t>
            </a:r>
            <a:r>
              <a:rPr lang="en-US" sz="2400" dirty="0"/>
              <a:t> </a:t>
            </a:r>
            <a:r>
              <a:rPr lang="en-US" sz="2400" dirty="0" err="1"/>
              <a:t>сандар</a:t>
            </a:r>
            <a:r>
              <a:rPr lang="en-US" sz="2400" dirty="0"/>
              <a:t> – </a:t>
            </a:r>
            <a:r>
              <a:rPr lang="ky-KG" sz="2400" dirty="0"/>
              <a:t>Казынанын Изи менен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файлдар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53FC034-B826-556E-1B47-80E7D52A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906001" cy="6858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pic>
        <p:nvPicPr>
          <p:cNvPr id="7" name="Picture 6" descr="A cartoon of a treasure chest full of gold coins&#10;&#10;Description automatically generated">
            <a:extLst>
              <a:ext uri="{FF2B5EF4-FFF2-40B4-BE49-F238E27FC236}">
                <a16:creationId xmlns:a16="http://schemas.microsoft.com/office/drawing/2014/main" id="{C7AEF298-B359-CD11-8A5E-729A2F415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5223" y="1444141"/>
            <a:ext cx="3444610" cy="3316029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1227082" y="3541971"/>
            <a:ext cx="8736389" cy="331602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7200" b="1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Амалдардын аткаруу тартиби</a:t>
            </a:r>
            <a:endParaRPr lang="en-US" sz="72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  <a:p>
            <a:pPr algn="ctr"/>
            <a:r>
              <a:rPr lang="ky-KG" sz="6600" b="1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Терс сандар менен</a:t>
            </a:r>
            <a:endParaRPr lang="en-US" sz="16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994BF-C0EE-2891-6CE3-6C337DD8CF21}"/>
              </a:ext>
            </a:extLst>
          </p:cNvPr>
          <p:cNvSpPr/>
          <p:nvPr/>
        </p:nvSpPr>
        <p:spPr>
          <a:xfrm>
            <a:off x="387323" y="63421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767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1D65F-B45F-A6A7-7C5E-0DA73EED92C4}"/>
              </a:ext>
            </a:extLst>
          </p:cNvPr>
          <p:cNvSpPr txBox="1"/>
          <p:nvPr/>
        </p:nvSpPr>
        <p:spPr>
          <a:xfrm>
            <a:off x="3875599" y="50454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CF1AE-A559-193F-5938-D1493A05DB16}"/>
              </a:ext>
            </a:extLst>
          </p:cNvPr>
          <p:cNvSpPr txBox="1"/>
          <p:nvPr/>
        </p:nvSpPr>
        <p:spPr>
          <a:xfrm>
            <a:off x="1281421" y="3779057"/>
            <a:ext cx="68162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+ −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−6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445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D68DF-8C2A-0A19-E201-8A7565BE39AD}"/>
              </a:ext>
            </a:extLst>
          </p:cNvPr>
          <p:cNvSpPr txBox="1"/>
          <p:nvPr/>
        </p:nvSpPr>
        <p:spPr>
          <a:xfrm>
            <a:off x="3875599" y="504540"/>
            <a:ext cx="5741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2A5C3-C52B-BC71-11B8-4223EB86B411}"/>
              </a:ext>
            </a:extLst>
          </p:cNvPr>
          <p:cNvSpPr txBox="1"/>
          <p:nvPr/>
        </p:nvSpPr>
        <p:spPr>
          <a:xfrm>
            <a:off x="872654" y="3779057"/>
            <a:ext cx="76338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−4 × −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</a:t>
            </a:r>
            <a:r>
              <a:rPr lang="en-GB" sz="8800" dirty="0"/>
              <a:t>8 +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79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B6BE9-F268-0B84-DC5C-3C0F1FFE0CB8}"/>
              </a:ext>
            </a:extLst>
          </p:cNvPr>
          <p:cNvSpPr txBox="1"/>
          <p:nvPr/>
        </p:nvSpPr>
        <p:spPr>
          <a:xfrm>
            <a:off x="3680835" y="504540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21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7819C-BC06-113F-B911-816E81831750}"/>
              </a:ext>
            </a:extLst>
          </p:cNvPr>
          <p:cNvSpPr txBox="1"/>
          <p:nvPr/>
        </p:nvSpPr>
        <p:spPr>
          <a:xfrm>
            <a:off x="995283" y="3779057"/>
            <a:ext cx="738856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−18 ÷ </a:t>
            </a:r>
            <a:r>
              <a:rPr lang="en-GB" sz="8800" dirty="0"/>
              <a:t>9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4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8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7222D-1530-B83C-7C39-7A0E038E3135}"/>
              </a:ext>
            </a:extLst>
          </p:cNvPr>
          <p:cNvSpPr txBox="1"/>
          <p:nvPr/>
        </p:nvSpPr>
        <p:spPr>
          <a:xfrm>
            <a:off x="3875599" y="50454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83927-21A1-060F-AC31-946A795D86EB}"/>
              </a:ext>
            </a:extLst>
          </p:cNvPr>
          <p:cNvSpPr txBox="1"/>
          <p:nvPr/>
        </p:nvSpPr>
        <p:spPr>
          <a:xfrm>
            <a:off x="653844" y="3779057"/>
            <a:ext cx="807144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÷ (−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</a:t>
            </a:r>
            <a:r>
              <a:rPr lang="en-GB" sz="8800" dirty="0"/>
              <a:t>3)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23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D42DE-75A0-1A26-2DCF-B3DC5DAEDE21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−29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2AD88-4148-96D9-5E8D-090CA3F0544B}"/>
              </a:ext>
            </a:extLst>
          </p:cNvPr>
          <p:cNvSpPr txBox="1"/>
          <p:nvPr/>
        </p:nvSpPr>
        <p:spPr>
          <a:xfrm>
            <a:off x="713957" y="3779057"/>
            <a:ext cx="795121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−15 ÷ −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</a:t>
            </a:r>
            <a:r>
              <a:rPr lang="en-GB" sz="8800" dirty="0"/>
              <a:t>2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−4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96BF9-95E6-6FCB-9D38-C4E72E313F47}"/>
              </a:ext>
            </a:extLst>
          </p:cNvPr>
          <p:cNvSpPr txBox="1"/>
          <p:nvPr/>
        </p:nvSpPr>
        <p:spPr>
          <a:xfrm>
            <a:off x="3680835" y="504540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61E171-8184-CFF2-65A5-0C88422A38F9}"/>
              </a:ext>
            </a:extLst>
          </p:cNvPr>
          <p:cNvSpPr txBox="1"/>
          <p:nvPr/>
        </p:nvSpPr>
        <p:spPr>
          <a:xfrm>
            <a:off x="872655" y="3779057"/>
            <a:ext cx="76338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−8 + −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</a:t>
            </a:r>
            <a:r>
              <a:rPr lang="en-GB" sz="8800" dirty="0"/>
              <a:t>2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−7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872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E8911-536D-61A7-4C7D-A362C915E074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−17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75E2A-21A2-C080-B09F-9673808690EF}"/>
              </a:ext>
            </a:extLst>
          </p:cNvPr>
          <p:cNvSpPr txBox="1"/>
          <p:nvPr/>
        </p:nvSpPr>
        <p:spPr>
          <a:xfrm>
            <a:off x="939982" y="3779057"/>
            <a:ext cx="749916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9 − (−</a:t>
            </a:r>
            <a:r>
              <a:rPr lang="en-GB" sz="8800" dirty="0"/>
              <a:t>7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8)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47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29021-82C0-AB86-729A-1DBC6BF744AB}"/>
              </a:ext>
            </a:extLst>
          </p:cNvPr>
          <p:cNvSpPr txBox="1"/>
          <p:nvPr/>
        </p:nvSpPr>
        <p:spPr>
          <a:xfrm>
            <a:off x="3680835" y="504540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E6534-D6BE-5F36-0636-B23D23E49001}"/>
              </a:ext>
            </a:extLst>
          </p:cNvPr>
          <p:cNvSpPr txBox="1"/>
          <p:nvPr/>
        </p:nvSpPr>
        <p:spPr>
          <a:xfrm>
            <a:off x="1331" y="3779057"/>
            <a:ext cx="932659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(−1</a:t>
            </a:r>
            <a:r>
              <a:rPr lang="en-GB" sz="8800" dirty="0"/>
              <a:t>0)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(−</a:t>
            </a:r>
            <a:r>
              <a:rPr lang="en-GB" sz="8800" dirty="0"/>
              <a:t>5)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16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922B6-8604-EAF6-BE5D-9F6B7673227F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</a:t>
            </a:r>
            <a:r>
              <a:rPr lang="en-GB" sz="6000" dirty="0"/>
              <a:t>0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50DF4-3AC2-9FEF-C574-58E5F94DDA1D}"/>
              </a:ext>
            </a:extLst>
          </p:cNvPr>
          <p:cNvSpPr txBox="1"/>
          <p:nvPr/>
        </p:nvSpPr>
        <p:spPr>
          <a:xfrm>
            <a:off x="653845" y="3779057"/>
            <a:ext cx="807144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 ÷ 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(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−4)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08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98C61-6649-A6BA-A230-BB4DACDF6B17}"/>
              </a:ext>
            </a:extLst>
          </p:cNvPr>
          <p:cNvSpPr txBox="1"/>
          <p:nvPr/>
        </p:nvSpPr>
        <p:spPr>
          <a:xfrm>
            <a:off x="3684040" y="504540"/>
            <a:ext cx="957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−3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3F2D9-A939-2C52-147C-DAC4EE73D09E}"/>
              </a:ext>
            </a:extLst>
          </p:cNvPr>
          <p:cNvSpPr txBox="1"/>
          <p:nvPr/>
        </p:nvSpPr>
        <p:spPr>
          <a:xfrm>
            <a:off x="867845" y="3779057"/>
            <a:ext cx="76434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</a:t>
            </a:r>
            <a:r>
              <a:rPr lang="en-GB" sz="8800" dirty="0"/>
              <a:t>5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824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1B5E56-0C32-F337-D8AB-FEA8DD36DB49}"/>
              </a:ext>
            </a:extLst>
          </p:cNvPr>
          <p:cNvSpPr txBox="1"/>
          <p:nvPr/>
        </p:nvSpPr>
        <p:spPr>
          <a:xfrm>
            <a:off x="3875598" y="50454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22DAA-363F-217B-B21F-3FED92A4E934}"/>
              </a:ext>
            </a:extLst>
          </p:cNvPr>
          <p:cNvSpPr txBox="1"/>
          <p:nvPr/>
        </p:nvSpPr>
        <p:spPr>
          <a:xfrm>
            <a:off x="713958" y="3779057"/>
            <a:ext cx="795121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−</a:t>
            </a:r>
            <a:r>
              <a:rPr lang="en-GB" sz="8800" dirty="0"/>
              <a:t>7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−2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226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5D69C-DB40-454C-B1B2-5C2657E9BBFC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−11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198C2-B109-B717-6E69-545B7B49FE41}"/>
              </a:ext>
            </a:extLst>
          </p:cNvPr>
          <p:cNvSpPr txBox="1"/>
          <p:nvPr/>
        </p:nvSpPr>
        <p:spPr>
          <a:xfrm>
            <a:off x="1281420" y="3779057"/>
            <a:ext cx="681629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−8 × 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</a:t>
            </a:r>
            <a:r>
              <a:rPr lang="en-GB" sz="8800" dirty="0"/>
              <a:t>6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−2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337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A46584-B3CB-A7C2-5C30-7D0DD9D79965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−16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B3F19-C5ED-678A-A1C0-0385970CF362}"/>
              </a:ext>
            </a:extLst>
          </p:cNvPr>
          <p:cNvSpPr txBox="1"/>
          <p:nvPr/>
        </p:nvSpPr>
        <p:spPr>
          <a:xfrm>
            <a:off x="658654" y="3779057"/>
            <a:ext cx="80618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+ (−</a:t>
            </a:r>
            <a:r>
              <a:rPr lang="en-GB" sz="8800" dirty="0"/>
              <a:t>2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</a:t>
            </a:r>
            <a:r>
              <a:rPr lang="en-GB" sz="8800" dirty="0"/>
              <a:t>5)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−6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292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A424A-8458-27C1-CA3D-997085A94419}"/>
              </a:ext>
            </a:extLst>
          </p:cNvPr>
          <p:cNvSpPr txBox="1"/>
          <p:nvPr/>
        </p:nvSpPr>
        <p:spPr>
          <a:xfrm>
            <a:off x="3684040" y="504540"/>
            <a:ext cx="957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−2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03DEB-DC3A-0E14-1610-43777C6F545B}"/>
              </a:ext>
            </a:extLst>
          </p:cNvPr>
          <p:cNvSpPr txBox="1"/>
          <p:nvPr/>
        </p:nvSpPr>
        <p:spPr>
          <a:xfrm>
            <a:off x="367710" y="3779057"/>
            <a:ext cx="864371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(−20 − </a:t>
            </a:r>
            <a:r>
              <a:rPr lang="en-GB" sz="8800" dirty="0"/>
              <a:t>10)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−5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93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F2005-B48E-3DF2-5466-8A24F9744B3A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−14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03239-6586-E0CE-502E-7F61D8B5E819}"/>
              </a:ext>
            </a:extLst>
          </p:cNvPr>
          <p:cNvSpPr txBox="1"/>
          <p:nvPr/>
        </p:nvSpPr>
        <p:spPr>
          <a:xfrm>
            <a:off x="531216" y="3779057"/>
            <a:ext cx="831670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−6 × −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(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−3)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6272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  <a:endParaRPr lang="en-GB" sz="8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B2A31-8C04-936D-1AA9-BAE0656D1916}"/>
              </a:ext>
            </a:extLst>
          </p:cNvPr>
          <p:cNvSpPr txBox="1"/>
          <p:nvPr/>
        </p:nvSpPr>
        <p:spPr>
          <a:xfrm>
            <a:off x="3684040" y="504540"/>
            <a:ext cx="957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96422-ADA3-7655-5F43-E2165295B43C}"/>
              </a:ext>
            </a:extLst>
          </p:cNvPr>
          <p:cNvSpPr txBox="1"/>
          <p:nvPr/>
        </p:nvSpPr>
        <p:spPr>
          <a:xfrm>
            <a:off x="377328" y="3779057"/>
            <a:ext cx="86244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−8 − (−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2)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−3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996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311099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029731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F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D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C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Q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J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O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04964" y="54354"/>
            <a:ext cx="369607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901153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63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E843E5-E20B-27A5-0EF6-438930B38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540" cy="3436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D499B6-61E1-C995-8BE5-F6201B454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332" y="-1"/>
            <a:ext cx="4953000" cy="34364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36B6FE-93E6-3F7D-0BCA-8741F2731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429000"/>
            <a:ext cx="4800541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F1CD97-7EF8-E3E2-7205-51D00BEB0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540" y="3429000"/>
            <a:ext cx="4953000" cy="343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29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8421</TotalTime>
  <Words>411</Words>
  <Application>Microsoft Office PowerPoint</Application>
  <PresentationFormat>A4 Paper (210x297 mm)</PresentationFormat>
  <Paragraphs>140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Algerian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2023-05-12T08:55:27Z</cp:lastPrinted>
  <dcterms:created xsi:type="dcterms:W3CDTF">2017-01-17T16:57:04Z</dcterms:created>
  <dcterms:modified xsi:type="dcterms:W3CDTF">2024-08-24T07:22:58Z</dcterms:modified>
</cp:coreProperties>
</file>