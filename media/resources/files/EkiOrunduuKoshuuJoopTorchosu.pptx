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/>
              <a:t>2 Орундуу </a:t>
            </a:r>
            <a:r>
              <a:rPr lang="ru-RU" sz="2400" dirty="0"/>
              <a:t>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32.36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8402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Bahnschrift</vt:lpstr>
      <vt:lpstr>Arial</vt:lpstr>
      <vt:lpstr>Calibri Light</vt:lpstr>
      <vt:lpstr>Script MT Bold</vt:lpstr>
      <vt:lpstr>Aharoni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2020-10-07T11:43:04Z</cp:lastPrinted>
  <dcterms:created xsi:type="dcterms:W3CDTF">2017-01-17T16:57:04Z</dcterms:created>
  <dcterms:modified xsi:type="dcterms:W3CDTF">2024-05-15T07:46:14Z</dcterms:modified>
</cp:coreProperties>
</file>