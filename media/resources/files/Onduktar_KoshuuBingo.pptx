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30" r:id="rId3"/>
  </p:sldMasterIdLst>
  <p:notesMasterIdLst>
    <p:notesMasterId r:id="rId25"/>
  </p:notesMasterIdLst>
  <p:sldIdLst>
    <p:sldId id="965" r:id="rId4"/>
    <p:sldId id="966" r:id="rId5"/>
    <p:sldId id="851" r:id="rId6"/>
    <p:sldId id="961" r:id="rId7"/>
    <p:sldId id="962" r:id="rId8"/>
    <p:sldId id="955" r:id="rId9"/>
    <p:sldId id="951" r:id="rId10"/>
    <p:sldId id="959" r:id="rId11"/>
    <p:sldId id="950" r:id="rId12"/>
    <p:sldId id="949" r:id="rId13"/>
    <p:sldId id="957" r:id="rId14"/>
    <p:sldId id="960" r:id="rId15"/>
    <p:sldId id="952" r:id="rId16"/>
    <p:sldId id="956" r:id="rId17"/>
    <p:sldId id="958" r:id="rId18"/>
    <p:sldId id="963" r:id="rId19"/>
    <p:sldId id="953" r:id="rId20"/>
    <p:sldId id="964" r:id="rId21"/>
    <p:sldId id="954" r:id="rId22"/>
    <p:sldId id="940" r:id="rId23"/>
    <p:sldId id="274" r:id="rId24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6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02/05/2024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2703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2601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8740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77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8541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4321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9079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3056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3903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3202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4765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16398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2149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572811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871243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365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6806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2080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315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8685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658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064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129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576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29643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2126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915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81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орундуу ондуктар – кошуу – </a:t>
            </a: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Бинго ,жооптору менен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562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749233" y="3759183"/>
            <a:ext cx="981195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кошуу</a:t>
            </a: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16.1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19.1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11.5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465121" y="6041522"/>
            <a:ext cx="3981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19.1</a:t>
            </a:r>
          </a:p>
        </p:txBody>
      </p:sp>
    </p:spTree>
    <p:extLst>
      <p:ext uri="{BB962C8B-B14F-4D97-AF65-F5344CB8AC3E}">
        <p14:creationId xmlns:p14="http://schemas.microsoft.com/office/powerpoint/2010/main" val="1853823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15.1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AA2E15-864C-978D-2C5D-980B006F6F7D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CA6EC0-6E38-FFBC-26A3-13DDCCA1E0E9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9723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49893" y="2076557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10.3</a:t>
            </a:r>
          </a:p>
        </p:txBody>
      </p:sp>
    </p:spTree>
    <p:extLst>
      <p:ext uri="{BB962C8B-B14F-4D97-AF65-F5344CB8AC3E}">
        <p14:creationId xmlns:p14="http://schemas.microsoft.com/office/powerpoint/2010/main" val="162813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8.5</a:t>
            </a:r>
          </a:p>
        </p:txBody>
      </p:sp>
    </p:spTree>
    <p:extLst>
      <p:ext uri="{BB962C8B-B14F-4D97-AF65-F5344CB8AC3E}">
        <p14:creationId xmlns:p14="http://schemas.microsoft.com/office/powerpoint/2010/main" val="197465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14.3</a:t>
            </a:r>
          </a:p>
        </p:txBody>
      </p:sp>
    </p:spTree>
    <p:extLst>
      <p:ext uri="{BB962C8B-B14F-4D97-AF65-F5344CB8AC3E}">
        <p14:creationId xmlns:p14="http://schemas.microsoft.com/office/powerpoint/2010/main" val="328338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3.2</a:t>
            </a:r>
          </a:p>
        </p:txBody>
      </p:sp>
    </p:spTree>
    <p:extLst>
      <p:ext uri="{BB962C8B-B14F-4D97-AF65-F5344CB8AC3E}">
        <p14:creationId xmlns:p14="http://schemas.microsoft.com/office/powerpoint/2010/main" val="246969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12.2</a:t>
            </a:r>
          </a:p>
        </p:txBody>
      </p:sp>
    </p:spTree>
    <p:extLst>
      <p:ext uri="{BB962C8B-B14F-4D97-AF65-F5344CB8AC3E}">
        <p14:creationId xmlns:p14="http://schemas.microsoft.com/office/powerpoint/2010/main" val="168073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6.7</a:t>
            </a:r>
          </a:p>
        </p:txBody>
      </p:sp>
    </p:spTree>
    <p:extLst>
      <p:ext uri="{BB962C8B-B14F-4D97-AF65-F5344CB8AC3E}">
        <p14:creationId xmlns:p14="http://schemas.microsoft.com/office/powerpoint/2010/main" val="211082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16.1</a:t>
            </a:r>
          </a:p>
        </p:txBody>
      </p:sp>
    </p:spTree>
    <p:extLst>
      <p:ext uri="{BB962C8B-B14F-4D97-AF65-F5344CB8AC3E}">
        <p14:creationId xmlns:p14="http://schemas.microsoft.com/office/powerpoint/2010/main" val="400623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13.5</a:t>
            </a:r>
          </a:p>
        </p:txBody>
      </p:sp>
    </p:spTree>
    <p:extLst>
      <p:ext uri="{BB962C8B-B14F-4D97-AF65-F5344CB8AC3E}">
        <p14:creationId xmlns:p14="http://schemas.microsoft.com/office/powerpoint/2010/main" val="263007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4.7</a:t>
            </a:r>
          </a:p>
        </p:txBody>
      </p:sp>
    </p:spTree>
    <p:extLst>
      <p:ext uri="{BB962C8B-B14F-4D97-AF65-F5344CB8AC3E}">
        <p14:creationId xmlns:p14="http://schemas.microsoft.com/office/powerpoint/2010/main" val="179619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11.5</a:t>
            </a:r>
          </a:p>
        </p:txBody>
      </p:sp>
    </p:spTree>
    <p:extLst>
      <p:ext uri="{BB962C8B-B14F-4D97-AF65-F5344CB8AC3E}">
        <p14:creationId xmlns:p14="http://schemas.microsoft.com/office/powerpoint/2010/main" val="2912838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18.2</a:t>
            </a:r>
          </a:p>
        </p:txBody>
      </p:sp>
    </p:spTree>
    <p:extLst>
      <p:ext uri="{BB962C8B-B14F-4D97-AF65-F5344CB8AC3E}">
        <p14:creationId xmlns:p14="http://schemas.microsoft.com/office/powerpoint/2010/main" val="801500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10.4</a:t>
            </a:r>
          </a:p>
        </p:txBody>
      </p:sp>
    </p:spTree>
    <p:extLst>
      <p:ext uri="{BB962C8B-B14F-4D97-AF65-F5344CB8AC3E}">
        <p14:creationId xmlns:p14="http://schemas.microsoft.com/office/powerpoint/2010/main" val="2710500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18.5</a:t>
            </a:r>
          </a:p>
        </p:txBody>
      </p:sp>
    </p:spTree>
    <p:extLst>
      <p:ext uri="{BB962C8B-B14F-4D97-AF65-F5344CB8AC3E}">
        <p14:creationId xmlns:p14="http://schemas.microsoft.com/office/powerpoint/2010/main" val="3706507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10.8</a:t>
            </a:r>
          </a:p>
        </p:txBody>
      </p:sp>
    </p:spTree>
    <p:extLst>
      <p:ext uri="{BB962C8B-B14F-4D97-AF65-F5344CB8AC3E}">
        <p14:creationId xmlns:p14="http://schemas.microsoft.com/office/powerpoint/2010/main" val="2453075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/>
              <a:t>mathematicskgz@</a:t>
            </a:r>
            <a:r>
              <a:rPr lang="en-US" dirty="0"/>
              <a:t>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8818</TotalTime>
  <Words>536</Words>
  <Application>Microsoft Office PowerPoint</Application>
  <PresentationFormat>A4 Paper (210x297 mm)</PresentationFormat>
  <Paragraphs>227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 Light</vt:lpstr>
      <vt:lpstr>Calibri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406</cp:revision>
  <cp:lastPrinted>2017-12-31T22:38:51Z</cp:lastPrinted>
  <dcterms:created xsi:type="dcterms:W3CDTF">2017-01-17T16:57:04Z</dcterms:created>
  <dcterms:modified xsi:type="dcterms:W3CDTF">2024-05-02T06:59:41Z</dcterms:modified>
</cp:coreProperties>
</file>