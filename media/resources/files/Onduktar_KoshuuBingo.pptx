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30" r:id="rId3"/>
  </p:sldMasterIdLst>
  <p:notesMasterIdLst>
    <p:notesMasterId r:id="rId25"/>
  </p:notesMasterIdLst>
  <p:sldIdLst>
    <p:sldId id="965" r:id="rId4"/>
    <p:sldId id="966" r:id="rId5"/>
    <p:sldId id="851" r:id="rId6"/>
    <p:sldId id="961" r:id="rId7"/>
    <p:sldId id="962" r:id="rId8"/>
    <p:sldId id="955" r:id="rId9"/>
    <p:sldId id="951" r:id="rId10"/>
    <p:sldId id="959" r:id="rId11"/>
    <p:sldId id="950" r:id="rId12"/>
    <p:sldId id="949" r:id="rId13"/>
    <p:sldId id="957" r:id="rId14"/>
    <p:sldId id="960" r:id="rId15"/>
    <p:sldId id="952" r:id="rId16"/>
    <p:sldId id="956" r:id="rId17"/>
    <p:sldId id="958" r:id="rId18"/>
    <p:sldId id="963" r:id="rId19"/>
    <p:sldId id="953" r:id="rId20"/>
    <p:sldId id="964" r:id="rId21"/>
    <p:sldId id="954" r:id="rId22"/>
    <p:sldId id="940" r:id="rId23"/>
    <p:sldId id="274" r:id="rId24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16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02/05/2024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2703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2601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28740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577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8541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43210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9079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3056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3903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3202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7658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16398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49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572811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2871243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365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68062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2080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03155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86855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658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0640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01296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4576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29643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92126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91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5/2/2024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813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  <p:sldLayoutId id="2147483744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орундуу ондуктар – кошуу – </a:t>
            </a:r>
            <a:r>
              <a: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Бинго,жооптору менен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тордон тогуз жоопту тандап, дептердеги 3х3 чакмакка каалагандай коюшат.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/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749233" y="3759183"/>
            <a:ext cx="9811954" cy="304698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кошуу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292100" y="1197032"/>
          <a:ext cx="9321800" cy="44306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0450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  <a:gridCol w="2330450">
                  <a:extLst>
                    <a:ext uri="{9D8B030D-6E8A-4147-A177-3AD203B41FA5}">
                      <a16:colId xmlns:a16="http://schemas.microsoft.com/office/drawing/2014/main" val="2772295460"/>
                    </a:ext>
                  </a:extLst>
                </a:gridCol>
              </a:tblGrid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16,1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8,5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11,5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13,5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12,2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3,2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10,8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10,3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18,5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6,7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18,2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  <a:tr h="11076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15,1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10,4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14,3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4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8986472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26618" y="19616"/>
            <a:ext cx="845276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/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465121" y="6041522"/>
            <a:ext cx="3981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19,1</a:t>
            </a:r>
          </a:p>
        </p:txBody>
      </p:sp>
    </p:spTree>
    <p:extLst>
      <p:ext uri="{BB962C8B-B14F-4D97-AF65-F5344CB8AC3E}">
        <p14:creationId xmlns:p14="http://schemas.microsoft.com/office/powerpoint/2010/main" val="1853823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15,1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AA2E15-864C-978D-2C5D-980B006F6F7D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CA6EC0-6E38-FFBC-26A3-13DDCCA1E0E9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09723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449893" y="2076557"/>
            <a:ext cx="7006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10,3</a:t>
            </a:r>
          </a:p>
        </p:txBody>
      </p:sp>
    </p:spTree>
    <p:extLst>
      <p:ext uri="{BB962C8B-B14F-4D97-AF65-F5344CB8AC3E}">
        <p14:creationId xmlns:p14="http://schemas.microsoft.com/office/powerpoint/2010/main" val="162813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458233" y="2129783"/>
            <a:ext cx="7006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8,5</a:t>
            </a:r>
          </a:p>
        </p:txBody>
      </p:sp>
    </p:spTree>
    <p:extLst>
      <p:ext uri="{BB962C8B-B14F-4D97-AF65-F5344CB8AC3E}">
        <p14:creationId xmlns:p14="http://schemas.microsoft.com/office/powerpoint/2010/main" val="1974651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14,3</a:t>
            </a:r>
          </a:p>
        </p:txBody>
      </p:sp>
    </p:spTree>
    <p:extLst>
      <p:ext uri="{BB962C8B-B14F-4D97-AF65-F5344CB8AC3E}">
        <p14:creationId xmlns:p14="http://schemas.microsoft.com/office/powerpoint/2010/main" val="3283383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458233" y="2129783"/>
            <a:ext cx="7006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3,2</a:t>
            </a:r>
          </a:p>
        </p:txBody>
      </p:sp>
    </p:spTree>
    <p:extLst>
      <p:ext uri="{BB962C8B-B14F-4D97-AF65-F5344CB8AC3E}">
        <p14:creationId xmlns:p14="http://schemas.microsoft.com/office/powerpoint/2010/main" val="246969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12,2</a:t>
            </a:r>
          </a:p>
        </p:txBody>
      </p:sp>
    </p:spTree>
    <p:extLst>
      <p:ext uri="{BB962C8B-B14F-4D97-AF65-F5344CB8AC3E}">
        <p14:creationId xmlns:p14="http://schemas.microsoft.com/office/powerpoint/2010/main" val="168073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458233" y="2129783"/>
            <a:ext cx="7006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6,7</a:t>
            </a:r>
          </a:p>
        </p:txBody>
      </p:sp>
    </p:spTree>
    <p:extLst>
      <p:ext uri="{BB962C8B-B14F-4D97-AF65-F5344CB8AC3E}">
        <p14:creationId xmlns:p14="http://schemas.microsoft.com/office/powerpoint/2010/main" val="2110829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16,1</a:t>
            </a:r>
          </a:p>
        </p:txBody>
      </p:sp>
    </p:spTree>
    <p:extLst>
      <p:ext uri="{BB962C8B-B14F-4D97-AF65-F5344CB8AC3E}">
        <p14:creationId xmlns:p14="http://schemas.microsoft.com/office/powerpoint/2010/main" val="40062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458233" y="2129783"/>
            <a:ext cx="7006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13,5</a:t>
            </a:r>
          </a:p>
        </p:txBody>
      </p:sp>
    </p:spTree>
    <p:extLst>
      <p:ext uri="{BB962C8B-B14F-4D97-AF65-F5344CB8AC3E}">
        <p14:creationId xmlns:p14="http://schemas.microsoft.com/office/powerpoint/2010/main" val="2630071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458233" y="2129783"/>
            <a:ext cx="7006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4,7</a:t>
            </a:r>
          </a:p>
        </p:txBody>
      </p:sp>
    </p:spTree>
    <p:extLst>
      <p:ext uri="{BB962C8B-B14F-4D97-AF65-F5344CB8AC3E}">
        <p14:creationId xmlns:p14="http://schemas.microsoft.com/office/powerpoint/2010/main" val="1796194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11,5</a:t>
            </a:r>
          </a:p>
        </p:txBody>
      </p:sp>
    </p:spTree>
    <p:extLst>
      <p:ext uri="{BB962C8B-B14F-4D97-AF65-F5344CB8AC3E}">
        <p14:creationId xmlns:p14="http://schemas.microsoft.com/office/powerpoint/2010/main" val="2912838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18,2</a:t>
            </a:r>
          </a:p>
        </p:txBody>
      </p:sp>
    </p:spTree>
    <p:extLst>
      <p:ext uri="{BB962C8B-B14F-4D97-AF65-F5344CB8AC3E}">
        <p14:creationId xmlns:p14="http://schemas.microsoft.com/office/powerpoint/2010/main" val="801500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458233" y="2129783"/>
            <a:ext cx="7006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10,4</a:t>
            </a:r>
          </a:p>
        </p:txBody>
      </p:sp>
    </p:spTree>
    <p:extLst>
      <p:ext uri="{BB962C8B-B14F-4D97-AF65-F5344CB8AC3E}">
        <p14:creationId xmlns:p14="http://schemas.microsoft.com/office/powerpoint/2010/main" val="2710500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934324" y="2129783"/>
            <a:ext cx="60540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чоң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8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18,5</a:t>
            </a:r>
          </a:p>
        </p:txBody>
      </p:sp>
    </p:spTree>
    <p:extLst>
      <p:ext uri="{BB962C8B-B14F-4D97-AF65-F5344CB8AC3E}">
        <p14:creationId xmlns:p14="http://schemas.microsoft.com/office/powerpoint/2010/main" val="3706507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45389" y="1556204"/>
            <a:ext cx="6231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Бул сандарды колдонуп, сумманы толтуруңуз.</a:t>
            </a:r>
            <a:endParaRPr lang="en-GB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56C769-B955-AE9A-431C-BB5ECEEDDC6D}"/>
              </a:ext>
            </a:extLst>
          </p:cNvPr>
          <p:cNvSpPr txBox="1"/>
          <p:nvPr/>
        </p:nvSpPr>
        <p:spPr>
          <a:xfrm>
            <a:off x="1458233" y="2129783"/>
            <a:ext cx="7006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Сиз түзө ала турган </a:t>
            </a:r>
            <a:r>
              <a:rPr lang="ru-RU" sz="2400" b="1" dirty="0"/>
              <a:t>эң кичинекей натыйжа </a:t>
            </a:r>
            <a:r>
              <a:rPr lang="ru-RU" sz="2400" dirty="0"/>
              <a:t>кандай?</a:t>
            </a:r>
            <a:endParaRPr lang="en-GB" sz="24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EC18E59-ABB0-AEB4-0BA0-72427AB42846}"/>
              </a:ext>
            </a:extLst>
          </p:cNvPr>
          <p:cNvGrpSpPr/>
          <p:nvPr/>
        </p:nvGrpSpPr>
        <p:grpSpPr>
          <a:xfrm>
            <a:off x="2601886" y="282632"/>
            <a:ext cx="4713316" cy="1039091"/>
            <a:chOff x="1862052" y="232756"/>
            <a:chExt cx="4713316" cy="103909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A0A5EFD-24D2-5686-6059-AB4B79471AF9}"/>
                </a:ext>
              </a:extLst>
            </p:cNvPr>
            <p:cNvSpPr/>
            <p:nvPr/>
          </p:nvSpPr>
          <p:spPr>
            <a:xfrm>
              <a:off x="1862052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523168F8-C3AD-2040-34D1-5FB9EC58A192}"/>
                </a:ext>
              </a:extLst>
            </p:cNvPr>
            <p:cNvSpPr/>
            <p:nvPr/>
          </p:nvSpPr>
          <p:spPr>
            <a:xfrm>
              <a:off x="3136670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9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B27E12A-F2C0-42F3-11C8-E3F001B98710}"/>
                </a:ext>
              </a:extLst>
            </p:cNvPr>
            <p:cNvSpPr/>
            <p:nvPr/>
          </p:nvSpPr>
          <p:spPr>
            <a:xfrm>
              <a:off x="4411288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A4C1E27-FE6D-5917-5FED-B276BAF4CCAB}"/>
                </a:ext>
              </a:extLst>
            </p:cNvPr>
            <p:cNvSpPr/>
            <p:nvPr/>
          </p:nvSpPr>
          <p:spPr>
            <a:xfrm>
              <a:off x="5685907" y="232756"/>
              <a:ext cx="889461" cy="1039091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8575">
              <a:solidFill>
                <a:srgbClr val="FFC000"/>
              </a:solidFill>
            </a:ln>
            <a:effectLst>
              <a:outerShdw blurRad="50800" dist="635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4800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sp>
        <p:nvSpPr>
          <p:cNvPr id="17" name="Plus Sign 16">
            <a:extLst>
              <a:ext uri="{FF2B5EF4-FFF2-40B4-BE49-F238E27FC236}">
                <a16:creationId xmlns:a16="http://schemas.microsoft.com/office/drawing/2014/main" id="{2354E225-81BE-6BE5-4783-24EBF2A3477A}"/>
              </a:ext>
            </a:extLst>
          </p:cNvPr>
          <p:cNvSpPr/>
          <p:nvPr/>
        </p:nvSpPr>
        <p:spPr>
          <a:xfrm>
            <a:off x="2663620" y="4319778"/>
            <a:ext cx="806335" cy="806335"/>
          </a:xfrm>
          <a:prstGeom prst="mathPlus">
            <a:avLst>
              <a:gd name="adj1" fmla="val 14429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20D3EC-4B7A-49EE-AA4A-93F96672C93D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FDDDAD-DDB9-B832-952B-45B3E647D315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0E322A-0523-CBC6-A2CA-AC7C9B366FCF}"/>
              </a:ext>
            </a:extLst>
          </p:cNvPr>
          <p:cNvSpPr/>
          <p:nvPr/>
        </p:nvSpPr>
        <p:spPr>
          <a:xfrm>
            <a:off x="4868776" y="3247794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C7C029B-7E73-42B8-2C25-D823B40A7D0D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CECA669-67B8-066E-69FC-D88F3029037F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7BC8BAB-69AA-C464-0B0B-A9334CEB24F4}"/>
              </a:ext>
            </a:extLst>
          </p:cNvPr>
          <p:cNvSpPr/>
          <p:nvPr/>
        </p:nvSpPr>
        <p:spPr>
          <a:xfrm>
            <a:off x="4868776" y="4644332"/>
            <a:ext cx="162906" cy="16290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485B28B-C3F8-1973-7A78-6A46325FB0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accent5">
                <a:lumMod val="75000"/>
              </a:schemeClr>
            </a:solidFill>
          </a:ln>
          <a:effectLst>
            <a:outerShdw blurRad="50800" dist="635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32" name="Equals 31">
            <a:extLst>
              <a:ext uri="{FF2B5EF4-FFF2-40B4-BE49-F238E27FC236}">
                <a16:creationId xmlns:a16="http://schemas.microsoft.com/office/drawing/2014/main" id="{C67F3A0C-B8A8-0084-2816-463AB7C95AAC}"/>
              </a:ext>
            </a:extLst>
          </p:cNvPr>
          <p:cNvSpPr/>
          <p:nvPr/>
        </p:nvSpPr>
        <p:spPr>
          <a:xfrm>
            <a:off x="2659330" y="5665123"/>
            <a:ext cx="814914" cy="914400"/>
          </a:xfrm>
          <a:prstGeom prst="mathEqual">
            <a:avLst>
              <a:gd name="adj1" fmla="val 12322"/>
              <a:gd name="adj2" fmla="val 11760"/>
            </a:avLst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FC21626-F0CE-712D-806A-20D891B14242}"/>
              </a:ext>
            </a:extLst>
          </p:cNvPr>
          <p:cNvSpPr/>
          <p:nvPr/>
        </p:nvSpPr>
        <p:spPr>
          <a:xfrm>
            <a:off x="3823855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CEBD7C67-6B9A-0361-A4A9-6212BD9E38DB}"/>
              </a:ext>
            </a:extLst>
          </p:cNvPr>
          <p:cNvSpPr/>
          <p:nvPr/>
        </p:nvSpPr>
        <p:spPr>
          <a:xfrm>
            <a:off x="5187142" y="2809702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2F65B88-4535-D169-D8A5-5A3C107A8AD2}"/>
              </a:ext>
            </a:extLst>
          </p:cNvPr>
          <p:cNvSpPr/>
          <p:nvPr/>
        </p:nvSpPr>
        <p:spPr>
          <a:xfrm>
            <a:off x="3823855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E087E17-347F-8942-650C-847C718EBF99}"/>
              </a:ext>
            </a:extLst>
          </p:cNvPr>
          <p:cNvSpPr/>
          <p:nvPr/>
        </p:nvSpPr>
        <p:spPr>
          <a:xfrm>
            <a:off x="5187142" y="4206240"/>
            <a:ext cx="889461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3977303-454E-935A-3408-C36866386448}"/>
              </a:ext>
            </a:extLst>
          </p:cNvPr>
          <p:cNvSpPr/>
          <p:nvPr/>
        </p:nvSpPr>
        <p:spPr>
          <a:xfrm>
            <a:off x="3823856" y="5602778"/>
            <a:ext cx="2252748" cy="1039091"/>
          </a:xfrm>
          <a:prstGeom prst="roundRect">
            <a:avLst/>
          </a:prstGeom>
          <a:noFill/>
          <a:ln w="285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10,8</a:t>
            </a:r>
          </a:p>
        </p:txBody>
      </p:sp>
    </p:spTree>
    <p:extLst>
      <p:ext uri="{BB962C8B-B14F-4D97-AF65-F5344CB8AC3E}">
        <p14:creationId xmlns:p14="http://schemas.microsoft.com/office/powerpoint/2010/main" val="2453075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2" grpId="0"/>
      <p:bldP spid="5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/>
              <a:t>mathematicskgz@</a:t>
            </a:r>
            <a:r>
              <a:rPr lang="en-US" dirty="0"/>
              <a:t>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8818</TotalTime>
  <Words>536</Words>
  <Application>Microsoft Office PowerPoint</Application>
  <PresentationFormat>A4 Paper (210x297 mm)</PresentationFormat>
  <Paragraphs>227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 Light</vt:lpstr>
      <vt:lpstr>Calibri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406</cp:revision>
  <cp:lastPrinted>2017-12-31T22:38:51Z</cp:lastPrinted>
  <dcterms:created xsi:type="dcterms:W3CDTF">2017-01-17T16:57:04Z</dcterms:created>
  <dcterms:modified xsi:type="dcterms:W3CDTF">2024-05-02T06:59:41Z</dcterms:modified>
</cp:coreProperties>
</file>