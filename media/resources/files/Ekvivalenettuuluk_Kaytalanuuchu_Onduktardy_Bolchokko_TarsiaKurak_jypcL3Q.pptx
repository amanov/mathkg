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941" r:id="rId4"/>
    <p:sldId id="939" r:id="rId5"/>
    <p:sldId id="833" r:id="rId6"/>
    <p:sldId id="834" r:id="rId7"/>
    <p:sldId id="942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3F55B2B1-352C-4C31-A259-67010074E4C5}">
          <p14:sldIdLst>
            <p14:sldId id="940"/>
            <p14:sldId id="281"/>
          </p14:sldIdLst>
        </p14:section>
        <p14:section name="Титулдук слайд" id="{D90A989D-9185-49BE-A48D-EE16E4930DA2}">
          <p14:sldIdLst>
            <p14:sldId id="941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09321E3B-DF6D-463F-B0B7-51F1A49F3708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31/08/2024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8/31/2024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207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Кайталануучу ондуктар – Айландыруу – Тарсиа 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даярдалган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50563" y="658443"/>
            <a:ext cx="3546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Үч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бурчтуктарды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59D4FD-5636-5FC5-4A67-199E51BA8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7D556D-E971-0216-A444-C472A29CB3C7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3248FBF-0BF9-42E7-B14B-3FEB8DFC98AB}"/>
              </a:ext>
            </a:extLst>
          </p:cNvPr>
          <p:cNvGrpSpPr/>
          <p:nvPr/>
        </p:nvGrpSpPr>
        <p:grpSpPr>
          <a:xfrm>
            <a:off x="3905026" y="1668294"/>
            <a:ext cx="5790717" cy="5009015"/>
            <a:chOff x="1323701" y="62985"/>
            <a:chExt cx="7236280" cy="625943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15E6081-D11B-4361-9F4E-5B678F141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72848" y="62985"/>
              <a:ext cx="5560304" cy="470262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E5852DF-E692-43D7-9478-F6B6F5AC9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23701" y="4739487"/>
              <a:ext cx="7236280" cy="15829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1163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4FB263-BBC3-4EF2-A959-91EEC294A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262" y="0"/>
            <a:ext cx="4953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D81B4B-68F6-47E8-8762-64411531F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2" y="0"/>
            <a:ext cx="49428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DAD46CA4-2811-43C2-A3C0-2D33732D3575}"/>
              </a:ext>
            </a:extLst>
          </p:cNvPr>
          <p:cNvGrpSpPr/>
          <p:nvPr/>
        </p:nvGrpSpPr>
        <p:grpSpPr>
          <a:xfrm rot="16200000">
            <a:off x="-1023341" y="1049716"/>
            <a:ext cx="6822831" cy="4740982"/>
            <a:chOff x="8792" y="0"/>
            <a:chExt cx="986947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D8818CF-12DA-4AAF-B8DD-9CC44AB26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25262" y="0"/>
              <a:ext cx="4953000" cy="6858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22D4967-6430-4876-BEBA-130A9065A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92" y="0"/>
              <a:ext cx="4942846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5EA4CD7-8A6C-4413-ADBB-11F6B310FED5}"/>
              </a:ext>
            </a:extLst>
          </p:cNvPr>
          <p:cNvGrpSpPr/>
          <p:nvPr/>
        </p:nvGrpSpPr>
        <p:grpSpPr>
          <a:xfrm rot="16200000">
            <a:off x="4124094" y="1049717"/>
            <a:ext cx="6822831" cy="4740982"/>
            <a:chOff x="8792" y="0"/>
            <a:chExt cx="986947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8F2202A-C9DF-42CA-8F39-A9296F30EF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25262" y="0"/>
              <a:ext cx="4953000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77F6635-BF26-4A0F-AB46-143402E4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92" y="0"/>
              <a:ext cx="4942846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BDB7D9-60D5-4162-899A-BAAE770C3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964" y="9525"/>
            <a:ext cx="7886700" cy="68389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4C1ED16-5FA9-89DF-243B-56040CE79953}"/>
              </a:ext>
            </a:extLst>
          </p:cNvPr>
          <p:cNvSpPr/>
          <p:nvPr/>
        </p:nvSpPr>
        <p:spPr>
          <a:xfrm>
            <a:off x="112381" y="186267"/>
            <a:ext cx="418252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8364</TotalTime>
  <Words>149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 Light</vt:lpstr>
      <vt:lpstr>Calibri </vt:lpstr>
      <vt:lpstr>Arial</vt:lpstr>
      <vt:lpstr>Calibri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2024-08-31T16:02:03Z</cp:lastPrinted>
  <dcterms:created xsi:type="dcterms:W3CDTF">2017-01-17T16:57:04Z</dcterms:created>
  <dcterms:modified xsi:type="dcterms:W3CDTF">2024-08-31T16:03:50Z</dcterms:modified>
</cp:coreProperties>
</file>