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79" r:id="rId4"/>
    <p:sldId id="978" r:id="rId5"/>
    <p:sldId id="851" r:id="rId6"/>
    <p:sldId id="950" r:id="rId7"/>
    <p:sldId id="964" r:id="rId8"/>
    <p:sldId id="966" r:id="rId9"/>
    <p:sldId id="968" r:id="rId10"/>
    <p:sldId id="969" r:id="rId11"/>
    <p:sldId id="972" r:id="rId12"/>
    <p:sldId id="974" r:id="rId13"/>
    <p:sldId id="975" r:id="rId14"/>
    <p:sldId id="958" r:id="rId15"/>
    <p:sldId id="970" r:id="rId16"/>
    <p:sldId id="962" r:id="rId17"/>
    <p:sldId id="971" r:id="rId18"/>
    <p:sldId id="965" r:id="rId19"/>
    <p:sldId id="973" r:id="rId20"/>
    <p:sldId id="967" r:id="rId21"/>
    <p:sldId id="976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9"/>
            <p14:sldId id="978"/>
            <p14:sldId id="851"/>
          </p14:sldIdLst>
        </p14:section>
        <p14:section name="Суроолор" id="{27E8BDD4-AEF9-42D7-8653-0FA4B14A353C}">
          <p14:sldIdLst>
            <p14:sldId id="950"/>
            <p14:sldId id="964"/>
            <p14:sldId id="966"/>
            <p14:sldId id="968"/>
            <p14:sldId id="969"/>
            <p14:sldId id="972"/>
            <p14:sldId id="974"/>
            <p14:sldId id="975"/>
            <p14:sldId id="958"/>
            <p14:sldId id="970"/>
            <p14:sldId id="962"/>
            <p14:sldId id="971"/>
            <p14:sldId id="965"/>
            <p14:sldId id="973"/>
            <p14:sldId id="967"/>
            <p14:sldId id="976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960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27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957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57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64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640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14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48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599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023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79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32547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11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8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11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353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216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75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479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06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111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778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39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86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04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35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орундуу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Кошуу &amp; Кемитүү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508621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 жана кемитүү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13.95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12.62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3.83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3.19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57142-A28C-BF76-3C8A-93CFBD46E31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F2A51F-1171-3983-968B-CB1F3706564A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2DB33-DA3F-634D-5F1A-EC916CF731B3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9EFF0B-A0D1-64EB-0305-D2E38A5A735F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4A119-A607-AF35-3E66-EC6A66760AC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4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69CC701A-F67E-37A0-9151-E1BFDC67AB5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4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3C518B-EF07-8C1D-C0F6-2D01AF0C247A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2.29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4A61BA1-18EF-5C06-6A28-33998A46AE3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93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88B8D-E262-B6A9-2DC2-394972CF8AB5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1.37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7714B62B-0187-53A8-52A6-42F5F9EB1F1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6BC29F-9047-845A-FC26-D24A7C52C9E7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BEED2F-F26C-5D41-E785-852E47E205C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24D030-48E4-AE9F-8A26-C093111ABBF2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721A42-1D7C-645F-9D32-4CE639FDA13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C3B48C-4BEE-3FCD-3CF3-5794D61C3590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836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D2D2CA-843B-2931-A3EF-EADFFA9D5F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2.57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65959E29-7C5A-4F20-8D3A-F47E0C3B355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59105A-5F7C-31C6-489D-0515E21F70FF}"/>
              </a:ext>
            </a:extLst>
          </p:cNvPr>
          <p:cNvGrpSpPr/>
          <p:nvPr/>
        </p:nvGrpSpPr>
        <p:grpSpPr>
          <a:xfrm>
            <a:off x="2601214" y="282632"/>
            <a:ext cx="4713315" cy="1039091"/>
            <a:chOff x="1963832" y="282632"/>
            <a:chExt cx="4713315" cy="103909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5D5395-A613-A404-4C32-651D944F62AF}"/>
                </a:ext>
              </a:extLst>
            </p:cNvPr>
            <p:cNvSpPr/>
            <p:nvPr/>
          </p:nvSpPr>
          <p:spPr>
            <a:xfrm>
              <a:off x="196383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59B0CB2-28A1-0548-0989-6C5DAEAF83D0}"/>
                </a:ext>
              </a:extLst>
            </p:cNvPr>
            <p:cNvSpPr/>
            <p:nvPr/>
          </p:nvSpPr>
          <p:spPr>
            <a:xfrm>
              <a:off x="323845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D383F3F-D022-103B-0B0E-2C4034CF89F5}"/>
                </a:ext>
              </a:extLst>
            </p:cNvPr>
            <p:cNvSpPr/>
            <p:nvPr/>
          </p:nvSpPr>
          <p:spPr>
            <a:xfrm>
              <a:off x="451306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FCBEA0-CD88-0291-051D-74F9F57C152A}"/>
                </a:ext>
              </a:extLst>
            </p:cNvPr>
            <p:cNvSpPr/>
            <p:nvPr/>
          </p:nvSpPr>
          <p:spPr>
            <a:xfrm>
              <a:off x="578768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15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1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402663-25C0-689D-6236-AC122CD44C8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7.42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C1E3737-BF19-7BA0-BD3F-B8375D7FAB50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60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66" grpId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1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AC5070-39BF-DD61-279B-82F89A8BCA97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7.27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C5E3E9D2-9C10-0F44-5031-6F03D02184A1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91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3.82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14E0C0-4421-7B94-A3C1-50CB34559C19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0.39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8249282E-3B11-2977-90AA-65624C5423A7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4.88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200F7B-512F-BCAA-7CE6-B0415AB2F54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612C7-69E9-E5BD-7E75-F7FD0B1A67DB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64ACC3-B3F9-7E80-4FB3-6377C3586A4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973B93-5DE3-819A-7640-357D3B8D2D68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5FEF6-3A6E-4874-4794-3DA49BBB033A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FF00D0-E978-A9FE-B46C-8F39914A8792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1.67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07EAAFE3-1A2D-8E4A-1CF2-9118B51DDFD9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6ED19-4AA7-A1E5-023E-4493981C162A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1FE0CA-01B7-F4F7-EAAA-B3F7AE38C17B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B635D2-91C6-597F-1B3A-354A69F21113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8A7EB78-872A-3062-61E7-A98225C125D4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8025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8895</TotalTime>
  <Words>581</Words>
  <Application>Microsoft Office PowerPoint</Application>
  <PresentationFormat>A4 Paper (210x297 mm)</PresentationFormat>
  <Paragraphs>271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411</cp:revision>
  <cp:lastPrinted>2017-12-31T22:38:51Z</cp:lastPrinted>
  <dcterms:created xsi:type="dcterms:W3CDTF">2017-01-17T16:57:04Z</dcterms:created>
  <dcterms:modified xsi:type="dcterms:W3CDTF">2024-09-06T02:37:08Z</dcterms:modified>
</cp:coreProperties>
</file>