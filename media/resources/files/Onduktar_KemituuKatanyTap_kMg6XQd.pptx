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941" r:id="rId3"/>
    <p:sldId id="942" r:id="rId4"/>
    <p:sldId id="943" r:id="rId5"/>
    <p:sldId id="832" r:id="rId6"/>
    <p:sldId id="945" r:id="rId7"/>
    <p:sldId id="944" r:id="rId8"/>
  </p:sldIdLst>
  <p:sldSz cx="9906000" cy="6858000" type="A4"/>
  <p:notesSz cx="7104063" cy="10234613"/>
  <p:embeddedFontLst>
    <p:embeddedFont>
      <p:font typeface="Fira Code" panose="020B0809050000020004" pitchFamily="49" charset="0"/>
      <p:regular r:id="rId10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FB448B5C-C6CF-422B-AAF2-DB5112525722}">
          <p14:sldIdLst>
            <p14:sldId id="940"/>
            <p14:sldId id="941"/>
            <p14:sldId id="942"/>
            <p14:sldId id="943"/>
            <p14:sldId id="832"/>
            <p14:sldId id="945"/>
            <p14:sldId id="94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04/05/2024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10490200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Кемитүү 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9594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D8DDD1-406F-9877-DE5E-C95B00D1B9A8}"/>
              </a:ext>
            </a:extLst>
          </p:cNvPr>
          <p:cNvSpPr txBox="1"/>
          <p:nvPr/>
        </p:nvSpPr>
        <p:spPr>
          <a:xfrm>
            <a:off x="0" y="10883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60430C-2ED9-2CAC-B0CF-A11FE963DDD5}"/>
              </a:ext>
            </a:extLst>
          </p:cNvPr>
          <p:cNvSpPr txBox="1"/>
          <p:nvPr/>
        </p:nvSpPr>
        <p:spPr>
          <a:xfrm>
            <a:off x="613340" y="1015249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E509D7B-19CD-4755-B59E-747B81CE8A63}"/>
              </a:ext>
            </a:extLst>
          </p:cNvPr>
          <p:cNvGrpSpPr/>
          <p:nvPr/>
        </p:nvGrpSpPr>
        <p:grpSpPr>
          <a:xfrm>
            <a:off x="2357120" y="132080"/>
            <a:ext cx="7548879" cy="6725920"/>
            <a:chOff x="2637693" y="2292426"/>
            <a:chExt cx="4952999" cy="428654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08CA1B5-71C2-4041-B20B-978B3E6A3D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07807" y="2292426"/>
              <a:ext cx="2562513" cy="214389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1441985-12A3-4B06-A1DC-7E207FBCE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37693" y="4417276"/>
              <a:ext cx="4952999" cy="21616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1446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C28963B-2B7C-55B4-F85B-DE4B7BD55F38}"/>
              </a:ext>
            </a:extLst>
          </p:cNvPr>
          <p:cNvSpPr txBox="1"/>
          <p:nvPr/>
        </p:nvSpPr>
        <p:spPr>
          <a:xfrm>
            <a:off x="375920" y="450958"/>
            <a:ext cx="37998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EA5610F-2436-DBDB-8DC4-55116F2BDE98}"/>
              </a:ext>
            </a:extLst>
          </p:cNvPr>
          <p:cNvGrpSpPr/>
          <p:nvPr/>
        </p:nvGrpSpPr>
        <p:grpSpPr>
          <a:xfrm>
            <a:off x="2032000" y="43500"/>
            <a:ext cx="7873999" cy="6814500"/>
            <a:chOff x="2637693" y="2292426"/>
            <a:chExt cx="4952999" cy="428654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82B2E6A-0F62-ABC6-51EC-A3286C742A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07807" y="2292426"/>
              <a:ext cx="2562513" cy="2143899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1A440BC-082B-4DBF-DB51-31B58514FA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37693" y="4417276"/>
              <a:ext cx="4952999" cy="2161690"/>
            </a:xfrm>
            <a:prstGeom prst="rect">
              <a:avLst/>
            </a:prstGeom>
          </p:spPr>
        </p:pic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E168E0CF-F5E6-C930-8A1E-2995546ADF9D}"/>
              </a:ext>
            </a:extLst>
          </p:cNvPr>
          <p:cNvSpPr/>
          <p:nvPr/>
        </p:nvSpPr>
        <p:spPr>
          <a:xfrm>
            <a:off x="3860351" y="538608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914C79C-6FB7-02AE-3C67-06378A235A0C}"/>
              </a:ext>
            </a:extLst>
          </p:cNvPr>
          <p:cNvSpPr/>
          <p:nvPr/>
        </p:nvSpPr>
        <p:spPr>
          <a:xfrm>
            <a:off x="7743640" y="538988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6A54FD8-0B1F-59BD-126F-80E4806512BB}"/>
              </a:ext>
            </a:extLst>
          </p:cNvPr>
          <p:cNvSpPr/>
          <p:nvPr/>
        </p:nvSpPr>
        <p:spPr>
          <a:xfrm>
            <a:off x="5948879" y="209896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591AD5C-FA1F-0821-F1E7-7924085205A1}"/>
              </a:ext>
            </a:extLst>
          </p:cNvPr>
          <p:cNvSpPr/>
          <p:nvPr/>
        </p:nvSpPr>
        <p:spPr>
          <a:xfrm>
            <a:off x="5372479" y="104703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5245B42-5D80-ED92-6D3B-C046D2CBB170}"/>
              </a:ext>
            </a:extLst>
          </p:cNvPr>
          <p:cNvSpPr/>
          <p:nvPr/>
        </p:nvSpPr>
        <p:spPr>
          <a:xfrm>
            <a:off x="6315289" y="2960208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949478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D98238-DA26-274C-C1C2-53B69BF5A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506275" y="1386182"/>
            <a:ext cx="6341360" cy="43841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9DBAB7-14B6-3C11-A49F-223F6A25F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93549" y="1168566"/>
            <a:ext cx="6598687" cy="456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821F562-EFA1-2564-CF90-2906AE927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21960" cy="33426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234404-DB6F-1BC4-99CE-122C036AD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981" y="0"/>
            <a:ext cx="4920139" cy="33426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6F7C82-C9CB-26BD-E6C1-82F445187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21" y="3515361"/>
            <a:ext cx="4621960" cy="33426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FAD56B-C94D-2962-56A8-B0AB14B8D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002" y="3429000"/>
            <a:ext cx="4920139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239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757587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8326</TotalTime>
  <Words>117</Words>
  <Application>Microsoft Office PowerPoint</Application>
  <PresentationFormat>A4 Paper (210x297 mm)</PresentationFormat>
  <Paragraphs>35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Fira Code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2019-05-06T03:11:18Z</cp:lastPrinted>
  <dcterms:created xsi:type="dcterms:W3CDTF">2017-01-17T16:57:04Z</dcterms:created>
  <dcterms:modified xsi:type="dcterms:W3CDTF">2024-05-04T06:58:03Z</dcterms:modified>
</cp:coreProperties>
</file>