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пайыздарга айландыруу–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053162" y="198509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936177" y="418529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763CACF-9AFE-4F24-932C-3756AC1FEB17}"/>
              </a:ext>
            </a:extLst>
          </p:cNvPr>
          <p:cNvGrpSpPr/>
          <p:nvPr/>
        </p:nvGrpSpPr>
        <p:grpSpPr>
          <a:xfrm>
            <a:off x="2011681" y="-19627"/>
            <a:ext cx="7894320" cy="6877627"/>
            <a:chOff x="2006911" y="1127840"/>
            <a:chExt cx="5399729" cy="47043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337EFF-E632-4803-B00E-936FE83B7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923" y="1127840"/>
              <a:ext cx="2775823" cy="235305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92A0823-A7FF-4552-B992-CA09E75B5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6911" y="3473873"/>
              <a:ext cx="5399729" cy="23582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69A3963-F0DB-FA73-20FE-3B02E991802B}"/>
              </a:ext>
            </a:extLst>
          </p:cNvPr>
          <p:cNvSpPr txBox="1"/>
          <p:nvPr/>
        </p:nvSpPr>
        <p:spPr>
          <a:xfrm>
            <a:off x="465074" y="529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8020B2-F39B-43C1-BECC-7CBBEFB2633C}"/>
              </a:ext>
            </a:extLst>
          </p:cNvPr>
          <p:cNvSpPr txBox="1"/>
          <p:nvPr/>
        </p:nvSpPr>
        <p:spPr>
          <a:xfrm>
            <a:off x="465074" y="187685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38D60B3-FCFA-4706-854B-0E31A05BA078}"/>
              </a:ext>
            </a:extLst>
          </p:cNvPr>
          <p:cNvGrpSpPr/>
          <p:nvPr/>
        </p:nvGrpSpPr>
        <p:grpSpPr>
          <a:xfrm>
            <a:off x="2011681" y="-19627"/>
            <a:ext cx="7894320" cy="6877627"/>
            <a:chOff x="2006911" y="1127840"/>
            <a:chExt cx="5399729" cy="470430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6994C0-8D96-4012-BB62-CC3B576E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6923" y="1127840"/>
              <a:ext cx="2775823" cy="235305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D2BEC49-7573-40F7-9FEF-173F06F54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06911" y="3473873"/>
              <a:ext cx="5399729" cy="2358276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3385762" y="451779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4825401" y="368935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860743" y="1980146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872707" y="5406333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6821498" y="373773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9C601A-D47F-4CB6-7AEC-29562C6141AC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24E1A9-308C-1630-74C1-17237061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33613" y="1171388"/>
            <a:ext cx="6709785" cy="4663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2C103-93EF-B261-D47E-46655C02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61908" y="1097280"/>
            <a:ext cx="6709785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8282</TotalTime>
  <Words>116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2024-08-29T16:09:44Z</cp:lastPrinted>
  <dcterms:created xsi:type="dcterms:W3CDTF">2017-01-17T16:57:04Z</dcterms:created>
  <dcterms:modified xsi:type="dcterms:W3CDTF">2024-08-29T16:09:51Z</dcterms:modified>
</cp:coreProperties>
</file>