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5"/>
  </p:notesMasterIdLst>
  <p:sldIdLst>
    <p:sldId id="972" r:id="rId2"/>
    <p:sldId id="964" r:id="rId3"/>
    <p:sldId id="968" r:id="rId4"/>
    <p:sldId id="961" r:id="rId5"/>
    <p:sldId id="963" r:id="rId6"/>
    <p:sldId id="962" r:id="rId7"/>
    <p:sldId id="959" r:id="rId8"/>
    <p:sldId id="960" r:id="rId9"/>
    <p:sldId id="965" r:id="rId10"/>
    <p:sldId id="966" r:id="rId11"/>
    <p:sldId id="969" r:id="rId12"/>
    <p:sldId id="970" r:id="rId13"/>
    <p:sldId id="973" r:id="rId14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00C85A"/>
    <a:srgbClr val="FFFFFF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25/08/2024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E8DA03BD-0D10-881F-68DF-55A084B44400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6736DD-D2AD-61E3-58E2-BEBBEB44F31C}"/>
              </a:ext>
            </a:extLst>
          </p:cNvPr>
          <p:cNvSpPr txBox="1"/>
          <p:nvPr/>
        </p:nvSpPr>
        <p:spPr>
          <a:xfrm>
            <a:off x="162560" y="1778000"/>
            <a:ext cx="9743440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Орундуу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Ондуктар – КЕМИТҮҮ –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lang="ru-RU" sz="2400" b="1" dirty="0">
                <a:solidFill>
                  <a:srgbClr val="00B0F0"/>
                </a:solidFill>
              </a:rPr>
              <a:t> </a:t>
            </a:r>
            <a:r>
              <a:rPr lang="ky-KG" sz="2400" b="1" dirty="0">
                <a:solidFill>
                  <a:srgbClr val="00B0F0"/>
                </a:solidFill>
              </a:rPr>
              <a:t>Мага көрсөт</a:t>
            </a:r>
            <a:r>
              <a:rPr lang="ru-RU" sz="2400" b="1" dirty="0">
                <a:solidFill>
                  <a:srgbClr val="00B0F0"/>
                </a:solidFill>
              </a:rPr>
              <a:t>...</a:t>
            </a:r>
            <a:endParaRPr lang="en-US" sz="2400" b="1" dirty="0">
              <a:solidFill>
                <a:srgbClr val="00B0F0"/>
              </a:solidFill>
            </a:endParaRP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көнүгүү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окуучуну ойлондуруу үчүн иштелип чыккан, эч кандай жооп жок.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өз жоопторун эки - экиден же мугалимге  көрсөтүп текшере алышы керек.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мини-тактада же дептер аркылуу жооп бере алышат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7096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408617" y="1834868"/>
            <a:ext cx="70887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   −   0.8   =   _________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19A80E3-6FE8-7B68-430F-36C72A15FBD9}"/>
              </a:ext>
            </a:extLst>
          </p:cNvPr>
          <p:cNvGrpSpPr/>
          <p:nvPr/>
        </p:nvGrpSpPr>
        <p:grpSpPr>
          <a:xfrm>
            <a:off x="4507407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22" name="Cube 21">
              <a:extLst>
                <a:ext uri="{FF2B5EF4-FFF2-40B4-BE49-F238E27FC236}">
                  <a16:creationId xmlns:a16="http://schemas.microsoft.com/office/drawing/2014/main" id="{24076F6C-DA84-5BFF-2231-6B4AD52521D8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3" name="Cube 22">
              <a:extLst>
                <a:ext uri="{FF2B5EF4-FFF2-40B4-BE49-F238E27FC236}">
                  <a16:creationId xmlns:a16="http://schemas.microsoft.com/office/drawing/2014/main" id="{AAFEFC45-AF82-7C65-2A8C-74BF991EAF6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6" name="Cube 345">
              <a:extLst>
                <a:ext uri="{FF2B5EF4-FFF2-40B4-BE49-F238E27FC236}">
                  <a16:creationId xmlns:a16="http://schemas.microsoft.com/office/drawing/2014/main" id="{CCC355BE-FBD9-3C97-71ED-266E560E5B0F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7" name="Cube 346">
              <a:extLst>
                <a:ext uri="{FF2B5EF4-FFF2-40B4-BE49-F238E27FC236}">
                  <a16:creationId xmlns:a16="http://schemas.microsoft.com/office/drawing/2014/main" id="{906B22B2-00B9-3024-DDBB-3DBEBCFF7F14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8" name="Cube 347">
              <a:extLst>
                <a:ext uri="{FF2B5EF4-FFF2-40B4-BE49-F238E27FC236}">
                  <a16:creationId xmlns:a16="http://schemas.microsoft.com/office/drawing/2014/main" id="{A2EFB319-9487-26EF-A3F5-2C3AD48FDF3E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9" name="Cube 348">
              <a:extLst>
                <a:ext uri="{FF2B5EF4-FFF2-40B4-BE49-F238E27FC236}">
                  <a16:creationId xmlns:a16="http://schemas.microsoft.com/office/drawing/2014/main" id="{96C7D01B-AAC2-9A06-0981-019D8EFF3B4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0" name="Cube 349">
              <a:extLst>
                <a:ext uri="{FF2B5EF4-FFF2-40B4-BE49-F238E27FC236}">
                  <a16:creationId xmlns:a16="http://schemas.microsoft.com/office/drawing/2014/main" id="{EA9BA2E3-C74F-B6DF-B504-83EC7121C6A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1" name="Cube 350">
              <a:extLst>
                <a:ext uri="{FF2B5EF4-FFF2-40B4-BE49-F238E27FC236}">
                  <a16:creationId xmlns:a16="http://schemas.microsoft.com/office/drawing/2014/main" id="{3C594C47-C2FA-923F-2765-5F4680617F6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2" name="Cube 351">
              <a:extLst>
                <a:ext uri="{FF2B5EF4-FFF2-40B4-BE49-F238E27FC236}">
                  <a16:creationId xmlns:a16="http://schemas.microsoft.com/office/drawing/2014/main" id="{4C50E442-EA82-CE9D-4BB7-5C6A3B426DC5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3" name="Cube 352">
              <a:extLst>
                <a:ext uri="{FF2B5EF4-FFF2-40B4-BE49-F238E27FC236}">
                  <a16:creationId xmlns:a16="http://schemas.microsoft.com/office/drawing/2014/main" id="{9663F3D4-8915-27FE-CF40-A876F264CF95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E08B1A47-4802-3646-C461-251164697409}"/>
              </a:ext>
            </a:extLst>
          </p:cNvPr>
          <p:cNvGrpSpPr/>
          <p:nvPr/>
        </p:nvGrpSpPr>
        <p:grpSpPr>
          <a:xfrm>
            <a:off x="5014483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55" name="Cube 354">
              <a:extLst>
                <a:ext uri="{FF2B5EF4-FFF2-40B4-BE49-F238E27FC236}">
                  <a16:creationId xmlns:a16="http://schemas.microsoft.com/office/drawing/2014/main" id="{F0FFD5C5-CA90-685D-B40A-788E5884117B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6" name="Cube 355">
              <a:extLst>
                <a:ext uri="{FF2B5EF4-FFF2-40B4-BE49-F238E27FC236}">
                  <a16:creationId xmlns:a16="http://schemas.microsoft.com/office/drawing/2014/main" id="{DF864396-CFC2-C3A8-6760-D78424C9101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7" name="Cube 356">
              <a:extLst>
                <a:ext uri="{FF2B5EF4-FFF2-40B4-BE49-F238E27FC236}">
                  <a16:creationId xmlns:a16="http://schemas.microsoft.com/office/drawing/2014/main" id="{E54CF5DF-499E-5976-7B7E-48750FFC4EAC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8" name="Cube 357">
              <a:extLst>
                <a:ext uri="{FF2B5EF4-FFF2-40B4-BE49-F238E27FC236}">
                  <a16:creationId xmlns:a16="http://schemas.microsoft.com/office/drawing/2014/main" id="{BF150AC2-F1B2-8864-40B5-901DF9336C4B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9" name="Cube 358">
              <a:extLst>
                <a:ext uri="{FF2B5EF4-FFF2-40B4-BE49-F238E27FC236}">
                  <a16:creationId xmlns:a16="http://schemas.microsoft.com/office/drawing/2014/main" id="{909A9AE6-4303-841C-3903-A9DA9FFC1137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0" name="Cube 359">
              <a:extLst>
                <a:ext uri="{FF2B5EF4-FFF2-40B4-BE49-F238E27FC236}">
                  <a16:creationId xmlns:a16="http://schemas.microsoft.com/office/drawing/2014/main" id="{7A8BE932-7CB3-3A08-4146-56741C19DC0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1" name="Cube 360">
              <a:extLst>
                <a:ext uri="{FF2B5EF4-FFF2-40B4-BE49-F238E27FC236}">
                  <a16:creationId xmlns:a16="http://schemas.microsoft.com/office/drawing/2014/main" id="{F48FB223-E9D6-2122-4757-3E1FDD7338A5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2" name="Cube 361">
              <a:extLst>
                <a:ext uri="{FF2B5EF4-FFF2-40B4-BE49-F238E27FC236}">
                  <a16:creationId xmlns:a16="http://schemas.microsoft.com/office/drawing/2014/main" id="{9EDC7080-C814-7080-54D0-66C5CEF20AFB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3" name="Cube 362">
              <a:extLst>
                <a:ext uri="{FF2B5EF4-FFF2-40B4-BE49-F238E27FC236}">
                  <a16:creationId xmlns:a16="http://schemas.microsoft.com/office/drawing/2014/main" id="{EB5E859B-1F06-4C78-5AE9-3A707AF8D330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4" name="Cube 363">
              <a:extLst>
                <a:ext uri="{FF2B5EF4-FFF2-40B4-BE49-F238E27FC236}">
                  <a16:creationId xmlns:a16="http://schemas.microsoft.com/office/drawing/2014/main" id="{A1CD36E6-BE87-4EC7-A6C1-19E33AAA802C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D8D1301-44F8-85C5-F0AC-A0383FEAB947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9300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145725" y="1834868"/>
            <a:ext cx="76145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1.4   −   0.2   =   _________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9A8C885-12D6-15EB-05C9-485F63D4CAEE}"/>
              </a:ext>
            </a:extLst>
          </p:cNvPr>
          <p:cNvGrpSpPr/>
          <p:nvPr/>
        </p:nvGrpSpPr>
        <p:grpSpPr>
          <a:xfrm>
            <a:off x="2608951" y="3660198"/>
            <a:ext cx="2615911" cy="2615911"/>
            <a:chOff x="414598" y="546495"/>
            <a:chExt cx="5852156" cy="5898407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6AE6C140-CE49-A22C-B9F5-B6D54FB30491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3" name="Cube 402">
                <a:extLst>
                  <a:ext uri="{FF2B5EF4-FFF2-40B4-BE49-F238E27FC236}">
                    <a16:creationId xmlns:a16="http://schemas.microsoft.com/office/drawing/2014/main" id="{210712A3-06E8-4648-3F84-151C0F6E7E1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4" name="Cube 403">
                <a:extLst>
                  <a:ext uri="{FF2B5EF4-FFF2-40B4-BE49-F238E27FC236}">
                    <a16:creationId xmlns:a16="http://schemas.microsoft.com/office/drawing/2014/main" id="{4D7BA52B-0549-404B-1ED3-E36CD31E3473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5" name="Cube 404">
                <a:extLst>
                  <a:ext uri="{FF2B5EF4-FFF2-40B4-BE49-F238E27FC236}">
                    <a16:creationId xmlns:a16="http://schemas.microsoft.com/office/drawing/2014/main" id="{641A3EED-70FE-B5C0-6335-6EFBBA9AE70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6" name="Cube 405">
                <a:extLst>
                  <a:ext uri="{FF2B5EF4-FFF2-40B4-BE49-F238E27FC236}">
                    <a16:creationId xmlns:a16="http://schemas.microsoft.com/office/drawing/2014/main" id="{BAF10627-26A1-77E5-652C-2560C1C4B970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7" name="Cube 406">
                <a:extLst>
                  <a:ext uri="{FF2B5EF4-FFF2-40B4-BE49-F238E27FC236}">
                    <a16:creationId xmlns:a16="http://schemas.microsoft.com/office/drawing/2014/main" id="{004A1684-56D7-F3EC-2856-49716748AAD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8" name="Cube 407">
                <a:extLst>
                  <a:ext uri="{FF2B5EF4-FFF2-40B4-BE49-F238E27FC236}">
                    <a16:creationId xmlns:a16="http://schemas.microsoft.com/office/drawing/2014/main" id="{6FAAA4B3-465C-11C1-C501-CD5B86EF26EA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9" name="Cube 408">
                <a:extLst>
                  <a:ext uri="{FF2B5EF4-FFF2-40B4-BE49-F238E27FC236}">
                    <a16:creationId xmlns:a16="http://schemas.microsoft.com/office/drawing/2014/main" id="{C1F88DAB-7C38-6232-EFC2-E7863256C80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0" name="Cube 409">
                <a:extLst>
                  <a:ext uri="{FF2B5EF4-FFF2-40B4-BE49-F238E27FC236}">
                    <a16:creationId xmlns:a16="http://schemas.microsoft.com/office/drawing/2014/main" id="{19BCDE80-92A2-0146-0589-113C18E940B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1" name="Cube 410">
                <a:extLst>
                  <a:ext uri="{FF2B5EF4-FFF2-40B4-BE49-F238E27FC236}">
                    <a16:creationId xmlns:a16="http://schemas.microsoft.com/office/drawing/2014/main" id="{8FD04C7A-B0B6-764B-3F76-7954F2D7C75A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2" name="Cube 411">
                <a:extLst>
                  <a:ext uri="{FF2B5EF4-FFF2-40B4-BE49-F238E27FC236}">
                    <a16:creationId xmlns:a16="http://schemas.microsoft.com/office/drawing/2014/main" id="{BB82775A-251F-8BE4-B2B4-BDEC31607BE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13CDD8A9-A0A1-A304-2EC3-B4D5D3E02472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93" name="Cube 392">
                <a:extLst>
                  <a:ext uri="{FF2B5EF4-FFF2-40B4-BE49-F238E27FC236}">
                    <a16:creationId xmlns:a16="http://schemas.microsoft.com/office/drawing/2014/main" id="{50A0C06A-C41A-93CE-8A47-9F7BF4DEBED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4" name="Cube 393">
                <a:extLst>
                  <a:ext uri="{FF2B5EF4-FFF2-40B4-BE49-F238E27FC236}">
                    <a16:creationId xmlns:a16="http://schemas.microsoft.com/office/drawing/2014/main" id="{4296E0F6-1C51-FAAD-2D60-8BCD921567C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5" name="Cube 394">
                <a:extLst>
                  <a:ext uri="{FF2B5EF4-FFF2-40B4-BE49-F238E27FC236}">
                    <a16:creationId xmlns:a16="http://schemas.microsoft.com/office/drawing/2014/main" id="{476024A5-F93E-1C0E-D1B5-5713B5E95DC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6" name="Cube 395">
                <a:extLst>
                  <a:ext uri="{FF2B5EF4-FFF2-40B4-BE49-F238E27FC236}">
                    <a16:creationId xmlns:a16="http://schemas.microsoft.com/office/drawing/2014/main" id="{287DAFD7-6787-F218-BE37-59F0F0162271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7" name="Cube 396">
                <a:extLst>
                  <a:ext uri="{FF2B5EF4-FFF2-40B4-BE49-F238E27FC236}">
                    <a16:creationId xmlns:a16="http://schemas.microsoft.com/office/drawing/2014/main" id="{56A3FD1D-AFA6-514E-6D95-AE6FDAF57CF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8" name="Cube 397">
                <a:extLst>
                  <a:ext uri="{FF2B5EF4-FFF2-40B4-BE49-F238E27FC236}">
                    <a16:creationId xmlns:a16="http://schemas.microsoft.com/office/drawing/2014/main" id="{EB2421E8-9DA7-9F40-5AEE-E803CD7E098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9" name="Cube 398">
                <a:extLst>
                  <a:ext uri="{FF2B5EF4-FFF2-40B4-BE49-F238E27FC236}">
                    <a16:creationId xmlns:a16="http://schemas.microsoft.com/office/drawing/2014/main" id="{DE2D525A-4574-F34A-E5F4-29337081F60E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0" name="Cube 399">
                <a:extLst>
                  <a:ext uri="{FF2B5EF4-FFF2-40B4-BE49-F238E27FC236}">
                    <a16:creationId xmlns:a16="http://schemas.microsoft.com/office/drawing/2014/main" id="{14C2037C-0074-A2E6-41D6-76F45D53888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1" name="Cube 400">
                <a:extLst>
                  <a:ext uri="{FF2B5EF4-FFF2-40B4-BE49-F238E27FC236}">
                    <a16:creationId xmlns:a16="http://schemas.microsoft.com/office/drawing/2014/main" id="{530EA91F-ED01-8F37-2B58-047A18FEE774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2" name="Cube 401">
                <a:extLst>
                  <a:ext uri="{FF2B5EF4-FFF2-40B4-BE49-F238E27FC236}">
                    <a16:creationId xmlns:a16="http://schemas.microsoft.com/office/drawing/2014/main" id="{269A4C10-4ECF-C2AB-E42F-41F0B4F85EF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8164BDED-E5F9-B68B-7938-EB891A15DEA3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83" name="Cube 382">
                <a:extLst>
                  <a:ext uri="{FF2B5EF4-FFF2-40B4-BE49-F238E27FC236}">
                    <a16:creationId xmlns:a16="http://schemas.microsoft.com/office/drawing/2014/main" id="{165A7CFB-CD04-22F6-1D01-7843F4EB2F9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4" name="Cube 383">
                <a:extLst>
                  <a:ext uri="{FF2B5EF4-FFF2-40B4-BE49-F238E27FC236}">
                    <a16:creationId xmlns:a16="http://schemas.microsoft.com/office/drawing/2014/main" id="{9AB2DF42-E191-DBFE-566A-6F3D9CAA72D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5" name="Cube 384">
                <a:extLst>
                  <a:ext uri="{FF2B5EF4-FFF2-40B4-BE49-F238E27FC236}">
                    <a16:creationId xmlns:a16="http://schemas.microsoft.com/office/drawing/2014/main" id="{B792E3AF-6042-85FE-5CD4-B74CA142B013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6" name="Cube 385">
                <a:extLst>
                  <a:ext uri="{FF2B5EF4-FFF2-40B4-BE49-F238E27FC236}">
                    <a16:creationId xmlns:a16="http://schemas.microsoft.com/office/drawing/2014/main" id="{D75C8AE1-06AF-A0DE-537B-962634C3AF67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7" name="Cube 386">
                <a:extLst>
                  <a:ext uri="{FF2B5EF4-FFF2-40B4-BE49-F238E27FC236}">
                    <a16:creationId xmlns:a16="http://schemas.microsoft.com/office/drawing/2014/main" id="{DE2495F6-1C94-3459-7FFB-1C406EEB3452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8" name="Cube 387">
                <a:extLst>
                  <a:ext uri="{FF2B5EF4-FFF2-40B4-BE49-F238E27FC236}">
                    <a16:creationId xmlns:a16="http://schemas.microsoft.com/office/drawing/2014/main" id="{0945DD38-A71B-2A1A-A7A7-1C8B7DBCF658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9" name="Cube 388">
                <a:extLst>
                  <a:ext uri="{FF2B5EF4-FFF2-40B4-BE49-F238E27FC236}">
                    <a16:creationId xmlns:a16="http://schemas.microsoft.com/office/drawing/2014/main" id="{00D2228A-48D0-BDAB-012A-EDF36479D4D4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0" name="Cube 389">
                <a:extLst>
                  <a:ext uri="{FF2B5EF4-FFF2-40B4-BE49-F238E27FC236}">
                    <a16:creationId xmlns:a16="http://schemas.microsoft.com/office/drawing/2014/main" id="{3E5D335A-8016-0DDF-C53B-64A181E9B362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1" name="Cube 390">
                <a:extLst>
                  <a:ext uri="{FF2B5EF4-FFF2-40B4-BE49-F238E27FC236}">
                    <a16:creationId xmlns:a16="http://schemas.microsoft.com/office/drawing/2014/main" id="{E27F818B-F619-4F2C-1959-D8A44CA4AAC4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2" name="Cube 391">
                <a:extLst>
                  <a:ext uri="{FF2B5EF4-FFF2-40B4-BE49-F238E27FC236}">
                    <a16:creationId xmlns:a16="http://schemas.microsoft.com/office/drawing/2014/main" id="{6E95B660-BF97-EC13-E7EE-770E08F8711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F3221DB8-866E-6EA5-B42E-AB1A9D4DC255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73" name="Cube 372">
                <a:extLst>
                  <a:ext uri="{FF2B5EF4-FFF2-40B4-BE49-F238E27FC236}">
                    <a16:creationId xmlns:a16="http://schemas.microsoft.com/office/drawing/2014/main" id="{898F7085-FE98-50A9-B50E-1D0E2D95F3D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4" name="Cube 373">
                <a:extLst>
                  <a:ext uri="{FF2B5EF4-FFF2-40B4-BE49-F238E27FC236}">
                    <a16:creationId xmlns:a16="http://schemas.microsoft.com/office/drawing/2014/main" id="{4F844BC6-DB9E-2BC6-351D-F0ABC523FF9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5" name="Cube 374">
                <a:extLst>
                  <a:ext uri="{FF2B5EF4-FFF2-40B4-BE49-F238E27FC236}">
                    <a16:creationId xmlns:a16="http://schemas.microsoft.com/office/drawing/2014/main" id="{701BFC4B-C0EF-28CB-E30D-B067B8637C13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6" name="Cube 375">
                <a:extLst>
                  <a:ext uri="{FF2B5EF4-FFF2-40B4-BE49-F238E27FC236}">
                    <a16:creationId xmlns:a16="http://schemas.microsoft.com/office/drawing/2014/main" id="{9DCC3D0D-A373-9E83-E5BB-AD9F6DA0C203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7" name="Cube 376">
                <a:extLst>
                  <a:ext uri="{FF2B5EF4-FFF2-40B4-BE49-F238E27FC236}">
                    <a16:creationId xmlns:a16="http://schemas.microsoft.com/office/drawing/2014/main" id="{0FFE1E3A-9F66-6965-7021-26FBFEC59C0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8" name="Cube 377">
                <a:extLst>
                  <a:ext uri="{FF2B5EF4-FFF2-40B4-BE49-F238E27FC236}">
                    <a16:creationId xmlns:a16="http://schemas.microsoft.com/office/drawing/2014/main" id="{A1A1909F-EE07-CD73-093C-93ABA1BD7C18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9" name="Cube 378">
                <a:extLst>
                  <a:ext uri="{FF2B5EF4-FFF2-40B4-BE49-F238E27FC236}">
                    <a16:creationId xmlns:a16="http://schemas.microsoft.com/office/drawing/2014/main" id="{6B3C342C-8ACE-8708-9DC0-C73C46F374C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0" name="Cube 379">
                <a:extLst>
                  <a:ext uri="{FF2B5EF4-FFF2-40B4-BE49-F238E27FC236}">
                    <a16:creationId xmlns:a16="http://schemas.microsoft.com/office/drawing/2014/main" id="{9150FA0A-5471-5D1A-C27A-2D9288D79AE2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1" name="Cube 380">
                <a:extLst>
                  <a:ext uri="{FF2B5EF4-FFF2-40B4-BE49-F238E27FC236}">
                    <a16:creationId xmlns:a16="http://schemas.microsoft.com/office/drawing/2014/main" id="{AFA69EB4-5D0B-A990-6E03-C7608C35DDA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2" name="Cube 381">
                <a:extLst>
                  <a:ext uri="{FF2B5EF4-FFF2-40B4-BE49-F238E27FC236}">
                    <a16:creationId xmlns:a16="http://schemas.microsoft.com/office/drawing/2014/main" id="{1E96B777-3208-E98B-8A19-5EE6E01288A7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DDB27387-B5CB-C36E-4A99-5734231CFBAD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41" name="Cube 340">
                <a:extLst>
                  <a:ext uri="{FF2B5EF4-FFF2-40B4-BE49-F238E27FC236}">
                    <a16:creationId xmlns:a16="http://schemas.microsoft.com/office/drawing/2014/main" id="{42C302EE-8865-EC21-249C-6D1AED88C65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2" name="Cube 341">
                <a:extLst>
                  <a:ext uri="{FF2B5EF4-FFF2-40B4-BE49-F238E27FC236}">
                    <a16:creationId xmlns:a16="http://schemas.microsoft.com/office/drawing/2014/main" id="{2F863701-DEFF-DEFD-F2DD-70ED232EFF5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3" name="Cube 342">
                <a:extLst>
                  <a:ext uri="{FF2B5EF4-FFF2-40B4-BE49-F238E27FC236}">
                    <a16:creationId xmlns:a16="http://schemas.microsoft.com/office/drawing/2014/main" id="{6B48629A-ACDF-1874-ADCA-1B5081A58C5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4" name="Cube 343">
                <a:extLst>
                  <a:ext uri="{FF2B5EF4-FFF2-40B4-BE49-F238E27FC236}">
                    <a16:creationId xmlns:a16="http://schemas.microsoft.com/office/drawing/2014/main" id="{5D219B0A-D619-E5E8-6162-C0ED0D7496E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5" name="Cube 344">
                <a:extLst>
                  <a:ext uri="{FF2B5EF4-FFF2-40B4-BE49-F238E27FC236}">
                    <a16:creationId xmlns:a16="http://schemas.microsoft.com/office/drawing/2014/main" id="{021C8C45-993D-58E8-B345-96BAE1466AD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8" name="Cube 367">
                <a:extLst>
                  <a:ext uri="{FF2B5EF4-FFF2-40B4-BE49-F238E27FC236}">
                    <a16:creationId xmlns:a16="http://schemas.microsoft.com/office/drawing/2014/main" id="{A4DD4A9B-E84B-E2F7-36F9-5BF0C91AB9F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9" name="Cube 368">
                <a:extLst>
                  <a:ext uri="{FF2B5EF4-FFF2-40B4-BE49-F238E27FC236}">
                    <a16:creationId xmlns:a16="http://schemas.microsoft.com/office/drawing/2014/main" id="{EB53B640-7111-7445-EE5F-AD2CEF75279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0" name="Cube 369">
                <a:extLst>
                  <a:ext uri="{FF2B5EF4-FFF2-40B4-BE49-F238E27FC236}">
                    <a16:creationId xmlns:a16="http://schemas.microsoft.com/office/drawing/2014/main" id="{D71D3657-F43E-B2A4-5843-2FCA48AB9739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1" name="Cube 370">
                <a:extLst>
                  <a:ext uri="{FF2B5EF4-FFF2-40B4-BE49-F238E27FC236}">
                    <a16:creationId xmlns:a16="http://schemas.microsoft.com/office/drawing/2014/main" id="{DAEAF2F3-ECF5-2570-D4BC-024A4C4AFF5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2" name="Cube 371">
                <a:extLst>
                  <a:ext uri="{FF2B5EF4-FFF2-40B4-BE49-F238E27FC236}">
                    <a16:creationId xmlns:a16="http://schemas.microsoft.com/office/drawing/2014/main" id="{51F0D52E-9BCA-0687-8BC3-A1AF0F6717E9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CEF597FF-9174-496A-65BB-A52614C4780C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31" name="Cube 330">
                <a:extLst>
                  <a:ext uri="{FF2B5EF4-FFF2-40B4-BE49-F238E27FC236}">
                    <a16:creationId xmlns:a16="http://schemas.microsoft.com/office/drawing/2014/main" id="{6F752DF4-8ED8-2126-E55D-BA70F8D54D7D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2" name="Cube 331">
                <a:extLst>
                  <a:ext uri="{FF2B5EF4-FFF2-40B4-BE49-F238E27FC236}">
                    <a16:creationId xmlns:a16="http://schemas.microsoft.com/office/drawing/2014/main" id="{04036054-7FCE-97BF-BDE7-7026B114052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3" name="Cube 332">
                <a:extLst>
                  <a:ext uri="{FF2B5EF4-FFF2-40B4-BE49-F238E27FC236}">
                    <a16:creationId xmlns:a16="http://schemas.microsoft.com/office/drawing/2014/main" id="{634AF8FC-1C14-A289-CFCD-469F9F01D9E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4" name="Cube 333">
                <a:extLst>
                  <a:ext uri="{FF2B5EF4-FFF2-40B4-BE49-F238E27FC236}">
                    <a16:creationId xmlns:a16="http://schemas.microsoft.com/office/drawing/2014/main" id="{DCA297BA-7E9F-3A88-D4C3-EE23107E3BB7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5" name="Cube 334">
                <a:extLst>
                  <a:ext uri="{FF2B5EF4-FFF2-40B4-BE49-F238E27FC236}">
                    <a16:creationId xmlns:a16="http://schemas.microsoft.com/office/drawing/2014/main" id="{787C7EDB-025C-D5DE-F95F-D33D119CCCB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6" name="Cube 335">
                <a:extLst>
                  <a:ext uri="{FF2B5EF4-FFF2-40B4-BE49-F238E27FC236}">
                    <a16:creationId xmlns:a16="http://schemas.microsoft.com/office/drawing/2014/main" id="{C1FF5E3B-F24E-3DC3-F820-AC745685AB0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7" name="Cube 336">
                <a:extLst>
                  <a:ext uri="{FF2B5EF4-FFF2-40B4-BE49-F238E27FC236}">
                    <a16:creationId xmlns:a16="http://schemas.microsoft.com/office/drawing/2014/main" id="{F025C1DF-03D9-21A0-317E-6DEE4F17C3B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8" name="Cube 337">
                <a:extLst>
                  <a:ext uri="{FF2B5EF4-FFF2-40B4-BE49-F238E27FC236}">
                    <a16:creationId xmlns:a16="http://schemas.microsoft.com/office/drawing/2014/main" id="{1EE9AD6B-92DC-3C20-235C-DFE9F22A6529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9" name="Cube 338">
                <a:extLst>
                  <a:ext uri="{FF2B5EF4-FFF2-40B4-BE49-F238E27FC236}">
                    <a16:creationId xmlns:a16="http://schemas.microsoft.com/office/drawing/2014/main" id="{AF972E0A-8942-16E9-F707-AA866099E85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0" name="Cube 339">
                <a:extLst>
                  <a:ext uri="{FF2B5EF4-FFF2-40B4-BE49-F238E27FC236}">
                    <a16:creationId xmlns:a16="http://schemas.microsoft.com/office/drawing/2014/main" id="{7026620C-DDBD-DC29-2593-5C4F53C72FE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D7CA4C29-F662-A467-D8C9-BA1DDF85E7C4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21" name="Cube 320">
                <a:extLst>
                  <a:ext uri="{FF2B5EF4-FFF2-40B4-BE49-F238E27FC236}">
                    <a16:creationId xmlns:a16="http://schemas.microsoft.com/office/drawing/2014/main" id="{38AA501B-8F6D-DA52-F648-9E8669A5F03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2" name="Cube 321">
                <a:extLst>
                  <a:ext uri="{FF2B5EF4-FFF2-40B4-BE49-F238E27FC236}">
                    <a16:creationId xmlns:a16="http://schemas.microsoft.com/office/drawing/2014/main" id="{DBDD65EE-E241-CC04-B3BD-3FD2CA86E0C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3" name="Cube 322">
                <a:extLst>
                  <a:ext uri="{FF2B5EF4-FFF2-40B4-BE49-F238E27FC236}">
                    <a16:creationId xmlns:a16="http://schemas.microsoft.com/office/drawing/2014/main" id="{4249E9B2-F29A-33C2-9589-E1CDC07D740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4" name="Cube 323">
                <a:extLst>
                  <a:ext uri="{FF2B5EF4-FFF2-40B4-BE49-F238E27FC236}">
                    <a16:creationId xmlns:a16="http://schemas.microsoft.com/office/drawing/2014/main" id="{AF072FB7-F018-3B8F-877D-7FEB04FE347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5" name="Cube 324">
                <a:extLst>
                  <a:ext uri="{FF2B5EF4-FFF2-40B4-BE49-F238E27FC236}">
                    <a16:creationId xmlns:a16="http://schemas.microsoft.com/office/drawing/2014/main" id="{A294DADB-EB6C-2CDE-D6C4-F7E475C05794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6" name="Cube 325">
                <a:extLst>
                  <a:ext uri="{FF2B5EF4-FFF2-40B4-BE49-F238E27FC236}">
                    <a16:creationId xmlns:a16="http://schemas.microsoft.com/office/drawing/2014/main" id="{ED882EF8-9E56-A8AC-AA83-912D9AC4CD5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7" name="Cube 326">
                <a:extLst>
                  <a:ext uri="{FF2B5EF4-FFF2-40B4-BE49-F238E27FC236}">
                    <a16:creationId xmlns:a16="http://schemas.microsoft.com/office/drawing/2014/main" id="{61923779-8435-0F2C-971A-110B80CD9A32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8" name="Cube 327">
                <a:extLst>
                  <a:ext uri="{FF2B5EF4-FFF2-40B4-BE49-F238E27FC236}">
                    <a16:creationId xmlns:a16="http://schemas.microsoft.com/office/drawing/2014/main" id="{A6C772D4-6777-2350-3F31-582CFD7159B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9" name="Cube 328">
                <a:extLst>
                  <a:ext uri="{FF2B5EF4-FFF2-40B4-BE49-F238E27FC236}">
                    <a16:creationId xmlns:a16="http://schemas.microsoft.com/office/drawing/2014/main" id="{1DEA6D77-FB81-0F2C-DE47-47A9BE595663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0" name="Cube 329">
                <a:extLst>
                  <a:ext uri="{FF2B5EF4-FFF2-40B4-BE49-F238E27FC236}">
                    <a16:creationId xmlns:a16="http://schemas.microsoft.com/office/drawing/2014/main" id="{BB59AA61-F211-624C-0E4E-B5F6F096708D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7F2CDBBC-6EEE-C916-698C-37452866969B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AF4C3985-AA93-8EE1-0040-319F7A3189AE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EADF4B26-B0E1-07E4-E773-1438EE72DD4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7B915BC3-9A9B-7ACE-0CEB-64F9F54DFCD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71820537-45D3-7BCF-4775-3862AFB0708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EA40A1A0-0A97-328E-1FC1-A85DCC2197E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CDCB6C68-B1CD-78EC-150F-80CF6295F90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6CC53601-3C0C-0ED3-C80E-03D59A9A6574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126628DA-35D5-E718-16FF-57605815619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853C7988-268B-DBA4-4927-0D0810CA1D1A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0" name="Cube 319">
                <a:extLst>
                  <a:ext uri="{FF2B5EF4-FFF2-40B4-BE49-F238E27FC236}">
                    <a16:creationId xmlns:a16="http://schemas.microsoft.com/office/drawing/2014/main" id="{68510D31-52C4-9D0A-8171-954F49E8E5C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D6AF1400-8272-186C-DA0E-33C4224E314C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A5234EB1-CC46-8B9C-8D38-DC6EF03FEB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1F25C2AB-B321-B672-30DF-57213679586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BF85AC2A-F782-9132-B728-D19000F42EFF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506D0A1A-FA8E-A26D-8087-F3D8BBB3A5B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A511D6A7-C128-3CCB-DECB-411B1DAE0C87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75D9A6B-5268-A8A6-E0BF-97D3E47F2459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09C0959D-8119-ACCF-EFE6-B23442DD0F0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4DB4AD4E-9DF5-CB99-8C26-DB14F5481491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545884A3-FC2B-B834-C7B6-13B5FD03258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B939F321-0424-B940-8964-03D36C218F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019DA6E-B4AF-1461-5FD0-C5DC747BA521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9B01B65F-34DF-3B22-BCB2-9C3C5F37E05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96833E8F-7012-7C10-5CE1-18D06E6530B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EE0F7FA4-1774-3BC5-6CD7-26F54FD3A90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5D18EF2C-9BF4-4505-F4F9-F46EE56D5A1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2995A832-DDE1-3D98-45BD-B40FC10285F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BC8617CD-7340-BCF5-DB36-D5631640FFC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770B8EE9-72B7-E1AD-A1E7-FF9F802C919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A8CD688A-4D5F-084B-44E9-38B50ABDBCF1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CDD16691-0B3C-BD59-0E07-C34ED91BAE64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796519E2-7E7C-5211-EA25-D19B828AA79D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19A80E3-6FE8-7B68-430F-36C72A15FBD9}"/>
              </a:ext>
            </a:extLst>
          </p:cNvPr>
          <p:cNvGrpSpPr/>
          <p:nvPr/>
        </p:nvGrpSpPr>
        <p:grpSpPr>
          <a:xfrm>
            <a:off x="5613000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22" name="Cube 21">
              <a:extLst>
                <a:ext uri="{FF2B5EF4-FFF2-40B4-BE49-F238E27FC236}">
                  <a16:creationId xmlns:a16="http://schemas.microsoft.com/office/drawing/2014/main" id="{24076F6C-DA84-5BFF-2231-6B4AD52521D8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3" name="Cube 22">
              <a:extLst>
                <a:ext uri="{FF2B5EF4-FFF2-40B4-BE49-F238E27FC236}">
                  <a16:creationId xmlns:a16="http://schemas.microsoft.com/office/drawing/2014/main" id="{AAFEFC45-AF82-7C65-2A8C-74BF991EAF6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6" name="Cube 345">
              <a:extLst>
                <a:ext uri="{FF2B5EF4-FFF2-40B4-BE49-F238E27FC236}">
                  <a16:creationId xmlns:a16="http://schemas.microsoft.com/office/drawing/2014/main" id="{CCC355BE-FBD9-3C97-71ED-266E560E5B0F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7" name="Cube 346">
              <a:extLst>
                <a:ext uri="{FF2B5EF4-FFF2-40B4-BE49-F238E27FC236}">
                  <a16:creationId xmlns:a16="http://schemas.microsoft.com/office/drawing/2014/main" id="{906B22B2-00B9-3024-DDBB-3DBEBCFF7F14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8" name="Cube 347">
              <a:extLst>
                <a:ext uri="{FF2B5EF4-FFF2-40B4-BE49-F238E27FC236}">
                  <a16:creationId xmlns:a16="http://schemas.microsoft.com/office/drawing/2014/main" id="{A2EFB319-9487-26EF-A3F5-2C3AD48FDF3E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9" name="Cube 348">
              <a:extLst>
                <a:ext uri="{FF2B5EF4-FFF2-40B4-BE49-F238E27FC236}">
                  <a16:creationId xmlns:a16="http://schemas.microsoft.com/office/drawing/2014/main" id="{96C7D01B-AAC2-9A06-0981-019D8EFF3B4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0" name="Cube 349">
              <a:extLst>
                <a:ext uri="{FF2B5EF4-FFF2-40B4-BE49-F238E27FC236}">
                  <a16:creationId xmlns:a16="http://schemas.microsoft.com/office/drawing/2014/main" id="{EA9BA2E3-C74F-B6DF-B504-83EC7121C6A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1" name="Cube 350">
              <a:extLst>
                <a:ext uri="{FF2B5EF4-FFF2-40B4-BE49-F238E27FC236}">
                  <a16:creationId xmlns:a16="http://schemas.microsoft.com/office/drawing/2014/main" id="{3C594C47-C2FA-923F-2765-5F4680617F6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2" name="Cube 351">
              <a:extLst>
                <a:ext uri="{FF2B5EF4-FFF2-40B4-BE49-F238E27FC236}">
                  <a16:creationId xmlns:a16="http://schemas.microsoft.com/office/drawing/2014/main" id="{4C50E442-EA82-CE9D-4BB7-5C6A3B426DC5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3" name="Cube 352">
              <a:extLst>
                <a:ext uri="{FF2B5EF4-FFF2-40B4-BE49-F238E27FC236}">
                  <a16:creationId xmlns:a16="http://schemas.microsoft.com/office/drawing/2014/main" id="{9663F3D4-8915-27FE-CF40-A876F264CF95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E08B1A47-4802-3646-C461-251164697409}"/>
              </a:ext>
            </a:extLst>
          </p:cNvPr>
          <p:cNvGrpSpPr/>
          <p:nvPr/>
        </p:nvGrpSpPr>
        <p:grpSpPr>
          <a:xfrm>
            <a:off x="6120076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55" name="Cube 354">
              <a:extLst>
                <a:ext uri="{FF2B5EF4-FFF2-40B4-BE49-F238E27FC236}">
                  <a16:creationId xmlns:a16="http://schemas.microsoft.com/office/drawing/2014/main" id="{F0FFD5C5-CA90-685D-B40A-788E5884117B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6" name="Cube 355">
              <a:extLst>
                <a:ext uri="{FF2B5EF4-FFF2-40B4-BE49-F238E27FC236}">
                  <a16:creationId xmlns:a16="http://schemas.microsoft.com/office/drawing/2014/main" id="{DF864396-CFC2-C3A8-6760-D78424C9101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7" name="Cube 356">
              <a:extLst>
                <a:ext uri="{FF2B5EF4-FFF2-40B4-BE49-F238E27FC236}">
                  <a16:creationId xmlns:a16="http://schemas.microsoft.com/office/drawing/2014/main" id="{E54CF5DF-499E-5976-7B7E-48750FFC4EAC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8" name="Cube 357">
              <a:extLst>
                <a:ext uri="{FF2B5EF4-FFF2-40B4-BE49-F238E27FC236}">
                  <a16:creationId xmlns:a16="http://schemas.microsoft.com/office/drawing/2014/main" id="{BF150AC2-F1B2-8864-40B5-901DF9336C4B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9" name="Cube 358">
              <a:extLst>
                <a:ext uri="{FF2B5EF4-FFF2-40B4-BE49-F238E27FC236}">
                  <a16:creationId xmlns:a16="http://schemas.microsoft.com/office/drawing/2014/main" id="{909A9AE6-4303-841C-3903-A9DA9FFC1137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0" name="Cube 359">
              <a:extLst>
                <a:ext uri="{FF2B5EF4-FFF2-40B4-BE49-F238E27FC236}">
                  <a16:creationId xmlns:a16="http://schemas.microsoft.com/office/drawing/2014/main" id="{7A8BE932-7CB3-3A08-4146-56741C19DC0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1" name="Cube 360">
              <a:extLst>
                <a:ext uri="{FF2B5EF4-FFF2-40B4-BE49-F238E27FC236}">
                  <a16:creationId xmlns:a16="http://schemas.microsoft.com/office/drawing/2014/main" id="{F48FB223-E9D6-2122-4757-3E1FDD7338A5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2" name="Cube 361">
              <a:extLst>
                <a:ext uri="{FF2B5EF4-FFF2-40B4-BE49-F238E27FC236}">
                  <a16:creationId xmlns:a16="http://schemas.microsoft.com/office/drawing/2014/main" id="{9EDC7080-C814-7080-54D0-66C5CEF20AFB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3" name="Cube 362">
              <a:extLst>
                <a:ext uri="{FF2B5EF4-FFF2-40B4-BE49-F238E27FC236}">
                  <a16:creationId xmlns:a16="http://schemas.microsoft.com/office/drawing/2014/main" id="{EB5E859B-1F06-4C78-5AE9-3A707AF8D330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4" name="Cube 363">
              <a:extLst>
                <a:ext uri="{FF2B5EF4-FFF2-40B4-BE49-F238E27FC236}">
                  <a16:creationId xmlns:a16="http://schemas.microsoft.com/office/drawing/2014/main" id="{A1CD36E6-BE87-4EC7-A6C1-19E33AAA802C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854F5D1-2634-F9D5-2C38-D58F7E23854F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972446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7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0.26   −   0.03   =   _________</a:t>
            </a:r>
          </a:p>
        </p:txBody>
      </p:sp>
      <p:sp>
        <p:nvSpPr>
          <p:cNvPr id="11" name="Cube 10">
            <a:extLst>
              <a:ext uri="{FF2B5EF4-FFF2-40B4-BE49-F238E27FC236}">
                <a16:creationId xmlns:a16="http://schemas.microsoft.com/office/drawing/2014/main" id="{A2277098-DECB-46D9-A3C8-FA7C9E50BAA0}"/>
              </a:ext>
            </a:extLst>
          </p:cNvPr>
          <p:cNvSpPr/>
          <p:nvPr/>
        </p:nvSpPr>
        <p:spPr>
          <a:xfrm>
            <a:off x="5446746" y="5936936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Cube 11">
            <a:extLst>
              <a:ext uri="{FF2B5EF4-FFF2-40B4-BE49-F238E27FC236}">
                <a16:creationId xmlns:a16="http://schemas.microsoft.com/office/drawing/2014/main" id="{F5BA0B23-F816-EC87-5F0F-1593C997277A}"/>
              </a:ext>
            </a:extLst>
          </p:cNvPr>
          <p:cNvSpPr/>
          <p:nvPr/>
        </p:nvSpPr>
        <p:spPr>
          <a:xfrm>
            <a:off x="5446746" y="5683965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" name="Cube 12">
            <a:extLst>
              <a:ext uri="{FF2B5EF4-FFF2-40B4-BE49-F238E27FC236}">
                <a16:creationId xmlns:a16="http://schemas.microsoft.com/office/drawing/2014/main" id="{AB25E5DB-D43D-ACDF-13EC-1BF1448634C0}"/>
              </a:ext>
            </a:extLst>
          </p:cNvPr>
          <p:cNvSpPr/>
          <p:nvPr/>
        </p:nvSpPr>
        <p:spPr>
          <a:xfrm>
            <a:off x="5446746" y="5430994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346" name="Group 345">
            <a:extLst>
              <a:ext uri="{FF2B5EF4-FFF2-40B4-BE49-F238E27FC236}">
                <a16:creationId xmlns:a16="http://schemas.microsoft.com/office/drawing/2014/main" id="{1AD28797-1EA2-52D1-C735-C41324D272F2}"/>
              </a:ext>
            </a:extLst>
          </p:cNvPr>
          <p:cNvGrpSpPr/>
          <p:nvPr/>
        </p:nvGrpSpPr>
        <p:grpSpPr>
          <a:xfrm>
            <a:off x="4943826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47" name="Cube 346">
              <a:extLst>
                <a:ext uri="{FF2B5EF4-FFF2-40B4-BE49-F238E27FC236}">
                  <a16:creationId xmlns:a16="http://schemas.microsoft.com/office/drawing/2014/main" id="{7D25AF84-9D74-4795-BF52-D22FB0479EE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8" name="Cube 347">
              <a:extLst>
                <a:ext uri="{FF2B5EF4-FFF2-40B4-BE49-F238E27FC236}">
                  <a16:creationId xmlns:a16="http://schemas.microsoft.com/office/drawing/2014/main" id="{0F4DAD12-AAD9-B060-8931-8CB4AAA117E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9" name="Cube 348">
              <a:extLst>
                <a:ext uri="{FF2B5EF4-FFF2-40B4-BE49-F238E27FC236}">
                  <a16:creationId xmlns:a16="http://schemas.microsoft.com/office/drawing/2014/main" id="{362BB55C-0F6C-8D2D-E34C-14C8E9F15959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0" name="Cube 349">
              <a:extLst>
                <a:ext uri="{FF2B5EF4-FFF2-40B4-BE49-F238E27FC236}">
                  <a16:creationId xmlns:a16="http://schemas.microsoft.com/office/drawing/2014/main" id="{09428AD0-E518-EDD1-95AA-D65AB0A47075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1" name="Cube 350">
              <a:extLst>
                <a:ext uri="{FF2B5EF4-FFF2-40B4-BE49-F238E27FC236}">
                  <a16:creationId xmlns:a16="http://schemas.microsoft.com/office/drawing/2014/main" id="{9EAAE1E0-8DA2-DEB7-EFA3-85C4A203C349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2" name="Cube 351">
              <a:extLst>
                <a:ext uri="{FF2B5EF4-FFF2-40B4-BE49-F238E27FC236}">
                  <a16:creationId xmlns:a16="http://schemas.microsoft.com/office/drawing/2014/main" id="{150D9241-5B9F-D8F2-DC3B-F5F6BF80141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3" name="Cube 352">
              <a:extLst>
                <a:ext uri="{FF2B5EF4-FFF2-40B4-BE49-F238E27FC236}">
                  <a16:creationId xmlns:a16="http://schemas.microsoft.com/office/drawing/2014/main" id="{878088EA-7377-5571-C9CA-DA99202F5A31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4" name="Cube 353">
              <a:extLst>
                <a:ext uri="{FF2B5EF4-FFF2-40B4-BE49-F238E27FC236}">
                  <a16:creationId xmlns:a16="http://schemas.microsoft.com/office/drawing/2014/main" id="{B071B021-A0DF-6E77-ACC6-DC6F8F7E0051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5" name="Cube 354">
              <a:extLst>
                <a:ext uri="{FF2B5EF4-FFF2-40B4-BE49-F238E27FC236}">
                  <a16:creationId xmlns:a16="http://schemas.microsoft.com/office/drawing/2014/main" id="{75033BD6-218B-06CE-0CDA-BE75A7F42DF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6" name="Cube 355">
              <a:extLst>
                <a:ext uri="{FF2B5EF4-FFF2-40B4-BE49-F238E27FC236}">
                  <a16:creationId xmlns:a16="http://schemas.microsoft.com/office/drawing/2014/main" id="{5B698FA4-4688-88C2-9EEA-1B26B9C8FA6E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57" name="Group 356">
            <a:extLst>
              <a:ext uri="{FF2B5EF4-FFF2-40B4-BE49-F238E27FC236}">
                <a16:creationId xmlns:a16="http://schemas.microsoft.com/office/drawing/2014/main" id="{2F2CB471-C2A1-C44C-98F9-7A142364A10E}"/>
              </a:ext>
            </a:extLst>
          </p:cNvPr>
          <p:cNvGrpSpPr/>
          <p:nvPr/>
        </p:nvGrpSpPr>
        <p:grpSpPr>
          <a:xfrm>
            <a:off x="4440906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58" name="Cube 357">
              <a:extLst>
                <a:ext uri="{FF2B5EF4-FFF2-40B4-BE49-F238E27FC236}">
                  <a16:creationId xmlns:a16="http://schemas.microsoft.com/office/drawing/2014/main" id="{51611EF2-17C9-CCC3-6190-2300EAA62B52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9" name="Cube 358">
              <a:extLst>
                <a:ext uri="{FF2B5EF4-FFF2-40B4-BE49-F238E27FC236}">
                  <a16:creationId xmlns:a16="http://schemas.microsoft.com/office/drawing/2014/main" id="{A32AB36C-0538-1977-1E2E-3288E7F36EA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0" name="Cube 359">
              <a:extLst>
                <a:ext uri="{FF2B5EF4-FFF2-40B4-BE49-F238E27FC236}">
                  <a16:creationId xmlns:a16="http://schemas.microsoft.com/office/drawing/2014/main" id="{C383FDF8-D9AE-6BA9-19D7-70E759A55A6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1" name="Cube 360">
              <a:extLst>
                <a:ext uri="{FF2B5EF4-FFF2-40B4-BE49-F238E27FC236}">
                  <a16:creationId xmlns:a16="http://schemas.microsoft.com/office/drawing/2014/main" id="{0B72844C-3EF9-86B8-C162-805E31112294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2" name="Cube 361">
              <a:extLst>
                <a:ext uri="{FF2B5EF4-FFF2-40B4-BE49-F238E27FC236}">
                  <a16:creationId xmlns:a16="http://schemas.microsoft.com/office/drawing/2014/main" id="{5150D18C-4D3A-A851-8F7B-47D565046C11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3" name="Cube 362">
              <a:extLst>
                <a:ext uri="{FF2B5EF4-FFF2-40B4-BE49-F238E27FC236}">
                  <a16:creationId xmlns:a16="http://schemas.microsoft.com/office/drawing/2014/main" id="{D5BA05DF-6EB5-05B7-DF10-F34EF84B490A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4" name="Cube 363">
              <a:extLst>
                <a:ext uri="{FF2B5EF4-FFF2-40B4-BE49-F238E27FC236}">
                  <a16:creationId xmlns:a16="http://schemas.microsoft.com/office/drawing/2014/main" id="{D954C426-1883-A23E-77F0-0B733DA4D4E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5" name="Cube 364">
              <a:extLst>
                <a:ext uri="{FF2B5EF4-FFF2-40B4-BE49-F238E27FC236}">
                  <a16:creationId xmlns:a16="http://schemas.microsoft.com/office/drawing/2014/main" id="{6C0E68B2-520E-58AF-6ADB-A6799E1F759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6" name="Cube 365">
              <a:extLst>
                <a:ext uri="{FF2B5EF4-FFF2-40B4-BE49-F238E27FC236}">
                  <a16:creationId xmlns:a16="http://schemas.microsoft.com/office/drawing/2014/main" id="{EF1ED711-2D88-088A-14BA-574D7D23C586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7" name="Cube 366">
              <a:extLst>
                <a:ext uri="{FF2B5EF4-FFF2-40B4-BE49-F238E27FC236}">
                  <a16:creationId xmlns:a16="http://schemas.microsoft.com/office/drawing/2014/main" id="{97DB7416-13D9-4234-F6AC-6B49062A05AC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344D0E0-62A3-FF92-33FF-3E48F5FC3363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35117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970196" y="1834868"/>
            <a:ext cx="79656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0.3   −   0.05   =   _________</a:t>
            </a:r>
          </a:p>
        </p:txBody>
      </p:sp>
      <p:sp>
        <p:nvSpPr>
          <p:cNvPr id="347" name="Cube 346">
            <a:extLst>
              <a:ext uri="{FF2B5EF4-FFF2-40B4-BE49-F238E27FC236}">
                <a16:creationId xmlns:a16="http://schemas.microsoft.com/office/drawing/2014/main" id="{7D25AF84-9D74-4795-BF52-D22FB0479EE6}"/>
              </a:ext>
            </a:extLst>
          </p:cNvPr>
          <p:cNvSpPr/>
          <p:nvPr/>
        </p:nvSpPr>
        <p:spPr>
          <a:xfrm>
            <a:off x="5342837" y="5936936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8" name="Cube 347">
            <a:extLst>
              <a:ext uri="{FF2B5EF4-FFF2-40B4-BE49-F238E27FC236}">
                <a16:creationId xmlns:a16="http://schemas.microsoft.com/office/drawing/2014/main" id="{0F4DAD12-AAD9-B060-8931-8CB4AAA117E9}"/>
              </a:ext>
            </a:extLst>
          </p:cNvPr>
          <p:cNvSpPr/>
          <p:nvPr/>
        </p:nvSpPr>
        <p:spPr>
          <a:xfrm>
            <a:off x="5342837" y="5683965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9" name="Cube 348">
            <a:extLst>
              <a:ext uri="{FF2B5EF4-FFF2-40B4-BE49-F238E27FC236}">
                <a16:creationId xmlns:a16="http://schemas.microsoft.com/office/drawing/2014/main" id="{362BB55C-0F6C-8D2D-E34C-14C8E9F15959}"/>
              </a:ext>
            </a:extLst>
          </p:cNvPr>
          <p:cNvSpPr/>
          <p:nvPr/>
        </p:nvSpPr>
        <p:spPr>
          <a:xfrm>
            <a:off x="5342837" y="5430994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0" name="Cube 349">
            <a:extLst>
              <a:ext uri="{FF2B5EF4-FFF2-40B4-BE49-F238E27FC236}">
                <a16:creationId xmlns:a16="http://schemas.microsoft.com/office/drawing/2014/main" id="{09428AD0-E518-EDD1-95AA-D65AB0A47075}"/>
              </a:ext>
            </a:extLst>
          </p:cNvPr>
          <p:cNvSpPr/>
          <p:nvPr/>
        </p:nvSpPr>
        <p:spPr>
          <a:xfrm>
            <a:off x="5342837" y="5178023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1" name="Cube 350">
            <a:extLst>
              <a:ext uri="{FF2B5EF4-FFF2-40B4-BE49-F238E27FC236}">
                <a16:creationId xmlns:a16="http://schemas.microsoft.com/office/drawing/2014/main" id="{9EAAE1E0-8DA2-DEB7-EFA3-85C4A203C349}"/>
              </a:ext>
            </a:extLst>
          </p:cNvPr>
          <p:cNvSpPr/>
          <p:nvPr/>
        </p:nvSpPr>
        <p:spPr>
          <a:xfrm>
            <a:off x="5342837" y="4925052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357" name="Group 356">
            <a:extLst>
              <a:ext uri="{FF2B5EF4-FFF2-40B4-BE49-F238E27FC236}">
                <a16:creationId xmlns:a16="http://schemas.microsoft.com/office/drawing/2014/main" id="{2F2CB471-C2A1-C44C-98F9-7A142364A10E}"/>
              </a:ext>
            </a:extLst>
          </p:cNvPr>
          <p:cNvGrpSpPr/>
          <p:nvPr/>
        </p:nvGrpSpPr>
        <p:grpSpPr>
          <a:xfrm>
            <a:off x="4839917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58" name="Cube 357">
              <a:extLst>
                <a:ext uri="{FF2B5EF4-FFF2-40B4-BE49-F238E27FC236}">
                  <a16:creationId xmlns:a16="http://schemas.microsoft.com/office/drawing/2014/main" id="{51611EF2-17C9-CCC3-6190-2300EAA62B52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9" name="Cube 358">
              <a:extLst>
                <a:ext uri="{FF2B5EF4-FFF2-40B4-BE49-F238E27FC236}">
                  <a16:creationId xmlns:a16="http://schemas.microsoft.com/office/drawing/2014/main" id="{A32AB36C-0538-1977-1E2E-3288E7F36EA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0" name="Cube 359">
              <a:extLst>
                <a:ext uri="{FF2B5EF4-FFF2-40B4-BE49-F238E27FC236}">
                  <a16:creationId xmlns:a16="http://schemas.microsoft.com/office/drawing/2014/main" id="{C383FDF8-D9AE-6BA9-19D7-70E759A55A6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1" name="Cube 360">
              <a:extLst>
                <a:ext uri="{FF2B5EF4-FFF2-40B4-BE49-F238E27FC236}">
                  <a16:creationId xmlns:a16="http://schemas.microsoft.com/office/drawing/2014/main" id="{0B72844C-3EF9-86B8-C162-805E31112294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2" name="Cube 361">
              <a:extLst>
                <a:ext uri="{FF2B5EF4-FFF2-40B4-BE49-F238E27FC236}">
                  <a16:creationId xmlns:a16="http://schemas.microsoft.com/office/drawing/2014/main" id="{5150D18C-4D3A-A851-8F7B-47D565046C11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3" name="Cube 362">
              <a:extLst>
                <a:ext uri="{FF2B5EF4-FFF2-40B4-BE49-F238E27FC236}">
                  <a16:creationId xmlns:a16="http://schemas.microsoft.com/office/drawing/2014/main" id="{D5BA05DF-6EB5-05B7-DF10-F34EF84B490A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4" name="Cube 363">
              <a:extLst>
                <a:ext uri="{FF2B5EF4-FFF2-40B4-BE49-F238E27FC236}">
                  <a16:creationId xmlns:a16="http://schemas.microsoft.com/office/drawing/2014/main" id="{D954C426-1883-A23E-77F0-0B733DA4D4E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5" name="Cube 364">
              <a:extLst>
                <a:ext uri="{FF2B5EF4-FFF2-40B4-BE49-F238E27FC236}">
                  <a16:creationId xmlns:a16="http://schemas.microsoft.com/office/drawing/2014/main" id="{6C0E68B2-520E-58AF-6ADB-A6799E1F759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6" name="Cube 365">
              <a:extLst>
                <a:ext uri="{FF2B5EF4-FFF2-40B4-BE49-F238E27FC236}">
                  <a16:creationId xmlns:a16="http://schemas.microsoft.com/office/drawing/2014/main" id="{EF1ED711-2D88-088A-14BA-574D7D23C586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7" name="Cube 366">
              <a:extLst>
                <a:ext uri="{FF2B5EF4-FFF2-40B4-BE49-F238E27FC236}">
                  <a16:creationId xmlns:a16="http://schemas.microsoft.com/office/drawing/2014/main" id="{97DB7416-13D9-4234-F6AC-6B49062A05AC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F2481CF-8BE2-B239-33E4-D9DE25C9EFD6}"/>
              </a:ext>
            </a:extLst>
          </p:cNvPr>
          <p:cNvGrpSpPr/>
          <p:nvPr/>
        </p:nvGrpSpPr>
        <p:grpSpPr>
          <a:xfrm>
            <a:off x="4341153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9" name="Cube 18">
              <a:extLst>
                <a:ext uri="{FF2B5EF4-FFF2-40B4-BE49-F238E27FC236}">
                  <a16:creationId xmlns:a16="http://schemas.microsoft.com/office/drawing/2014/main" id="{21ECF183-9843-10BD-9A43-221555D6CC8C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" name="Cube 19">
              <a:extLst>
                <a:ext uri="{FF2B5EF4-FFF2-40B4-BE49-F238E27FC236}">
                  <a16:creationId xmlns:a16="http://schemas.microsoft.com/office/drawing/2014/main" id="{B96DEC9A-5E94-0301-BC19-C54688B8B386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" name="Cube 20">
              <a:extLst>
                <a:ext uri="{FF2B5EF4-FFF2-40B4-BE49-F238E27FC236}">
                  <a16:creationId xmlns:a16="http://schemas.microsoft.com/office/drawing/2014/main" id="{79D3B83C-E66C-6823-FC8D-4D6D98E9F0C7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" name="Cube 21">
              <a:extLst>
                <a:ext uri="{FF2B5EF4-FFF2-40B4-BE49-F238E27FC236}">
                  <a16:creationId xmlns:a16="http://schemas.microsoft.com/office/drawing/2014/main" id="{1FB90D73-53B6-F801-8E63-9EAB2898D79C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3" name="Cube 22">
              <a:extLst>
                <a:ext uri="{FF2B5EF4-FFF2-40B4-BE49-F238E27FC236}">
                  <a16:creationId xmlns:a16="http://schemas.microsoft.com/office/drawing/2014/main" id="{863DECE5-A5BF-257A-32A8-7EC603EF1785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4" name="Cube 23">
              <a:extLst>
                <a:ext uri="{FF2B5EF4-FFF2-40B4-BE49-F238E27FC236}">
                  <a16:creationId xmlns:a16="http://schemas.microsoft.com/office/drawing/2014/main" id="{3F50D8C4-A113-EAAC-6DE6-13298DF68381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5" name="Cube 24">
              <a:extLst>
                <a:ext uri="{FF2B5EF4-FFF2-40B4-BE49-F238E27FC236}">
                  <a16:creationId xmlns:a16="http://schemas.microsoft.com/office/drawing/2014/main" id="{484B82C6-FADD-5B31-3D5F-11F3FB2DEB05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6" name="Cube 25">
              <a:extLst>
                <a:ext uri="{FF2B5EF4-FFF2-40B4-BE49-F238E27FC236}">
                  <a16:creationId xmlns:a16="http://schemas.microsoft.com/office/drawing/2014/main" id="{FFC91198-6B88-52B2-9F66-452260D2B1F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7" name="Cube 26">
              <a:extLst>
                <a:ext uri="{FF2B5EF4-FFF2-40B4-BE49-F238E27FC236}">
                  <a16:creationId xmlns:a16="http://schemas.microsoft.com/office/drawing/2014/main" id="{10933DC2-42B7-88E5-2404-AC0CE1A2320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8" name="Cube 27">
              <a:extLst>
                <a:ext uri="{FF2B5EF4-FFF2-40B4-BE49-F238E27FC236}">
                  <a16:creationId xmlns:a16="http://schemas.microsoft.com/office/drawing/2014/main" id="{652DB570-BDD0-0DC6-5FEB-C62903BA7403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4BED4EB-978C-E53A-55AF-ED9B1452B54B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80090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7" grpId="0" animBg="1"/>
      <p:bldP spid="348" grpId="0" animBg="1"/>
      <p:bldP spid="349" grpId="0" animBg="1"/>
      <p:bldP spid="350" grpId="0" animBg="1"/>
      <p:bldP spid="35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8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1.37   −   0.21   =   _________</a:t>
            </a:r>
          </a:p>
        </p:txBody>
      </p:sp>
      <p:sp>
        <p:nvSpPr>
          <p:cNvPr id="4" name="Cube 3">
            <a:extLst>
              <a:ext uri="{FF2B5EF4-FFF2-40B4-BE49-F238E27FC236}">
                <a16:creationId xmlns:a16="http://schemas.microsoft.com/office/drawing/2014/main" id="{6B6759A1-EF4D-4B04-537D-F1759FEBFFCE}"/>
              </a:ext>
            </a:extLst>
          </p:cNvPr>
          <p:cNvSpPr/>
          <p:nvPr/>
        </p:nvSpPr>
        <p:spPr>
          <a:xfrm>
            <a:off x="6271706" y="5936936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Cube 4">
            <a:extLst>
              <a:ext uri="{FF2B5EF4-FFF2-40B4-BE49-F238E27FC236}">
                <a16:creationId xmlns:a16="http://schemas.microsoft.com/office/drawing/2014/main" id="{59D95238-1BF5-036A-354E-7D4FB1542641}"/>
              </a:ext>
            </a:extLst>
          </p:cNvPr>
          <p:cNvSpPr/>
          <p:nvPr/>
        </p:nvSpPr>
        <p:spPr>
          <a:xfrm>
            <a:off x="6271706" y="5683965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Cube 5">
            <a:extLst>
              <a:ext uri="{FF2B5EF4-FFF2-40B4-BE49-F238E27FC236}">
                <a16:creationId xmlns:a16="http://schemas.microsoft.com/office/drawing/2014/main" id="{ABCBA86A-BA5F-F368-4279-3116C5E9C738}"/>
              </a:ext>
            </a:extLst>
          </p:cNvPr>
          <p:cNvSpPr/>
          <p:nvPr/>
        </p:nvSpPr>
        <p:spPr>
          <a:xfrm>
            <a:off x="6271706" y="5430994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Cube 6">
            <a:extLst>
              <a:ext uri="{FF2B5EF4-FFF2-40B4-BE49-F238E27FC236}">
                <a16:creationId xmlns:a16="http://schemas.microsoft.com/office/drawing/2014/main" id="{9A7D2AB1-974A-015B-EEFD-444BABAE49A0}"/>
              </a:ext>
            </a:extLst>
          </p:cNvPr>
          <p:cNvSpPr/>
          <p:nvPr/>
        </p:nvSpPr>
        <p:spPr>
          <a:xfrm>
            <a:off x="6271706" y="5178023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Cube 7">
            <a:extLst>
              <a:ext uri="{FF2B5EF4-FFF2-40B4-BE49-F238E27FC236}">
                <a16:creationId xmlns:a16="http://schemas.microsoft.com/office/drawing/2014/main" id="{B95D636A-DC04-E77F-5667-435898926DF9}"/>
              </a:ext>
            </a:extLst>
          </p:cNvPr>
          <p:cNvSpPr/>
          <p:nvPr/>
        </p:nvSpPr>
        <p:spPr>
          <a:xfrm>
            <a:off x="6271706" y="4925052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Cube 8">
            <a:extLst>
              <a:ext uri="{FF2B5EF4-FFF2-40B4-BE49-F238E27FC236}">
                <a16:creationId xmlns:a16="http://schemas.microsoft.com/office/drawing/2014/main" id="{D6EFEB20-0D91-104D-25EC-533388B09EED}"/>
              </a:ext>
            </a:extLst>
          </p:cNvPr>
          <p:cNvSpPr/>
          <p:nvPr/>
        </p:nvSpPr>
        <p:spPr>
          <a:xfrm>
            <a:off x="6271706" y="4672081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9A8C885-12D6-15EB-05C9-485F63D4CAEE}"/>
              </a:ext>
            </a:extLst>
          </p:cNvPr>
          <p:cNvGrpSpPr/>
          <p:nvPr/>
        </p:nvGrpSpPr>
        <p:grpSpPr>
          <a:xfrm>
            <a:off x="2334631" y="3660198"/>
            <a:ext cx="2615911" cy="2615911"/>
            <a:chOff x="414598" y="546495"/>
            <a:chExt cx="5852156" cy="5898407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6AE6C140-CE49-A22C-B9F5-B6D54FB30491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3" name="Cube 402">
                <a:extLst>
                  <a:ext uri="{FF2B5EF4-FFF2-40B4-BE49-F238E27FC236}">
                    <a16:creationId xmlns:a16="http://schemas.microsoft.com/office/drawing/2014/main" id="{210712A3-06E8-4648-3F84-151C0F6E7E1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4" name="Cube 403">
                <a:extLst>
                  <a:ext uri="{FF2B5EF4-FFF2-40B4-BE49-F238E27FC236}">
                    <a16:creationId xmlns:a16="http://schemas.microsoft.com/office/drawing/2014/main" id="{4D7BA52B-0549-404B-1ED3-E36CD31E3473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5" name="Cube 404">
                <a:extLst>
                  <a:ext uri="{FF2B5EF4-FFF2-40B4-BE49-F238E27FC236}">
                    <a16:creationId xmlns:a16="http://schemas.microsoft.com/office/drawing/2014/main" id="{641A3EED-70FE-B5C0-6335-6EFBBA9AE70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6" name="Cube 405">
                <a:extLst>
                  <a:ext uri="{FF2B5EF4-FFF2-40B4-BE49-F238E27FC236}">
                    <a16:creationId xmlns:a16="http://schemas.microsoft.com/office/drawing/2014/main" id="{BAF10627-26A1-77E5-652C-2560C1C4B970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7" name="Cube 406">
                <a:extLst>
                  <a:ext uri="{FF2B5EF4-FFF2-40B4-BE49-F238E27FC236}">
                    <a16:creationId xmlns:a16="http://schemas.microsoft.com/office/drawing/2014/main" id="{004A1684-56D7-F3EC-2856-49716748AAD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8" name="Cube 407">
                <a:extLst>
                  <a:ext uri="{FF2B5EF4-FFF2-40B4-BE49-F238E27FC236}">
                    <a16:creationId xmlns:a16="http://schemas.microsoft.com/office/drawing/2014/main" id="{6FAAA4B3-465C-11C1-C501-CD5B86EF26EA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9" name="Cube 408">
                <a:extLst>
                  <a:ext uri="{FF2B5EF4-FFF2-40B4-BE49-F238E27FC236}">
                    <a16:creationId xmlns:a16="http://schemas.microsoft.com/office/drawing/2014/main" id="{C1F88DAB-7C38-6232-EFC2-E7863256C80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0" name="Cube 409">
                <a:extLst>
                  <a:ext uri="{FF2B5EF4-FFF2-40B4-BE49-F238E27FC236}">
                    <a16:creationId xmlns:a16="http://schemas.microsoft.com/office/drawing/2014/main" id="{19BCDE80-92A2-0146-0589-113C18E940B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1" name="Cube 410">
                <a:extLst>
                  <a:ext uri="{FF2B5EF4-FFF2-40B4-BE49-F238E27FC236}">
                    <a16:creationId xmlns:a16="http://schemas.microsoft.com/office/drawing/2014/main" id="{8FD04C7A-B0B6-764B-3F76-7954F2D7C75A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2" name="Cube 411">
                <a:extLst>
                  <a:ext uri="{FF2B5EF4-FFF2-40B4-BE49-F238E27FC236}">
                    <a16:creationId xmlns:a16="http://schemas.microsoft.com/office/drawing/2014/main" id="{BB82775A-251F-8BE4-B2B4-BDEC31607BE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13CDD8A9-A0A1-A304-2EC3-B4D5D3E02472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93" name="Cube 392">
                <a:extLst>
                  <a:ext uri="{FF2B5EF4-FFF2-40B4-BE49-F238E27FC236}">
                    <a16:creationId xmlns:a16="http://schemas.microsoft.com/office/drawing/2014/main" id="{50A0C06A-C41A-93CE-8A47-9F7BF4DEBED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4" name="Cube 393">
                <a:extLst>
                  <a:ext uri="{FF2B5EF4-FFF2-40B4-BE49-F238E27FC236}">
                    <a16:creationId xmlns:a16="http://schemas.microsoft.com/office/drawing/2014/main" id="{4296E0F6-1C51-FAAD-2D60-8BCD921567C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5" name="Cube 394">
                <a:extLst>
                  <a:ext uri="{FF2B5EF4-FFF2-40B4-BE49-F238E27FC236}">
                    <a16:creationId xmlns:a16="http://schemas.microsoft.com/office/drawing/2014/main" id="{476024A5-F93E-1C0E-D1B5-5713B5E95DC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6" name="Cube 395">
                <a:extLst>
                  <a:ext uri="{FF2B5EF4-FFF2-40B4-BE49-F238E27FC236}">
                    <a16:creationId xmlns:a16="http://schemas.microsoft.com/office/drawing/2014/main" id="{287DAFD7-6787-F218-BE37-59F0F0162271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7" name="Cube 396">
                <a:extLst>
                  <a:ext uri="{FF2B5EF4-FFF2-40B4-BE49-F238E27FC236}">
                    <a16:creationId xmlns:a16="http://schemas.microsoft.com/office/drawing/2014/main" id="{56A3FD1D-AFA6-514E-6D95-AE6FDAF57CF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8" name="Cube 397">
                <a:extLst>
                  <a:ext uri="{FF2B5EF4-FFF2-40B4-BE49-F238E27FC236}">
                    <a16:creationId xmlns:a16="http://schemas.microsoft.com/office/drawing/2014/main" id="{EB2421E8-9DA7-9F40-5AEE-E803CD7E098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9" name="Cube 398">
                <a:extLst>
                  <a:ext uri="{FF2B5EF4-FFF2-40B4-BE49-F238E27FC236}">
                    <a16:creationId xmlns:a16="http://schemas.microsoft.com/office/drawing/2014/main" id="{DE2D525A-4574-F34A-E5F4-29337081F60E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0" name="Cube 399">
                <a:extLst>
                  <a:ext uri="{FF2B5EF4-FFF2-40B4-BE49-F238E27FC236}">
                    <a16:creationId xmlns:a16="http://schemas.microsoft.com/office/drawing/2014/main" id="{14C2037C-0074-A2E6-41D6-76F45D53888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1" name="Cube 400">
                <a:extLst>
                  <a:ext uri="{FF2B5EF4-FFF2-40B4-BE49-F238E27FC236}">
                    <a16:creationId xmlns:a16="http://schemas.microsoft.com/office/drawing/2014/main" id="{530EA91F-ED01-8F37-2B58-047A18FEE774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2" name="Cube 401">
                <a:extLst>
                  <a:ext uri="{FF2B5EF4-FFF2-40B4-BE49-F238E27FC236}">
                    <a16:creationId xmlns:a16="http://schemas.microsoft.com/office/drawing/2014/main" id="{269A4C10-4ECF-C2AB-E42F-41F0B4F85EF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8164BDED-E5F9-B68B-7938-EB891A15DEA3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83" name="Cube 382">
                <a:extLst>
                  <a:ext uri="{FF2B5EF4-FFF2-40B4-BE49-F238E27FC236}">
                    <a16:creationId xmlns:a16="http://schemas.microsoft.com/office/drawing/2014/main" id="{165A7CFB-CD04-22F6-1D01-7843F4EB2F9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4" name="Cube 383">
                <a:extLst>
                  <a:ext uri="{FF2B5EF4-FFF2-40B4-BE49-F238E27FC236}">
                    <a16:creationId xmlns:a16="http://schemas.microsoft.com/office/drawing/2014/main" id="{9AB2DF42-E191-DBFE-566A-6F3D9CAA72D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5" name="Cube 384">
                <a:extLst>
                  <a:ext uri="{FF2B5EF4-FFF2-40B4-BE49-F238E27FC236}">
                    <a16:creationId xmlns:a16="http://schemas.microsoft.com/office/drawing/2014/main" id="{B792E3AF-6042-85FE-5CD4-B74CA142B013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6" name="Cube 385">
                <a:extLst>
                  <a:ext uri="{FF2B5EF4-FFF2-40B4-BE49-F238E27FC236}">
                    <a16:creationId xmlns:a16="http://schemas.microsoft.com/office/drawing/2014/main" id="{D75C8AE1-06AF-A0DE-537B-962634C3AF67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7" name="Cube 386">
                <a:extLst>
                  <a:ext uri="{FF2B5EF4-FFF2-40B4-BE49-F238E27FC236}">
                    <a16:creationId xmlns:a16="http://schemas.microsoft.com/office/drawing/2014/main" id="{DE2495F6-1C94-3459-7FFB-1C406EEB3452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8" name="Cube 387">
                <a:extLst>
                  <a:ext uri="{FF2B5EF4-FFF2-40B4-BE49-F238E27FC236}">
                    <a16:creationId xmlns:a16="http://schemas.microsoft.com/office/drawing/2014/main" id="{0945DD38-A71B-2A1A-A7A7-1C8B7DBCF658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9" name="Cube 388">
                <a:extLst>
                  <a:ext uri="{FF2B5EF4-FFF2-40B4-BE49-F238E27FC236}">
                    <a16:creationId xmlns:a16="http://schemas.microsoft.com/office/drawing/2014/main" id="{00D2228A-48D0-BDAB-012A-EDF36479D4D4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0" name="Cube 389">
                <a:extLst>
                  <a:ext uri="{FF2B5EF4-FFF2-40B4-BE49-F238E27FC236}">
                    <a16:creationId xmlns:a16="http://schemas.microsoft.com/office/drawing/2014/main" id="{3E5D335A-8016-0DDF-C53B-64A181E9B362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1" name="Cube 390">
                <a:extLst>
                  <a:ext uri="{FF2B5EF4-FFF2-40B4-BE49-F238E27FC236}">
                    <a16:creationId xmlns:a16="http://schemas.microsoft.com/office/drawing/2014/main" id="{E27F818B-F619-4F2C-1959-D8A44CA4AAC4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2" name="Cube 391">
                <a:extLst>
                  <a:ext uri="{FF2B5EF4-FFF2-40B4-BE49-F238E27FC236}">
                    <a16:creationId xmlns:a16="http://schemas.microsoft.com/office/drawing/2014/main" id="{6E95B660-BF97-EC13-E7EE-770E08F8711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F3221DB8-866E-6EA5-B42E-AB1A9D4DC255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73" name="Cube 372">
                <a:extLst>
                  <a:ext uri="{FF2B5EF4-FFF2-40B4-BE49-F238E27FC236}">
                    <a16:creationId xmlns:a16="http://schemas.microsoft.com/office/drawing/2014/main" id="{898F7085-FE98-50A9-B50E-1D0E2D95F3D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4" name="Cube 373">
                <a:extLst>
                  <a:ext uri="{FF2B5EF4-FFF2-40B4-BE49-F238E27FC236}">
                    <a16:creationId xmlns:a16="http://schemas.microsoft.com/office/drawing/2014/main" id="{4F844BC6-DB9E-2BC6-351D-F0ABC523FF9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5" name="Cube 374">
                <a:extLst>
                  <a:ext uri="{FF2B5EF4-FFF2-40B4-BE49-F238E27FC236}">
                    <a16:creationId xmlns:a16="http://schemas.microsoft.com/office/drawing/2014/main" id="{701BFC4B-C0EF-28CB-E30D-B067B8637C13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6" name="Cube 375">
                <a:extLst>
                  <a:ext uri="{FF2B5EF4-FFF2-40B4-BE49-F238E27FC236}">
                    <a16:creationId xmlns:a16="http://schemas.microsoft.com/office/drawing/2014/main" id="{9DCC3D0D-A373-9E83-E5BB-AD9F6DA0C203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7" name="Cube 376">
                <a:extLst>
                  <a:ext uri="{FF2B5EF4-FFF2-40B4-BE49-F238E27FC236}">
                    <a16:creationId xmlns:a16="http://schemas.microsoft.com/office/drawing/2014/main" id="{0FFE1E3A-9F66-6965-7021-26FBFEC59C0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8" name="Cube 377">
                <a:extLst>
                  <a:ext uri="{FF2B5EF4-FFF2-40B4-BE49-F238E27FC236}">
                    <a16:creationId xmlns:a16="http://schemas.microsoft.com/office/drawing/2014/main" id="{A1A1909F-EE07-CD73-093C-93ABA1BD7C18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9" name="Cube 378">
                <a:extLst>
                  <a:ext uri="{FF2B5EF4-FFF2-40B4-BE49-F238E27FC236}">
                    <a16:creationId xmlns:a16="http://schemas.microsoft.com/office/drawing/2014/main" id="{6B3C342C-8ACE-8708-9DC0-C73C46F374C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0" name="Cube 379">
                <a:extLst>
                  <a:ext uri="{FF2B5EF4-FFF2-40B4-BE49-F238E27FC236}">
                    <a16:creationId xmlns:a16="http://schemas.microsoft.com/office/drawing/2014/main" id="{9150FA0A-5471-5D1A-C27A-2D9288D79AE2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1" name="Cube 380">
                <a:extLst>
                  <a:ext uri="{FF2B5EF4-FFF2-40B4-BE49-F238E27FC236}">
                    <a16:creationId xmlns:a16="http://schemas.microsoft.com/office/drawing/2014/main" id="{AFA69EB4-5D0B-A990-6E03-C7608C35DDA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2" name="Cube 381">
                <a:extLst>
                  <a:ext uri="{FF2B5EF4-FFF2-40B4-BE49-F238E27FC236}">
                    <a16:creationId xmlns:a16="http://schemas.microsoft.com/office/drawing/2014/main" id="{1E96B777-3208-E98B-8A19-5EE6E01288A7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DDB27387-B5CB-C36E-4A99-5734231CFBAD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41" name="Cube 340">
                <a:extLst>
                  <a:ext uri="{FF2B5EF4-FFF2-40B4-BE49-F238E27FC236}">
                    <a16:creationId xmlns:a16="http://schemas.microsoft.com/office/drawing/2014/main" id="{42C302EE-8865-EC21-249C-6D1AED88C65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2" name="Cube 341">
                <a:extLst>
                  <a:ext uri="{FF2B5EF4-FFF2-40B4-BE49-F238E27FC236}">
                    <a16:creationId xmlns:a16="http://schemas.microsoft.com/office/drawing/2014/main" id="{2F863701-DEFF-DEFD-F2DD-70ED232EFF5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3" name="Cube 342">
                <a:extLst>
                  <a:ext uri="{FF2B5EF4-FFF2-40B4-BE49-F238E27FC236}">
                    <a16:creationId xmlns:a16="http://schemas.microsoft.com/office/drawing/2014/main" id="{6B48629A-ACDF-1874-ADCA-1B5081A58C5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4" name="Cube 343">
                <a:extLst>
                  <a:ext uri="{FF2B5EF4-FFF2-40B4-BE49-F238E27FC236}">
                    <a16:creationId xmlns:a16="http://schemas.microsoft.com/office/drawing/2014/main" id="{5D219B0A-D619-E5E8-6162-C0ED0D7496E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5" name="Cube 344">
                <a:extLst>
                  <a:ext uri="{FF2B5EF4-FFF2-40B4-BE49-F238E27FC236}">
                    <a16:creationId xmlns:a16="http://schemas.microsoft.com/office/drawing/2014/main" id="{021C8C45-993D-58E8-B345-96BAE1466AD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8" name="Cube 367">
                <a:extLst>
                  <a:ext uri="{FF2B5EF4-FFF2-40B4-BE49-F238E27FC236}">
                    <a16:creationId xmlns:a16="http://schemas.microsoft.com/office/drawing/2014/main" id="{A4DD4A9B-E84B-E2F7-36F9-5BF0C91AB9F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9" name="Cube 368">
                <a:extLst>
                  <a:ext uri="{FF2B5EF4-FFF2-40B4-BE49-F238E27FC236}">
                    <a16:creationId xmlns:a16="http://schemas.microsoft.com/office/drawing/2014/main" id="{EB53B640-7111-7445-EE5F-AD2CEF75279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0" name="Cube 369">
                <a:extLst>
                  <a:ext uri="{FF2B5EF4-FFF2-40B4-BE49-F238E27FC236}">
                    <a16:creationId xmlns:a16="http://schemas.microsoft.com/office/drawing/2014/main" id="{D71D3657-F43E-B2A4-5843-2FCA48AB9739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1" name="Cube 370">
                <a:extLst>
                  <a:ext uri="{FF2B5EF4-FFF2-40B4-BE49-F238E27FC236}">
                    <a16:creationId xmlns:a16="http://schemas.microsoft.com/office/drawing/2014/main" id="{DAEAF2F3-ECF5-2570-D4BC-024A4C4AFF5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2" name="Cube 371">
                <a:extLst>
                  <a:ext uri="{FF2B5EF4-FFF2-40B4-BE49-F238E27FC236}">
                    <a16:creationId xmlns:a16="http://schemas.microsoft.com/office/drawing/2014/main" id="{51F0D52E-9BCA-0687-8BC3-A1AF0F6717E9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CEF597FF-9174-496A-65BB-A52614C4780C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31" name="Cube 330">
                <a:extLst>
                  <a:ext uri="{FF2B5EF4-FFF2-40B4-BE49-F238E27FC236}">
                    <a16:creationId xmlns:a16="http://schemas.microsoft.com/office/drawing/2014/main" id="{6F752DF4-8ED8-2126-E55D-BA70F8D54D7D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2" name="Cube 331">
                <a:extLst>
                  <a:ext uri="{FF2B5EF4-FFF2-40B4-BE49-F238E27FC236}">
                    <a16:creationId xmlns:a16="http://schemas.microsoft.com/office/drawing/2014/main" id="{04036054-7FCE-97BF-BDE7-7026B114052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3" name="Cube 332">
                <a:extLst>
                  <a:ext uri="{FF2B5EF4-FFF2-40B4-BE49-F238E27FC236}">
                    <a16:creationId xmlns:a16="http://schemas.microsoft.com/office/drawing/2014/main" id="{634AF8FC-1C14-A289-CFCD-469F9F01D9E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4" name="Cube 333">
                <a:extLst>
                  <a:ext uri="{FF2B5EF4-FFF2-40B4-BE49-F238E27FC236}">
                    <a16:creationId xmlns:a16="http://schemas.microsoft.com/office/drawing/2014/main" id="{DCA297BA-7E9F-3A88-D4C3-EE23107E3BB7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5" name="Cube 334">
                <a:extLst>
                  <a:ext uri="{FF2B5EF4-FFF2-40B4-BE49-F238E27FC236}">
                    <a16:creationId xmlns:a16="http://schemas.microsoft.com/office/drawing/2014/main" id="{787C7EDB-025C-D5DE-F95F-D33D119CCCB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6" name="Cube 335">
                <a:extLst>
                  <a:ext uri="{FF2B5EF4-FFF2-40B4-BE49-F238E27FC236}">
                    <a16:creationId xmlns:a16="http://schemas.microsoft.com/office/drawing/2014/main" id="{C1FF5E3B-F24E-3DC3-F820-AC745685AB0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7" name="Cube 336">
                <a:extLst>
                  <a:ext uri="{FF2B5EF4-FFF2-40B4-BE49-F238E27FC236}">
                    <a16:creationId xmlns:a16="http://schemas.microsoft.com/office/drawing/2014/main" id="{F025C1DF-03D9-21A0-317E-6DEE4F17C3B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8" name="Cube 337">
                <a:extLst>
                  <a:ext uri="{FF2B5EF4-FFF2-40B4-BE49-F238E27FC236}">
                    <a16:creationId xmlns:a16="http://schemas.microsoft.com/office/drawing/2014/main" id="{1EE9AD6B-92DC-3C20-235C-DFE9F22A6529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9" name="Cube 338">
                <a:extLst>
                  <a:ext uri="{FF2B5EF4-FFF2-40B4-BE49-F238E27FC236}">
                    <a16:creationId xmlns:a16="http://schemas.microsoft.com/office/drawing/2014/main" id="{AF972E0A-8942-16E9-F707-AA866099E85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0" name="Cube 339">
                <a:extLst>
                  <a:ext uri="{FF2B5EF4-FFF2-40B4-BE49-F238E27FC236}">
                    <a16:creationId xmlns:a16="http://schemas.microsoft.com/office/drawing/2014/main" id="{7026620C-DDBD-DC29-2593-5C4F53C72FE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D7CA4C29-F662-A467-D8C9-BA1DDF85E7C4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21" name="Cube 320">
                <a:extLst>
                  <a:ext uri="{FF2B5EF4-FFF2-40B4-BE49-F238E27FC236}">
                    <a16:creationId xmlns:a16="http://schemas.microsoft.com/office/drawing/2014/main" id="{38AA501B-8F6D-DA52-F648-9E8669A5F03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2" name="Cube 321">
                <a:extLst>
                  <a:ext uri="{FF2B5EF4-FFF2-40B4-BE49-F238E27FC236}">
                    <a16:creationId xmlns:a16="http://schemas.microsoft.com/office/drawing/2014/main" id="{DBDD65EE-E241-CC04-B3BD-3FD2CA86E0C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3" name="Cube 322">
                <a:extLst>
                  <a:ext uri="{FF2B5EF4-FFF2-40B4-BE49-F238E27FC236}">
                    <a16:creationId xmlns:a16="http://schemas.microsoft.com/office/drawing/2014/main" id="{4249E9B2-F29A-33C2-9589-E1CDC07D740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4" name="Cube 323">
                <a:extLst>
                  <a:ext uri="{FF2B5EF4-FFF2-40B4-BE49-F238E27FC236}">
                    <a16:creationId xmlns:a16="http://schemas.microsoft.com/office/drawing/2014/main" id="{AF072FB7-F018-3B8F-877D-7FEB04FE347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5" name="Cube 324">
                <a:extLst>
                  <a:ext uri="{FF2B5EF4-FFF2-40B4-BE49-F238E27FC236}">
                    <a16:creationId xmlns:a16="http://schemas.microsoft.com/office/drawing/2014/main" id="{A294DADB-EB6C-2CDE-D6C4-F7E475C05794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6" name="Cube 325">
                <a:extLst>
                  <a:ext uri="{FF2B5EF4-FFF2-40B4-BE49-F238E27FC236}">
                    <a16:creationId xmlns:a16="http://schemas.microsoft.com/office/drawing/2014/main" id="{ED882EF8-9E56-A8AC-AA83-912D9AC4CD5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7" name="Cube 326">
                <a:extLst>
                  <a:ext uri="{FF2B5EF4-FFF2-40B4-BE49-F238E27FC236}">
                    <a16:creationId xmlns:a16="http://schemas.microsoft.com/office/drawing/2014/main" id="{61923779-8435-0F2C-971A-110B80CD9A32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8" name="Cube 327">
                <a:extLst>
                  <a:ext uri="{FF2B5EF4-FFF2-40B4-BE49-F238E27FC236}">
                    <a16:creationId xmlns:a16="http://schemas.microsoft.com/office/drawing/2014/main" id="{A6C772D4-6777-2350-3F31-582CFD7159B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9" name="Cube 328">
                <a:extLst>
                  <a:ext uri="{FF2B5EF4-FFF2-40B4-BE49-F238E27FC236}">
                    <a16:creationId xmlns:a16="http://schemas.microsoft.com/office/drawing/2014/main" id="{1DEA6D77-FB81-0F2C-DE47-47A9BE595663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0" name="Cube 329">
                <a:extLst>
                  <a:ext uri="{FF2B5EF4-FFF2-40B4-BE49-F238E27FC236}">
                    <a16:creationId xmlns:a16="http://schemas.microsoft.com/office/drawing/2014/main" id="{BB59AA61-F211-624C-0E4E-B5F6F096708D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7F2CDBBC-6EEE-C916-698C-37452866969B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AF4C3985-AA93-8EE1-0040-319F7A3189AE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EADF4B26-B0E1-07E4-E773-1438EE72DD4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7B915BC3-9A9B-7ACE-0CEB-64F9F54DFCD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71820537-45D3-7BCF-4775-3862AFB0708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EA40A1A0-0A97-328E-1FC1-A85DCC2197E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CDCB6C68-B1CD-78EC-150F-80CF6295F90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6CC53601-3C0C-0ED3-C80E-03D59A9A6574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126628DA-35D5-E718-16FF-57605815619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853C7988-268B-DBA4-4927-0D0810CA1D1A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0" name="Cube 319">
                <a:extLst>
                  <a:ext uri="{FF2B5EF4-FFF2-40B4-BE49-F238E27FC236}">
                    <a16:creationId xmlns:a16="http://schemas.microsoft.com/office/drawing/2014/main" id="{68510D31-52C4-9D0A-8171-954F49E8E5C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D6AF1400-8272-186C-DA0E-33C4224E314C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A5234EB1-CC46-8B9C-8D38-DC6EF03FEB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1F25C2AB-B321-B672-30DF-57213679586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BF85AC2A-F782-9132-B728-D19000F42EFF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506D0A1A-FA8E-A26D-8087-F3D8BBB3A5B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A511D6A7-C128-3CCB-DECB-411B1DAE0C87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75D9A6B-5268-A8A6-E0BF-97D3E47F2459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09C0959D-8119-ACCF-EFE6-B23442DD0F0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4DB4AD4E-9DF5-CB99-8C26-DB14F5481491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545884A3-FC2B-B834-C7B6-13B5FD03258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B939F321-0424-B940-8964-03D36C218F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019DA6E-B4AF-1461-5FD0-C5DC747BA521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9B01B65F-34DF-3B22-BCB2-9C3C5F37E05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96833E8F-7012-7C10-5CE1-18D06E6530B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EE0F7FA4-1774-3BC5-6CD7-26F54FD3A90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5D18EF2C-9BF4-4505-F4F9-F46EE56D5A1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2995A832-DDE1-3D98-45BD-B40FC10285F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BC8617CD-7340-BCF5-DB36-D5631640FFC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770B8EE9-72B7-E1AD-A1E7-FF9F802C919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A8CD688A-4D5F-084B-44E9-38B50ABDBCF1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CDD16691-0B3C-BD59-0E07-C34ED91BAE64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796519E2-7E7C-5211-EA25-D19B828AA79D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424" name="Group 423">
            <a:extLst>
              <a:ext uri="{FF2B5EF4-FFF2-40B4-BE49-F238E27FC236}">
                <a16:creationId xmlns:a16="http://schemas.microsoft.com/office/drawing/2014/main" id="{8FFB58B8-E83A-0E4A-1C00-66537413D134}"/>
              </a:ext>
            </a:extLst>
          </p:cNvPr>
          <p:cNvGrpSpPr/>
          <p:nvPr/>
        </p:nvGrpSpPr>
        <p:grpSpPr>
          <a:xfrm>
            <a:off x="5388557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425" name="Cube 424">
              <a:extLst>
                <a:ext uri="{FF2B5EF4-FFF2-40B4-BE49-F238E27FC236}">
                  <a16:creationId xmlns:a16="http://schemas.microsoft.com/office/drawing/2014/main" id="{BA62CB11-6290-F89A-A515-2F86B8146FB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26" name="Cube 425">
              <a:extLst>
                <a:ext uri="{FF2B5EF4-FFF2-40B4-BE49-F238E27FC236}">
                  <a16:creationId xmlns:a16="http://schemas.microsoft.com/office/drawing/2014/main" id="{43B7B9B9-A36E-2D34-3189-CB8EDA796483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27" name="Cube 426">
              <a:extLst>
                <a:ext uri="{FF2B5EF4-FFF2-40B4-BE49-F238E27FC236}">
                  <a16:creationId xmlns:a16="http://schemas.microsoft.com/office/drawing/2014/main" id="{4A3FF871-6222-7BE1-B7E0-8CE064ED1837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28" name="Cube 427">
              <a:extLst>
                <a:ext uri="{FF2B5EF4-FFF2-40B4-BE49-F238E27FC236}">
                  <a16:creationId xmlns:a16="http://schemas.microsoft.com/office/drawing/2014/main" id="{2E284ABF-CD07-6B0C-FC13-7537F75A03E6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29" name="Cube 428">
              <a:extLst>
                <a:ext uri="{FF2B5EF4-FFF2-40B4-BE49-F238E27FC236}">
                  <a16:creationId xmlns:a16="http://schemas.microsoft.com/office/drawing/2014/main" id="{68721713-4AED-EAF9-3535-88EC5BA20AD6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30" name="Cube 429">
              <a:extLst>
                <a:ext uri="{FF2B5EF4-FFF2-40B4-BE49-F238E27FC236}">
                  <a16:creationId xmlns:a16="http://schemas.microsoft.com/office/drawing/2014/main" id="{38C08335-A90A-C91E-BBD7-78708A92ECCC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31" name="Cube 430">
              <a:extLst>
                <a:ext uri="{FF2B5EF4-FFF2-40B4-BE49-F238E27FC236}">
                  <a16:creationId xmlns:a16="http://schemas.microsoft.com/office/drawing/2014/main" id="{FF46FB76-661E-DAFC-101C-1EB586003193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32" name="Cube 431">
              <a:extLst>
                <a:ext uri="{FF2B5EF4-FFF2-40B4-BE49-F238E27FC236}">
                  <a16:creationId xmlns:a16="http://schemas.microsoft.com/office/drawing/2014/main" id="{C86C1325-670E-DFF6-1C8B-870DE6322D49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33" name="Cube 432">
              <a:extLst>
                <a:ext uri="{FF2B5EF4-FFF2-40B4-BE49-F238E27FC236}">
                  <a16:creationId xmlns:a16="http://schemas.microsoft.com/office/drawing/2014/main" id="{F68D43AD-BD2F-65F4-099D-158A839B0B9C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34" name="Cube 433">
              <a:extLst>
                <a:ext uri="{FF2B5EF4-FFF2-40B4-BE49-F238E27FC236}">
                  <a16:creationId xmlns:a16="http://schemas.microsoft.com/office/drawing/2014/main" id="{94C6B8F5-9EF8-C1B7-AFA3-8C39F108040F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7B1C98E-E79A-5DCD-F132-887273F0A32C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153333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7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0.32   −   0.04   =   _________</a:t>
            </a:r>
          </a:p>
        </p:txBody>
      </p:sp>
      <p:sp>
        <p:nvSpPr>
          <p:cNvPr id="11" name="Cube 10">
            <a:extLst>
              <a:ext uri="{FF2B5EF4-FFF2-40B4-BE49-F238E27FC236}">
                <a16:creationId xmlns:a16="http://schemas.microsoft.com/office/drawing/2014/main" id="{A2277098-DECB-46D9-A3C8-FA7C9E50BAA0}"/>
              </a:ext>
            </a:extLst>
          </p:cNvPr>
          <p:cNvSpPr/>
          <p:nvPr/>
        </p:nvSpPr>
        <p:spPr>
          <a:xfrm>
            <a:off x="5446746" y="5936936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Cube 11">
            <a:extLst>
              <a:ext uri="{FF2B5EF4-FFF2-40B4-BE49-F238E27FC236}">
                <a16:creationId xmlns:a16="http://schemas.microsoft.com/office/drawing/2014/main" id="{F5BA0B23-F816-EC87-5F0F-1593C997277A}"/>
              </a:ext>
            </a:extLst>
          </p:cNvPr>
          <p:cNvSpPr/>
          <p:nvPr/>
        </p:nvSpPr>
        <p:spPr>
          <a:xfrm>
            <a:off x="5446746" y="5683965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" name="Cube 12">
            <a:extLst>
              <a:ext uri="{FF2B5EF4-FFF2-40B4-BE49-F238E27FC236}">
                <a16:creationId xmlns:a16="http://schemas.microsoft.com/office/drawing/2014/main" id="{AB25E5DB-D43D-ACDF-13EC-1BF1448634C0}"/>
              </a:ext>
            </a:extLst>
          </p:cNvPr>
          <p:cNvSpPr/>
          <p:nvPr/>
        </p:nvSpPr>
        <p:spPr>
          <a:xfrm>
            <a:off x="5446746" y="5430994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Cube 13">
            <a:extLst>
              <a:ext uri="{FF2B5EF4-FFF2-40B4-BE49-F238E27FC236}">
                <a16:creationId xmlns:a16="http://schemas.microsoft.com/office/drawing/2014/main" id="{1B406E06-DD01-FE4B-CE40-0F55F39104BA}"/>
              </a:ext>
            </a:extLst>
          </p:cNvPr>
          <p:cNvSpPr/>
          <p:nvPr/>
        </p:nvSpPr>
        <p:spPr>
          <a:xfrm>
            <a:off x="5446746" y="5178023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" name="Cube 14">
            <a:extLst>
              <a:ext uri="{FF2B5EF4-FFF2-40B4-BE49-F238E27FC236}">
                <a16:creationId xmlns:a16="http://schemas.microsoft.com/office/drawing/2014/main" id="{6411698D-BAF7-137E-9206-BA1B866929F6}"/>
              </a:ext>
            </a:extLst>
          </p:cNvPr>
          <p:cNvSpPr/>
          <p:nvPr/>
        </p:nvSpPr>
        <p:spPr>
          <a:xfrm>
            <a:off x="5446746" y="4925052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Cube 15">
            <a:extLst>
              <a:ext uri="{FF2B5EF4-FFF2-40B4-BE49-F238E27FC236}">
                <a16:creationId xmlns:a16="http://schemas.microsoft.com/office/drawing/2014/main" id="{D148E3C4-65AD-7F76-2C18-F22256DCBD5A}"/>
              </a:ext>
            </a:extLst>
          </p:cNvPr>
          <p:cNvSpPr/>
          <p:nvPr/>
        </p:nvSpPr>
        <p:spPr>
          <a:xfrm>
            <a:off x="5446746" y="4672081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Cube 16">
            <a:extLst>
              <a:ext uri="{FF2B5EF4-FFF2-40B4-BE49-F238E27FC236}">
                <a16:creationId xmlns:a16="http://schemas.microsoft.com/office/drawing/2014/main" id="{368DD421-6734-2A6A-5871-7D51533935E5}"/>
              </a:ext>
            </a:extLst>
          </p:cNvPr>
          <p:cNvSpPr/>
          <p:nvPr/>
        </p:nvSpPr>
        <p:spPr>
          <a:xfrm>
            <a:off x="5446746" y="4419109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Cube 17">
            <a:extLst>
              <a:ext uri="{FF2B5EF4-FFF2-40B4-BE49-F238E27FC236}">
                <a16:creationId xmlns:a16="http://schemas.microsoft.com/office/drawing/2014/main" id="{C33B895B-47AB-A855-E14A-E47D6521AC74}"/>
              </a:ext>
            </a:extLst>
          </p:cNvPr>
          <p:cNvSpPr/>
          <p:nvPr/>
        </p:nvSpPr>
        <p:spPr>
          <a:xfrm>
            <a:off x="5446746" y="4166138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346" name="Group 345">
            <a:extLst>
              <a:ext uri="{FF2B5EF4-FFF2-40B4-BE49-F238E27FC236}">
                <a16:creationId xmlns:a16="http://schemas.microsoft.com/office/drawing/2014/main" id="{1AD28797-1EA2-52D1-C735-C41324D272F2}"/>
              </a:ext>
            </a:extLst>
          </p:cNvPr>
          <p:cNvGrpSpPr/>
          <p:nvPr/>
        </p:nvGrpSpPr>
        <p:grpSpPr>
          <a:xfrm>
            <a:off x="4943826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47" name="Cube 346">
              <a:extLst>
                <a:ext uri="{FF2B5EF4-FFF2-40B4-BE49-F238E27FC236}">
                  <a16:creationId xmlns:a16="http://schemas.microsoft.com/office/drawing/2014/main" id="{7D25AF84-9D74-4795-BF52-D22FB0479EE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8" name="Cube 347">
              <a:extLst>
                <a:ext uri="{FF2B5EF4-FFF2-40B4-BE49-F238E27FC236}">
                  <a16:creationId xmlns:a16="http://schemas.microsoft.com/office/drawing/2014/main" id="{0F4DAD12-AAD9-B060-8931-8CB4AAA117E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9" name="Cube 348">
              <a:extLst>
                <a:ext uri="{FF2B5EF4-FFF2-40B4-BE49-F238E27FC236}">
                  <a16:creationId xmlns:a16="http://schemas.microsoft.com/office/drawing/2014/main" id="{362BB55C-0F6C-8D2D-E34C-14C8E9F15959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0" name="Cube 349">
              <a:extLst>
                <a:ext uri="{FF2B5EF4-FFF2-40B4-BE49-F238E27FC236}">
                  <a16:creationId xmlns:a16="http://schemas.microsoft.com/office/drawing/2014/main" id="{09428AD0-E518-EDD1-95AA-D65AB0A47075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1" name="Cube 350">
              <a:extLst>
                <a:ext uri="{FF2B5EF4-FFF2-40B4-BE49-F238E27FC236}">
                  <a16:creationId xmlns:a16="http://schemas.microsoft.com/office/drawing/2014/main" id="{9EAAE1E0-8DA2-DEB7-EFA3-85C4A203C349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2" name="Cube 351">
              <a:extLst>
                <a:ext uri="{FF2B5EF4-FFF2-40B4-BE49-F238E27FC236}">
                  <a16:creationId xmlns:a16="http://schemas.microsoft.com/office/drawing/2014/main" id="{150D9241-5B9F-D8F2-DC3B-F5F6BF80141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3" name="Cube 352">
              <a:extLst>
                <a:ext uri="{FF2B5EF4-FFF2-40B4-BE49-F238E27FC236}">
                  <a16:creationId xmlns:a16="http://schemas.microsoft.com/office/drawing/2014/main" id="{878088EA-7377-5571-C9CA-DA99202F5A31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4" name="Cube 353">
              <a:extLst>
                <a:ext uri="{FF2B5EF4-FFF2-40B4-BE49-F238E27FC236}">
                  <a16:creationId xmlns:a16="http://schemas.microsoft.com/office/drawing/2014/main" id="{B071B021-A0DF-6E77-ACC6-DC6F8F7E0051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5" name="Cube 354">
              <a:extLst>
                <a:ext uri="{FF2B5EF4-FFF2-40B4-BE49-F238E27FC236}">
                  <a16:creationId xmlns:a16="http://schemas.microsoft.com/office/drawing/2014/main" id="{75033BD6-218B-06CE-0CDA-BE75A7F42DF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6" name="Cube 355">
              <a:extLst>
                <a:ext uri="{FF2B5EF4-FFF2-40B4-BE49-F238E27FC236}">
                  <a16:creationId xmlns:a16="http://schemas.microsoft.com/office/drawing/2014/main" id="{5B698FA4-4688-88C2-9EEA-1B26B9C8FA6E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57" name="Group 356">
            <a:extLst>
              <a:ext uri="{FF2B5EF4-FFF2-40B4-BE49-F238E27FC236}">
                <a16:creationId xmlns:a16="http://schemas.microsoft.com/office/drawing/2014/main" id="{2F2CB471-C2A1-C44C-98F9-7A142364A10E}"/>
              </a:ext>
            </a:extLst>
          </p:cNvPr>
          <p:cNvGrpSpPr/>
          <p:nvPr/>
        </p:nvGrpSpPr>
        <p:grpSpPr>
          <a:xfrm>
            <a:off x="4440906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58" name="Cube 357">
              <a:extLst>
                <a:ext uri="{FF2B5EF4-FFF2-40B4-BE49-F238E27FC236}">
                  <a16:creationId xmlns:a16="http://schemas.microsoft.com/office/drawing/2014/main" id="{51611EF2-17C9-CCC3-6190-2300EAA62B52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9" name="Cube 358">
              <a:extLst>
                <a:ext uri="{FF2B5EF4-FFF2-40B4-BE49-F238E27FC236}">
                  <a16:creationId xmlns:a16="http://schemas.microsoft.com/office/drawing/2014/main" id="{A32AB36C-0538-1977-1E2E-3288E7F36EA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0" name="Cube 359">
              <a:extLst>
                <a:ext uri="{FF2B5EF4-FFF2-40B4-BE49-F238E27FC236}">
                  <a16:creationId xmlns:a16="http://schemas.microsoft.com/office/drawing/2014/main" id="{C383FDF8-D9AE-6BA9-19D7-70E759A55A6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1" name="Cube 360">
              <a:extLst>
                <a:ext uri="{FF2B5EF4-FFF2-40B4-BE49-F238E27FC236}">
                  <a16:creationId xmlns:a16="http://schemas.microsoft.com/office/drawing/2014/main" id="{0B72844C-3EF9-86B8-C162-805E31112294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2" name="Cube 361">
              <a:extLst>
                <a:ext uri="{FF2B5EF4-FFF2-40B4-BE49-F238E27FC236}">
                  <a16:creationId xmlns:a16="http://schemas.microsoft.com/office/drawing/2014/main" id="{5150D18C-4D3A-A851-8F7B-47D565046C11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3" name="Cube 362">
              <a:extLst>
                <a:ext uri="{FF2B5EF4-FFF2-40B4-BE49-F238E27FC236}">
                  <a16:creationId xmlns:a16="http://schemas.microsoft.com/office/drawing/2014/main" id="{D5BA05DF-6EB5-05B7-DF10-F34EF84B490A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4" name="Cube 363">
              <a:extLst>
                <a:ext uri="{FF2B5EF4-FFF2-40B4-BE49-F238E27FC236}">
                  <a16:creationId xmlns:a16="http://schemas.microsoft.com/office/drawing/2014/main" id="{D954C426-1883-A23E-77F0-0B733DA4D4E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5" name="Cube 364">
              <a:extLst>
                <a:ext uri="{FF2B5EF4-FFF2-40B4-BE49-F238E27FC236}">
                  <a16:creationId xmlns:a16="http://schemas.microsoft.com/office/drawing/2014/main" id="{6C0E68B2-520E-58AF-6ADB-A6799E1F759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6" name="Cube 365">
              <a:extLst>
                <a:ext uri="{FF2B5EF4-FFF2-40B4-BE49-F238E27FC236}">
                  <a16:creationId xmlns:a16="http://schemas.microsoft.com/office/drawing/2014/main" id="{EF1ED711-2D88-088A-14BA-574D7D23C586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7" name="Cube 366">
              <a:extLst>
                <a:ext uri="{FF2B5EF4-FFF2-40B4-BE49-F238E27FC236}">
                  <a16:creationId xmlns:a16="http://schemas.microsoft.com/office/drawing/2014/main" id="{97DB7416-13D9-4234-F6AC-6B49062A05AC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D9D4BC3-9AB8-C9D5-4A55-2261355A039B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833311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970196" y="1834868"/>
            <a:ext cx="79656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0.12   −   0.1   =   _________</a:t>
            </a:r>
          </a:p>
        </p:txBody>
      </p:sp>
      <p:sp>
        <p:nvSpPr>
          <p:cNvPr id="304" name="Cube 303">
            <a:extLst>
              <a:ext uri="{FF2B5EF4-FFF2-40B4-BE49-F238E27FC236}">
                <a16:creationId xmlns:a16="http://schemas.microsoft.com/office/drawing/2014/main" id="{C026CCBD-2760-F122-B795-BD03C5EB4268}"/>
              </a:ext>
            </a:extLst>
          </p:cNvPr>
          <p:cNvSpPr/>
          <p:nvPr/>
        </p:nvSpPr>
        <p:spPr>
          <a:xfrm>
            <a:off x="4792041" y="4925052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5" name="Cube 304">
            <a:extLst>
              <a:ext uri="{FF2B5EF4-FFF2-40B4-BE49-F238E27FC236}">
                <a16:creationId xmlns:a16="http://schemas.microsoft.com/office/drawing/2014/main" id="{86965626-4902-9895-54C5-099B0B36321C}"/>
              </a:ext>
            </a:extLst>
          </p:cNvPr>
          <p:cNvSpPr/>
          <p:nvPr/>
        </p:nvSpPr>
        <p:spPr>
          <a:xfrm>
            <a:off x="4792041" y="4672081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D849A5-4ECA-9AD1-34F3-50194B47963C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0884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4" grpId="0" animBg="1"/>
      <p:bldP spid="30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8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1.04   −   0.62   =   _________</a:t>
            </a:r>
          </a:p>
        </p:txBody>
      </p:sp>
      <p:sp>
        <p:nvSpPr>
          <p:cNvPr id="11" name="Cube 10">
            <a:extLst>
              <a:ext uri="{FF2B5EF4-FFF2-40B4-BE49-F238E27FC236}">
                <a16:creationId xmlns:a16="http://schemas.microsoft.com/office/drawing/2014/main" id="{A2277098-DECB-46D9-A3C8-FA7C9E50BAA0}"/>
              </a:ext>
            </a:extLst>
          </p:cNvPr>
          <p:cNvSpPr/>
          <p:nvPr/>
        </p:nvSpPr>
        <p:spPr>
          <a:xfrm>
            <a:off x="5812506" y="5936936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Cube 11">
            <a:extLst>
              <a:ext uri="{FF2B5EF4-FFF2-40B4-BE49-F238E27FC236}">
                <a16:creationId xmlns:a16="http://schemas.microsoft.com/office/drawing/2014/main" id="{F5BA0B23-F816-EC87-5F0F-1593C997277A}"/>
              </a:ext>
            </a:extLst>
          </p:cNvPr>
          <p:cNvSpPr/>
          <p:nvPr/>
        </p:nvSpPr>
        <p:spPr>
          <a:xfrm>
            <a:off x="5812506" y="5683965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346" name="Group 345">
            <a:extLst>
              <a:ext uri="{FF2B5EF4-FFF2-40B4-BE49-F238E27FC236}">
                <a16:creationId xmlns:a16="http://schemas.microsoft.com/office/drawing/2014/main" id="{1AD28797-1EA2-52D1-C735-C41324D272F2}"/>
              </a:ext>
            </a:extLst>
          </p:cNvPr>
          <p:cNvGrpSpPr/>
          <p:nvPr/>
        </p:nvGrpSpPr>
        <p:grpSpPr>
          <a:xfrm>
            <a:off x="5309586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47" name="Cube 346">
              <a:extLst>
                <a:ext uri="{FF2B5EF4-FFF2-40B4-BE49-F238E27FC236}">
                  <a16:creationId xmlns:a16="http://schemas.microsoft.com/office/drawing/2014/main" id="{7D25AF84-9D74-4795-BF52-D22FB0479EE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8" name="Cube 347">
              <a:extLst>
                <a:ext uri="{FF2B5EF4-FFF2-40B4-BE49-F238E27FC236}">
                  <a16:creationId xmlns:a16="http://schemas.microsoft.com/office/drawing/2014/main" id="{0F4DAD12-AAD9-B060-8931-8CB4AAA117E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9" name="Cube 348">
              <a:extLst>
                <a:ext uri="{FF2B5EF4-FFF2-40B4-BE49-F238E27FC236}">
                  <a16:creationId xmlns:a16="http://schemas.microsoft.com/office/drawing/2014/main" id="{362BB55C-0F6C-8D2D-E34C-14C8E9F15959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0" name="Cube 349">
              <a:extLst>
                <a:ext uri="{FF2B5EF4-FFF2-40B4-BE49-F238E27FC236}">
                  <a16:creationId xmlns:a16="http://schemas.microsoft.com/office/drawing/2014/main" id="{09428AD0-E518-EDD1-95AA-D65AB0A47075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1" name="Cube 350">
              <a:extLst>
                <a:ext uri="{FF2B5EF4-FFF2-40B4-BE49-F238E27FC236}">
                  <a16:creationId xmlns:a16="http://schemas.microsoft.com/office/drawing/2014/main" id="{9EAAE1E0-8DA2-DEB7-EFA3-85C4A203C349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2" name="Cube 351">
              <a:extLst>
                <a:ext uri="{FF2B5EF4-FFF2-40B4-BE49-F238E27FC236}">
                  <a16:creationId xmlns:a16="http://schemas.microsoft.com/office/drawing/2014/main" id="{150D9241-5B9F-D8F2-DC3B-F5F6BF80141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3" name="Cube 352">
              <a:extLst>
                <a:ext uri="{FF2B5EF4-FFF2-40B4-BE49-F238E27FC236}">
                  <a16:creationId xmlns:a16="http://schemas.microsoft.com/office/drawing/2014/main" id="{878088EA-7377-5571-C9CA-DA99202F5A31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4" name="Cube 353">
              <a:extLst>
                <a:ext uri="{FF2B5EF4-FFF2-40B4-BE49-F238E27FC236}">
                  <a16:creationId xmlns:a16="http://schemas.microsoft.com/office/drawing/2014/main" id="{B071B021-A0DF-6E77-ACC6-DC6F8F7E0051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5" name="Cube 354">
              <a:extLst>
                <a:ext uri="{FF2B5EF4-FFF2-40B4-BE49-F238E27FC236}">
                  <a16:creationId xmlns:a16="http://schemas.microsoft.com/office/drawing/2014/main" id="{75033BD6-218B-06CE-0CDA-BE75A7F42DF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6" name="Cube 355">
              <a:extLst>
                <a:ext uri="{FF2B5EF4-FFF2-40B4-BE49-F238E27FC236}">
                  <a16:creationId xmlns:a16="http://schemas.microsoft.com/office/drawing/2014/main" id="{5B698FA4-4688-88C2-9EEA-1B26B9C8FA6E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57" name="Group 356">
            <a:extLst>
              <a:ext uri="{FF2B5EF4-FFF2-40B4-BE49-F238E27FC236}">
                <a16:creationId xmlns:a16="http://schemas.microsoft.com/office/drawing/2014/main" id="{2F2CB471-C2A1-C44C-98F9-7A142364A10E}"/>
              </a:ext>
            </a:extLst>
          </p:cNvPr>
          <p:cNvGrpSpPr/>
          <p:nvPr/>
        </p:nvGrpSpPr>
        <p:grpSpPr>
          <a:xfrm>
            <a:off x="4806666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58" name="Cube 357">
              <a:extLst>
                <a:ext uri="{FF2B5EF4-FFF2-40B4-BE49-F238E27FC236}">
                  <a16:creationId xmlns:a16="http://schemas.microsoft.com/office/drawing/2014/main" id="{51611EF2-17C9-CCC3-6190-2300EAA62B52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9" name="Cube 358">
              <a:extLst>
                <a:ext uri="{FF2B5EF4-FFF2-40B4-BE49-F238E27FC236}">
                  <a16:creationId xmlns:a16="http://schemas.microsoft.com/office/drawing/2014/main" id="{A32AB36C-0538-1977-1E2E-3288E7F36EA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0" name="Cube 359">
              <a:extLst>
                <a:ext uri="{FF2B5EF4-FFF2-40B4-BE49-F238E27FC236}">
                  <a16:creationId xmlns:a16="http://schemas.microsoft.com/office/drawing/2014/main" id="{C383FDF8-D9AE-6BA9-19D7-70E759A55A6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1" name="Cube 360">
              <a:extLst>
                <a:ext uri="{FF2B5EF4-FFF2-40B4-BE49-F238E27FC236}">
                  <a16:creationId xmlns:a16="http://schemas.microsoft.com/office/drawing/2014/main" id="{0B72844C-3EF9-86B8-C162-805E31112294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2" name="Cube 361">
              <a:extLst>
                <a:ext uri="{FF2B5EF4-FFF2-40B4-BE49-F238E27FC236}">
                  <a16:creationId xmlns:a16="http://schemas.microsoft.com/office/drawing/2014/main" id="{5150D18C-4D3A-A851-8F7B-47D565046C11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3" name="Cube 362">
              <a:extLst>
                <a:ext uri="{FF2B5EF4-FFF2-40B4-BE49-F238E27FC236}">
                  <a16:creationId xmlns:a16="http://schemas.microsoft.com/office/drawing/2014/main" id="{D5BA05DF-6EB5-05B7-DF10-F34EF84B490A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4" name="Cube 363">
              <a:extLst>
                <a:ext uri="{FF2B5EF4-FFF2-40B4-BE49-F238E27FC236}">
                  <a16:creationId xmlns:a16="http://schemas.microsoft.com/office/drawing/2014/main" id="{D954C426-1883-A23E-77F0-0B733DA4D4E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5" name="Cube 364">
              <a:extLst>
                <a:ext uri="{FF2B5EF4-FFF2-40B4-BE49-F238E27FC236}">
                  <a16:creationId xmlns:a16="http://schemas.microsoft.com/office/drawing/2014/main" id="{6C0E68B2-520E-58AF-6ADB-A6799E1F759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6" name="Cube 365">
              <a:extLst>
                <a:ext uri="{FF2B5EF4-FFF2-40B4-BE49-F238E27FC236}">
                  <a16:creationId xmlns:a16="http://schemas.microsoft.com/office/drawing/2014/main" id="{EF1ED711-2D88-088A-14BA-574D7D23C586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7" name="Cube 366">
              <a:extLst>
                <a:ext uri="{FF2B5EF4-FFF2-40B4-BE49-F238E27FC236}">
                  <a16:creationId xmlns:a16="http://schemas.microsoft.com/office/drawing/2014/main" id="{97DB7416-13D9-4234-F6AC-6B49062A05AC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7B7B619-BB2B-6FFC-5EE1-FADFC1C52A48}"/>
              </a:ext>
            </a:extLst>
          </p:cNvPr>
          <p:cNvGrpSpPr/>
          <p:nvPr/>
        </p:nvGrpSpPr>
        <p:grpSpPr>
          <a:xfrm>
            <a:off x="4299589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24" name="Cube 23">
              <a:extLst>
                <a:ext uri="{FF2B5EF4-FFF2-40B4-BE49-F238E27FC236}">
                  <a16:creationId xmlns:a16="http://schemas.microsoft.com/office/drawing/2014/main" id="{A1DA6372-3195-B784-BBD2-7A1F40574D3E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5" name="Cube 24">
              <a:extLst>
                <a:ext uri="{FF2B5EF4-FFF2-40B4-BE49-F238E27FC236}">
                  <a16:creationId xmlns:a16="http://schemas.microsoft.com/office/drawing/2014/main" id="{3A85C713-7869-9A46-A1DF-7B8C14AF0646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6" name="Cube 25">
              <a:extLst>
                <a:ext uri="{FF2B5EF4-FFF2-40B4-BE49-F238E27FC236}">
                  <a16:creationId xmlns:a16="http://schemas.microsoft.com/office/drawing/2014/main" id="{4841420F-B2FB-5BF6-AF5A-F1D98D07B90F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7" name="Cube 26">
              <a:extLst>
                <a:ext uri="{FF2B5EF4-FFF2-40B4-BE49-F238E27FC236}">
                  <a16:creationId xmlns:a16="http://schemas.microsoft.com/office/drawing/2014/main" id="{C87CBBA6-D0BF-F6CD-2B3E-171D1E014174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8" name="Cube 27">
              <a:extLst>
                <a:ext uri="{FF2B5EF4-FFF2-40B4-BE49-F238E27FC236}">
                  <a16:creationId xmlns:a16="http://schemas.microsoft.com/office/drawing/2014/main" id="{7D2F693F-509D-9C71-BB98-118A95AD58CB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" name="Cube 28">
              <a:extLst>
                <a:ext uri="{FF2B5EF4-FFF2-40B4-BE49-F238E27FC236}">
                  <a16:creationId xmlns:a16="http://schemas.microsoft.com/office/drawing/2014/main" id="{CFF9A765-CC7E-E989-81E0-F404D8D474E4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0" name="Cube 29">
              <a:extLst>
                <a:ext uri="{FF2B5EF4-FFF2-40B4-BE49-F238E27FC236}">
                  <a16:creationId xmlns:a16="http://schemas.microsoft.com/office/drawing/2014/main" id="{0A7F9976-B60C-C530-7E23-8E93C47A0344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Cube 30">
              <a:extLst>
                <a:ext uri="{FF2B5EF4-FFF2-40B4-BE49-F238E27FC236}">
                  <a16:creationId xmlns:a16="http://schemas.microsoft.com/office/drawing/2014/main" id="{C119C6E4-3297-58A6-6289-58483CA1747A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" name="Cube 31">
              <a:extLst>
                <a:ext uri="{FF2B5EF4-FFF2-40B4-BE49-F238E27FC236}">
                  <a16:creationId xmlns:a16="http://schemas.microsoft.com/office/drawing/2014/main" id="{229F261E-2BB2-1B14-DB02-B5A1320180DC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" name="Cube 32">
              <a:extLst>
                <a:ext uri="{FF2B5EF4-FFF2-40B4-BE49-F238E27FC236}">
                  <a16:creationId xmlns:a16="http://schemas.microsoft.com/office/drawing/2014/main" id="{7BDD2200-ED7E-9D14-90C4-181FF07AD191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90DBA7B-5BBB-5026-9C0A-F4F6575A9272}"/>
              </a:ext>
            </a:extLst>
          </p:cNvPr>
          <p:cNvGrpSpPr/>
          <p:nvPr/>
        </p:nvGrpSpPr>
        <p:grpSpPr>
          <a:xfrm>
            <a:off x="3792512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46" name="Cube 45">
              <a:extLst>
                <a:ext uri="{FF2B5EF4-FFF2-40B4-BE49-F238E27FC236}">
                  <a16:creationId xmlns:a16="http://schemas.microsoft.com/office/drawing/2014/main" id="{E9B7AB2A-1967-C432-9A26-118CE138DFF4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" name="Cube 46">
              <a:extLst>
                <a:ext uri="{FF2B5EF4-FFF2-40B4-BE49-F238E27FC236}">
                  <a16:creationId xmlns:a16="http://schemas.microsoft.com/office/drawing/2014/main" id="{96DD9331-021B-3392-1041-C0201A3D930B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" name="Cube 47">
              <a:extLst>
                <a:ext uri="{FF2B5EF4-FFF2-40B4-BE49-F238E27FC236}">
                  <a16:creationId xmlns:a16="http://schemas.microsoft.com/office/drawing/2014/main" id="{CE8EA963-DDCF-3E9F-EA6B-2F4D70D5A071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" name="Cube 48">
              <a:extLst>
                <a:ext uri="{FF2B5EF4-FFF2-40B4-BE49-F238E27FC236}">
                  <a16:creationId xmlns:a16="http://schemas.microsoft.com/office/drawing/2014/main" id="{60C9CA7D-F10C-4451-55EE-006D53289A4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" name="Cube 49">
              <a:extLst>
                <a:ext uri="{FF2B5EF4-FFF2-40B4-BE49-F238E27FC236}">
                  <a16:creationId xmlns:a16="http://schemas.microsoft.com/office/drawing/2014/main" id="{B63BD24F-B43B-79D0-70B0-952CF3A85F96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" name="Cube 50">
              <a:extLst>
                <a:ext uri="{FF2B5EF4-FFF2-40B4-BE49-F238E27FC236}">
                  <a16:creationId xmlns:a16="http://schemas.microsoft.com/office/drawing/2014/main" id="{4812F907-F620-1699-9838-C14A4E3AD1CF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" name="Cube 51">
              <a:extLst>
                <a:ext uri="{FF2B5EF4-FFF2-40B4-BE49-F238E27FC236}">
                  <a16:creationId xmlns:a16="http://schemas.microsoft.com/office/drawing/2014/main" id="{7E6DE49A-A36E-8ED5-80FD-B0BB7A7E1257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" name="Cube 52">
              <a:extLst>
                <a:ext uri="{FF2B5EF4-FFF2-40B4-BE49-F238E27FC236}">
                  <a16:creationId xmlns:a16="http://schemas.microsoft.com/office/drawing/2014/main" id="{59C2F45A-47CD-C919-9157-96EFACDEF254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" name="Cube 53">
              <a:extLst>
                <a:ext uri="{FF2B5EF4-FFF2-40B4-BE49-F238E27FC236}">
                  <a16:creationId xmlns:a16="http://schemas.microsoft.com/office/drawing/2014/main" id="{C9B81A99-0A05-A7F8-471A-0912701FBB3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" name="Cube 54">
              <a:extLst>
                <a:ext uri="{FF2B5EF4-FFF2-40B4-BE49-F238E27FC236}">
                  <a16:creationId xmlns:a16="http://schemas.microsoft.com/office/drawing/2014/main" id="{795AD1B8-B2D1-4DAF-FF59-301C20E6E43B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AAB3410-A07D-AC76-CC66-2DEBFB954974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049969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970196" y="1834868"/>
            <a:ext cx="79656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0.5   −   0.22   =   _________</a:t>
            </a:r>
          </a:p>
        </p:txBody>
      </p:sp>
      <p:sp>
        <p:nvSpPr>
          <p:cNvPr id="358" name="Cube 357">
            <a:extLst>
              <a:ext uri="{FF2B5EF4-FFF2-40B4-BE49-F238E27FC236}">
                <a16:creationId xmlns:a16="http://schemas.microsoft.com/office/drawing/2014/main" id="{51611EF2-17C9-CCC3-6190-2300EAA62B52}"/>
              </a:ext>
            </a:extLst>
          </p:cNvPr>
          <p:cNvSpPr/>
          <p:nvPr/>
        </p:nvSpPr>
        <p:spPr>
          <a:xfrm>
            <a:off x="5222302" y="5936936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9" name="Cube 358">
            <a:extLst>
              <a:ext uri="{FF2B5EF4-FFF2-40B4-BE49-F238E27FC236}">
                <a16:creationId xmlns:a16="http://schemas.microsoft.com/office/drawing/2014/main" id="{A32AB36C-0538-1977-1E2E-3288E7F36EAF}"/>
              </a:ext>
            </a:extLst>
          </p:cNvPr>
          <p:cNvSpPr/>
          <p:nvPr/>
        </p:nvSpPr>
        <p:spPr>
          <a:xfrm>
            <a:off x="5222302" y="5683965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0" name="Cube 359">
            <a:extLst>
              <a:ext uri="{FF2B5EF4-FFF2-40B4-BE49-F238E27FC236}">
                <a16:creationId xmlns:a16="http://schemas.microsoft.com/office/drawing/2014/main" id="{C383FDF8-D9AE-6BA9-19D7-70E759A55A66}"/>
              </a:ext>
            </a:extLst>
          </p:cNvPr>
          <p:cNvSpPr/>
          <p:nvPr/>
        </p:nvSpPr>
        <p:spPr>
          <a:xfrm>
            <a:off x="5222302" y="5430994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1" name="Cube 360">
            <a:extLst>
              <a:ext uri="{FF2B5EF4-FFF2-40B4-BE49-F238E27FC236}">
                <a16:creationId xmlns:a16="http://schemas.microsoft.com/office/drawing/2014/main" id="{0B72844C-3EF9-86B8-C162-805E31112294}"/>
              </a:ext>
            </a:extLst>
          </p:cNvPr>
          <p:cNvSpPr/>
          <p:nvPr/>
        </p:nvSpPr>
        <p:spPr>
          <a:xfrm>
            <a:off x="5222302" y="5178023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2" name="Cube 361">
            <a:extLst>
              <a:ext uri="{FF2B5EF4-FFF2-40B4-BE49-F238E27FC236}">
                <a16:creationId xmlns:a16="http://schemas.microsoft.com/office/drawing/2014/main" id="{5150D18C-4D3A-A851-8F7B-47D565046C11}"/>
              </a:ext>
            </a:extLst>
          </p:cNvPr>
          <p:cNvSpPr/>
          <p:nvPr/>
        </p:nvSpPr>
        <p:spPr>
          <a:xfrm>
            <a:off x="5222302" y="4925052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3" name="Cube 362">
            <a:extLst>
              <a:ext uri="{FF2B5EF4-FFF2-40B4-BE49-F238E27FC236}">
                <a16:creationId xmlns:a16="http://schemas.microsoft.com/office/drawing/2014/main" id="{D5BA05DF-6EB5-05B7-DF10-F34EF84B490A}"/>
              </a:ext>
            </a:extLst>
          </p:cNvPr>
          <p:cNvSpPr/>
          <p:nvPr/>
        </p:nvSpPr>
        <p:spPr>
          <a:xfrm>
            <a:off x="5222302" y="4672081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4" name="Cube 363">
            <a:extLst>
              <a:ext uri="{FF2B5EF4-FFF2-40B4-BE49-F238E27FC236}">
                <a16:creationId xmlns:a16="http://schemas.microsoft.com/office/drawing/2014/main" id="{D954C426-1883-A23E-77F0-0B733DA4D4EB}"/>
              </a:ext>
            </a:extLst>
          </p:cNvPr>
          <p:cNvSpPr/>
          <p:nvPr/>
        </p:nvSpPr>
        <p:spPr>
          <a:xfrm>
            <a:off x="5222302" y="4419109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5" name="Cube 364">
            <a:extLst>
              <a:ext uri="{FF2B5EF4-FFF2-40B4-BE49-F238E27FC236}">
                <a16:creationId xmlns:a16="http://schemas.microsoft.com/office/drawing/2014/main" id="{6C0E68B2-520E-58AF-6ADB-A6799E1F7597}"/>
              </a:ext>
            </a:extLst>
          </p:cNvPr>
          <p:cNvSpPr/>
          <p:nvPr/>
        </p:nvSpPr>
        <p:spPr>
          <a:xfrm>
            <a:off x="5222302" y="4166138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F2481CF-8BE2-B239-33E4-D9DE25C9EFD6}"/>
              </a:ext>
            </a:extLst>
          </p:cNvPr>
          <p:cNvGrpSpPr/>
          <p:nvPr/>
        </p:nvGrpSpPr>
        <p:grpSpPr>
          <a:xfrm>
            <a:off x="4723538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9" name="Cube 18">
              <a:extLst>
                <a:ext uri="{FF2B5EF4-FFF2-40B4-BE49-F238E27FC236}">
                  <a16:creationId xmlns:a16="http://schemas.microsoft.com/office/drawing/2014/main" id="{21ECF183-9843-10BD-9A43-221555D6CC8C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" name="Cube 19">
              <a:extLst>
                <a:ext uri="{FF2B5EF4-FFF2-40B4-BE49-F238E27FC236}">
                  <a16:creationId xmlns:a16="http://schemas.microsoft.com/office/drawing/2014/main" id="{B96DEC9A-5E94-0301-BC19-C54688B8B386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" name="Cube 20">
              <a:extLst>
                <a:ext uri="{FF2B5EF4-FFF2-40B4-BE49-F238E27FC236}">
                  <a16:creationId xmlns:a16="http://schemas.microsoft.com/office/drawing/2014/main" id="{79D3B83C-E66C-6823-FC8D-4D6D98E9F0C7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" name="Cube 21">
              <a:extLst>
                <a:ext uri="{FF2B5EF4-FFF2-40B4-BE49-F238E27FC236}">
                  <a16:creationId xmlns:a16="http://schemas.microsoft.com/office/drawing/2014/main" id="{1FB90D73-53B6-F801-8E63-9EAB2898D79C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3" name="Cube 22">
              <a:extLst>
                <a:ext uri="{FF2B5EF4-FFF2-40B4-BE49-F238E27FC236}">
                  <a16:creationId xmlns:a16="http://schemas.microsoft.com/office/drawing/2014/main" id="{863DECE5-A5BF-257A-32A8-7EC603EF1785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4" name="Cube 23">
              <a:extLst>
                <a:ext uri="{FF2B5EF4-FFF2-40B4-BE49-F238E27FC236}">
                  <a16:creationId xmlns:a16="http://schemas.microsoft.com/office/drawing/2014/main" id="{3F50D8C4-A113-EAAC-6DE6-13298DF68381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5" name="Cube 24">
              <a:extLst>
                <a:ext uri="{FF2B5EF4-FFF2-40B4-BE49-F238E27FC236}">
                  <a16:creationId xmlns:a16="http://schemas.microsoft.com/office/drawing/2014/main" id="{484B82C6-FADD-5B31-3D5F-11F3FB2DEB05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6" name="Cube 25">
              <a:extLst>
                <a:ext uri="{FF2B5EF4-FFF2-40B4-BE49-F238E27FC236}">
                  <a16:creationId xmlns:a16="http://schemas.microsoft.com/office/drawing/2014/main" id="{FFC91198-6B88-52B2-9F66-452260D2B1F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7" name="Cube 26">
              <a:extLst>
                <a:ext uri="{FF2B5EF4-FFF2-40B4-BE49-F238E27FC236}">
                  <a16:creationId xmlns:a16="http://schemas.microsoft.com/office/drawing/2014/main" id="{10933DC2-42B7-88E5-2404-AC0CE1A2320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8" name="Cube 27">
              <a:extLst>
                <a:ext uri="{FF2B5EF4-FFF2-40B4-BE49-F238E27FC236}">
                  <a16:creationId xmlns:a16="http://schemas.microsoft.com/office/drawing/2014/main" id="{652DB570-BDD0-0DC6-5FEB-C62903BA7403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F950517-100E-A314-0600-E9F5F54C6D57}"/>
              </a:ext>
            </a:extLst>
          </p:cNvPr>
          <p:cNvGrpSpPr/>
          <p:nvPr/>
        </p:nvGrpSpPr>
        <p:grpSpPr>
          <a:xfrm>
            <a:off x="4224774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6" name="Cube 15">
              <a:extLst>
                <a:ext uri="{FF2B5EF4-FFF2-40B4-BE49-F238E27FC236}">
                  <a16:creationId xmlns:a16="http://schemas.microsoft.com/office/drawing/2014/main" id="{FD2B626E-261C-6740-0803-D158A775FCEA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" name="Cube 16">
              <a:extLst>
                <a:ext uri="{FF2B5EF4-FFF2-40B4-BE49-F238E27FC236}">
                  <a16:creationId xmlns:a16="http://schemas.microsoft.com/office/drawing/2014/main" id="{DB1AB694-B779-1B33-669E-AE133A220D58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" name="Cube 28">
              <a:extLst>
                <a:ext uri="{FF2B5EF4-FFF2-40B4-BE49-F238E27FC236}">
                  <a16:creationId xmlns:a16="http://schemas.microsoft.com/office/drawing/2014/main" id="{329A55DF-F36A-11AF-C9B3-83FD4099331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0" name="Cube 29">
              <a:extLst>
                <a:ext uri="{FF2B5EF4-FFF2-40B4-BE49-F238E27FC236}">
                  <a16:creationId xmlns:a16="http://schemas.microsoft.com/office/drawing/2014/main" id="{A2E786D3-A9E6-5AA7-B050-8D1158BA03FD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Cube 30">
              <a:extLst>
                <a:ext uri="{FF2B5EF4-FFF2-40B4-BE49-F238E27FC236}">
                  <a16:creationId xmlns:a16="http://schemas.microsoft.com/office/drawing/2014/main" id="{86A1C9E0-FC0C-4269-9BC4-15D8BDF71BE1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" name="Cube 31">
              <a:extLst>
                <a:ext uri="{FF2B5EF4-FFF2-40B4-BE49-F238E27FC236}">
                  <a16:creationId xmlns:a16="http://schemas.microsoft.com/office/drawing/2014/main" id="{B5265513-692D-FD34-727F-E3626A465B44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" name="Cube 32">
              <a:extLst>
                <a:ext uri="{FF2B5EF4-FFF2-40B4-BE49-F238E27FC236}">
                  <a16:creationId xmlns:a16="http://schemas.microsoft.com/office/drawing/2014/main" id="{2B3ACAE2-E9A4-CC9F-75BF-3F04C8B1972E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" name="Cube 33">
              <a:extLst>
                <a:ext uri="{FF2B5EF4-FFF2-40B4-BE49-F238E27FC236}">
                  <a16:creationId xmlns:a16="http://schemas.microsoft.com/office/drawing/2014/main" id="{A362ED39-9548-B9FF-532E-386D7BBBAFF6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" name="Cube 34">
              <a:extLst>
                <a:ext uri="{FF2B5EF4-FFF2-40B4-BE49-F238E27FC236}">
                  <a16:creationId xmlns:a16="http://schemas.microsoft.com/office/drawing/2014/main" id="{D37DF4E4-94F2-9E42-4AB3-C5983186FFE2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" name="Cube 35">
              <a:extLst>
                <a:ext uri="{FF2B5EF4-FFF2-40B4-BE49-F238E27FC236}">
                  <a16:creationId xmlns:a16="http://schemas.microsoft.com/office/drawing/2014/main" id="{4937E0A1-8AB2-C502-81C2-FCFE45D0715C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4487760-F91E-D5D7-154C-C5837460BD9A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630839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" grpId="0" animBg="1"/>
      <p:bldP spid="359" grpId="0" animBg="1"/>
      <p:bldP spid="360" grpId="0" animBg="1"/>
      <p:bldP spid="361" grpId="0" animBg="1"/>
      <p:bldP spid="362" grpId="0" animBg="1"/>
      <p:bldP spid="363" grpId="0" animBg="1"/>
      <p:bldP spid="364" grpId="0" animBg="1"/>
      <p:bldP spid="36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8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0.34   −   0.17   =   _________</a:t>
            </a:r>
          </a:p>
        </p:txBody>
      </p:sp>
      <p:sp>
        <p:nvSpPr>
          <p:cNvPr id="4" name="Cube 3">
            <a:extLst>
              <a:ext uri="{FF2B5EF4-FFF2-40B4-BE49-F238E27FC236}">
                <a16:creationId xmlns:a16="http://schemas.microsoft.com/office/drawing/2014/main" id="{83F812CF-FE7F-39C5-E42F-CB039CB83989}"/>
              </a:ext>
            </a:extLst>
          </p:cNvPr>
          <p:cNvSpPr/>
          <p:nvPr/>
        </p:nvSpPr>
        <p:spPr>
          <a:xfrm>
            <a:off x="5006172" y="5936936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Cube 4">
            <a:extLst>
              <a:ext uri="{FF2B5EF4-FFF2-40B4-BE49-F238E27FC236}">
                <a16:creationId xmlns:a16="http://schemas.microsoft.com/office/drawing/2014/main" id="{4076699E-0C0D-CA49-CF06-FE1ED0A89A5C}"/>
              </a:ext>
            </a:extLst>
          </p:cNvPr>
          <p:cNvSpPr/>
          <p:nvPr/>
        </p:nvSpPr>
        <p:spPr>
          <a:xfrm>
            <a:off x="5006172" y="5683965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Cube 5">
            <a:extLst>
              <a:ext uri="{FF2B5EF4-FFF2-40B4-BE49-F238E27FC236}">
                <a16:creationId xmlns:a16="http://schemas.microsoft.com/office/drawing/2014/main" id="{DEDD40FA-2343-826C-2A08-76F66B984419}"/>
              </a:ext>
            </a:extLst>
          </p:cNvPr>
          <p:cNvSpPr/>
          <p:nvPr/>
        </p:nvSpPr>
        <p:spPr>
          <a:xfrm>
            <a:off x="5006172" y="5430994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Cube 6">
            <a:extLst>
              <a:ext uri="{FF2B5EF4-FFF2-40B4-BE49-F238E27FC236}">
                <a16:creationId xmlns:a16="http://schemas.microsoft.com/office/drawing/2014/main" id="{DEDE8B7E-8FC5-6236-E155-F2D48AF6AA81}"/>
              </a:ext>
            </a:extLst>
          </p:cNvPr>
          <p:cNvSpPr/>
          <p:nvPr/>
        </p:nvSpPr>
        <p:spPr>
          <a:xfrm>
            <a:off x="5006172" y="5178023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Cube 7">
            <a:extLst>
              <a:ext uri="{FF2B5EF4-FFF2-40B4-BE49-F238E27FC236}">
                <a16:creationId xmlns:a16="http://schemas.microsoft.com/office/drawing/2014/main" id="{B3D03921-D46D-99C5-5E15-106ADC770E62}"/>
              </a:ext>
            </a:extLst>
          </p:cNvPr>
          <p:cNvSpPr/>
          <p:nvPr/>
        </p:nvSpPr>
        <p:spPr>
          <a:xfrm>
            <a:off x="5006172" y="4925052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Cube 8">
            <a:extLst>
              <a:ext uri="{FF2B5EF4-FFF2-40B4-BE49-F238E27FC236}">
                <a16:creationId xmlns:a16="http://schemas.microsoft.com/office/drawing/2014/main" id="{CB8D9BF6-1E4F-F9F6-5D69-2A84206806B1}"/>
              </a:ext>
            </a:extLst>
          </p:cNvPr>
          <p:cNvSpPr/>
          <p:nvPr/>
        </p:nvSpPr>
        <p:spPr>
          <a:xfrm>
            <a:off x="5006172" y="4672081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Cube 9">
            <a:extLst>
              <a:ext uri="{FF2B5EF4-FFF2-40B4-BE49-F238E27FC236}">
                <a16:creationId xmlns:a16="http://schemas.microsoft.com/office/drawing/2014/main" id="{C8AD0109-F304-B757-F1E0-44734B4611B2}"/>
              </a:ext>
            </a:extLst>
          </p:cNvPr>
          <p:cNvSpPr/>
          <p:nvPr/>
        </p:nvSpPr>
        <p:spPr>
          <a:xfrm>
            <a:off x="5006172" y="4419109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D7DE3E0-DB0F-56E2-DAE3-005E25C94561}"/>
              </a:ext>
            </a:extLst>
          </p:cNvPr>
          <p:cNvGrpSpPr/>
          <p:nvPr/>
        </p:nvGrpSpPr>
        <p:grpSpPr>
          <a:xfrm>
            <a:off x="4503252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3" name="Cube 12">
              <a:extLst>
                <a:ext uri="{FF2B5EF4-FFF2-40B4-BE49-F238E27FC236}">
                  <a16:creationId xmlns:a16="http://schemas.microsoft.com/office/drawing/2014/main" id="{9794722F-4869-C997-E702-6526E747FD28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E917C27F-BB0A-AEBE-E498-D440F1A1E932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Cube 36">
              <a:extLst>
                <a:ext uri="{FF2B5EF4-FFF2-40B4-BE49-F238E27FC236}">
                  <a16:creationId xmlns:a16="http://schemas.microsoft.com/office/drawing/2014/main" id="{2C8AF9D5-2168-7CDE-566F-CB0877342EB3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8" name="Cube 37">
              <a:extLst>
                <a:ext uri="{FF2B5EF4-FFF2-40B4-BE49-F238E27FC236}">
                  <a16:creationId xmlns:a16="http://schemas.microsoft.com/office/drawing/2014/main" id="{AA6B6807-9010-3A32-961E-54B9A7BC5089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9" name="Cube 38">
              <a:extLst>
                <a:ext uri="{FF2B5EF4-FFF2-40B4-BE49-F238E27FC236}">
                  <a16:creationId xmlns:a16="http://schemas.microsoft.com/office/drawing/2014/main" id="{FC21740C-1E13-71B6-959C-1CDA60A25AB5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0" name="Cube 39">
              <a:extLst>
                <a:ext uri="{FF2B5EF4-FFF2-40B4-BE49-F238E27FC236}">
                  <a16:creationId xmlns:a16="http://schemas.microsoft.com/office/drawing/2014/main" id="{3EA0A7A1-3615-A2EF-264E-8F7EFB72961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1" name="Cube 40">
              <a:extLst>
                <a:ext uri="{FF2B5EF4-FFF2-40B4-BE49-F238E27FC236}">
                  <a16:creationId xmlns:a16="http://schemas.microsoft.com/office/drawing/2014/main" id="{48E71C0D-627E-6FFD-8C34-2C2504D111AA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2" name="Cube 41">
              <a:extLst>
                <a:ext uri="{FF2B5EF4-FFF2-40B4-BE49-F238E27FC236}">
                  <a16:creationId xmlns:a16="http://schemas.microsoft.com/office/drawing/2014/main" id="{D7765DA8-251E-7159-FC8B-4A3773406DD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3" name="Cube 42">
              <a:extLst>
                <a:ext uri="{FF2B5EF4-FFF2-40B4-BE49-F238E27FC236}">
                  <a16:creationId xmlns:a16="http://schemas.microsoft.com/office/drawing/2014/main" id="{3A639B9F-B5A1-D1B6-FB14-E754F3D7FFFE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4" name="Cube 43">
              <a:extLst>
                <a:ext uri="{FF2B5EF4-FFF2-40B4-BE49-F238E27FC236}">
                  <a16:creationId xmlns:a16="http://schemas.microsoft.com/office/drawing/2014/main" id="{EC36346B-98DC-510A-F89D-10F59F6D161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4F429E9F-CFFF-BED1-4275-34302F1DC741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20864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8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1.26   −   0.78   =   _________</a:t>
            </a:r>
          </a:p>
        </p:txBody>
      </p:sp>
      <p:sp>
        <p:nvSpPr>
          <p:cNvPr id="17" name="Cube 16">
            <a:extLst>
              <a:ext uri="{FF2B5EF4-FFF2-40B4-BE49-F238E27FC236}">
                <a16:creationId xmlns:a16="http://schemas.microsoft.com/office/drawing/2014/main" id="{1FC07ED2-EB2D-803F-80B5-92BEB6C41EC2}"/>
              </a:ext>
            </a:extLst>
          </p:cNvPr>
          <p:cNvSpPr/>
          <p:nvPr/>
        </p:nvSpPr>
        <p:spPr>
          <a:xfrm>
            <a:off x="5309586" y="5936936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Cube 17">
            <a:extLst>
              <a:ext uri="{FF2B5EF4-FFF2-40B4-BE49-F238E27FC236}">
                <a16:creationId xmlns:a16="http://schemas.microsoft.com/office/drawing/2014/main" id="{FA1CF1BB-20DB-9770-5E62-2F32EE590FDD}"/>
              </a:ext>
            </a:extLst>
          </p:cNvPr>
          <p:cNvSpPr/>
          <p:nvPr/>
        </p:nvSpPr>
        <p:spPr>
          <a:xfrm>
            <a:off x="5309586" y="5683965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Cube 18">
            <a:extLst>
              <a:ext uri="{FF2B5EF4-FFF2-40B4-BE49-F238E27FC236}">
                <a16:creationId xmlns:a16="http://schemas.microsoft.com/office/drawing/2014/main" id="{B083104C-52F8-F16A-CF14-514D327D6E48}"/>
              </a:ext>
            </a:extLst>
          </p:cNvPr>
          <p:cNvSpPr/>
          <p:nvPr/>
        </p:nvSpPr>
        <p:spPr>
          <a:xfrm>
            <a:off x="5309586" y="5430994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Cube 19">
            <a:extLst>
              <a:ext uri="{FF2B5EF4-FFF2-40B4-BE49-F238E27FC236}">
                <a16:creationId xmlns:a16="http://schemas.microsoft.com/office/drawing/2014/main" id="{0ACE1C16-42EE-F7AD-CC69-EDAB2AE60E9A}"/>
              </a:ext>
            </a:extLst>
          </p:cNvPr>
          <p:cNvSpPr/>
          <p:nvPr/>
        </p:nvSpPr>
        <p:spPr>
          <a:xfrm>
            <a:off x="5309586" y="5178023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Cube 20">
            <a:extLst>
              <a:ext uri="{FF2B5EF4-FFF2-40B4-BE49-F238E27FC236}">
                <a16:creationId xmlns:a16="http://schemas.microsoft.com/office/drawing/2014/main" id="{193ED994-1ADB-0B99-1BCB-9E3C715E8689}"/>
              </a:ext>
            </a:extLst>
          </p:cNvPr>
          <p:cNvSpPr/>
          <p:nvPr/>
        </p:nvSpPr>
        <p:spPr>
          <a:xfrm>
            <a:off x="5309586" y="4925052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" name="Cube 21">
            <a:extLst>
              <a:ext uri="{FF2B5EF4-FFF2-40B4-BE49-F238E27FC236}">
                <a16:creationId xmlns:a16="http://schemas.microsoft.com/office/drawing/2014/main" id="{E29C66F8-24AA-0219-58A1-B9542FE191AD}"/>
              </a:ext>
            </a:extLst>
          </p:cNvPr>
          <p:cNvSpPr/>
          <p:nvPr/>
        </p:nvSpPr>
        <p:spPr>
          <a:xfrm>
            <a:off x="5309586" y="4672081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Cube 22">
            <a:extLst>
              <a:ext uri="{FF2B5EF4-FFF2-40B4-BE49-F238E27FC236}">
                <a16:creationId xmlns:a16="http://schemas.microsoft.com/office/drawing/2014/main" id="{78A71E0C-35E4-16A5-6B25-E099C9F12870}"/>
              </a:ext>
            </a:extLst>
          </p:cNvPr>
          <p:cNvSpPr/>
          <p:nvPr/>
        </p:nvSpPr>
        <p:spPr>
          <a:xfrm>
            <a:off x="5309586" y="4419109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Cube 23">
            <a:extLst>
              <a:ext uri="{FF2B5EF4-FFF2-40B4-BE49-F238E27FC236}">
                <a16:creationId xmlns:a16="http://schemas.microsoft.com/office/drawing/2014/main" id="{1B9B29AF-6881-52D3-FC75-0A8B4280713A}"/>
              </a:ext>
            </a:extLst>
          </p:cNvPr>
          <p:cNvSpPr/>
          <p:nvPr/>
        </p:nvSpPr>
        <p:spPr>
          <a:xfrm>
            <a:off x="5309586" y="4166138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32355CB-7ADF-F85C-5291-EB8FF35F92FE}"/>
              </a:ext>
            </a:extLst>
          </p:cNvPr>
          <p:cNvGrpSpPr/>
          <p:nvPr/>
        </p:nvGrpSpPr>
        <p:grpSpPr>
          <a:xfrm>
            <a:off x="4806666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28" name="Cube 27">
              <a:extLst>
                <a:ext uri="{FF2B5EF4-FFF2-40B4-BE49-F238E27FC236}">
                  <a16:creationId xmlns:a16="http://schemas.microsoft.com/office/drawing/2014/main" id="{5C1B015B-4808-54FC-D1A1-5A1DBFBB1490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" name="Cube 28">
              <a:extLst>
                <a:ext uri="{FF2B5EF4-FFF2-40B4-BE49-F238E27FC236}">
                  <a16:creationId xmlns:a16="http://schemas.microsoft.com/office/drawing/2014/main" id="{ED0D885C-E70D-30FE-8D66-B3E260E9DCB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0" name="Cube 29">
              <a:extLst>
                <a:ext uri="{FF2B5EF4-FFF2-40B4-BE49-F238E27FC236}">
                  <a16:creationId xmlns:a16="http://schemas.microsoft.com/office/drawing/2014/main" id="{07055B72-5759-A7A8-7E23-91F727AC31DB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Cube 30">
              <a:extLst>
                <a:ext uri="{FF2B5EF4-FFF2-40B4-BE49-F238E27FC236}">
                  <a16:creationId xmlns:a16="http://schemas.microsoft.com/office/drawing/2014/main" id="{A821C1E1-E9DE-FFAD-63FD-48898866AD98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" name="Cube 31">
              <a:extLst>
                <a:ext uri="{FF2B5EF4-FFF2-40B4-BE49-F238E27FC236}">
                  <a16:creationId xmlns:a16="http://schemas.microsoft.com/office/drawing/2014/main" id="{148A83F5-E9AD-9C74-F77F-6F34EEC7ECCA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" name="Cube 32">
              <a:extLst>
                <a:ext uri="{FF2B5EF4-FFF2-40B4-BE49-F238E27FC236}">
                  <a16:creationId xmlns:a16="http://schemas.microsoft.com/office/drawing/2014/main" id="{D5035D7D-1825-3780-55C5-62CD25D092B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" name="Cube 33">
              <a:extLst>
                <a:ext uri="{FF2B5EF4-FFF2-40B4-BE49-F238E27FC236}">
                  <a16:creationId xmlns:a16="http://schemas.microsoft.com/office/drawing/2014/main" id="{5F93058A-753A-C82D-DD1C-0D8B5C06BBD4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" name="Cube 34">
              <a:extLst>
                <a:ext uri="{FF2B5EF4-FFF2-40B4-BE49-F238E27FC236}">
                  <a16:creationId xmlns:a16="http://schemas.microsoft.com/office/drawing/2014/main" id="{A5280886-DABE-DDD8-E02A-A8F109A4F8C5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" name="Cube 35">
              <a:extLst>
                <a:ext uri="{FF2B5EF4-FFF2-40B4-BE49-F238E27FC236}">
                  <a16:creationId xmlns:a16="http://schemas.microsoft.com/office/drawing/2014/main" id="{50409D20-C45A-C7C8-A3F3-40F388F6615A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5" name="Cube 44">
              <a:extLst>
                <a:ext uri="{FF2B5EF4-FFF2-40B4-BE49-F238E27FC236}">
                  <a16:creationId xmlns:a16="http://schemas.microsoft.com/office/drawing/2014/main" id="{DD5DEC8D-C384-3002-74E3-195BA1B56A8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15D04DA-921B-D100-95A4-AE1131CF577A}"/>
              </a:ext>
            </a:extLst>
          </p:cNvPr>
          <p:cNvGrpSpPr/>
          <p:nvPr/>
        </p:nvGrpSpPr>
        <p:grpSpPr>
          <a:xfrm>
            <a:off x="4299589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47" name="Cube 46">
              <a:extLst>
                <a:ext uri="{FF2B5EF4-FFF2-40B4-BE49-F238E27FC236}">
                  <a16:creationId xmlns:a16="http://schemas.microsoft.com/office/drawing/2014/main" id="{A49CA87F-7FD7-0D11-4C09-7F90C35B3C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" name="Cube 47">
              <a:extLst>
                <a:ext uri="{FF2B5EF4-FFF2-40B4-BE49-F238E27FC236}">
                  <a16:creationId xmlns:a16="http://schemas.microsoft.com/office/drawing/2014/main" id="{DD3CB907-46C3-B2A9-FF3C-66E15A996C70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" name="Cube 48">
              <a:extLst>
                <a:ext uri="{FF2B5EF4-FFF2-40B4-BE49-F238E27FC236}">
                  <a16:creationId xmlns:a16="http://schemas.microsoft.com/office/drawing/2014/main" id="{BCE19AEC-7F18-44FF-D33B-F51CDA15FB52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" name="Cube 49">
              <a:extLst>
                <a:ext uri="{FF2B5EF4-FFF2-40B4-BE49-F238E27FC236}">
                  <a16:creationId xmlns:a16="http://schemas.microsoft.com/office/drawing/2014/main" id="{DDCE68EF-74BB-0375-9569-B249C33495DF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" name="Cube 50">
              <a:extLst>
                <a:ext uri="{FF2B5EF4-FFF2-40B4-BE49-F238E27FC236}">
                  <a16:creationId xmlns:a16="http://schemas.microsoft.com/office/drawing/2014/main" id="{421F0B5D-E1B4-6248-1B85-5165F12148C5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" name="Cube 51">
              <a:extLst>
                <a:ext uri="{FF2B5EF4-FFF2-40B4-BE49-F238E27FC236}">
                  <a16:creationId xmlns:a16="http://schemas.microsoft.com/office/drawing/2014/main" id="{3EABD8DF-1185-7D08-3900-C0774BA4AEF3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" name="Cube 52">
              <a:extLst>
                <a:ext uri="{FF2B5EF4-FFF2-40B4-BE49-F238E27FC236}">
                  <a16:creationId xmlns:a16="http://schemas.microsoft.com/office/drawing/2014/main" id="{534F8420-02EF-848C-50CC-6A616D236355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" name="Cube 53">
              <a:extLst>
                <a:ext uri="{FF2B5EF4-FFF2-40B4-BE49-F238E27FC236}">
                  <a16:creationId xmlns:a16="http://schemas.microsoft.com/office/drawing/2014/main" id="{9C8F0A14-E844-F5AC-3EEA-E7C1EBD014B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" name="Cube 54">
              <a:extLst>
                <a:ext uri="{FF2B5EF4-FFF2-40B4-BE49-F238E27FC236}">
                  <a16:creationId xmlns:a16="http://schemas.microsoft.com/office/drawing/2014/main" id="{B519993B-74A9-5E3E-F452-AA3AA966A485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6" name="Cube 55">
              <a:extLst>
                <a:ext uri="{FF2B5EF4-FFF2-40B4-BE49-F238E27FC236}">
                  <a16:creationId xmlns:a16="http://schemas.microsoft.com/office/drawing/2014/main" id="{BD919366-BB40-4543-F0D3-10FC2607B73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8C138B0-DE70-F21C-8367-DC38E0BD28D9}"/>
              </a:ext>
            </a:extLst>
          </p:cNvPr>
          <p:cNvGrpSpPr/>
          <p:nvPr/>
        </p:nvGrpSpPr>
        <p:grpSpPr>
          <a:xfrm>
            <a:off x="3792512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8" name="Cube 57">
              <a:extLst>
                <a:ext uri="{FF2B5EF4-FFF2-40B4-BE49-F238E27FC236}">
                  <a16:creationId xmlns:a16="http://schemas.microsoft.com/office/drawing/2014/main" id="{2EEC7DCF-46AD-2CE9-3DD8-5725D4F4138E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9" name="Cube 58">
              <a:extLst>
                <a:ext uri="{FF2B5EF4-FFF2-40B4-BE49-F238E27FC236}">
                  <a16:creationId xmlns:a16="http://schemas.microsoft.com/office/drawing/2014/main" id="{E6066492-A3D7-CA83-7FDB-683D63762AF3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0" name="Cube 59">
              <a:extLst>
                <a:ext uri="{FF2B5EF4-FFF2-40B4-BE49-F238E27FC236}">
                  <a16:creationId xmlns:a16="http://schemas.microsoft.com/office/drawing/2014/main" id="{8C6B8FF3-02A5-7538-276B-1C872C6BCF64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1" name="Cube 60">
              <a:extLst>
                <a:ext uri="{FF2B5EF4-FFF2-40B4-BE49-F238E27FC236}">
                  <a16:creationId xmlns:a16="http://schemas.microsoft.com/office/drawing/2014/main" id="{53FC3B99-D15E-4BB8-DF1A-CCF017B172D1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2" name="Cube 61">
              <a:extLst>
                <a:ext uri="{FF2B5EF4-FFF2-40B4-BE49-F238E27FC236}">
                  <a16:creationId xmlns:a16="http://schemas.microsoft.com/office/drawing/2014/main" id="{058F9319-4B24-A71E-47DB-4AEDFF380890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3" name="Cube 62">
              <a:extLst>
                <a:ext uri="{FF2B5EF4-FFF2-40B4-BE49-F238E27FC236}">
                  <a16:creationId xmlns:a16="http://schemas.microsoft.com/office/drawing/2014/main" id="{6148CBB2-9C03-2496-08C3-6B4249C3C370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4" name="Cube 63">
              <a:extLst>
                <a:ext uri="{FF2B5EF4-FFF2-40B4-BE49-F238E27FC236}">
                  <a16:creationId xmlns:a16="http://schemas.microsoft.com/office/drawing/2014/main" id="{A5D95565-BF71-30E9-4A45-BB24188786DF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5" name="Cube 64">
              <a:extLst>
                <a:ext uri="{FF2B5EF4-FFF2-40B4-BE49-F238E27FC236}">
                  <a16:creationId xmlns:a16="http://schemas.microsoft.com/office/drawing/2014/main" id="{94A9DC7A-8C30-63D0-4E08-60F17BF93366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6" name="Cube 65">
              <a:extLst>
                <a:ext uri="{FF2B5EF4-FFF2-40B4-BE49-F238E27FC236}">
                  <a16:creationId xmlns:a16="http://schemas.microsoft.com/office/drawing/2014/main" id="{36A9DD19-D8B8-12F2-BE10-CFE158038FFD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7" name="Cube 66">
              <a:extLst>
                <a:ext uri="{FF2B5EF4-FFF2-40B4-BE49-F238E27FC236}">
                  <a16:creationId xmlns:a16="http://schemas.microsoft.com/office/drawing/2014/main" id="{F962C91D-F4EE-0005-6201-715E17AB9EC5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62988098-2EB3-09CC-B10B-2EAAA6109918}"/>
              </a:ext>
            </a:extLst>
          </p:cNvPr>
          <p:cNvGrpSpPr/>
          <p:nvPr/>
        </p:nvGrpSpPr>
        <p:grpSpPr>
          <a:xfrm>
            <a:off x="3277124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80" name="Cube 79">
              <a:extLst>
                <a:ext uri="{FF2B5EF4-FFF2-40B4-BE49-F238E27FC236}">
                  <a16:creationId xmlns:a16="http://schemas.microsoft.com/office/drawing/2014/main" id="{D1A10229-9AAD-2E4B-63C3-4149BDB374E5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1" name="Cube 80">
              <a:extLst>
                <a:ext uri="{FF2B5EF4-FFF2-40B4-BE49-F238E27FC236}">
                  <a16:creationId xmlns:a16="http://schemas.microsoft.com/office/drawing/2014/main" id="{F866D22F-2593-2D10-0FE3-83C973B4820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2" name="Cube 81">
              <a:extLst>
                <a:ext uri="{FF2B5EF4-FFF2-40B4-BE49-F238E27FC236}">
                  <a16:creationId xmlns:a16="http://schemas.microsoft.com/office/drawing/2014/main" id="{F8CD156F-1450-A1D9-0CD5-65CC1827AE3C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3" name="Cube 82">
              <a:extLst>
                <a:ext uri="{FF2B5EF4-FFF2-40B4-BE49-F238E27FC236}">
                  <a16:creationId xmlns:a16="http://schemas.microsoft.com/office/drawing/2014/main" id="{693909C8-602D-7FBC-A1F5-6BEEB382332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4" name="Cube 83">
              <a:extLst>
                <a:ext uri="{FF2B5EF4-FFF2-40B4-BE49-F238E27FC236}">
                  <a16:creationId xmlns:a16="http://schemas.microsoft.com/office/drawing/2014/main" id="{600814EF-41A7-272B-13E1-E0C43C9FFFF7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5" name="Cube 84">
              <a:extLst>
                <a:ext uri="{FF2B5EF4-FFF2-40B4-BE49-F238E27FC236}">
                  <a16:creationId xmlns:a16="http://schemas.microsoft.com/office/drawing/2014/main" id="{FFBD1155-4355-6AA6-4E8C-93C710101A11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6" name="Cube 85">
              <a:extLst>
                <a:ext uri="{FF2B5EF4-FFF2-40B4-BE49-F238E27FC236}">
                  <a16:creationId xmlns:a16="http://schemas.microsoft.com/office/drawing/2014/main" id="{9AE8C63D-8593-F920-DCCD-8DCA911571F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7" name="Cube 86">
              <a:extLst>
                <a:ext uri="{FF2B5EF4-FFF2-40B4-BE49-F238E27FC236}">
                  <a16:creationId xmlns:a16="http://schemas.microsoft.com/office/drawing/2014/main" id="{D59A004A-5617-C418-FFCD-DA640064678C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8" name="Cube 87">
              <a:extLst>
                <a:ext uri="{FF2B5EF4-FFF2-40B4-BE49-F238E27FC236}">
                  <a16:creationId xmlns:a16="http://schemas.microsoft.com/office/drawing/2014/main" id="{217B28EB-0637-5F24-92C2-3FBAB7451B4C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9" name="Cube 88">
              <a:extLst>
                <a:ext uri="{FF2B5EF4-FFF2-40B4-BE49-F238E27FC236}">
                  <a16:creationId xmlns:a16="http://schemas.microsoft.com/office/drawing/2014/main" id="{37160E6C-6C25-31C7-C962-D3130593DD41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14A7732-5C8E-633E-C7EF-ABBC9A157DAC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Мага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673058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23095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565160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10486</TotalTime>
  <Words>187</Words>
  <Application>Microsoft Office PowerPoint</Application>
  <PresentationFormat>A4 Paper (210x297 mm)</PresentationFormat>
  <Paragraphs>46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Calibri Light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504</cp:revision>
  <cp:lastPrinted>2017-12-31T22:38:51Z</cp:lastPrinted>
  <dcterms:created xsi:type="dcterms:W3CDTF">2017-01-17T16:57:04Z</dcterms:created>
  <dcterms:modified xsi:type="dcterms:W3CDTF">2024-08-25T15:37:44Z</dcterms:modified>
</cp:coreProperties>
</file>