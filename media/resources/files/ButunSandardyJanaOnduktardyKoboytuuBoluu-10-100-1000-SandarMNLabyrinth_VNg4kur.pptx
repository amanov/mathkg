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3"/>
  </p:notesMasterIdLst>
  <p:sldIdLst>
    <p:sldId id="973" r:id="rId2"/>
    <p:sldId id="974" r:id="rId3"/>
    <p:sldId id="968" r:id="rId4"/>
    <p:sldId id="966" r:id="rId5"/>
    <p:sldId id="967" r:id="rId6"/>
    <p:sldId id="969" r:id="rId7"/>
    <p:sldId id="970" r:id="rId8"/>
    <p:sldId id="971" r:id="rId9"/>
    <p:sldId id="943" r:id="rId10"/>
    <p:sldId id="956" r:id="rId11"/>
    <p:sldId id="975" r:id="rId12"/>
  </p:sldIdLst>
  <p:sldSz cx="9906000" cy="6858000" type="A4"/>
  <p:notesSz cx="6889750" cy="10021888"/>
  <p:embeddedFontLst>
    <p:embeddedFont>
      <p:font typeface="Honeydripper" panose="020B0604020202020204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3"/>
          </p14:sldIdLst>
        </p14:section>
        <p14:section name="Титулдук слайд" id="{F2E5396C-0CD7-4EE0-9BCB-2BCB20A42D5C}">
          <p14:sldIdLst>
            <p14:sldId id="974"/>
          </p14:sldIdLst>
        </p14:section>
        <p14:section name="Көрсөтүү үчүн" id="{5DD39219-C4C8-4F38-A5C2-C8826E0F85D8}">
          <p14:sldIdLst>
            <p14:sldId id="968"/>
          </p14:sldIdLst>
        </p14:section>
        <p14:section name="Жооптор" id="{C52BA816-4B9E-4D5C-8AF3-0D1D3A3994B4}">
          <p14:sldIdLst>
            <p14:sldId id="966"/>
            <p14:sldId id="967"/>
          </p14:sldIdLst>
        </p14:section>
        <p14:section name="Иш кагазы" id="{DDE88CB2-32CA-46EC-B0E3-87018E6EBA88}">
          <p14:sldIdLst>
            <p14:sldId id="969"/>
            <p14:sldId id="970"/>
            <p14:sldId id="971"/>
          </p14:sldIdLst>
        </p14:section>
        <p14:section name="Өзүңүздүкүн жаса" id="{DA99B0F7-504B-4F7B-9D1B-A26D5B48AB2B}">
          <p14:sldIdLst>
            <p14:sldId id="943"/>
            <p14:sldId id="956"/>
          </p14:sldIdLst>
        </p14:section>
        <p14:section name="Кайтарым байланыш" id="{F3D720CF-F566-46A6-9361-125255B68FA6}">
          <p14:sldIdLst>
            <p14:sldId id="9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E202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63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7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85558" cy="502835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8" y="0"/>
            <a:ext cx="2985558" cy="502835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21/08/2024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0" tIns="46150" rIns="92300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6" y="4823036"/>
            <a:ext cx="5511800" cy="3946118"/>
          </a:xfrm>
          <a:prstGeom prst="rect">
            <a:avLst/>
          </a:prstGeom>
        </p:spPr>
        <p:txBody>
          <a:bodyPr vert="horz" lIns="92300" tIns="46150" rIns="92300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9058"/>
            <a:ext cx="2985558" cy="502834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8" y="9519058"/>
            <a:ext cx="2985558" cy="502834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use for students to make their own worksheets for peers.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5869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f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f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f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f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E80D56F-7085-C22A-76E5-942A69884C9F}"/>
              </a:ext>
            </a:extLst>
          </p:cNvPr>
          <p:cNvSpPr txBox="1">
            <a:spLocks/>
          </p:cNvSpPr>
          <p:nvPr/>
        </p:nvSpPr>
        <p:spPr>
          <a:xfrm>
            <a:off x="0" y="1703705"/>
            <a:ext cx="10515600" cy="4351338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Бүтүн жана ондук сандар – 10, 100, 1000гө көбөйтүү жана бөлүү </a:t>
            </a:r>
          </a:p>
          <a:p>
            <a:pPr marL="0" marR="0" lvl="0" indent="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ru-RU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kumimoji="0" lang="ru-RU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–– Туура же Ката лабиринт 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«Баштадан" "Аягына " чейинки жолду табышы керек,</a:t>
            </a:r>
          </a:p>
          <a:p>
            <a:pPr marL="0" marR="0" lvl="0" indent="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жооп </a:t>
            </a:r>
            <a:r>
              <a:rPr kumimoji="0" lang="ru-RU" sz="36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</a:t>
            </a: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болгон бөлмөлөр аркылуу гана өтөт.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дубалдын ачык жерден гана өтө алышат.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Иш барагы 3 өлчөмдө.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Окуучарда үчүн "Өзүң</a:t>
            </a: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жаса" кошулган.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D653A3E-0063-91E9-035B-F3A9DD1267D8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643278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384B28-3FE5-4D24-8703-BBD52390FBAB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EA651A-79CF-40BC-9B76-5D7451BEAEEE}"/>
              </a:ext>
            </a:extLst>
          </p:cNvPr>
          <p:cNvSpPr/>
          <p:nvPr/>
        </p:nvSpPr>
        <p:spPr>
          <a:xfrm>
            <a:off x="1386258" y="4694967"/>
            <a:ext cx="7146444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000" b="0" i="0" u="none" strike="noStrike" kern="1200" cap="none" spc="0" normalizeH="0" baseline="0" noProof="0" dirty="0">
                <a:ln w="28575">
                  <a:noFill/>
                </a:ln>
                <a:solidFill>
                  <a:srgbClr val="FFE202"/>
                </a:solidFill>
                <a:effectLst>
                  <a:reflection blurRad="6350" stA="60000" endA="900" endPos="60000" dist="60007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Көбөйтүү жана бөлүү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000" b="0" i="0" u="none" strike="noStrike" kern="1200" cap="none" spc="0" normalizeH="0" baseline="0" noProof="0" dirty="0">
                <a:ln w="28575">
                  <a:noFill/>
                </a:ln>
                <a:solidFill>
                  <a:srgbClr val="FFE202"/>
                </a:solidFill>
                <a:effectLst>
                  <a:reflection blurRad="6350" stA="60000" endA="900" endPos="60000" dist="60007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10, 100, 1000</a:t>
            </a:r>
            <a:endParaRPr kumimoji="0" lang="en-GB" sz="4800" b="0" i="0" u="none" strike="noStrike" kern="1200" cap="none" spc="0" normalizeH="0" baseline="0" noProof="0" dirty="0">
              <a:ln w="28575">
                <a:noFill/>
              </a:ln>
              <a:solidFill>
                <a:srgbClr val="FFE202"/>
              </a:solidFill>
              <a:effectLst>
                <a:reflection blurRad="6350" stA="60000" endA="900" endPos="60000" dist="60007" dir="5400000" sy="-10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B4F35D-016B-C180-365F-5A66328341D3}"/>
              </a:ext>
            </a:extLst>
          </p:cNvPr>
          <p:cNvSpPr/>
          <p:nvPr/>
        </p:nvSpPr>
        <p:spPr>
          <a:xfrm>
            <a:off x="695465" y="224041"/>
            <a:ext cx="4645887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4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r>
              <a:rPr kumimoji="0" lang="ru-RU" sz="54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5B9BD5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жана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4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ката </a:t>
            </a:r>
            <a:r>
              <a:rPr kumimoji="0" lang="ru-RU" sz="54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5B9BD5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лабиринт</a:t>
            </a:r>
            <a:endParaRPr kumimoji="0" lang="en-US" sz="5400" b="1" i="0" u="none" strike="noStrike" kern="1200" cap="none" spc="0" normalizeH="0" baseline="0" noProof="0" dirty="0">
              <a:ln w="9525">
                <a:solidFill>
                  <a:prstClr val="white"/>
                </a:solidFill>
                <a:prstDash val="solid"/>
              </a:ln>
              <a:solidFill>
                <a:srgbClr val="5B9BD5"/>
              </a:solidFill>
              <a:effectLst>
                <a:outerShdw blurRad="12700" dist="38100" dir="2700000" algn="tl" rotWithShape="0">
                  <a:srgbClr val="5B9BD5">
                    <a:lumMod val="60000"/>
                    <a:lumOff val="40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Graphic 10" descr="Run outline">
            <a:extLst>
              <a:ext uri="{FF2B5EF4-FFF2-40B4-BE49-F238E27FC236}">
                <a16:creationId xmlns:a16="http://schemas.microsoft.com/office/drawing/2014/main" id="{03547A41-AD60-AFFA-4584-AC7678B12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1472" y="1145280"/>
            <a:ext cx="3733800" cy="3733800"/>
          </a:xfrm>
          <a:prstGeom prst="rect">
            <a:avLst/>
          </a:prstGeom>
        </p:spPr>
      </p:pic>
      <p:pic>
        <p:nvPicPr>
          <p:cNvPr id="13" name="Graphic 12" descr="Door Open outline">
            <a:extLst>
              <a:ext uri="{FF2B5EF4-FFF2-40B4-BE49-F238E27FC236}">
                <a16:creationId xmlns:a16="http://schemas.microsoft.com/office/drawing/2014/main" id="{45A6A4BF-3114-EAAA-24FC-6A461FEBA3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18912" y="1031840"/>
            <a:ext cx="2531934" cy="253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778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FC43E7D-1CBD-4E9B-8C75-AAC2168FB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670584"/>
              </p:ext>
            </p:extLst>
          </p:nvPr>
        </p:nvGraphicFramePr>
        <p:xfrm>
          <a:off x="17585" y="35169"/>
          <a:ext cx="9864966" cy="6787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4161">
                  <a:extLst>
                    <a:ext uri="{9D8B030D-6E8A-4147-A177-3AD203B41FA5}">
                      <a16:colId xmlns:a16="http://schemas.microsoft.com/office/drawing/2014/main" val="921319168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289437675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2374239729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88559290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18176085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484771037"/>
                    </a:ext>
                  </a:extLst>
                </a:gridCol>
              </a:tblGrid>
              <a:tr h="436795">
                <a:tc gridSpan="6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063453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700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2.1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210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0.42 ×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42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7.8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708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0.9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900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361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560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67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6.7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18.2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1.82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620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0.62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54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0.54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92964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17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17000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82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8.2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8.0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15.9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1.59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3.02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302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1.7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0.017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407115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6.2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0.62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10.31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10310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0.7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0.007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1.05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105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0.5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024678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0.7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700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0.05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0.005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8.02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8200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0.407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0.00407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1087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÷ 1000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10.87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52.9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5.29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397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70.8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78000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0.061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0.000061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0.0942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94.2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83.08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0.08308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0.84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840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7.3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0.073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91413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0.051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0.00051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2.07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0.00207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80.32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0.008032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9.1 × 10000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9100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0.503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0.00503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0.0804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8.04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734302"/>
                  </a:ext>
                </a:extLst>
              </a:tr>
              <a:tr h="436795">
                <a:tc gridSpan="6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346283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5E9BEC-32D8-491C-AFFE-B8720063D161}"/>
              </a:ext>
            </a:extLst>
          </p:cNvPr>
          <p:cNvSpPr/>
          <p:nvPr/>
        </p:nvSpPr>
        <p:spPr>
          <a:xfrm>
            <a:off x="3518027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E538A8-CF27-4727-AB19-D444A3B3FECF}"/>
              </a:ext>
            </a:extLst>
          </p:cNvPr>
          <p:cNvSpPr/>
          <p:nvPr/>
        </p:nvSpPr>
        <p:spPr>
          <a:xfrm>
            <a:off x="5554091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E26AAF-C199-437B-A3AF-830EDBAE4F31}"/>
              </a:ext>
            </a:extLst>
          </p:cNvPr>
          <p:cNvSpPr/>
          <p:nvPr/>
        </p:nvSpPr>
        <p:spPr>
          <a:xfrm>
            <a:off x="71512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D166D3-9B19-47CB-895B-95FA22210D3F}"/>
              </a:ext>
            </a:extLst>
          </p:cNvPr>
          <p:cNvSpPr/>
          <p:nvPr/>
        </p:nvSpPr>
        <p:spPr>
          <a:xfrm>
            <a:off x="888860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AB2BD-63E1-411B-923E-43AF3DB76B52}"/>
              </a:ext>
            </a:extLst>
          </p:cNvPr>
          <p:cNvSpPr/>
          <p:nvPr/>
        </p:nvSpPr>
        <p:spPr>
          <a:xfrm>
            <a:off x="85025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301B7E-BDCB-47D6-B9BE-F5D989D16C73}"/>
              </a:ext>
            </a:extLst>
          </p:cNvPr>
          <p:cNvSpPr/>
          <p:nvPr/>
        </p:nvSpPr>
        <p:spPr>
          <a:xfrm>
            <a:off x="69023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F08B75-1AC5-472F-B881-96209C6BB21E}"/>
              </a:ext>
            </a:extLst>
          </p:cNvPr>
          <p:cNvSpPr/>
          <p:nvPr/>
        </p:nvSpPr>
        <p:spPr>
          <a:xfrm>
            <a:off x="53097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0E5CE5-CCB2-485E-8373-DAE911162F0B}"/>
              </a:ext>
            </a:extLst>
          </p:cNvPr>
          <p:cNvSpPr/>
          <p:nvPr/>
        </p:nvSpPr>
        <p:spPr>
          <a:xfrm>
            <a:off x="40143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4903E6-DB48-466D-A84D-16F458AB537D}"/>
              </a:ext>
            </a:extLst>
          </p:cNvPr>
          <p:cNvSpPr/>
          <p:nvPr/>
        </p:nvSpPr>
        <p:spPr>
          <a:xfrm>
            <a:off x="5167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8D499C-8DAE-480C-A99D-B951602457F1}"/>
              </a:ext>
            </a:extLst>
          </p:cNvPr>
          <p:cNvSpPr/>
          <p:nvPr/>
        </p:nvSpPr>
        <p:spPr>
          <a:xfrm>
            <a:off x="21550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9954F1-A909-4286-9178-CB1E8087EFB3}"/>
              </a:ext>
            </a:extLst>
          </p:cNvPr>
          <p:cNvSpPr/>
          <p:nvPr/>
        </p:nvSpPr>
        <p:spPr>
          <a:xfrm>
            <a:off x="357238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9E723D-C813-4BC6-9DC8-41E61E32D239}"/>
              </a:ext>
            </a:extLst>
          </p:cNvPr>
          <p:cNvSpPr/>
          <p:nvPr/>
        </p:nvSpPr>
        <p:spPr>
          <a:xfrm>
            <a:off x="56374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9F91D3-A48E-46AF-8835-7FD265695982}"/>
              </a:ext>
            </a:extLst>
          </p:cNvPr>
          <p:cNvSpPr/>
          <p:nvPr/>
        </p:nvSpPr>
        <p:spPr>
          <a:xfrm>
            <a:off x="713854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032437-B8C4-47BA-9EE5-FD1E7AA0A717}"/>
              </a:ext>
            </a:extLst>
          </p:cNvPr>
          <p:cNvSpPr/>
          <p:nvPr/>
        </p:nvSpPr>
        <p:spPr>
          <a:xfrm>
            <a:off x="89902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83C277-2DFA-4AA3-A052-4DADC20FEBA3}"/>
              </a:ext>
            </a:extLst>
          </p:cNvPr>
          <p:cNvSpPr/>
          <p:nvPr/>
        </p:nvSpPr>
        <p:spPr>
          <a:xfrm>
            <a:off x="8738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BC214F-5B14-4311-8364-36AB327F9ED1}"/>
              </a:ext>
            </a:extLst>
          </p:cNvPr>
          <p:cNvSpPr/>
          <p:nvPr/>
        </p:nvSpPr>
        <p:spPr>
          <a:xfrm>
            <a:off x="72833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37F6DC2-9A04-49E2-85FD-082E7F47DCF3}"/>
              </a:ext>
            </a:extLst>
          </p:cNvPr>
          <p:cNvSpPr/>
          <p:nvPr/>
        </p:nvSpPr>
        <p:spPr>
          <a:xfrm>
            <a:off x="537070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237E4C-CE8E-4482-A2AD-5367D90C1EC9}"/>
              </a:ext>
            </a:extLst>
          </p:cNvPr>
          <p:cNvSpPr/>
          <p:nvPr/>
        </p:nvSpPr>
        <p:spPr>
          <a:xfrm>
            <a:off x="39305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06331F-45F0-4EEE-9A41-E1662AD41A4C}"/>
              </a:ext>
            </a:extLst>
          </p:cNvPr>
          <p:cNvSpPr/>
          <p:nvPr/>
        </p:nvSpPr>
        <p:spPr>
          <a:xfrm>
            <a:off x="220078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AAC2A7-6CCB-4519-BE97-8041CF413B4D}"/>
              </a:ext>
            </a:extLst>
          </p:cNvPr>
          <p:cNvSpPr/>
          <p:nvPr/>
        </p:nvSpPr>
        <p:spPr>
          <a:xfrm>
            <a:off x="356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6AA839-A22E-4807-896C-EB3F0A5264D4}"/>
              </a:ext>
            </a:extLst>
          </p:cNvPr>
          <p:cNvSpPr/>
          <p:nvPr/>
        </p:nvSpPr>
        <p:spPr>
          <a:xfrm>
            <a:off x="3567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03241F-FD2C-4CDC-B622-8A5054433D3F}"/>
              </a:ext>
            </a:extLst>
          </p:cNvPr>
          <p:cNvSpPr/>
          <p:nvPr/>
        </p:nvSpPr>
        <p:spPr>
          <a:xfrm>
            <a:off x="194932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67D568-4986-45B1-B81D-C93FEC7DFD0B}"/>
              </a:ext>
            </a:extLst>
          </p:cNvPr>
          <p:cNvSpPr/>
          <p:nvPr/>
        </p:nvSpPr>
        <p:spPr>
          <a:xfrm>
            <a:off x="361048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EB3AB6-A275-41F7-84F1-C2588EED3AA3}"/>
              </a:ext>
            </a:extLst>
          </p:cNvPr>
          <p:cNvSpPr/>
          <p:nvPr/>
        </p:nvSpPr>
        <p:spPr>
          <a:xfrm>
            <a:off x="562216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C1F025-D5E3-4617-B272-89227E49F89F}"/>
              </a:ext>
            </a:extLst>
          </p:cNvPr>
          <p:cNvSpPr/>
          <p:nvPr/>
        </p:nvSpPr>
        <p:spPr>
          <a:xfrm>
            <a:off x="693280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BC94A5-47BC-4426-A22B-C07ED9F26120}"/>
              </a:ext>
            </a:extLst>
          </p:cNvPr>
          <p:cNvSpPr/>
          <p:nvPr/>
        </p:nvSpPr>
        <p:spPr>
          <a:xfrm>
            <a:off x="90816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02D3CD-12CA-4ED9-9E84-2325C94C3390}"/>
              </a:ext>
            </a:extLst>
          </p:cNvPr>
          <p:cNvSpPr/>
          <p:nvPr/>
        </p:nvSpPr>
        <p:spPr>
          <a:xfrm>
            <a:off x="90816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4E861B-67D4-48A8-9B29-E43B4DDB92AF}"/>
              </a:ext>
            </a:extLst>
          </p:cNvPr>
          <p:cNvSpPr/>
          <p:nvPr/>
        </p:nvSpPr>
        <p:spPr>
          <a:xfrm>
            <a:off x="74052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B8EA9C-D746-49AB-962F-D578E28A4F9D}"/>
              </a:ext>
            </a:extLst>
          </p:cNvPr>
          <p:cNvSpPr/>
          <p:nvPr/>
        </p:nvSpPr>
        <p:spPr>
          <a:xfrm>
            <a:off x="543166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E089CA-60CB-45C9-884D-A40E3AEAF185}"/>
              </a:ext>
            </a:extLst>
          </p:cNvPr>
          <p:cNvSpPr/>
          <p:nvPr/>
        </p:nvSpPr>
        <p:spPr>
          <a:xfrm>
            <a:off x="429628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45D7E2-086A-4492-9FBF-0C378B8D3269}"/>
              </a:ext>
            </a:extLst>
          </p:cNvPr>
          <p:cNvSpPr/>
          <p:nvPr/>
        </p:nvSpPr>
        <p:spPr>
          <a:xfrm>
            <a:off x="194170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5F8704-653C-400E-AB0C-98BA2770274E}"/>
              </a:ext>
            </a:extLst>
          </p:cNvPr>
          <p:cNvSpPr/>
          <p:nvPr/>
        </p:nvSpPr>
        <p:spPr>
          <a:xfrm>
            <a:off x="80632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4C93C9-5FED-4509-B55B-53CBFB1829F9}"/>
              </a:ext>
            </a:extLst>
          </p:cNvPr>
          <p:cNvSpPr/>
          <p:nvPr/>
        </p:nvSpPr>
        <p:spPr>
          <a:xfrm>
            <a:off x="55225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6E0EC7-2D51-4B5F-92D2-9CD7588773D3}"/>
              </a:ext>
            </a:extLst>
          </p:cNvPr>
          <p:cNvSpPr/>
          <p:nvPr/>
        </p:nvSpPr>
        <p:spPr>
          <a:xfrm>
            <a:off x="23200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F293E7-2C1E-432E-A1CD-7B55E02DF103}"/>
              </a:ext>
            </a:extLst>
          </p:cNvPr>
          <p:cNvSpPr/>
          <p:nvPr/>
        </p:nvSpPr>
        <p:spPr>
          <a:xfrm>
            <a:off x="36916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6502BB1-05F6-4C25-AA7A-F1DDD1023925}"/>
              </a:ext>
            </a:extLst>
          </p:cNvPr>
          <p:cNvSpPr/>
          <p:nvPr/>
        </p:nvSpPr>
        <p:spPr>
          <a:xfrm>
            <a:off x="56805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4277FE-AF6A-4C7A-9D85-C9E9FC7709B6}"/>
              </a:ext>
            </a:extLst>
          </p:cNvPr>
          <p:cNvSpPr/>
          <p:nvPr/>
        </p:nvSpPr>
        <p:spPr>
          <a:xfrm>
            <a:off x="69301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369FE7-A945-4CDC-A1A0-86DF5A6A6489}"/>
              </a:ext>
            </a:extLst>
          </p:cNvPr>
          <p:cNvSpPr/>
          <p:nvPr/>
        </p:nvSpPr>
        <p:spPr>
          <a:xfrm>
            <a:off x="85761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BC9B363-96EF-40C2-9684-F141F8CB5B29}"/>
              </a:ext>
            </a:extLst>
          </p:cNvPr>
          <p:cNvSpPr/>
          <p:nvPr/>
        </p:nvSpPr>
        <p:spPr>
          <a:xfrm>
            <a:off x="85761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25FD5F5-E438-45D0-9168-C3B6B6F29CD4}"/>
              </a:ext>
            </a:extLst>
          </p:cNvPr>
          <p:cNvSpPr/>
          <p:nvPr/>
        </p:nvSpPr>
        <p:spPr>
          <a:xfrm>
            <a:off x="69149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085562-E610-453D-A882-9EA42F767471}"/>
              </a:ext>
            </a:extLst>
          </p:cNvPr>
          <p:cNvSpPr/>
          <p:nvPr/>
        </p:nvSpPr>
        <p:spPr>
          <a:xfrm>
            <a:off x="528427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20A08C0-2885-4BD4-A288-AEE230A105AA}"/>
              </a:ext>
            </a:extLst>
          </p:cNvPr>
          <p:cNvSpPr/>
          <p:nvPr/>
        </p:nvSpPr>
        <p:spPr>
          <a:xfrm>
            <a:off x="40955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A19852-CC2D-44B5-B1A0-EE61A8BB48C9}"/>
              </a:ext>
            </a:extLst>
          </p:cNvPr>
          <p:cNvSpPr/>
          <p:nvPr/>
        </p:nvSpPr>
        <p:spPr>
          <a:xfrm>
            <a:off x="199243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BE61F8B-D12C-4646-B78D-E32602532DB9}"/>
              </a:ext>
            </a:extLst>
          </p:cNvPr>
          <p:cNvSpPr/>
          <p:nvPr/>
        </p:nvSpPr>
        <p:spPr>
          <a:xfrm>
            <a:off x="3084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1AECE2-3256-4F79-8DE8-8C66AB477EC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D0D0D0"/>
              </a:clrFrom>
              <a:clrTo>
                <a:srgbClr val="D0D0D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729" y="62693"/>
            <a:ext cx="365253" cy="39886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FEC7B7D-18BC-4885-B8B2-8983B2BC56A3}"/>
              </a:ext>
            </a:extLst>
          </p:cNvPr>
          <p:cNvSpPr/>
          <p:nvPr/>
        </p:nvSpPr>
        <p:spPr>
          <a:xfrm>
            <a:off x="2286635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C8E18-13DC-4804-8334-46F13100549D}"/>
              </a:ext>
            </a:extLst>
          </p:cNvPr>
          <p:cNvSpPr/>
          <p:nvPr/>
        </p:nvSpPr>
        <p:spPr>
          <a:xfrm>
            <a:off x="7504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1E0503-E1FD-4A0A-974C-95D428581721}"/>
              </a:ext>
            </a:extLst>
          </p:cNvPr>
          <p:cNvSpPr/>
          <p:nvPr/>
        </p:nvSpPr>
        <p:spPr>
          <a:xfrm>
            <a:off x="193408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09FCE9-366E-4DDF-8F36-42BCB37F821B}"/>
              </a:ext>
            </a:extLst>
          </p:cNvPr>
          <p:cNvSpPr/>
          <p:nvPr/>
        </p:nvSpPr>
        <p:spPr>
          <a:xfrm>
            <a:off x="2424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97C7E28-4AA8-440E-AF46-34B5C09BFF26}"/>
              </a:ext>
            </a:extLst>
          </p:cNvPr>
          <p:cNvSpPr/>
          <p:nvPr/>
        </p:nvSpPr>
        <p:spPr>
          <a:xfrm rot="16200000">
            <a:off x="1504303" y="246406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15CA3E-556C-48B2-A8E4-2101997CBA93}"/>
              </a:ext>
            </a:extLst>
          </p:cNvPr>
          <p:cNvSpPr/>
          <p:nvPr/>
        </p:nvSpPr>
        <p:spPr>
          <a:xfrm rot="16200000">
            <a:off x="1504303" y="159538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E904C90-9591-4476-B8AD-F7CEB434F214}"/>
              </a:ext>
            </a:extLst>
          </p:cNvPr>
          <p:cNvSpPr/>
          <p:nvPr/>
        </p:nvSpPr>
        <p:spPr>
          <a:xfrm rot="16200000">
            <a:off x="1504303" y="87910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B0B8692-6882-42ED-A2F4-9E0627FE85E6}"/>
              </a:ext>
            </a:extLst>
          </p:cNvPr>
          <p:cNvSpPr/>
          <p:nvPr/>
        </p:nvSpPr>
        <p:spPr>
          <a:xfrm rot="16200000">
            <a:off x="1504303" y="34150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8BB765-69BA-4445-B3E3-53DFDF02C445}"/>
              </a:ext>
            </a:extLst>
          </p:cNvPr>
          <p:cNvSpPr/>
          <p:nvPr/>
        </p:nvSpPr>
        <p:spPr>
          <a:xfrm rot="16200000">
            <a:off x="150430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939A0BB-4535-4F70-B315-66D458D4B646}"/>
              </a:ext>
            </a:extLst>
          </p:cNvPr>
          <p:cNvSpPr/>
          <p:nvPr/>
        </p:nvSpPr>
        <p:spPr>
          <a:xfrm rot="16200000">
            <a:off x="1504303" y="497561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1FB9BBB-79F0-43E6-AD3C-F40DA7033B73}"/>
              </a:ext>
            </a:extLst>
          </p:cNvPr>
          <p:cNvSpPr/>
          <p:nvPr/>
        </p:nvSpPr>
        <p:spPr>
          <a:xfrm rot="16200000">
            <a:off x="1504303" y="588022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E66D584-918D-433A-98FF-6AFC3759CD30}"/>
              </a:ext>
            </a:extLst>
          </p:cNvPr>
          <p:cNvSpPr/>
          <p:nvPr/>
        </p:nvSpPr>
        <p:spPr>
          <a:xfrm rot="16200000">
            <a:off x="3138031" y="2649093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F2816A8-2B78-4983-BBAA-58896E9C45CA}"/>
              </a:ext>
            </a:extLst>
          </p:cNvPr>
          <p:cNvSpPr/>
          <p:nvPr/>
        </p:nvSpPr>
        <p:spPr>
          <a:xfrm rot="16200000">
            <a:off x="3138031" y="171800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CEAC482-2F89-474D-A256-DD4888F9F411}"/>
              </a:ext>
            </a:extLst>
          </p:cNvPr>
          <p:cNvSpPr/>
          <p:nvPr/>
        </p:nvSpPr>
        <p:spPr>
          <a:xfrm rot="16200000">
            <a:off x="3138031" y="78691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A3165BC-D86F-4371-8EFE-5F74E31E4C26}"/>
              </a:ext>
            </a:extLst>
          </p:cNvPr>
          <p:cNvSpPr/>
          <p:nvPr/>
        </p:nvSpPr>
        <p:spPr>
          <a:xfrm rot="16200000">
            <a:off x="3138031" y="32832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4F6103D-A445-4229-9958-41AEE71AB411}"/>
              </a:ext>
            </a:extLst>
          </p:cNvPr>
          <p:cNvSpPr/>
          <p:nvPr/>
        </p:nvSpPr>
        <p:spPr>
          <a:xfrm rot="16200000">
            <a:off x="3138031" y="425248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71E7F5B-2E18-4EBF-994A-FE5B60CEAD7B}"/>
              </a:ext>
            </a:extLst>
          </p:cNvPr>
          <p:cNvSpPr/>
          <p:nvPr/>
        </p:nvSpPr>
        <p:spPr>
          <a:xfrm rot="16200000">
            <a:off x="3138031" y="513641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BD3B0C0-2179-468B-95D1-AD8744D80D9E}"/>
              </a:ext>
            </a:extLst>
          </p:cNvPr>
          <p:cNvSpPr/>
          <p:nvPr/>
        </p:nvSpPr>
        <p:spPr>
          <a:xfrm rot="16200000">
            <a:off x="3138031" y="58595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6640C12-AE8E-431A-8D27-8A8D2DC587B1}"/>
              </a:ext>
            </a:extLst>
          </p:cNvPr>
          <p:cNvSpPr/>
          <p:nvPr/>
        </p:nvSpPr>
        <p:spPr>
          <a:xfrm rot="16200000">
            <a:off x="4796143" y="251230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D8FA28E-298F-4EBC-913A-2319321E6219}"/>
              </a:ext>
            </a:extLst>
          </p:cNvPr>
          <p:cNvSpPr/>
          <p:nvPr/>
        </p:nvSpPr>
        <p:spPr>
          <a:xfrm rot="16200000">
            <a:off x="4796143" y="1689122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0ECD2DE-4B2D-4D70-A5FF-46283D268AB5}"/>
              </a:ext>
            </a:extLst>
          </p:cNvPr>
          <p:cNvSpPr/>
          <p:nvPr/>
        </p:nvSpPr>
        <p:spPr>
          <a:xfrm rot="16200000">
            <a:off x="4796143" y="9659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84C8583-77DA-4653-B4B0-A5C8AEE1933B}"/>
              </a:ext>
            </a:extLst>
          </p:cNvPr>
          <p:cNvSpPr/>
          <p:nvPr/>
        </p:nvSpPr>
        <p:spPr>
          <a:xfrm rot="16200000">
            <a:off x="4796143" y="330200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D559A06-E61D-4300-A3F5-F5DD8528B77E}"/>
              </a:ext>
            </a:extLst>
          </p:cNvPr>
          <p:cNvSpPr/>
          <p:nvPr/>
        </p:nvSpPr>
        <p:spPr>
          <a:xfrm rot="16200000">
            <a:off x="4796143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6E6532-6322-4759-AF24-CCFA4E58CC9E}"/>
              </a:ext>
            </a:extLst>
          </p:cNvPr>
          <p:cNvSpPr/>
          <p:nvPr/>
        </p:nvSpPr>
        <p:spPr>
          <a:xfrm rot="16200000">
            <a:off x="4796143" y="509538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6B1A6DA-1E9E-45CB-85AB-B26CF24EE74A}"/>
              </a:ext>
            </a:extLst>
          </p:cNvPr>
          <p:cNvSpPr/>
          <p:nvPr/>
        </p:nvSpPr>
        <p:spPr>
          <a:xfrm rot="16200000">
            <a:off x="4796143" y="60422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91F8C3-40A5-41DB-B548-1F4AF95C3E9C}"/>
              </a:ext>
            </a:extLst>
          </p:cNvPr>
          <p:cNvSpPr/>
          <p:nvPr/>
        </p:nvSpPr>
        <p:spPr>
          <a:xfrm rot="16200000">
            <a:off x="6442063" y="2624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AE76D53-DF0B-474C-943F-1ED1373C1352}"/>
              </a:ext>
            </a:extLst>
          </p:cNvPr>
          <p:cNvSpPr/>
          <p:nvPr/>
        </p:nvSpPr>
        <p:spPr>
          <a:xfrm rot="16200000">
            <a:off x="6442063" y="167506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2038547-5B80-4B5C-B099-633FD2F99078}"/>
              </a:ext>
            </a:extLst>
          </p:cNvPr>
          <p:cNvSpPr/>
          <p:nvPr/>
        </p:nvSpPr>
        <p:spPr>
          <a:xfrm rot="16200000">
            <a:off x="6442063" y="78355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7DFC210-E290-473C-BAAE-E076E2DE1A26}"/>
              </a:ext>
            </a:extLst>
          </p:cNvPr>
          <p:cNvSpPr/>
          <p:nvPr/>
        </p:nvSpPr>
        <p:spPr>
          <a:xfrm rot="16200000">
            <a:off x="6442063" y="32918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A9ADFEC-855C-414C-BC9D-93C8135AC144}"/>
              </a:ext>
            </a:extLst>
          </p:cNvPr>
          <p:cNvSpPr/>
          <p:nvPr/>
        </p:nvSpPr>
        <p:spPr>
          <a:xfrm rot="16200000">
            <a:off x="644206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88F8723-5585-4BED-BEA8-2489748F6669}"/>
              </a:ext>
            </a:extLst>
          </p:cNvPr>
          <p:cNvSpPr/>
          <p:nvPr/>
        </p:nvSpPr>
        <p:spPr>
          <a:xfrm rot="16200000">
            <a:off x="6442063" y="504356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2F9614-9623-41EE-B6A6-32A0F72949E6}"/>
              </a:ext>
            </a:extLst>
          </p:cNvPr>
          <p:cNvSpPr/>
          <p:nvPr/>
        </p:nvSpPr>
        <p:spPr>
          <a:xfrm rot="16200000">
            <a:off x="6442063" y="583463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84F3F33-DFC6-4784-927C-F074861381A5}"/>
              </a:ext>
            </a:extLst>
          </p:cNvPr>
          <p:cNvSpPr/>
          <p:nvPr/>
        </p:nvSpPr>
        <p:spPr>
          <a:xfrm rot="16200000">
            <a:off x="8081887" y="2399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CBCCCC3-93A5-49C1-915B-96498632B7C9}"/>
              </a:ext>
            </a:extLst>
          </p:cNvPr>
          <p:cNvSpPr/>
          <p:nvPr/>
        </p:nvSpPr>
        <p:spPr>
          <a:xfrm rot="16200000">
            <a:off x="8081887" y="175617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931607E-B066-4956-A959-2480AAB5801D}"/>
              </a:ext>
            </a:extLst>
          </p:cNvPr>
          <p:cNvSpPr/>
          <p:nvPr/>
        </p:nvSpPr>
        <p:spPr>
          <a:xfrm rot="16200000">
            <a:off x="8081887" y="91677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1E2F300-998A-4AD6-8DD1-4D98C79AB772}"/>
              </a:ext>
            </a:extLst>
          </p:cNvPr>
          <p:cNvSpPr/>
          <p:nvPr/>
        </p:nvSpPr>
        <p:spPr>
          <a:xfrm rot="16200000">
            <a:off x="8081887" y="34705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46802CD-6FA8-4AB7-90FD-1381CE1D9AD2}"/>
              </a:ext>
            </a:extLst>
          </p:cNvPr>
          <p:cNvSpPr/>
          <p:nvPr/>
        </p:nvSpPr>
        <p:spPr>
          <a:xfrm rot="16200000">
            <a:off x="8081887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94F80A5-3306-4C83-B3D2-159F9695EF80}"/>
              </a:ext>
            </a:extLst>
          </p:cNvPr>
          <p:cNvSpPr/>
          <p:nvPr/>
        </p:nvSpPr>
        <p:spPr>
          <a:xfrm rot="16200000">
            <a:off x="8081887" y="515465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C96D055-7406-4185-ADA3-B1C2920AB0A5}"/>
              </a:ext>
            </a:extLst>
          </p:cNvPr>
          <p:cNvSpPr/>
          <p:nvPr/>
        </p:nvSpPr>
        <p:spPr>
          <a:xfrm rot="16200000">
            <a:off x="8081887" y="578408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852EC7-5B97-9EDB-6705-908B157811C9}"/>
              </a:ext>
            </a:extLst>
          </p:cNvPr>
          <p:cNvSpPr txBox="1"/>
          <p:nvPr/>
        </p:nvSpPr>
        <p:spPr>
          <a:xfrm>
            <a:off x="3177552" y="33266"/>
            <a:ext cx="902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БАШТА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D66D0D-1CF6-3C09-2A84-2D34FE024EE1}"/>
              </a:ext>
            </a:extLst>
          </p:cNvPr>
          <p:cNvSpPr txBox="1"/>
          <p:nvPr/>
        </p:nvSpPr>
        <p:spPr>
          <a:xfrm>
            <a:off x="7659306" y="6381186"/>
            <a:ext cx="1027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2400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АЯГЫ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38647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FC43E7D-1CBD-4E9B-8C75-AAC2168FB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638055"/>
              </p:ext>
            </p:extLst>
          </p:nvPr>
        </p:nvGraphicFramePr>
        <p:xfrm>
          <a:off x="17585" y="35169"/>
          <a:ext cx="9864966" cy="6787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4161">
                  <a:extLst>
                    <a:ext uri="{9D8B030D-6E8A-4147-A177-3AD203B41FA5}">
                      <a16:colId xmlns:a16="http://schemas.microsoft.com/office/drawing/2014/main" val="921319168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289437675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2374239729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88559290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18176085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484771037"/>
                    </a:ext>
                  </a:extLst>
                </a:gridCol>
              </a:tblGrid>
              <a:tr h="436795">
                <a:tc gridSpan="6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063453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700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2.1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210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0.42 ×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42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7.8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708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0.9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900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361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560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67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6.7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18.2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1.82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620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0.62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54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0.54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92964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17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17000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82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8.2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8.0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15.9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1.59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3.02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302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1.7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0.017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407115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6.2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0.62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10.31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10310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0.7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0.007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1.05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105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0.5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024678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0.7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700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0.05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0.005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8.02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8200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0.407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0.00407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1087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÷ 1000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10.87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52.9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5.29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397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70.8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78000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0.061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0.000061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0.0942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94.2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83.08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0.08308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0.84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840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7.3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0.073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91413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0.051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0.00051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2.07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0.00207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80.32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0.008032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9.1 × 10000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9100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0.503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0.00503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0.0804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8.04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734302"/>
                  </a:ext>
                </a:extLst>
              </a:tr>
              <a:tr h="436795">
                <a:tc gridSpan="6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346283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5E9BEC-32D8-491C-AFFE-B8720063D161}"/>
              </a:ext>
            </a:extLst>
          </p:cNvPr>
          <p:cNvSpPr/>
          <p:nvPr/>
        </p:nvSpPr>
        <p:spPr>
          <a:xfrm>
            <a:off x="3518027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E538A8-CF27-4727-AB19-D444A3B3FECF}"/>
              </a:ext>
            </a:extLst>
          </p:cNvPr>
          <p:cNvSpPr/>
          <p:nvPr/>
        </p:nvSpPr>
        <p:spPr>
          <a:xfrm>
            <a:off x="5554091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E26AAF-C199-437B-A3AF-830EDBAE4F31}"/>
              </a:ext>
            </a:extLst>
          </p:cNvPr>
          <p:cNvSpPr/>
          <p:nvPr/>
        </p:nvSpPr>
        <p:spPr>
          <a:xfrm>
            <a:off x="71512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D166D3-9B19-47CB-895B-95FA22210D3F}"/>
              </a:ext>
            </a:extLst>
          </p:cNvPr>
          <p:cNvSpPr/>
          <p:nvPr/>
        </p:nvSpPr>
        <p:spPr>
          <a:xfrm>
            <a:off x="888860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AB2BD-63E1-411B-923E-43AF3DB76B52}"/>
              </a:ext>
            </a:extLst>
          </p:cNvPr>
          <p:cNvSpPr/>
          <p:nvPr/>
        </p:nvSpPr>
        <p:spPr>
          <a:xfrm>
            <a:off x="85025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301B7E-BDCB-47D6-B9BE-F5D989D16C73}"/>
              </a:ext>
            </a:extLst>
          </p:cNvPr>
          <p:cNvSpPr/>
          <p:nvPr/>
        </p:nvSpPr>
        <p:spPr>
          <a:xfrm>
            <a:off x="69023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F08B75-1AC5-472F-B881-96209C6BB21E}"/>
              </a:ext>
            </a:extLst>
          </p:cNvPr>
          <p:cNvSpPr/>
          <p:nvPr/>
        </p:nvSpPr>
        <p:spPr>
          <a:xfrm>
            <a:off x="53097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0E5CE5-CCB2-485E-8373-DAE911162F0B}"/>
              </a:ext>
            </a:extLst>
          </p:cNvPr>
          <p:cNvSpPr/>
          <p:nvPr/>
        </p:nvSpPr>
        <p:spPr>
          <a:xfrm>
            <a:off x="40143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4903E6-DB48-466D-A84D-16F458AB537D}"/>
              </a:ext>
            </a:extLst>
          </p:cNvPr>
          <p:cNvSpPr/>
          <p:nvPr/>
        </p:nvSpPr>
        <p:spPr>
          <a:xfrm>
            <a:off x="5167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8D499C-8DAE-480C-A99D-B951602457F1}"/>
              </a:ext>
            </a:extLst>
          </p:cNvPr>
          <p:cNvSpPr/>
          <p:nvPr/>
        </p:nvSpPr>
        <p:spPr>
          <a:xfrm>
            <a:off x="21550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9954F1-A909-4286-9178-CB1E8087EFB3}"/>
              </a:ext>
            </a:extLst>
          </p:cNvPr>
          <p:cNvSpPr/>
          <p:nvPr/>
        </p:nvSpPr>
        <p:spPr>
          <a:xfrm>
            <a:off x="357238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9E723D-C813-4BC6-9DC8-41E61E32D239}"/>
              </a:ext>
            </a:extLst>
          </p:cNvPr>
          <p:cNvSpPr/>
          <p:nvPr/>
        </p:nvSpPr>
        <p:spPr>
          <a:xfrm>
            <a:off x="56374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9F91D3-A48E-46AF-8835-7FD265695982}"/>
              </a:ext>
            </a:extLst>
          </p:cNvPr>
          <p:cNvSpPr/>
          <p:nvPr/>
        </p:nvSpPr>
        <p:spPr>
          <a:xfrm>
            <a:off x="713854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032437-B8C4-47BA-9EE5-FD1E7AA0A717}"/>
              </a:ext>
            </a:extLst>
          </p:cNvPr>
          <p:cNvSpPr/>
          <p:nvPr/>
        </p:nvSpPr>
        <p:spPr>
          <a:xfrm>
            <a:off x="89902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83C277-2DFA-4AA3-A052-4DADC20FEBA3}"/>
              </a:ext>
            </a:extLst>
          </p:cNvPr>
          <p:cNvSpPr/>
          <p:nvPr/>
        </p:nvSpPr>
        <p:spPr>
          <a:xfrm>
            <a:off x="8738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BC214F-5B14-4311-8364-36AB327F9ED1}"/>
              </a:ext>
            </a:extLst>
          </p:cNvPr>
          <p:cNvSpPr/>
          <p:nvPr/>
        </p:nvSpPr>
        <p:spPr>
          <a:xfrm>
            <a:off x="72833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37F6DC2-9A04-49E2-85FD-082E7F47DCF3}"/>
              </a:ext>
            </a:extLst>
          </p:cNvPr>
          <p:cNvSpPr/>
          <p:nvPr/>
        </p:nvSpPr>
        <p:spPr>
          <a:xfrm>
            <a:off x="537070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237E4C-CE8E-4482-A2AD-5367D90C1EC9}"/>
              </a:ext>
            </a:extLst>
          </p:cNvPr>
          <p:cNvSpPr/>
          <p:nvPr/>
        </p:nvSpPr>
        <p:spPr>
          <a:xfrm>
            <a:off x="39305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06331F-45F0-4EEE-9A41-E1662AD41A4C}"/>
              </a:ext>
            </a:extLst>
          </p:cNvPr>
          <p:cNvSpPr/>
          <p:nvPr/>
        </p:nvSpPr>
        <p:spPr>
          <a:xfrm>
            <a:off x="220078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AAC2A7-6CCB-4519-BE97-8041CF413B4D}"/>
              </a:ext>
            </a:extLst>
          </p:cNvPr>
          <p:cNvSpPr/>
          <p:nvPr/>
        </p:nvSpPr>
        <p:spPr>
          <a:xfrm>
            <a:off x="356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6AA839-A22E-4807-896C-EB3F0A5264D4}"/>
              </a:ext>
            </a:extLst>
          </p:cNvPr>
          <p:cNvSpPr/>
          <p:nvPr/>
        </p:nvSpPr>
        <p:spPr>
          <a:xfrm>
            <a:off x="3567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03241F-FD2C-4CDC-B622-8A5054433D3F}"/>
              </a:ext>
            </a:extLst>
          </p:cNvPr>
          <p:cNvSpPr/>
          <p:nvPr/>
        </p:nvSpPr>
        <p:spPr>
          <a:xfrm>
            <a:off x="194932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67D568-4986-45B1-B81D-C93FEC7DFD0B}"/>
              </a:ext>
            </a:extLst>
          </p:cNvPr>
          <p:cNvSpPr/>
          <p:nvPr/>
        </p:nvSpPr>
        <p:spPr>
          <a:xfrm>
            <a:off x="361048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EB3AB6-A275-41F7-84F1-C2588EED3AA3}"/>
              </a:ext>
            </a:extLst>
          </p:cNvPr>
          <p:cNvSpPr/>
          <p:nvPr/>
        </p:nvSpPr>
        <p:spPr>
          <a:xfrm>
            <a:off x="562216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C1F025-D5E3-4617-B272-89227E49F89F}"/>
              </a:ext>
            </a:extLst>
          </p:cNvPr>
          <p:cNvSpPr/>
          <p:nvPr/>
        </p:nvSpPr>
        <p:spPr>
          <a:xfrm>
            <a:off x="693280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BC94A5-47BC-4426-A22B-C07ED9F26120}"/>
              </a:ext>
            </a:extLst>
          </p:cNvPr>
          <p:cNvSpPr/>
          <p:nvPr/>
        </p:nvSpPr>
        <p:spPr>
          <a:xfrm>
            <a:off x="90816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02D3CD-12CA-4ED9-9E84-2325C94C3390}"/>
              </a:ext>
            </a:extLst>
          </p:cNvPr>
          <p:cNvSpPr/>
          <p:nvPr/>
        </p:nvSpPr>
        <p:spPr>
          <a:xfrm>
            <a:off x="90816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4E861B-67D4-48A8-9B29-E43B4DDB92AF}"/>
              </a:ext>
            </a:extLst>
          </p:cNvPr>
          <p:cNvSpPr/>
          <p:nvPr/>
        </p:nvSpPr>
        <p:spPr>
          <a:xfrm>
            <a:off x="74052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B8EA9C-D746-49AB-962F-D578E28A4F9D}"/>
              </a:ext>
            </a:extLst>
          </p:cNvPr>
          <p:cNvSpPr/>
          <p:nvPr/>
        </p:nvSpPr>
        <p:spPr>
          <a:xfrm>
            <a:off x="543166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E089CA-60CB-45C9-884D-A40E3AEAF185}"/>
              </a:ext>
            </a:extLst>
          </p:cNvPr>
          <p:cNvSpPr/>
          <p:nvPr/>
        </p:nvSpPr>
        <p:spPr>
          <a:xfrm>
            <a:off x="429628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45D7E2-086A-4492-9FBF-0C378B8D3269}"/>
              </a:ext>
            </a:extLst>
          </p:cNvPr>
          <p:cNvSpPr/>
          <p:nvPr/>
        </p:nvSpPr>
        <p:spPr>
          <a:xfrm>
            <a:off x="194170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5F8704-653C-400E-AB0C-98BA2770274E}"/>
              </a:ext>
            </a:extLst>
          </p:cNvPr>
          <p:cNvSpPr/>
          <p:nvPr/>
        </p:nvSpPr>
        <p:spPr>
          <a:xfrm>
            <a:off x="80632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4C93C9-5FED-4509-B55B-53CBFB1829F9}"/>
              </a:ext>
            </a:extLst>
          </p:cNvPr>
          <p:cNvSpPr/>
          <p:nvPr/>
        </p:nvSpPr>
        <p:spPr>
          <a:xfrm>
            <a:off x="55225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6E0EC7-2D51-4B5F-92D2-9CD7588773D3}"/>
              </a:ext>
            </a:extLst>
          </p:cNvPr>
          <p:cNvSpPr/>
          <p:nvPr/>
        </p:nvSpPr>
        <p:spPr>
          <a:xfrm>
            <a:off x="23200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F293E7-2C1E-432E-A1CD-7B55E02DF103}"/>
              </a:ext>
            </a:extLst>
          </p:cNvPr>
          <p:cNvSpPr/>
          <p:nvPr/>
        </p:nvSpPr>
        <p:spPr>
          <a:xfrm>
            <a:off x="36916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6502BB1-05F6-4C25-AA7A-F1DDD1023925}"/>
              </a:ext>
            </a:extLst>
          </p:cNvPr>
          <p:cNvSpPr/>
          <p:nvPr/>
        </p:nvSpPr>
        <p:spPr>
          <a:xfrm>
            <a:off x="56805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4277FE-AF6A-4C7A-9D85-C9E9FC7709B6}"/>
              </a:ext>
            </a:extLst>
          </p:cNvPr>
          <p:cNvSpPr/>
          <p:nvPr/>
        </p:nvSpPr>
        <p:spPr>
          <a:xfrm>
            <a:off x="69301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369FE7-A945-4CDC-A1A0-86DF5A6A6489}"/>
              </a:ext>
            </a:extLst>
          </p:cNvPr>
          <p:cNvSpPr/>
          <p:nvPr/>
        </p:nvSpPr>
        <p:spPr>
          <a:xfrm>
            <a:off x="85761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BC9B363-96EF-40C2-9684-F141F8CB5B29}"/>
              </a:ext>
            </a:extLst>
          </p:cNvPr>
          <p:cNvSpPr/>
          <p:nvPr/>
        </p:nvSpPr>
        <p:spPr>
          <a:xfrm>
            <a:off x="85761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25FD5F5-E438-45D0-9168-C3B6B6F29CD4}"/>
              </a:ext>
            </a:extLst>
          </p:cNvPr>
          <p:cNvSpPr/>
          <p:nvPr/>
        </p:nvSpPr>
        <p:spPr>
          <a:xfrm>
            <a:off x="69149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085562-E610-453D-A882-9EA42F767471}"/>
              </a:ext>
            </a:extLst>
          </p:cNvPr>
          <p:cNvSpPr/>
          <p:nvPr/>
        </p:nvSpPr>
        <p:spPr>
          <a:xfrm>
            <a:off x="528427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20A08C0-2885-4BD4-A288-AEE230A105AA}"/>
              </a:ext>
            </a:extLst>
          </p:cNvPr>
          <p:cNvSpPr/>
          <p:nvPr/>
        </p:nvSpPr>
        <p:spPr>
          <a:xfrm>
            <a:off x="40955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A19852-CC2D-44B5-B1A0-EE61A8BB48C9}"/>
              </a:ext>
            </a:extLst>
          </p:cNvPr>
          <p:cNvSpPr/>
          <p:nvPr/>
        </p:nvSpPr>
        <p:spPr>
          <a:xfrm>
            <a:off x="199243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BE61F8B-D12C-4646-B78D-E32602532DB9}"/>
              </a:ext>
            </a:extLst>
          </p:cNvPr>
          <p:cNvSpPr/>
          <p:nvPr/>
        </p:nvSpPr>
        <p:spPr>
          <a:xfrm>
            <a:off x="3084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1AECE2-3256-4F79-8DE8-8C66AB477EC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D0D0D0"/>
              </a:clrFrom>
              <a:clrTo>
                <a:srgbClr val="D0D0D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729" y="62693"/>
            <a:ext cx="365253" cy="39886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FEC7B7D-18BC-4885-B8B2-8983B2BC56A3}"/>
              </a:ext>
            </a:extLst>
          </p:cNvPr>
          <p:cNvSpPr/>
          <p:nvPr/>
        </p:nvSpPr>
        <p:spPr>
          <a:xfrm>
            <a:off x="2286635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C8E18-13DC-4804-8334-46F13100549D}"/>
              </a:ext>
            </a:extLst>
          </p:cNvPr>
          <p:cNvSpPr/>
          <p:nvPr/>
        </p:nvSpPr>
        <p:spPr>
          <a:xfrm>
            <a:off x="7504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1E0503-E1FD-4A0A-974C-95D428581721}"/>
              </a:ext>
            </a:extLst>
          </p:cNvPr>
          <p:cNvSpPr/>
          <p:nvPr/>
        </p:nvSpPr>
        <p:spPr>
          <a:xfrm>
            <a:off x="193408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09FCE9-366E-4DDF-8F36-42BCB37F821B}"/>
              </a:ext>
            </a:extLst>
          </p:cNvPr>
          <p:cNvSpPr/>
          <p:nvPr/>
        </p:nvSpPr>
        <p:spPr>
          <a:xfrm>
            <a:off x="2424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97C7E28-4AA8-440E-AF46-34B5C09BFF26}"/>
              </a:ext>
            </a:extLst>
          </p:cNvPr>
          <p:cNvSpPr/>
          <p:nvPr/>
        </p:nvSpPr>
        <p:spPr>
          <a:xfrm rot="16200000">
            <a:off x="1504303" y="246406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15CA3E-556C-48B2-A8E4-2101997CBA93}"/>
              </a:ext>
            </a:extLst>
          </p:cNvPr>
          <p:cNvSpPr/>
          <p:nvPr/>
        </p:nvSpPr>
        <p:spPr>
          <a:xfrm rot="16200000">
            <a:off x="1504303" y="159538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E904C90-9591-4476-B8AD-F7CEB434F214}"/>
              </a:ext>
            </a:extLst>
          </p:cNvPr>
          <p:cNvSpPr/>
          <p:nvPr/>
        </p:nvSpPr>
        <p:spPr>
          <a:xfrm rot="16200000">
            <a:off x="1504303" y="87910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B0B8692-6882-42ED-A2F4-9E0627FE85E6}"/>
              </a:ext>
            </a:extLst>
          </p:cNvPr>
          <p:cNvSpPr/>
          <p:nvPr/>
        </p:nvSpPr>
        <p:spPr>
          <a:xfrm rot="16200000">
            <a:off x="1504303" y="34150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8BB765-69BA-4445-B3E3-53DFDF02C445}"/>
              </a:ext>
            </a:extLst>
          </p:cNvPr>
          <p:cNvSpPr/>
          <p:nvPr/>
        </p:nvSpPr>
        <p:spPr>
          <a:xfrm rot="16200000">
            <a:off x="150430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939A0BB-4535-4F70-B315-66D458D4B646}"/>
              </a:ext>
            </a:extLst>
          </p:cNvPr>
          <p:cNvSpPr/>
          <p:nvPr/>
        </p:nvSpPr>
        <p:spPr>
          <a:xfrm rot="16200000">
            <a:off x="1504303" y="497561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1FB9BBB-79F0-43E6-AD3C-F40DA7033B73}"/>
              </a:ext>
            </a:extLst>
          </p:cNvPr>
          <p:cNvSpPr/>
          <p:nvPr/>
        </p:nvSpPr>
        <p:spPr>
          <a:xfrm rot="16200000">
            <a:off x="1504303" y="588022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E66D584-918D-433A-98FF-6AFC3759CD30}"/>
              </a:ext>
            </a:extLst>
          </p:cNvPr>
          <p:cNvSpPr/>
          <p:nvPr/>
        </p:nvSpPr>
        <p:spPr>
          <a:xfrm rot="16200000">
            <a:off x="3138031" y="2649093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F2816A8-2B78-4983-BBAA-58896E9C45CA}"/>
              </a:ext>
            </a:extLst>
          </p:cNvPr>
          <p:cNvSpPr/>
          <p:nvPr/>
        </p:nvSpPr>
        <p:spPr>
          <a:xfrm rot="16200000">
            <a:off x="3138031" y="171800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CEAC482-2F89-474D-A256-DD4888F9F411}"/>
              </a:ext>
            </a:extLst>
          </p:cNvPr>
          <p:cNvSpPr/>
          <p:nvPr/>
        </p:nvSpPr>
        <p:spPr>
          <a:xfrm rot="16200000">
            <a:off x="3138031" y="78691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A3165BC-D86F-4371-8EFE-5F74E31E4C26}"/>
              </a:ext>
            </a:extLst>
          </p:cNvPr>
          <p:cNvSpPr/>
          <p:nvPr/>
        </p:nvSpPr>
        <p:spPr>
          <a:xfrm rot="16200000">
            <a:off x="3138031" y="32832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4F6103D-A445-4229-9958-41AEE71AB411}"/>
              </a:ext>
            </a:extLst>
          </p:cNvPr>
          <p:cNvSpPr/>
          <p:nvPr/>
        </p:nvSpPr>
        <p:spPr>
          <a:xfrm rot="16200000">
            <a:off x="3138031" y="425248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71E7F5B-2E18-4EBF-994A-FE5B60CEAD7B}"/>
              </a:ext>
            </a:extLst>
          </p:cNvPr>
          <p:cNvSpPr/>
          <p:nvPr/>
        </p:nvSpPr>
        <p:spPr>
          <a:xfrm rot="16200000">
            <a:off x="3138031" y="513641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BD3B0C0-2179-468B-95D1-AD8744D80D9E}"/>
              </a:ext>
            </a:extLst>
          </p:cNvPr>
          <p:cNvSpPr/>
          <p:nvPr/>
        </p:nvSpPr>
        <p:spPr>
          <a:xfrm rot="16200000">
            <a:off x="3138031" y="58595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6640C12-AE8E-431A-8D27-8A8D2DC587B1}"/>
              </a:ext>
            </a:extLst>
          </p:cNvPr>
          <p:cNvSpPr/>
          <p:nvPr/>
        </p:nvSpPr>
        <p:spPr>
          <a:xfrm rot="16200000">
            <a:off x="4796143" y="251230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D8FA28E-298F-4EBC-913A-2319321E6219}"/>
              </a:ext>
            </a:extLst>
          </p:cNvPr>
          <p:cNvSpPr/>
          <p:nvPr/>
        </p:nvSpPr>
        <p:spPr>
          <a:xfrm rot="16200000">
            <a:off x="4796143" y="1689122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0ECD2DE-4B2D-4D70-A5FF-46283D268AB5}"/>
              </a:ext>
            </a:extLst>
          </p:cNvPr>
          <p:cNvSpPr/>
          <p:nvPr/>
        </p:nvSpPr>
        <p:spPr>
          <a:xfrm rot="16200000">
            <a:off x="4796143" y="9659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84C8583-77DA-4653-B4B0-A5C8AEE1933B}"/>
              </a:ext>
            </a:extLst>
          </p:cNvPr>
          <p:cNvSpPr/>
          <p:nvPr/>
        </p:nvSpPr>
        <p:spPr>
          <a:xfrm rot="16200000">
            <a:off x="4796143" y="330200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D559A06-E61D-4300-A3F5-F5DD8528B77E}"/>
              </a:ext>
            </a:extLst>
          </p:cNvPr>
          <p:cNvSpPr/>
          <p:nvPr/>
        </p:nvSpPr>
        <p:spPr>
          <a:xfrm rot="16200000">
            <a:off x="4796143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6E6532-6322-4759-AF24-CCFA4E58CC9E}"/>
              </a:ext>
            </a:extLst>
          </p:cNvPr>
          <p:cNvSpPr/>
          <p:nvPr/>
        </p:nvSpPr>
        <p:spPr>
          <a:xfrm rot="16200000">
            <a:off x="4796143" y="509538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6B1A6DA-1E9E-45CB-85AB-B26CF24EE74A}"/>
              </a:ext>
            </a:extLst>
          </p:cNvPr>
          <p:cNvSpPr/>
          <p:nvPr/>
        </p:nvSpPr>
        <p:spPr>
          <a:xfrm rot="16200000">
            <a:off x="4796143" y="60422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91F8C3-40A5-41DB-B548-1F4AF95C3E9C}"/>
              </a:ext>
            </a:extLst>
          </p:cNvPr>
          <p:cNvSpPr/>
          <p:nvPr/>
        </p:nvSpPr>
        <p:spPr>
          <a:xfrm rot="16200000">
            <a:off x="6442063" y="2624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AE76D53-DF0B-474C-943F-1ED1373C1352}"/>
              </a:ext>
            </a:extLst>
          </p:cNvPr>
          <p:cNvSpPr/>
          <p:nvPr/>
        </p:nvSpPr>
        <p:spPr>
          <a:xfrm rot="16200000">
            <a:off x="6442063" y="167506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2038547-5B80-4B5C-B099-633FD2F99078}"/>
              </a:ext>
            </a:extLst>
          </p:cNvPr>
          <p:cNvSpPr/>
          <p:nvPr/>
        </p:nvSpPr>
        <p:spPr>
          <a:xfrm rot="16200000">
            <a:off x="6442063" y="78355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7DFC210-E290-473C-BAAE-E076E2DE1A26}"/>
              </a:ext>
            </a:extLst>
          </p:cNvPr>
          <p:cNvSpPr/>
          <p:nvPr/>
        </p:nvSpPr>
        <p:spPr>
          <a:xfrm rot="16200000">
            <a:off x="6442063" y="32918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A9ADFEC-855C-414C-BC9D-93C8135AC144}"/>
              </a:ext>
            </a:extLst>
          </p:cNvPr>
          <p:cNvSpPr/>
          <p:nvPr/>
        </p:nvSpPr>
        <p:spPr>
          <a:xfrm rot="16200000">
            <a:off x="644206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88F8723-5585-4BED-BEA8-2489748F6669}"/>
              </a:ext>
            </a:extLst>
          </p:cNvPr>
          <p:cNvSpPr/>
          <p:nvPr/>
        </p:nvSpPr>
        <p:spPr>
          <a:xfrm rot="16200000">
            <a:off x="6442063" y="504356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2F9614-9623-41EE-B6A6-32A0F72949E6}"/>
              </a:ext>
            </a:extLst>
          </p:cNvPr>
          <p:cNvSpPr/>
          <p:nvPr/>
        </p:nvSpPr>
        <p:spPr>
          <a:xfrm rot="16200000">
            <a:off x="6442063" y="583463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84F3F33-DFC6-4784-927C-F074861381A5}"/>
              </a:ext>
            </a:extLst>
          </p:cNvPr>
          <p:cNvSpPr/>
          <p:nvPr/>
        </p:nvSpPr>
        <p:spPr>
          <a:xfrm rot="16200000">
            <a:off x="8081887" y="2399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CBCCCC3-93A5-49C1-915B-96498632B7C9}"/>
              </a:ext>
            </a:extLst>
          </p:cNvPr>
          <p:cNvSpPr/>
          <p:nvPr/>
        </p:nvSpPr>
        <p:spPr>
          <a:xfrm rot="16200000">
            <a:off x="8081887" y="175617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931607E-B066-4956-A959-2480AAB5801D}"/>
              </a:ext>
            </a:extLst>
          </p:cNvPr>
          <p:cNvSpPr/>
          <p:nvPr/>
        </p:nvSpPr>
        <p:spPr>
          <a:xfrm rot="16200000">
            <a:off x="8081887" y="91677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1E2F300-998A-4AD6-8DD1-4D98C79AB772}"/>
              </a:ext>
            </a:extLst>
          </p:cNvPr>
          <p:cNvSpPr/>
          <p:nvPr/>
        </p:nvSpPr>
        <p:spPr>
          <a:xfrm rot="16200000">
            <a:off x="8081887" y="34705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46802CD-6FA8-4AB7-90FD-1381CE1D9AD2}"/>
              </a:ext>
            </a:extLst>
          </p:cNvPr>
          <p:cNvSpPr/>
          <p:nvPr/>
        </p:nvSpPr>
        <p:spPr>
          <a:xfrm rot="16200000">
            <a:off x="8081887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94F80A5-3306-4C83-B3D2-159F9695EF80}"/>
              </a:ext>
            </a:extLst>
          </p:cNvPr>
          <p:cNvSpPr/>
          <p:nvPr/>
        </p:nvSpPr>
        <p:spPr>
          <a:xfrm rot="16200000">
            <a:off x="8081887" y="515465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C96D055-7406-4185-ADA3-B1C2920AB0A5}"/>
              </a:ext>
            </a:extLst>
          </p:cNvPr>
          <p:cNvSpPr/>
          <p:nvPr/>
        </p:nvSpPr>
        <p:spPr>
          <a:xfrm rot="16200000">
            <a:off x="8081887" y="578408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44B830-F930-3B5E-2A19-59E266F5477C}"/>
              </a:ext>
            </a:extLst>
          </p:cNvPr>
          <p:cNvSpPr txBox="1"/>
          <p:nvPr/>
        </p:nvSpPr>
        <p:spPr>
          <a:xfrm>
            <a:off x="3177552" y="33266"/>
            <a:ext cx="902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БАШТА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9A306-C593-EFD9-C137-EBCC815B27EE}"/>
              </a:ext>
            </a:extLst>
          </p:cNvPr>
          <p:cNvSpPr txBox="1"/>
          <p:nvPr/>
        </p:nvSpPr>
        <p:spPr>
          <a:xfrm>
            <a:off x="7659306" y="6381186"/>
            <a:ext cx="1027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2400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АЯГЫ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99456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FC43E7D-1CBD-4E9B-8C75-AAC2168FBAAF}"/>
              </a:ext>
            </a:extLst>
          </p:cNvPr>
          <p:cNvGraphicFramePr>
            <a:graphicFrameLocks noGrp="1"/>
          </p:cNvGraphicFramePr>
          <p:nvPr/>
        </p:nvGraphicFramePr>
        <p:xfrm>
          <a:off x="17585" y="35169"/>
          <a:ext cx="9864966" cy="6787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4161">
                  <a:extLst>
                    <a:ext uri="{9D8B030D-6E8A-4147-A177-3AD203B41FA5}">
                      <a16:colId xmlns:a16="http://schemas.microsoft.com/office/drawing/2014/main" val="921319168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289437675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2374239729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88559290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18176085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484771037"/>
                    </a:ext>
                  </a:extLst>
                </a:gridCol>
              </a:tblGrid>
              <a:tr h="436795">
                <a:tc gridSpan="6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063453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700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2.1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210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0.42 ×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42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7.8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708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0.9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900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361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560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67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6.7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18.2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1.82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620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0.62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54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0.54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92964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17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17000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82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8.2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8.0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15.9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1.59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3.02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302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1.7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0.017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407115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6.2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0.62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10.31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10310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0.7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0.007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1.05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105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0.5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024678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0.7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700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0.05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0.005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8.02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8200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0.407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0.00407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1087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÷ 1000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10.87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52.9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5.29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397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70.8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78000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0.061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0.000061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0.0942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94.2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83.08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0.08308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0.84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840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7.3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0.073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91413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0.051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0.00051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2.07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0.00207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80.32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0.008032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9.1 × 10000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9100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0.503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0.00503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0.0804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8.04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2734302"/>
                  </a:ext>
                </a:extLst>
              </a:tr>
              <a:tr h="436795">
                <a:tc gridSpan="6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346283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5E9BEC-32D8-491C-AFFE-B8720063D161}"/>
              </a:ext>
            </a:extLst>
          </p:cNvPr>
          <p:cNvSpPr/>
          <p:nvPr/>
        </p:nvSpPr>
        <p:spPr>
          <a:xfrm>
            <a:off x="3518027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E538A8-CF27-4727-AB19-D444A3B3FECF}"/>
              </a:ext>
            </a:extLst>
          </p:cNvPr>
          <p:cNvSpPr/>
          <p:nvPr/>
        </p:nvSpPr>
        <p:spPr>
          <a:xfrm>
            <a:off x="5554091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E26AAF-C199-437B-A3AF-830EDBAE4F31}"/>
              </a:ext>
            </a:extLst>
          </p:cNvPr>
          <p:cNvSpPr/>
          <p:nvPr/>
        </p:nvSpPr>
        <p:spPr>
          <a:xfrm>
            <a:off x="71512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D166D3-9B19-47CB-895B-95FA22210D3F}"/>
              </a:ext>
            </a:extLst>
          </p:cNvPr>
          <p:cNvSpPr/>
          <p:nvPr/>
        </p:nvSpPr>
        <p:spPr>
          <a:xfrm>
            <a:off x="888860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AB2BD-63E1-411B-923E-43AF3DB76B52}"/>
              </a:ext>
            </a:extLst>
          </p:cNvPr>
          <p:cNvSpPr/>
          <p:nvPr/>
        </p:nvSpPr>
        <p:spPr>
          <a:xfrm>
            <a:off x="85025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301B7E-BDCB-47D6-B9BE-F5D989D16C73}"/>
              </a:ext>
            </a:extLst>
          </p:cNvPr>
          <p:cNvSpPr/>
          <p:nvPr/>
        </p:nvSpPr>
        <p:spPr>
          <a:xfrm>
            <a:off x="69023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F08B75-1AC5-472F-B881-96209C6BB21E}"/>
              </a:ext>
            </a:extLst>
          </p:cNvPr>
          <p:cNvSpPr/>
          <p:nvPr/>
        </p:nvSpPr>
        <p:spPr>
          <a:xfrm>
            <a:off x="53097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0E5CE5-CCB2-485E-8373-DAE911162F0B}"/>
              </a:ext>
            </a:extLst>
          </p:cNvPr>
          <p:cNvSpPr/>
          <p:nvPr/>
        </p:nvSpPr>
        <p:spPr>
          <a:xfrm>
            <a:off x="40143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4903E6-DB48-466D-A84D-16F458AB537D}"/>
              </a:ext>
            </a:extLst>
          </p:cNvPr>
          <p:cNvSpPr/>
          <p:nvPr/>
        </p:nvSpPr>
        <p:spPr>
          <a:xfrm>
            <a:off x="5167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8D499C-8DAE-480C-A99D-B951602457F1}"/>
              </a:ext>
            </a:extLst>
          </p:cNvPr>
          <p:cNvSpPr/>
          <p:nvPr/>
        </p:nvSpPr>
        <p:spPr>
          <a:xfrm>
            <a:off x="21550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9954F1-A909-4286-9178-CB1E8087EFB3}"/>
              </a:ext>
            </a:extLst>
          </p:cNvPr>
          <p:cNvSpPr/>
          <p:nvPr/>
        </p:nvSpPr>
        <p:spPr>
          <a:xfrm>
            <a:off x="357238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9E723D-C813-4BC6-9DC8-41E61E32D239}"/>
              </a:ext>
            </a:extLst>
          </p:cNvPr>
          <p:cNvSpPr/>
          <p:nvPr/>
        </p:nvSpPr>
        <p:spPr>
          <a:xfrm>
            <a:off x="56374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9F91D3-A48E-46AF-8835-7FD265695982}"/>
              </a:ext>
            </a:extLst>
          </p:cNvPr>
          <p:cNvSpPr/>
          <p:nvPr/>
        </p:nvSpPr>
        <p:spPr>
          <a:xfrm>
            <a:off x="713854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032437-B8C4-47BA-9EE5-FD1E7AA0A717}"/>
              </a:ext>
            </a:extLst>
          </p:cNvPr>
          <p:cNvSpPr/>
          <p:nvPr/>
        </p:nvSpPr>
        <p:spPr>
          <a:xfrm>
            <a:off x="89902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83C277-2DFA-4AA3-A052-4DADC20FEBA3}"/>
              </a:ext>
            </a:extLst>
          </p:cNvPr>
          <p:cNvSpPr/>
          <p:nvPr/>
        </p:nvSpPr>
        <p:spPr>
          <a:xfrm>
            <a:off x="8738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BC214F-5B14-4311-8364-36AB327F9ED1}"/>
              </a:ext>
            </a:extLst>
          </p:cNvPr>
          <p:cNvSpPr/>
          <p:nvPr/>
        </p:nvSpPr>
        <p:spPr>
          <a:xfrm>
            <a:off x="72833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37F6DC2-9A04-49E2-85FD-082E7F47DCF3}"/>
              </a:ext>
            </a:extLst>
          </p:cNvPr>
          <p:cNvSpPr/>
          <p:nvPr/>
        </p:nvSpPr>
        <p:spPr>
          <a:xfrm>
            <a:off x="537070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237E4C-CE8E-4482-A2AD-5367D90C1EC9}"/>
              </a:ext>
            </a:extLst>
          </p:cNvPr>
          <p:cNvSpPr/>
          <p:nvPr/>
        </p:nvSpPr>
        <p:spPr>
          <a:xfrm>
            <a:off x="39305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06331F-45F0-4EEE-9A41-E1662AD41A4C}"/>
              </a:ext>
            </a:extLst>
          </p:cNvPr>
          <p:cNvSpPr/>
          <p:nvPr/>
        </p:nvSpPr>
        <p:spPr>
          <a:xfrm>
            <a:off x="220078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AAC2A7-6CCB-4519-BE97-8041CF413B4D}"/>
              </a:ext>
            </a:extLst>
          </p:cNvPr>
          <p:cNvSpPr/>
          <p:nvPr/>
        </p:nvSpPr>
        <p:spPr>
          <a:xfrm>
            <a:off x="356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6AA839-A22E-4807-896C-EB3F0A5264D4}"/>
              </a:ext>
            </a:extLst>
          </p:cNvPr>
          <p:cNvSpPr/>
          <p:nvPr/>
        </p:nvSpPr>
        <p:spPr>
          <a:xfrm>
            <a:off x="3567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03241F-FD2C-4CDC-B622-8A5054433D3F}"/>
              </a:ext>
            </a:extLst>
          </p:cNvPr>
          <p:cNvSpPr/>
          <p:nvPr/>
        </p:nvSpPr>
        <p:spPr>
          <a:xfrm>
            <a:off x="194932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67D568-4986-45B1-B81D-C93FEC7DFD0B}"/>
              </a:ext>
            </a:extLst>
          </p:cNvPr>
          <p:cNvSpPr/>
          <p:nvPr/>
        </p:nvSpPr>
        <p:spPr>
          <a:xfrm>
            <a:off x="361048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EB3AB6-A275-41F7-84F1-C2588EED3AA3}"/>
              </a:ext>
            </a:extLst>
          </p:cNvPr>
          <p:cNvSpPr/>
          <p:nvPr/>
        </p:nvSpPr>
        <p:spPr>
          <a:xfrm>
            <a:off x="562216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C1F025-D5E3-4617-B272-89227E49F89F}"/>
              </a:ext>
            </a:extLst>
          </p:cNvPr>
          <p:cNvSpPr/>
          <p:nvPr/>
        </p:nvSpPr>
        <p:spPr>
          <a:xfrm>
            <a:off x="693280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BC94A5-47BC-4426-A22B-C07ED9F26120}"/>
              </a:ext>
            </a:extLst>
          </p:cNvPr>
          <p:cNvSpPr/>
          <p:nvPr/>
        </p:nvSpPr>
        <p:spPr>
          <a:xfrm>
            <a:off x="90816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02D3CD-12CA-4ED9-9E84-2325C94C3390}"/>
              </a:ext>
            </a:extLst>
          </p:cNvPr>
          <p:cNvSpPr/>
          <p:nvPr/>
        </p:nvSpPr>
        <p:spPr>
          <a:xfrm>
            <a:off x="90816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4E861B-67D4-48A8-9B29-E43B4DDB92AF}"/>
              </a:ext>
            </a:extLst>
          </p:cNvPr>
          <p:cNvSpPr/>
          <p:nvPr/>
        </p:nvSpPr>
        <p:spPr>
          <a:xfrm>
            <a:off x="74052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B8EA9C-D746-49AB-962F-D578E28A4F9D}"/>
              </a:ext>
            </a:extLst>
          </p:cNvPr>
          <p:cNvSpPr/>
          <p:nvPr/>
        </p:nvSpPr>
        <p:spPr>
          <a:xfrm>
            <a:off x="543166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E089CA-60CB-45C9-884D-A40E3AEAF185}"/>
              </a:ext>
            </a:extLst>
          </p:cNvPr>
          <p:cNvSpPr/>
          <p:nvPr/>
        </p:nvSpPr>
        <p:spPr>
          <a:xfrm>
            <a:off x="429628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45D7E2-086A-4492-9FBF-0C378B8D3269}"/>
              </a:ext>
            </a:extLst>
          </p:cNvPr>
          <p:cNvSpPr/>
          <p:nvPr/>
        </p:nvSpPr>
        <p:spPr>
          <a:xfrm>
            <a:off x="194170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5F8704-653C-400E-AB0C-98BA2770274E}"/>
              </a:ext>
            </a:extLst>
          </p:cNvPr>
          <p:cNvSpPr/>
          <p:nvPr/>
        </p:nvSpPr>
        <p:spPr>
          <a:xfrm>
            <a:off x="80632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4C93C9-5FED-4509-B55B-53CBFB1829F9}"/>
              </a:ext>
            </a:extLst>
          </p:cNvPr>
          <p:cNvSpPr/>
          <p:nvPr/>
        </p:nvSpPr>
        <p:spPr>
          <a:xfrm>
            <a:off x="55225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6E0EC7-2D51-4B5F-92D2-9CD7588773D3}"/>
              </a:ext>
            </a:extLst>
          </p:cNvPr>
          <p:cNvSpPr/>
          <p:nvPr/>
        </p:nvSpPr>
        <p:spPr>
          <a:xfrm>
            <a:off x="23200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F293E7-2C1E-432E-A1CD-7B55E02DF103}"/>
              </a:ext>
            </a:extLst>
          </p:cNvPr>
          <p:cNvSpPr/>
          <p:nvPr/>
        </p:nvSpPr>
        <p:spPr>
          <a:xfrm>
            <a:off x="36916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6502BB1-05F6-4C25-AA7A-F1DDD1023925}"/>
              </a:ext>
            </a:extLst>
          </p:cNvPr>
          <p:cNvSpPr/>
          <p:nvPr/>
        </p:nvSpPr>
        <p:spPr>
          <a:xfrm>
            <a:off x="56805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4277FE-AF6A-4C7A-9D85-C9E9FC7709B6}"/>
              </a:ext>
            </a:extLst>
          </p:cNvPr>
          <p:cNvSpPr/>
          <p:nvPr/>
        </p:nvSpPr>
        <p:spPr>
          <a:xfrm>
            <a:off x="69301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369FE7-A945-4CDC-A1A0-86DF5A6A6489}"/>
              </a:ext>
            </a:extLst>
          </p:cNvPr>
          <p:cNvSpPr/>
          <p:nvPr/>
        </p:nvSpPr>
        <p:spPr>
          <a:xfrm>
            <a:off x="85761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BC9B363-96EF-40C2-9684-F141F8CB5B29}"/>
              </a:ext>
            </a:extLst>
          </p:cNvPr>
          <p:cNvSpPr/>
          <p:nvPr/>
        </p:nvSpPr>
        <p:spPr>
          <a:xfrm>
            <a:off x="85761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25FD5F5-E438-45D0-9168-C3B6B6F29CD4}"/>
              </a:ext>
            </a:extLst>
          </p:cNvPr>
          <p:cNvSpPr/>
          <p:nvPr/>
        </p:nvSpPr>
        <p:spPr>
          <a:xfrm>
            <a:off x="69149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085562-E610-453D-A882-9EA42F767471}"/>
              </a:ext>
            </a:extLst>
          </p:cNvPr>
          <p:cNvSpPr/>
          <p:nvPr/>
        </p:nvSpPr>
        <p:spPr>
          <a:xfrm>
            <a:off x="528427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20A08C0-2885-4BD4-A288-AEE230A105AA}"/>
              </a:ext>
            </a:extLst>
          </p:cNvPr>
          <p:cNvSpPr/>
          <p:nvPr/>
        </p:nvSpPr>
        <p:spPr>
          <a:xfrm>
            <a:off x="40955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A19852-CC2D-44B5-B1A0-EE61A8BB48C9}"/>
              </a:ext>
            </a:extLst>
          </p:cNvPr>
          <p:cNvSpPr/>
          <p:nvPr/>
        </p:nvSpPr>
        <p:spPr>
          <a:xfrm>
            <a:off x="199243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BE61F8B-D12C-4646-B78D-E32602532DB9}"/>
              </a:ext>
            </a:extLst>
          </p:cNvPr>
          <p:cNvSpPr/>
          <p:nvPr/>
        </p:nvSpPr>
        <p:spPr>
          <a:xfrm>
            <a:off x="3084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1AECE2-3256-4F79-8DE8-8C66AB477EC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D0D0D0"/>
              </a:clrFrom>
              <a:clrTo>
                <a:srgbClr val="D0D0D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729" y="62693"/>
            <a:ext cx="365253" cy="39886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FEC7B7D-18BC-4885-B8B2-8983B2BC56A3}"/>
              </a:ext>
            </a:extLst>
          </p:cNvPr>
          <p:cNvSpPr/>
          <p:nvPr/>
        </p:nvSpPr>
        <p:spPr>
          <a:xfrm>
            <a:off x="2286635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C8E18-13DC-4804-8334-46F13100549D}"/>
              </a:ext>
            </a:extLst>
          </p:cNvPr>
          <p:cNvSpPr/>
          <p:nvPr/>
        </p:nvSpPr>
        <p:spPr>
          <a:xfrm>
            <a:off x="7504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1E0503-E1FD-4A0A-974C-95D428581721}"/>
              </a:ext>
            </a:extLst>
          </p:cNvPr>
          <p:cNvSpPr/>
          <p:nvPr/>
        </p:nvSpPr>
        <p:spPr>
          <a:xfrm>
            <a:off x="193408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09FCE9-366E-4DDF-8F36-42BCB37F821B}"/>
              </a:ext>
            </a:extLst>
          </p:cNvPr>
          <p:cNvSpPr/>
          <p:nvPr/>
        </p:nvSpPr>
        <p:spPr>
          <a:xfrm>
            <a:off x="2424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97C7E28-4AA8-440E-AF46-34B5C09BFF26}"/>
              </a:ext>
            </a:extLst>
          </p:cNvPr>
          <p:cNvSpPr/>
          <p:nvPr/>
        </p:nvSpPr>
        <p:spPr>
          <a:xfrm rot="16200000">
            <a:off x="1504303" y="246406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15CA3E-556C-48B2-A8E4-2101997CBA93}"/>
              </a:ext>
            </a:extLst>
          </p:cNvPr>
          <p:cNvSpPr/>
          <p:nvPr/>
        </p:nvSpPr>
        <p:spPr>
          <a:xfrm rot="16200000">
            <a:off x="1504303" y="159538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E904C90-9591-4476-B8AD-F7CEB434F214}"/>
              </a:ext>
            </a:extLst>
          </p:cNvPr>
          <p:cNvSpPr/>
          <p:nvPr/>
        </p:nvSpPr>
        <p:spPr>
          <a:xfrm rot="16200000">
            <a:off x="1504303" y="87910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B0B8692-6882-42ED-A2F4-9E0627FE85E6}"/>
              </a:ext>
            </a:extLst>
          </p:cNvPr>
          <p:cNvSpPr/>
          <p:nvPr/>
        </p:nvSpPr>
        <p:spPr>
          <a:xfrm rot="16200000">
            <a:off x="1504303" y="34150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8BB765-69BA-4445-B3E3-53DFDF02C445}"/>
              </a:ext>
            </a:extLst>
          </p:cNvPr>
          <p:cNvSpPr/>
          <p:nvPr/>
        </p:nvSpPr>
        <p:spPr>
          <a:xfrm rot="16200000">
            <a:off x="150430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939A0BB-4535-4F70-B315-66D458D4B646}"/>
              </a:ext>
            </a:extLst>
          </p:cNvPr>
          <p:cNvSpPr/>
          <p:nvPr/>
        </p:nvSpPr>
        <p:spPr>
          <a:xfrm rot="16200000">
            <a:off x="1504303" y="497561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1FB9BBB-79F0-43E6-AD3C-F40DA7033B73}"/>
              </a:ext>
            </a:extLst>
          </p:cNvPr>
          <p:cNvSpPr/>
          <p:nvPr/>
        </p:nvSpPr>
        <p:spPr>
          <a:xfrm rot="16200000">
            <a:off x="1504303" y="588022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E66D584-918D-433A-98FF-6AFC3759CD30}"/>
              </a:ext>
            </a:extLst>
          </p:cNvPr>
          <p:cNvSpPr/>
          <p:nvPr/>
        </p:nvSpPr>
        <p:spPr>
          <a:xfrm rot="16200000">
            <a:off x="3138031" y="2649093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F2816A8-2B78-4983-BBAA-58896E9C45CA}"/>
              </a:ext>
            </a:extLst>
          </p:cNvPr>
          <p:cNvSpPr/>
          <p:nvPr/>
        </p:nvSpPr>
        <p:spPr>
          <a:xfrm rot="16200000">
            <a:off x="3138031" y="171800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CEAC482-2F89-474D-A256-DD4888F9F411}"/>
              </a:ext>
            </a:extLst>
          </p:cNvPr>
          <p:cNvSpPr/>
          <p:nvPr/>
        </p:nvSpPr>
        <p:spPr>
          <a:xfrm rot="16200000">
            <a:off x="3138031" y="78691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A3165BC-D86F-4371-8EFE-5F74E31E4C26}"/>
              </a:ext>
            </a:extLst>
          </p:cNvPr>
          <p:cNvSpPr/>
          <p:nvPr/>
        </p:nvSpPr>
        <p:spPr>
          <a:xfrm rot="16200000">
            <a:off x="3138031" y="32832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4F6103D-A445-4229-9958-41AEE71AB411}"/>
              </a:ext>
            </a:extLst>
          </p:cNvPr>
          <p:cNvSpPr/>
          <p:nvPr/>
        </p:nvSpPr>
        <p:spPr>
          <a:xfrm rot="16200000">
            <a:off x="3138031" y="425248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71E7F5B-2E18-4EBF-994A-FE5B60CEAD7B}"/>
              </a:ext>
            </a:extLst>
          </p:cNvPr>
          <p:cNvSpPr/>
          <p:nvPr/>
        </p:nvSpPr>
        <p:spPr>
          <a:xfrm rot="16200000">
            <a:off x="3138031" y="513641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BD3B0C0-2179-468B-95D1-AD8744D80D9E}"/>
              </a:ext>
            </a:extLst>
          </p:cNvPr>
          <p:cNvSpPr/>
          <p:nvPr/>
        </p:nvSpPr>
        <p:spPr>
          <a:xfrm rot="16200000">
            <a:off x="3138031" y="58595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6640C12-AE8E-431A-8D27-8A8D2DC587B1}"/>
              </a:ext>
            </a:extLst>
          </p:cNvPr>
          <p:cNvSpPr/>
          <p:nvPr/>
        </p:nvSpPr>
        <p:spPr>
          <a:xfrm rot="16200000">
            <a:off x="4796143" y="251230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D8FA28E-298F-4EBC-913A-2319321E6219}"/>
              </a:ext>
            </a:extLst>
          </p:cNvPr>
          <p:cNvSpPr/>
          <p:nvPr/>
        </p:nvSpPr>
        <p:spPr>
          <a:xfrm rot="16200000">
            <a:off x="4796143" y="1689122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0ECD2DE-4B2D-4D70-A5FF-46283D268AB5}"/>
              </a:ext>
            </a:extLst>
          </p:cNvPr>
          <p:cNvSpPr/>
          <p:nvPr/>
        </p:nvSpPr>
        <p:spPr>
          <a:xfrm rot="16200000">
            <a:off x="4796143" y="9659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84C8583-77DA-4653-B4B0-A5C8AEE1933B}"/>
              </a:ext>
            </a:extLst>
          </p:cNvPr>
          <p:cNvSpPr/>
          <p:nvPr/>
        </p:nvSpPr>
        <p:spPr>
          <a:xfrm rot="16200000">
            <a:off x="4796143" y="330200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D559A06-E61D-4300-A3F5-F5DD8528B77E}"/>
              </a:ext>
            </a:extLst>
          </p:cNvPr>
          <p:cNvSpPr/>
          <p:nvPr/>
        </p:nvSpPr>
        <p:spPr>
          <a:xfrm rot="16200000">
            <a:off x="4796143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6E6532-6322-4759-AF24-CCFA4E58CC9E}"/>
              </a:ext>
            </a:extLst>
          </p:cNvPr>
          <p:cNvSpPr/>
          <p:nvPr/>
        </p:nvSpPr>
        <p:spPr>
          <a:xfrm rot="16200000">
            <a:off x="4796143" y="509538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6B1A6DA-1E9E-45CB-85AB-B26CF24EE74A}"/>
              </a:ext>
            </a:extLst>
          </p:cNvPr>
          <p:cNvSpPr/>
          <p:nvPr/>
        </p:nvSpPr>
        <p:spPr>
          <a:xfrm rot="16200000">
            <a:off x="4796143" y="60422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91F8C3-40A5-41DB-B548-1F4AF95C3E9C}"/>
              </a:ext>
            </a:extLst>
          </p:cNvPr>
          <p:cNvSpPr/>
          <p:nvPr/>
        </p:nvSpPr>
        <p:spPr>
          <a:xfrm rot="16200000">
            <a:off x="6442063" y="2624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AE76D53-DF0B-474C-943F-1ED1373C1352}"/>
              </a:ext>
            </a:extLst>
          </p:cNvPr>
          <p:cNvSpPr/>
          <p:nvPr/>
        </p:nvSpPr>
        <p:spPr>
          <a:xfrm rot="16200000">
            <a:off x="6442063" y="167506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2038547-5B80-4B5C-B099-633FD2F99078}"/>
              </a:ext>
            </a:extLst>
          </p:cNvPr>
          <p:cNvSpPr/>
          <p:nvPr/>
        </p:nvSpPr>
        <p:spPr>
          <a:xfrm rot="16200000">
            <a:off x="6442063" y="78355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7DFC210-E290-473C-BAAE-E076E2DE1A26}"/>
              </a:ext>
            </a:extLst>
          </p:cNvPr>
          <p:cNvSpPr/>
          <p:nvPr/>
        </p:nvSpPr>
        <p:spPr>
          <a:xfrm rot="16200000">
            <a:off x="6442063" y="32918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A9ADFEC-855C-414C-BC9D-93C8135AC144}"/>
              </a:ext>
            </a:extLst>
          </p:cNvPr>
          <p:cNvSpPr/>
          <p:nvPr/>
        </p:nvSpPr>
        <p:spPr>
          <a:xfrm rot="16200000">
            <a:off x="644206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88F8723-5585-4BED-BEA8-2489748F6669}"/>
              </a:ext>
            </a:extLst>
          </p:cNvPr>
          <p:cNvSpPr/>
          <p:nvPr/>
        </p:nvSpPr>
        <p:spPr>
          <a:xfrm rot="16200000">
            <a:off x="6442063" y="504356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2F9614-9623-41EE-B6A6-32A0F72949E6}"/>
              </a:ext>
            </a:extLst>
          </p:cNvPr>
          <p:cNvSpPr/>
          <p:nvPr/>
        </p:nvSpPr>
        <p:spPr>
          <a:xfrm rot="16200000">
            <a:off x="6442063" y="583463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84F3F33-DFC6-4784-927C-F074861381A5}"/>
              </a:ext>
            </a:extLst>
          </p:cNvPr>
          <p:cNvSpPr/>
          <p:nvPr/>
        </p:nvSpPr>
        <p:spPr>
          <a:xfrm rot="16200000">
            <a:off x="8081887" y="2399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CBCCCC3-93A5-49C1-915B-96498632B7C9}"/>
              </a:ext>
            </a:extLst>
          </p:cNvPr>
          <p:cNvSpPr/>
          <p:nvPr/>
        </p:nvSpPr>
        <p:spPr>
          <a:xfrm rot="16200000">
            <a:off x="8081887" y="175617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931607E-B066-4956-A959-2480AAB5801D}"/>
              </a:ext>
            </a:extLst>
          </p:cNvPr>
          <p:cNvSpPr/>
          <p:nvPr/>
        </p:nvSpPr>
        <p:spPr>
          <a:xfrm rot="16200000">
            <a:off x="8081887" y="91677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1E2F300-998A-4AD6-8DD1-4D98C79AB772}"/>
              </a:ext>
            </a:extLst>
          </p:cNvPr>
          <p:cNvSpPr/>
          <p:nvPr/>
        </p:nvSpPr>
        <p:spPr>
          <a:xfrm rot="16200000">
            <a:off x="8081887" y="34705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46802CD-6FA8-4AB7-90FD-1381CE1D9AD2}"/>
              </a:ext>
            </a:extLst>
          </p:cNvPr>
          <p:cNvSpPr/>
          <p:nvPr/>
        </p:nvSpPr>
        <p:spPr>
          <a:xfrm rot="16200000">
            <a:off x="8081887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94F80A5-3306-4C83-B3D2-159F9695EF80}"/>
              </a:ext>
            </a:extLst>
          </p:cNvPr>
          <p:cNvSpPr/>
          <p:nvPr/>
        </p:nvSpPr>
        <p:spPr>
          <a:xfrm rot="16200000">
            <a:off x="8081887" y="515465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C96D055-7406-4185-ADA3-B1C2920AB0A5}"/>
              </a:ext>
            </a:extLst>
          </p:cNvPr>
          <p:cNvSpPr/>
          <p:nvPr/>
        </p:nvSpPr>
        <p:spPr>
          <a:xfrm rot="16200000">
            <a:off x="8081887" y="578408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319384-9DA7-069E-6BEE-3C2A401FD562}"/>
              </a:ext>
            </a:extLst>
          </p:cNvPr>
          <p:cNvSpPr txBox="1"/>
          <p:nvPr/>
        </p:nvSpPr>
        <p:spPr>
          <a:xfrm>
            <a:off x="3177552" y="33266"/>
            <a:ext cx="902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БАШТА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5F518E-0C9C-922B-17DB-99BFC43FEFAC}"/>
              </a:ext>
            </a:extLst>
          </p:cNvPr>
          <p:cNvSpPr txBox="1"/>
          <p:nvPr/>
        </p:nvSpPr>
        <p:spPr>
          <a:xfrm>
            <a:off x="7659306" y="6381186"/>
            <a:ext cx="1027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2400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АЯГЫ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03563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FC43E7D-1CBD-4E9B-8C75-AAC2168FBAAF}"/>
              </a:ext>
            </a:extLst>
          </p:cNvPr>
          <p:cNvGraphicFramePr>
            <a:graphicFrameLocks noGrp="1"/>
          </p:cNvGraphicFramePr>
          <p:nvPr/>
        </p:nvGraphicFramePr>
        <p:xfrm>
          <a:off x="17585" y="35169"/>
          <a:ext cx="9864966" cy="6787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4161">
                  <a:extLst>
                    <a:ext uri="{9D8B030D-6E8A-4147-A177-3AD203B41FA5}">
                      <a16:colId xmlns:a16="http://schemas.microsoft.com/office/drawing/2014/main" val="921319168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289437675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2374239729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88559290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18176085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484771037"/>
                    </a:ext>
                  </a:extLst>
                </a:gridCol>
              </a:tblGrid>
              <a:tr h="436795">
                <a:tc gridSpan="6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063453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700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2.1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210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0.42 ×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42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7.8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708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0.9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900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361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560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67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6.7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18.2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1.82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620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0.62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54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0.54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92964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17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17000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82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8.2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8.0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15.9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1.59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3.02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302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1.7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0.017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407115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6.2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0.62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10.31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10310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0.7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0.007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1.05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105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0.5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024678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0.7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700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0.05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0.005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8.02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8200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0.407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0.00407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1087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÷ 1000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10.87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52.9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5.29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397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70.8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78000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0.061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0.000061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0.0942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94.2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83.08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0.08308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0.84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840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7.3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0.073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91413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0.051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0.00051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2.07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0.00207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80.32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0.008032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9.1 × 10000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9100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0.503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0.00503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0.0804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8.04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734302"/>
                  </a:ext>
                </a:extLst>
              </a:tr>
              <a:tr h="436795">
                <a:tc gridSpan="6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346283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5E9BEC-32D8-491C-AFFE-B8720063D161}"/>
              </a:ext>
            </a:extLst>
          </p:cNvPr>
          <p:cNvSpPr/>
          <p:nvPr/>
        </p:nvSpPr>
        <p:spPr>
          <a:xfrm>
            <a:off x="3518027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E538A8-CF27-4727-AB19-D444A3B3FECF}"/>
              </a:ext>
            </a:extLst>
          </p:cNvPr>
          <p:cNvSpPr/>
          <p:nvPr/>
        </p:nvSpPr>
        <p:spPr>
          <a:xfrm>
            <a:off x="5554091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E26AAF-C199-437B-A3AF-830EDBAE4F31}"/>
              </a:ext>
            </a:extLst>
          </p:cNvPr>
          <p:cNvSpPr/>
          <p:nvPr/>
        </p:nvSpPr>
        <p:spPr>
          <a:xfrm>
            <a:off x="71512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D166D3-9B19-47CB-895B-95FA22210D3F}"/>
              </a:ext>
            </a:extLst>
          </p:cNvPr>
          <p:cNvSpPr/>
          <p:nvPr/>
        </p:nvSpPr>
        <p:spPr>
          <a:xfrm>
            <a:off x="888860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AB2BD-63E1-411B-923E-43AF3DB76B52}"/>
              </a:ext>
            </a:extLst>
          </p:cNvPr>
          <p:cNvSpPr/>
          <p:nvPr/>
        </p:nvSpPr>
        <p:spPr>
          <a:xfrm>
            <a:off x="85025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301B7E-BDCB-47D6-B9BE-F5D989D16C73}"/>
              </a:ext>
            </a:extLst>
          </p:cNvPr>
          <p:cNvSpPr/>
          <p:nvPr/>
        </p:nvSpPr>
        <p:spPr>
          <a:xfrm>
            <a:off x="69023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F08B75-1AC5-472F-B881-96209C6BB21E}"/>
              </a:ext>
            </a:extLst>
          </p:cNvPr>
          <p:cNvSpPr/>
          <p:nvPr/>
        </p:nvSpPr>
        <p:spPr>
          <a:xfrm>
            <a:off x="53097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0E5CE5-CCB2-485E-8373-DAE911162F0B}"/>
              </a:ext>
            </a:extLst>
          </p:cNvPr>
          <p:cNvSpPr/>
          <p:nvPr/>
        </p:nvSpPr>
        <p:spPr>
          <a:xfrm>
            <a:off x="40143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4903E6-DB48-466D-A84D-16F458AB537D}"/>
              </a:ext>
            </a:extLst>
          </p:cNvPr>
          <p:cNvSpPr/>
          <p:nvPr/>
        </p:nvSpPr>
        <p:spPr>
          <a:xfrm>
            <a:off x="5167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8D499C-8DAE-480C-A99D-B951602457F1}"/>
              </a:ext>
            </a:extLst>
          </p:cNvPr>
          <p:cNvSpPr/>
          <p:nvPr/>
        </p:nvSpPr>
        <p:spPr>
          <a:xfrm>
            <a:off x="21550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9954F1-A909-4286-9178-CB1E8087EFB3}"/>
              </a:ext>
            </a:extLst>
          </p:cNvPr>
          <p:cNvSpPr/>
          <p:nvPr/>
        </p:nvSpPr>
        <p:spPr>
          <a:xfrm>
            <a:off x="357238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9E723D-C813-4BC6-9DC8-41E61E32D239}"/>
              </a:ext>
            </a:extLst>
          </p:cNvPr>
          <p:cNvSpPr/>
          <p:nvPr/>
        </p:nvSpPr>
        <p:spPr>
          <a:xfrm>
            <a:off x="56374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9F91D3-A48E-46AF-8835-7FD265695982}"/>
              </a:ext>
            </a:extLst>
          </p:cNvPr>
          <p:cNvSpPr/>
          <p:nvPr/>
        </p:nvSpPr>
        <p:spPr>
          <a:xfrm>
            <a:off x="713854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032437-B8C4-47BA-9EE5-FD1E7AA0A717}"/>
              </a:ext>
            </a:extLst>
          </p:cNvPr>
          <p:cNvSpPr/>
          <p:nvPr/>
        </p:nvSpPr>
        <p:spPr>
          <a:xfrm>
            <a:off x="89902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83C277-2DFA-4AA3-A052-4DADC20FEBA3}"/>
              </a:ext>
            </a:extLst>
          </p:cNvPr>
          <p:cNvSpPr/>
          <p:nvPr/>
        </p:nvSpPr>
        <p:spPr>
          <a:xfrm>
            <a:off x="8738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BC214F-5B14-4311-8364-36AB327F9ED1}"/>
              </a:ext>
            </a:extLst>
          </p:cNvPr>
          <p:cNvSpPr/>
          <p:nvPr/>
        </p:nvSpPr>
        <p:spPr>
          <a:xfrm>
            <a:off x="72833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37F6DC2-9A04-49E2-85FD-082E7F47DCF3}"/>
              </a:ext>
            </a:extLst>
          </p:cNvPr>
          <p:cNvSpPr/>
          <p:nvPr/>
        </p:nvSpPr>
        <p:spPr>
          <a:xfrm>
            <a:off x="537070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237E4C-CE8E-4482-A2AD-5367D90C1EC9}"/>
              </a:ext>
            </a:extLst>
          </p:cNvPr>
          <p:cNvSpPr/>
          <p:nvPr/>
        </p:nvSpPr>
        <p:spPr>
          <a:xfrm>
            <a:off x="39305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06331F-45F0-4EEE-9A41-E1662AD41A4C}"/>
              </a:ext>
            </a:extLst>
          </p:cNvPr>
          <p:cNvSpPr/>
          <p:nvPr/>
        </p:nvSpPr>
        <p:spPr>
          <a:xfrm>
            <a:off x="220078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AAC2A7-6CCB-4519-BE97-8041CF413B4D}"/>
              </a:ext>
            </a:extLst>
          </p:cNvPr>
          <p:cNvSpPr/>
          <p:nvPr/>
        </p:nvSpPr>
        <p:spPr>
          <a:xfrm>
            <a:off x="356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6AA839-A22E-4807-896C-EB3F0A5264D4}"/>
              </a:ext>
            </a:extLst>
          </p:cNvPr>
          <p:cNvSpPr/>
          <p:nvPr/>
        </p:nvSpPr>
        <p:spPr>
          <a:xfrm>
            <a:off x="3567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03241F-FD2C-4CDC-B622-8A5054433D3F}"/>
              </a:ext>
            </a:extLst>
          </p:cNvPr>
          <p:cNvSpPr/>
          <p:nvPr/>
        </p:nvSpPr>
        <p:spPr>
          <a:xfrm>
            <a:off x="194932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67D568-4986-45B1-B81D-C93FEC7DFD0B}"/>
              </a:ext>
            </a:extLst>
          </p:cNvPr>
          <p:cNvSpPr/>
          <p:nvPr/>
        </p:nvSpPr>
        <p:spPr>
          <a:xfrm>
            <a:off x="361048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EB3AB6-A275-41F7-84F1-C2588EED3AA3}"/>
              </a:ext>
            </a:extLst>
          </p:cNvPr>
          <p:cNvSpPr/>
          <p:nvPr/>
        </p:nvSpPr>
        <p:spPr>
          <a:xfrm>
            <a:off x="562216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C1F025-D5E3-4617-B272-89227E49F89F}"/>
              </a:ext>
            </a:extLst>
          </p:cNvPr>
          <p:cNvSpPr/>
          <p:nvPr/>
        </p:nvSpPr>
        <p:spPr>
          <a:xfrm>
            <a:off x="693280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BC94A5-47BC-4426-A22B-C07ED9F26120}"/>
              </a:ext>
            </a:extLst>
          </p:cNvPr>
          <p:cNvSpPr/>
          <p:nvPr/>
        </p:nvSpPr>
        <p:spPr>
          <a:xfrm>
            <a:off x="90816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02D3CD-12CA-4ED9-9E84-2325C94C3390}"/>
              </a:ext>
            </a:extLst>
          </p:cNvPr>
          <p:cNvSpPr/>
          <p:nvPr/>
        </p:nvSpPr>
        <p:spPr>
          <a:xfrm>
            <a:off x="90816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4E861B-67D4-48A8-9B29-E43B4DDB92AF}"/>
              </a:ext>
            </a:extLst>
          </p:cNvPr>
          <p:cNvSpPr/>
          <p:nvPr/>
        </p:nvSpPr>
        <p:spPr>
          <a:xfrm>
            <a:off x="74052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B8EA9C-D746-49AB-962F-D578E28A4F9D}"/>
              </a:ext>
            </a:extLst>
          </p:cNvPr>
          <p:cNvSpPr/>
          <p:nvPr/>
        </p:nvSpPr>
        <p:spPr>
          <a:xfrm>
            <a:off x="543166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E089CA-60CB-45C9-884D-A40E3AEAF185}"/>
              </a:ext>
            </a:extLst>
          </p:cNvPr>
          <p:cNvSpPr/>
          <p:nvPr/>
        </p:nvSpPr>
        <p:spPr>
          <a:xfrm>
            <a:off x="429628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45D7E2-086A-4492-9FBF-0C378B8D3269}"/>
              </a:ext>
            </a:extLst>
          </p:cNvPr>
          <p:cNvSpPr/>
          <p:nvPr/>
        </p:nvSpPr>
        <p:spPr>
          <a:xfrm>
            <a:off x="194170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5F8704-653C-400E-AB0C-98BA2770274E}"/>
              </a:ext>
            </a:extLst>
          </p:cNvPr>
          <p:cNvSpPr/>
          <p:nvPr/>
        </p:nvSpPr>
        <p:spPr>
          <a:xfrm>
            <a:off x="80632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4C93C9-5FED-4509-B55B-53CBFB1829F9}"/>
              </a:ext>
            </a:extLst>
          </p:cNvPr>
          <p:cNvSpPr/>
          <p:nvPr/>
        </p:nvSpPr>
        <p:spPr>
          <a:xfrm>
            <a:off x="55225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6E0EC7-2D51-4B5F-92D2-9CD7588773D3}"/>
              </a:ext>
            </a:extLst>
          </p:cNvPr>
          <p:cNvSpPr/>
          <p:nvPr/>
        </p:nvSpPr>
        <p:spPr>
          <a:xfrm>
            <a:off x="23200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F293E7-2C1E-432E-A1CD-7B55E02DF103}"/>
              </a:ext>
            </a:extLst>
          </p:cNvPr>
          <p:cNvSpPr/>
          <p:nvPr/>
        </p:nvSpPr>
        <p:spPr>
          <a:xfrm>
            <a:off x="36916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6502BB1-05F6-4C25-AA7A-F1DDD1023925}"/>
              </a:ext>
            </a:extLst>
          </p:cNvPr>
          <p:cNvSpPr/>
          <p:nvPr/>
        </p:nvSpPr>
        <p:spPr>
          <a:xfrm>
            <a:off x="56805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4277FE-AF6A-4C7A-9D85-C9E9FC7709B6}"/>
              </a:ext>
            </a:extLst>
          </p:cNvPr>
          <p:cNvSpPr/>
          <p:nvPr/>
        </p:nvSpPr>
        <p:spPr>
          <a:xfrm>
            <a:off x="69301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369FE7-A945-4CDC-A1A0-86DF5A6A6489}"/>
              </a:ext>
            </a:extLst>
          </p:cNvPr>
          <p:cNvSpPr/>
          <p:nvPr/>
        </p:nvSpPr>
        <p:spPr>
          <a:xfrm>
            <a:off x="85761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BC9B363-96EF-40C2-9684-F141F8CB5B29}"/>
              </a:ext>
            </a:extLst>
          </p:cNvPr>
          <p:cNvSpPr/>
          <p:nvPr/>
        </p:nvSpPr>
        <p:spPr>
          <a:xfrm>
            <a:off x="85761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25FD5F5-E438-45D0-9168-C3B6B6F29CD4}"/>
              </a:ext>
            </a:extLst>
          </p:cNvPr>
          <p:cNvSpPr/>
          <p:nvPr/>
        </p:nvSpPr>
        <p:spPr>
          <a:xfrm>
            <a:off x="69149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085562-E610-453D-A882-9EA42F767471}"/>
              </a:ext>
            </a:extLst>
          </p:cNvPr>
          <p:cNvSpPr/>
          <p:nvPr/>
        </p:nvSpPr>
        <p:spPr>
          <a:xfrm>
            <a:off x="528427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20A08C0-2885-4BD4-A288-AEE230A105AA}"/>
              </a:ext>
            </a:extLst>
          </p:cNvPr>
          <p:cNvSpPr/>
          <p:nvPr/>
        </p:nvSpPr>
        <p:spPr>
          <a:xfrm>
            <a:off x="40955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A19852-CC2D-44B5-B1A0-EE61A8BB48C9}"/>
              </a:ext>
            </a:extLst>
          </p:cNvPr>
          <p:cNvSpPr/>
          <p:nvPr/>
        </p:nvSpPr>
        <p:spPr>
          <a:xfrm>
            <a:off x="199243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BE61F8B-D12C-4646-B78D-E32602532DB9}"/>
              </a:ext>
            </a:extLst>
          </p:cNvPr>
          <p:cNvSpPr/>
          <p:nvPr/>
        </p:nvSpPr>
        <p:spPr>
          <a:xfrm>
            <a:off x="3084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1AECE2-3256-4F79-8DE8-8C66AB477EC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D0D0D0"/>
              </a:clrFrom>
              <a:clrTo>
                <a:srgbClr val="D0D0D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729" y="62693"/>
            <a:ext cx="365253" cy="39886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FEC7B7D-18BC-4885-B8B2-8983B2BC56A3}"/>
              </a:ext>
            </a:extLst>
          </p:cNvPr>
          <p:cNvSpPr/>
          <p:nvPr/>
        </p:nvSpPr>
        <p:spPr>
          <a:xfrm>
            <a:off x="2286635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C8E18-13DC-4804-8334-46F13100549D}"/>
              </a:ext>
            </a:extLst>
          </p:cNvPr>
          <p:cNvSpPr/>
          <p:nvPr/>
        </p:nvSpPr>
        <p:spPr>
          <a:xfrm>
            <a:off x="7504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1E0503-E1FD-4A0A-974C-95D428581721}"/>
              </a:ext>
            </a:extLst>
          </p:cNvPr>
          <p:cNvSpPr/>
          <p:nvPr/>
        </p:nvSpPr>
        <p:spPr>
          <a:xfrm>
            <a:off x="193408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09FCE9-366E-4DDF-8F36-42BCB37F821B}"/>
              </a:ext>
            </a:extLst>
          </p:cNvPr>
          <p:cNvSpPr/>
          <p:nvPr/>
        </p:nvSpPr>
        <p:spPr>
          <a:xfrm>
            <a:off x="2424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97C7E28-4AA8-440E-AF46-34B5C09BFF26}"/>
              </a:ext>
            </a:extLst>
          </p:cNvPr>
          <p:cNvSpPr/>
          <p:nvPr/>
        </p:nvSpPr>
        <p:spPr>
          <a:xfrm rot="16200000">
            <a:off x="1504303" y="246406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15CA3E-556C-48B2-A8E4-2101997CBA93}"/>
              </a:ext>
            </a:extLst>
          </p:cNvPr>
          <p:cNvSpPr/>
          <p:nvPr/>
        </p:nvSpPr>
        <p:spPr>
          <a:xfrm rot="16200000">
            <a:off x="1504303" y="159538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E904C90-9591-4476-B8AD-F7CEB434F214}"/>
              </a:ext>
            </a:extLst>
          </p:cNvPr>
          <p:cNvSpPr/>
          <p:nvPr/>
        </p:nvSpPr>
        <p:spPr>
          <a:xfrm rot="16200000">
            <a:off x="1504303" y="87910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B0B8692-6882-42ED-A2F4-9E0627FE85E6}"/>
              </a:ext>
            </a:extLst>
          </p:cNvPr>
          <p:cNvSpPr/>
          <p:nvPr/>
        </p:nvSpPr>
        <p:spPr>
          <a:xfrm rot="16200000">
            <a:off x="1504303" y="34150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8BB765-69BA-4445-B3E3-53DFDF02C445}"/>
              </a:ext>
            </a:extLst>
          </p:cNvPr>
          <p:cNvSpPr/>
          <p:nvPr/>
        </p:nvSpPr>
        <p:spPr>
          <a:xfrm rot="16200000">
            <a:off x="150430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939A0BB-4535-4F70-B315-66D458D4B646}"/>
              </a:ext>
            </a:extLst>
          </p:cNvPr>
          <p:cNvSpPr/>
          <p:nvPr/>
        </p:nvSpPr>
        <p:spPr>
          <a:xfrm rot="16200000">
            <a:off x="1504303" y="497561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1FB9BBB-79F0-43E6-AD3C-F40DA7033B73}"/>
              </a:ext>
            </a:extLst>
          </p:cNvPr>
          <p:cNvSpPr/>
          <p:nvPr/>
        </p:nvSpPr>
        <p:spPr>
          <a:xfrm rot="16200000">
            <a:off x="1504303" y="588022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E66D584-918D-433A-98FF-6AFC3759CD30}"/>
              </a:ext>
            </a:extLst>
          </p:cNvPr>
          <p:cNvSpPr/>
          <p:nvPr/>
        </p:nvSpPr>
        <p:spPr>
          <a:xfrm rot="16200000">
            <a:off x="3138031" y="2649093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F2816A8-2B78-4983-BBAA-58896E9C45CA}"/>
              </a:ext>
            </a:extLst>
          </p:cNvPr>
          <p:cNvSpPr/>
          <p:nvPr/>
        </p:nvSpPr>
        <p:spPr>
          <a:xfrm rot="16200000">
            <a:off x="3138031" y="171800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CEAC482-2F89-474D-A256-DD4888F9F411}"/>
              </a:ext>
            </a:extLst>
          </p:cNvPr>
          <p:cNvSpPr/>
          <p:nvPr/>
        </p:nvSpPr>
        <p:spPr>
          <a:xfrm rot="16200000">
            <a:off x="3138031" y="78691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A3165BC-D86F-4371-8EFE-5F74E31E4C26}"/>
              </a:ext>
            </a:extLst>
          </p:cNvPr>
          <p:cNvSpPr/>
          <p:nvPr/>
        </p:nvSpPr>
        <p:spPr>
          <a:xfrm rot="16200000">
            <a:off x="3138031" y="32832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4F6103D-A445-4229-9958-41AEE71AB411}"/>
              </a:ext>
            </a:extLst>
          </p:cNvPr>
          <p:cNvSpPr/>
          <p:nvPr/>
        </p:nvSpPr>
        <p:spPr>
          <a:xfrm rot="16200000">
            <a:off x="3138031" y="425248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71E7F5B-2E18-4EBF-994A-FE5B60CEAD7B}"/>
              </a:ext>
            </a:extLst>
          </p:cNvPr>
          <p:cNvSpPr/>
          <p:nvPr/>
        </p:nvSpPr>
        <p:spPr>
          <a:xfrm rot="16200000">
            <a:off x="3138031" y="513641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BD3B0C0-2179-468B-95D1-AD8744D80D9E}"/>
              </a:ext>
            </a:extLst>
          </p:cNvPr>
          <p:cNvSpPr/>
          <p:nvPr/>
        </p:nvSpPr>
        <p:spPr>
          <a:xfrm rot="16200000">
            <a:off x="3138031" y="58595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6640C12-AE8E-431A-8D27-8A8D2DC587B1}"/>
              </a:ext>
            </a:extLst>
          </p:cNvPr>
          <p:cNvSpPr/>
          <p:nvPr/>
        </p:nvSpPr>
        <p:spPr>
          <a:xfrm rot="16200000">
            <a:off x="4796143" y="251230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D8FA28E-298F-4EBC-913A-2319321E6219}"/>
              </a:ext>
            </a:extLst>
          </p:cNvPr>
          <p:cNvSpPr/>
          <p:nvPr/>
        </p:nvSpPr>
        <p:spPr>
          <a:xfrm rot="16200000">
            <a:off x="4796143" y="1689122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0ECD2DE-4B2D-4D70-A5FF-46283D268AB5}"/>
              </a:ext>
            </a:extLst>
          </p:cNvPr>
          <p:cNvSpPr/>
          <p:nvPr/>
        </p:nvSpPr>
        <p:spPr>
          <a:xfrm rot="16200000">
            <a:off x="4796143" y="9659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84C8583-77DA-4653-B4B0-A5C8AEE1933B}"/>
              </a:ext>
            </a:extLst>
          </p:cNvPr>
          <p:cNvSpPr/>
          <p:nvPr/>
        </p:nvSpPr>
        <p:spPr>
          <a:xfrm rot="16200000">
            <a:off x="4796143" y="330200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D559A06-E61D-4300-A3F5-F5DD8528B77E}"/>
              </a:ext>
            </a:extLst>
          </p:cNvPr>
          <p:cNvSpPr/>
          <p:nvPr/>
        </p:nvSpPr>
        <p:spPr>
          <a:xfrm rot="16200000">
            <a:off x="4796143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6E6532-6322-4759-AF24-CCFA4E58CC9E}"/>
              </a:ext>
            </a:extLst>
          </p:cNvPr>
          <p:cNvSpPr/>
          <p:nvPr/>
        </p:nvSpPr>
        <p:spPr>
          <a:xfrm rot="16200000">
            <a:off x="4796143" y="509538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6B1A6DA-1E9E-45CB-85AB-B26CF24EE74A}"/>
              </a:ext>
            </a:extLst>
          </p:cNvPr>
          <p:cNvSpPr/>
          <p:nvPr/>
        </p:nvSpPr>
        <p:spPr>
          <a:xfrm rot="16200000">
            <a:off x="4796143" y="60422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91F8C3-40A5-41DB-B548-1F4AF95C3E9C}"/>
              </a:ext>
            </a:extLst>
          </p:cNvPr>
          <p:cNvSpPr/>
          <p:nvPr/>
        </p:nvSpPr>
        <p:spPr>
          <a:xfrm rot="16200000">
            <a:off x="6442063" y="2624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AE76D53-DF0B-474C-943F-1ED1373C1352}"/>
              </a:ext>
            </a:extLst>
          </p:cNvPr>
          <p:cNvSpPr/>
          <p:nvPr/>
        </p:nvSpPr>
        <p:spPr>
          <a:xfrm rot="16200000">
            <a:off x="6442063" y="167506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2038547-5B80-4B5C-B099-633FD2F99078}"/>
              </a:ext>
            </a:extLst>
          </p:cNvPr>
          <p:cNvSpPr/>
          <p:nvPr/>
        </p:nvSpPr>
        <p:spPr>
          <a:xfrm rot="16200000">
            <a:off x="6442063" y="78355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7DFC210-E290-473C-BAAE-E076E2DE1A26}"/>
              </a:ext>
            </a:extLst>
          </p:cNvPr>
          <p:cNvSpPr/>
          <p:nvPr/>
        </p:nvSpPr>
        <p:spPr>
          <a:xfrm rot="16200000">
            <a:off x="6442063" y="32918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A9ADFEC-855C-414C-BC9D-93C8135AC144}"/>
              </a:ext>
            </a:extLst>
          </p:cNvPr>
          <p:cNvSpPr/>
          <p:nvPr/>
        </p:nvSpPr>
        <p:spPr>
          <a:xfrm rot="16200000">
            <a:off x="644206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88F8723-5585-4BED-BEA8-2489748F6669}"/>
              </a:ext>
            </a:extLst>
          </p:cNvPr>
          <p:cNvSpPr/>
          <p:nvPr/>
        </p:nvSpPr>
        <p:spPr>
          <a:xfrm rot="16200000">
            <a:off x="6442063" y="504356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2F9614-9623-41EE-B6A6-32A0F72949E6}"/>
              </a:ext>
            </a:extLst>
          </p:cNvPr>
          <p:cNvSpPr/>
          <p:nvPr/>
        </p:nvSpPr>
        <p:spPr>
          <a:xfrm rot="16200000">
            <a:off x="6442063" y="583463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84F3F33-DFC6-4784-927C-F074861381A5}"/>
              </a:ext>
            </a:extLst>
          </p:cNvPr>
          <p:cNvSpPr/>
          <p:nvPr/>
        </p:nvSpPr>
        <p:spPr>
          <a:xfrm rot="16200000">
            <a:off x="8081887" y="2399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CBCCCC3-93A5-49C1-915B-96498632B7C9}"/>
              </a:ext>
            </a:extLst>
          </p:cNvPr>
          <p:cNvSpPr/>
          <p:nvPr/>
        </p:nvSpPr>
        <p:spPr>
          <a:xfrm rot="16200000">
            <a:off x="8081887" y="175617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931607E-B066-4956-A959-2480AAB5801D}"/>
              </a:ext>
            </a:extLst>
          </p:cNvPr>
          <p:cNvSpPr/>
          <p:nvPr/>
        </p:nvSpPr>
        <p:spPr>
          <a:xfrm rot="16200000">
            <a:off x="8081887" y="91677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1E2F300-998A-4AD6-8DD1-4D98C79AB772}"/>
              </a:ext>
            </a:extLst>
          </p:cNvPr>
          <p:cNvSpPr/>
          <p:nvPr/>
        </p:nvSpPr>
        <p:spPr>
          <a:xfrm rot="16200000">
            <a:off x="8081887" y="34705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46802CD-6FA8-4AB7-90FD-1381CE1D9AD2}"/>
              </a:ext>
            </a:extLst>
          </p:cNvPr>
          <p:cNvSpPr/>
          <p:nvPr/>
        </p:nvSpPr>
        <p:spPr>
          <a:xfrm rot="16200000">
            <a:off x="8081887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94F80A5-3306-4C83-B3D2-159F9695EF80}"/>
              </a:ext>
            </a:extLst>
          </p:cNvPr>
          <p:cNvSpPr/>
          <p:nvPr/>
        </p:nvSpPr>
        <p:spPr>
          <a:xfrm rot="16200000">
            <a:off x="8081887" y="515465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C96D055-7406-4185-ADA3-B1C2920AB0A5}"/>
              </a:ext>
            </a:extLst>
          </p:cNvPr>
          <p:cNvSpPr/>
          <p:nvPr/>
        </p:nvSpPr>
        <p:spPr>
          <a:xfrm rot="16200000">
            <a:off x="8081887" y="578408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F5D38D-814E-531B-ABF7-866A48EB62DB}"/>
              </a:ext>
            </a:extLst>
          </p:cNvPr>
          <p:cNvSpPr txBox="1"/>
          <p:nvPr/>
        </p:nvSpPr>
        <p:spPr>
          <a:xfrm>
            <a:off x="3177552" y="33266"/>
            <a:ext cx="902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БАШТА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C239AA-3097-1803-0F58-A1DA0516A9C0}"/>
              </a:ext>
            </a:extLst>
          </p:cNvPr>
          <p:cNvSpPr txBox="1"/>
          <p:nvPr/>
        </p:nvSpPr>
        <p:spPr>
          <a:xfrm>
            <a:off x="7659306" y="6381186"/>
            <a:ext cx="1027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2400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АЯГЫ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91592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D6BC54-0367-9288-97D1-C502331F1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79615" y="1075210"/>
            <a:ext cx="6757656" cy="47075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A310AE-56AE-A553-16B4-AFE47B73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69477" y="1075210"/>
            <a:ext cx="6757656" cy="470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025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E0860C-46D2-B420-49E5-208C0818E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9050"/>
            <a:ext cx="4894932" cy="3409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9FFFEF-588A-45E7-CF21-D40A883A5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9050"/>
            <a:ext cx="4894932" cy="34099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C05C97-60E1-D877-DE05-A4EA1C1EB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60618"/>
            <a:ext cx="4894932" cy="32973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A7BD9F-C9D0-85FB-0F9A-57684511E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999" y="3560618"/>
            <a:ext cx="4894932" cy="329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55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AB84947-7A45-4D43-8CBA-4FC99F101DA1}"/>
              </a:ext>
            </a:extLst>
          </p:cNvPr>
          <p:cNvSpPr/>
          <p:nvPr/>
        </p:nvSpPr>
        <p:spPr>
          <a:xfrm>
            <a:off x="765922" y="-74271"/>
            <a:ext cx="339157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b="1" cap="none" spc="0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75000"/>
                  </a:schemeClr>
                </a:solidFill>
                <a:effectLst/>
              </a:rPr>
              <a:t>Өз лабиринтиңди жаса!</a:t>
            </a:r>
            <a:endParaRPr lang="en-US" sz="240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>
                  <a:lumMod val="75000"/>
                </a:schemeClr>
              </a:solidFill>
              <a:effectLst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D7185D-EE04-4567-8777-7230CAFC9375}"/>
              </a:ext>
            </a:extLst>
          </p:cNvPr>
          <p:cNvCxnSpPr>
            <a:cxnSpLocks/>
          </p:cNvCxnSpPr>
          <p:nvPr/>
        </p:nvCxnSpPr>
        <p:spPr>
          <a:xfrm>
            <a:off x="60533" y="3982720"/>
            <a:ext cx="487562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CDA7A22-647C-48CE-859B-38B2D345C553}"/>
              </a:ext>
            </a:extLst>
          </p:cNvPr>
          <p:cNvSpPr txBox="1"/>
          <p:nvPr/>
        </p:nvSpPr>
        <p:spPr>
          <a:xfrm>
            <a:off x="40428" y="4991910"/>
            <a:ext cx="7954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Черно</a:t>
            </a:r>
            <a:endParaRPr lang="en-US" dirty="0"/>
          </a:p>
          <a:p>
            <a:pPr algn="ctr"/>
            <a:r>
              <a:rPr lang="ru-RU" dirty="0"/>
              <a:t>вик</a:t>
            </a:r>
            <a:r>
              <a:rPr lang="en-GB" dirty="0"/>
              <a:t> </a:t>
            </a:r>
          </a:p>
          <a:p>
            <a:pPr algn="ctr"/>
            <a:r>
              <a:rPr lang="en-GB" dirty="0"/>
              <a:t>&amp; </a:t>
            </a:r>
          </a:p>
          <a:p>
            <a:pPr algn="ctr"/>
            <a:r>
              <a:rPr lang="ru-RU" dirty="0"/>
              <a:t>Жооп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AABAF9-AD92-4497-A133-3BDC1D035B0E}"/>
              </a:ext>
            </a:extLst>
          </p:cNvPr>
          <p:cNvSpPr txBox="1"/>
          <p:nvPr/>
        </p:nvSpPr>
        <p:spPr>
          <a:xfrm>
            <a:off x="1030174" y="3645822"/>
            <a:ext cx="25779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Түзгөн: </a:t>
            </a:r>
            <a:r>
              <a:rPr lang="en-GB" sz="1400" b="1" dirty="0"/>
              <a:t>____________________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B40523-B265-5C12-EFB8-BC7286BE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0" y="416514"/>
            <a:ext cx="4815948" cy="32293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4AE409-8DFF-F884-9929-331429624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38" y="4043982"/>
            <a:ext cx="4069479" cy="28140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7FAC3D-5746-E73B-6E11-4856AACFA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622" y="84820"/>
            <a:ext cx="4825950" cy="677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868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777BF9-EF20-28FC-2B4B-49B095B86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06571" y="1006572"/>
            <a:ext cx="6862238" cy="48490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D3F89E-2364-4FDD-F0BF-F50A27D16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42963" y="1010037"/>
            <a:ext cx="6862238" cy="484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733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88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682067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9529</TotalTime>
  <Words>995</Words>
  <Application>Microsoft Office PowerPoint</Application>
  <PresentationFormat>A4 Paper (210x297 mm)</PresentationFormat>
  <Paragraphs>381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 Light</vt:lpstr>
      <vt:lpstr>Arial</vt:lpstr>
      <vt:lpstr>Calibri</vt:lpstr>
      <vt:lpstr>Honeydripper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418</cp:revision>
  <cp:lastPrinted>2024-08-21T04:35:51Z</cp:lastPrinted>
  <dcterms:created xsi:type="dcterms:W3CDTF">2017-01-17T16:57:04Z</dcterms:created>
  <dcterms:modified xsi:type="dcterms:W3CDTF">2024-08-21T09:10:59Z</dcterms:modified>
</cp:coreProperties>
</file>