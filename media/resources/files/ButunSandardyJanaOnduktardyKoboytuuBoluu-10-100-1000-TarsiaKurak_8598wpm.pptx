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1" r:id="rId3"/>
    <p:sldId id="281" r:id="rId4"/>
    <p:sldId id="942" r:id="rId5"/>
    <p:sldId id="939" r:id="rId6"/>
    <p:sldId id="833" r:id="rId7"/>
    <p:sldId id="834" r:id="rId8"/>
    <p:sldId id="943" r:id="rId9"/>
  </p:sldIdLst>
  <p:sldSz cx="9906000" cy="6858000" type="A4"/>
  <p:notesSz cx="6669088" cy="9926638"/>
  <p:embeddedFontLst>
    <p:embeddedFont>
      <p:font typeface="Verdana" panose="020B060403050404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1"/>
          </p14:sldIdLst>
        </p14:section>
        <p14:section name="Титулдык слайд" id="{0A3A3963-DD06-45C2-8B7F-F345A3B1520E}">
          <p14:sldIdLst>
            <p14:sldId id="281"/>
            <p14:sldId id="942"/>
          </p14:sldIdLst>
        </p14:section>
        <p14:section name="Толук баракча курак" id="{531F805A-1DCC-40B3-8FB9-6E08FCFE2E5B}">
          <p14:sldIdLst>
            <p14:sldId id="939"/>
          </p14:sldIdLst>
        </p14:section>
        <p14:section name="Жарым баракча курак" id="{5DF08072-BA7F-4529-9AD7-1EC420FF613B}">
          <p14:sldIdLst>
            <p14:sldId id="833"/>
            <p14:sldId id="834"/>
          </p14:sldIdLst>
        </p14:section>
        <p14:section name="Жооптор" id="{56223EB8-1375-4DC7-8A6D-5C55890171F0}">
          <p14:sldIdLst/>
        </p14:section>
        <p14:section name="Кайтарым байланыш" id="{F3D720CF-F566-46A6-9361-125255B68FA6}">
          <p14:sldIdLst>
            <p14:sldId id="9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66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40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74759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4613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754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8/24/2024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036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8/24/2024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00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8/24/2024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65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2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8/24/2024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149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118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8/24/2024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53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49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730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06780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53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3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8/24/2024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3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29328" y="1578327"/>
            <a:ext cx="804862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2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 жана бөлүү –Тарсиа Курак</a:t>
            </a: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2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2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2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25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16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16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19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19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19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388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87362" y="642938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76426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Үч бурчтуктарды бөлүп кесип алгыла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75" dirty="0"/>
              <a:t>Ката</a:t>
            </a:r>
            <a:endParaRPr lang="en-US" sz="227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600" dirty="0"/>
              <a:t>Туура</a:t>
            </a:r>
            <a:endParaRPr lang="en-US" sz="26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3" y="2742651"/>
            <a:ext cx="3779204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sz="1463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1463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lang="en-US" sz="1463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88816" y="3113031"/>
            <a:ext cx="37905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</a:t>
            </a:r>
          </a:p>
          <a:p>
            <a:pPr algn="ctr"/>
            <a:r>
              <a:rPr lang="ru-RU" sz="3200" dirty="0"/>
              <a:t>бүтүрө аласызбы?</a:t>
            </a:r>
            <a:endParaRPr lang="en-GB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297F46-2A31-2BDE-5226-CA1A740153BD}"/>
              </a:ext>
            </a:extLst>
          </p:cNvPr>
          <p:cNvSpPr/>
          <p:nvPr/>
        </p:nvSpPr>
        <p:spPr>
          <a:xfrm>
            <a:off x="202533" y="335280"/>
            <a:ext cx="602408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glow rad="393700">
                    <a:schemeClr val="accent6">
                      <a:satMod val="175000"/>
                      <a:alpha val="34000"/>
                    </a:schemeClr>
                  </a:glow>
                  <a:outerShdw dist="38100" algn="bl" rotWithShape="0">
                    <a:srgbClr val="00B050"/>
                  </a:outerShdw>
                  <a:reflection blurRad="6350" stA="60000" endA="900" endPos="60000" dist="60007" dir="5400000" sy="-100000" algn="bl" rotWithShape="0"/>
                </a:effectLst>
                <a:highlight>
                  <a:srgbClr val="FFFF00"/>
                </a:highlight>
              </a:rPr>
              <a:t>Тарсиа Курак</a:t>
            </a:r>
            <a:endParaRPr lang="en-US" sz="80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>
                  <a:lumMod val="50000"/>
                </a:schemeClr>
              </a:solidFill>
              <a:effectLst>
                <a:glow rad="393700">
                  <a:schemeClr val="accent6">
                    <a:satMod val="175000"/>
                    <a:alpha val="34000"/>
                  </a:schemeClr>
                </a:glow>
                <a:outerShdw dist="38100" algn="bl" rotWithShape="0">
                  <a:srgbClr val="00B050"/>
                </a:outerShdw>
                <a:reflection blurRad="6350" stA="60000" endA="900" endPos="60000" dist="60007" dir="5400000" sy="-100000" algn="bl" rotWithShape="0"/>
              </a:effectLst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3447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4F0B37-0318-4A63-95CE-87800DEEF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47274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30C7E6-4C15-4730-9CBA-BDC93190C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937" y="0"/>
            <a:ext cx="4945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CBCC83-2E67-47E1-9E80-7AC1CEA9093F}"/>
              </a:ext>
            </a:extLst>
          </p:cNvPr>
          <p:cNvSpPr txBox="1"/>
          <p:nvPr/>
        </p:nvSpPr>
        <p:spPr>
          <a:xfrm>
            <a:off x="3291603" y="0"/>
            <a:ext cx="33386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/>
              <a:t>Абайла!</a:t>
            </a:r>
          </a:p>
          <a:p>
            <a:pPr algn="ctr"/>
            <a:r>
              <a:rPr lang="ky-KG" sz="1600" b="1" dirty="0"/>
              <a:t>Курак</a:t>
            </a:r>
            <a:r>
              <a:rPr lang="ru-RU" sz="1600" b="1" dirty="0"/>
              <a:t> бир гана жол менен куралат.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9D7DE00-971D-41EB-AEDC-A2CD716DD282}"/>
              </a:ext>
            </a:extLst>
          </p:cNvPr>
          <p:cNvGrpSpPr/>
          <p:nvPr/>
        </p:nvGrpSpPr>
        <p:grpSpPr>
          <a:xfrm rot="16200000">
            <a:off x="-1056876" y="1053017"/>
            <a:ext cx="6824135" cy="4738422"/>
            <a:chOff x="0" y="-20353"/>
            <a:chExt cx="9906000" cy="687835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CD8F5E5-2370-43A1-B392-32FD4D3AC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7274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EDC2943-940B-438E-B74D-C2A587448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0937" y="0"/>
              <a:ext cx="4945063" cy="6858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4113B1-7D89-4247-BB7B-51203242E085}"/>
                </a:ext>
              </a:extLst>
            </p:cNvPr>
            <p:cNvSpPr txBox="1"/>
            <p:nvPr/>
          </p:nvSpPr>
          <p:spPr>
            <a:xfrm>
              <a:off x="3242261" y="-20353"/>
              <a:ext cx="3437355" cy="625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100" b="1" dirty="0"/>
                <a:t>Абайла!</a:t>
              </a:r>
            </a:p>
            <a:p>
              <a:pPr algn="ctr"/>
              <a:r>
                <a:rPr lang="ky-KG" sz="1100" b="1" dirty="0"/>
                <a:t>Курак</a:t>
              </a:r>
              <a:r>
                <a:rPr lang="ru-RU" sz="1100" b="1" dirty="0"/>
                <a:t> бир гана жол менен куралат.</a:t>
              </a:r>
              <a:endParaRPr lang="en-GB" sz="11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7AE3A7C-BA16-4564-ACE4-A5986679892C}"/>
              </a:ext>
            </a:extLst>
          </p:cNvPr>
          <p:cNvGrpSpPr/>
          <p:nvPr/>
        </p:nvGrpSpPr>
        <p:grpSpPr>
          <a:xfrm rot="16200000">
            <a:off x="4114564" y="1053017"/>
            <a:ext cx="6824135" cy="4738422"/>
            <a:chOff x="0" y="-20353"/>
            <a:chExt cx="9906000" cy="687835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BADC3E1-C564-4C58-A193-810A137EF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7274" cy="6858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8058E73-3422-46BE-A4CA-E6032AB6B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0937" y="0"/>
              <a:ext cx="4945063" cy="6858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3280EB-5A1A-48A6-B169-334544EAD2D8}"/>
                </a:ext>
              </a:extLst>
            </p:cNvPr>
            <p:cNvSpPr txBox="1"/>
            <p:nvPr/>
          </p:nvSpPr>
          <p:spPr>
            <a:xfrm>
              <a:off x="3242261" y="-20353"/>
              <a:ext cx="3437355" cy="625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100" b="1" dirty="0"/>
                <a:t>Абайла!</a:t>
              </a:r>
            </a:p>
            <a:p>
              <a:pPr algn="ctr"/>
              <a:r>
                <a:rPr lang="ky-KG" sz="1100" b="1" dirty="0"/>
                <a:t>Курак</a:t>
              </a:r>
              <a:r>
                <a:rPr lang="ru-RU" sz="1100" b="1" dirty="0"/>
                <a:t> бир гана жол менен куралат.</a:t>
              </a:r>
              <a:endParaRPr lang="en-GB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BBA0F-1E08-4437-BCA9-700BBA057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23812"/>
            <a:ext cx="7867650" cy="6810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CFD591-F300-DBD6-1725-8C27A6243F24}"/>
              </a:ext>
            </a:extLst>
          </p:cNvPr>
          <p:cNvSpPr txBox="1"/>
          <p:nvPr/>
        </p:nvSpPr>
        <p:spPr>
          <a:xfrm>
            <a:off x="-466725" y="196334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6"/>
                </a:solidFill>
                <a:effectLst>
                  <a:glow rad="393700">
                    <a:schemeClr val="accent6">
                      <a:satMod val="175000"/>
                      <a:alpha val="34000"/>
                    </a:schemeClr>
                  </a:glow>
                  <a:outerShdw dist="38100" algn="bl" rotWithShape="0">
                    <a:srgbClr val="00B050"/>
                  </a:outerShdw>
                  <a:reflection blurRad="6350" stA="60000" endA="900" endPos="60000" dist="60007" dir="5400000" sy="-100000" algn="bl" rotWithShape="0"/>
                </a:effectLst>
              </a:rPr>
              <a:t>Жообу</a:t>
            </a:r>
            <a:endParaRPr lang="en-US" sz="66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6"/>
              </a:solidFill>
              <a:effectLst>
                <a:glow rad="393700">
                  <a:schemeClr val="accent6">
                    <a:satMod val="175000"/>
                    <a:alpha val="34000"/>
                  </a:schemeClr>
                </a:glow>
                <a:outerShdw dist="38100" algn="bl" rotWithShape="0">
                  <a:srgbClr val="00B050"/>
                </a:outerShdw>
                <a:reflection blurRad="6350" stA="60000" endA="900" endPos="6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012954"/>
            <a:ext cx="924088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858925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199</Words>
  <Application>Microsoft Office PowerPoint</Application>
  <PresentationFormat>A4 Paper (210x297 mm)</PresentationFormat>
  <Paragraphs>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Verdana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2024-08-24T07:02:16Z</cp:lastPrinted>
  <dcterms:created xsi:type="dcterms:W3CDTF">2017-01-17T16:57:04Z</dcterms:created>
  <dcterms:modified xsi:type="dcterms:W3CDTF">2024-08-24T07:02:41Z</dcterms:modified>
</cp:coreProperties>
</file>