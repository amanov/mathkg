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3" r:id="rId2"/>
    <p:sldId id="941" r:id="rId3"/>
    <p:sldId id="939" r:id="rId4"/>
    <p:sldId id="833" r:id="rId5"/>
    <p:sldId id="832" r:id="rId6"/>
    <p:sldId id="942" r:id="rId7"/>
  </p:sldIdLst>
  <p:sldSz cx="9906000" cy="6858000" type="A4"/>
  <p:notesSz cx="6669088" cy="9926638"/>
  <p:embeddedFontLst>
    <p:embeddedFont>
      <p:font typeface="Fira Code" panose="020B0809050000020004" pitchFamily="49" charset="0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2F6C9E1-27A1-4E8B-A091-0541CB7C3378}">
          <p14:sldIdLst>
            <p14:sldId id="943"/>
          </p14:sldIdLst>
        </p14:section>
        <p14:section name="Титулдук слайд" id="{C2776275-125F-40A2-99AC-54B9C9535547}">
          <p14:sldIdLst>
            <p14:sldId id="941"/>
          </p14:sldIdLst>
        </p14:section>
        <p14:section name="Көрсөтүү үчүн" id="{CA0B4A51-1C5A-4331-831D-7D5748F4CE7C}">
          <p14:sldIdLst>
            <p14:sldId id="939"/>
          </p14:sldIdLst>
        </p14:section>
        <p14:section name="Жооптор" id="{4A1CF18F-CBD8-4CE8-9034-4022B8261C24}">
          <p14:sldIdLst>
            <p14:sldId id="833"/>
          </p14:sldIdLst>
        </p14:section>
        <p14:section name="Иш кагазы" id="{45D3F427-FE2C-4E31-94DD-C39B49B018A8}">
          <p14:sldIdLst>
            <p14:sldId id="832"/>
          </p14:sldIdLst>
        </p14:section>
        <p14:section name="Кайтарым байланыш" id="{1F462C69-5607-48A3-918A-31B1142082DE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595120"/>
            <a:ext cx="9677400" cy="451072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Бөлчөк, ондук, пайыздык жана катыштын эквиваленттүүлүгү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Катаны тапкыла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194945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053162" y="198509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936177" y="4185295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5003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E3B1AD8-F685-456C-9764-2AE4D348B39A}"/>
              </a:ext>
            </a:extLst>
          </p:cNvPr>
          <p:cNvGrpSpPr/>
          <p:nvPr/>
        </p:nvGrpSpPr>
        <p:grpSpPr>
          <a:xfrm>
            <a:off x="2004784" y="-3389"/>
            <a:ext cx="7910148" cy="6861389"/>
            <a:chOff x="1802403" y="1329605"/>
            <a:chExt cx="5926311" cy="514057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CF8082F-E8ED-482F-9FE3-0C5B969A7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29929" y="1329605"/>
              <a:ext cx="3043871" cy="257198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E14C09E-2C33-4C5B-B63E-648B126ADE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2403" y="3877871"/>
              <a:ext cx="5926311" cy="2592311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3076F6-A4FB-77F7-B219-11737337A40A}"/>
              </a:ext>
            </a:extLst>
          </p:cNvPr>
          <p:cNvSpPr txBox="1"/>
          <p:nvPr/>
        </p:nvSpPr>
        <p:spPr>
          <a:xfrm>
            <a:off x="322834" y="275043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 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B4D640-2656-2AAD-EFB6-AB5A0E1B3908}"/>
              </a:ext>
            </a:extLst>
          </p:cNvPr>
          <p:cNvSpPr txBox="1"/>
          <p:nvPr/>
        </p:nvSpPr>
        <p:spPr>
          <a:xfrm>
            <a:off x="322834" y="1578170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1FF08BD7-E46A-4D4F-A79F-ABD7E0291441}"/>
              </a:ext>
            </a:extLst>
          </p:cNvPr>
          <p:cNvGrpSpPr/>
          <p:nvPr/>
        </p:nvGrpSpPr>
        <p:grpSpPr>
          <a:xfrm>
            <a:off x="1605547" y="-3389"/>
            <a:ext cx="7910148" cy="6861389"/>
            <a:chOff x="1802403" y="1329605"/>
            <a:chExt cx="5926311" cy="514057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493503C-11C0-422A-9BD2-1E4D66D3E1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29929" y="1329605"/>
              <a:ext cx="3043871" cy="257198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9E8CC61-8640-488E-945F-66B88B331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2403" y="3877871"/>
              <a:ext cx="5926311" cy="2592311"/>
            </a:xfrm>
            <a:prstGeom prst="rect">
              <a:avLst/>
            </a:prstGeom>
          </p:spPr>
        </p:pic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7B72457-24FB-4CA8-A750-8B2CECF51C53}"/>
              </a:ext>
            </a:extLst>
          </p:cNvPr>
          <p:cNvSpPr/>
          <p:nvPr/>
        </p:nvSpPr>
        <p:spPr>
          <a:xfrm>
            <a:off x="4565319" y="5354516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4278731" y="2048748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C5FBDA-1083-4457-A84E-0383319636D9}"/>
              </a:ext>
            </a:extLst>
          </p:cNvPr>
          <p:cNvSpPr/>
          <p:nvPr/>
        </p:nvSpPr>
        <p:spPr>
          <a:xfrm>
            <a:off x="3449447" y="3634557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0597CB-DA76-43FE-8EAB-F15C08B1E402}"/>
              </a:ext>
            </a:extLst>
          </p:cNvPr>
          <p:cNvSpPr/>
          <p:nvPr/>
        </p:nvSpPr>
        <p:spPr>
          <a:xfrm>
            <a:off x="5544196" y="2033955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5449BE8-06D8-4B04-B68B-9AE72F53E1D1}"/>
              </a:ext>
            </a:extLst>
          </p:cNvPr>
          <p:cNvSpPr/>
          <p:nvPr/>
        </p:nvSpPr>
        <p:spPr>
          <a:xfrm>
            <a:off x="5441619" y="3733801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C9495C-652C-268A-AC4C-E560E10543AF}"/>
              </a:ext>
            </a:extLst>
          </p:cNvPr>
          <p:cNvSpPr txBox="1"/>
          <p:nvPr/>
        </p:nvSpPr>
        <p:spPr>
          <a:xfrm>
            <a:off x="447763" y="605568"/>
            <a:ext cx="3683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85984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A1ABADC-9721-1EBD-A10D-9519BC981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023710" y="1059085"/>
            <a:ext cx="6868342" cy="47294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8442EB-AA06-9A21-DFF1-5609FC223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61369" y="1069429"/>
            <a:ext cx="6868342" cy="4729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157448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8324</TotalTime>
  <Words>121</Words>
  <Application>Microsoft Office PowerPoint</Application>
  <PresentationFormat>A4 Paper (210x297 mm)</PresentationFormat>
  <Paragraphs>36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 Light</vt:lpstr>
      <vt:lpstr>Fira Code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362</cp:revision>
  <cp:lastPrinted>2024-09-04T04:29:09Z</cp:lastPrinted>
  <dcterms:created xsi:type="dcterms:W3CDTF">2017-01-17T16:57:04Z</dcterms:created>
  <dcterms:modified xsi:type="dcterms:W3CDTF">2024-09-04T04:30:17Z</dcterms:modified>
</cp:coreProperties>
</file>