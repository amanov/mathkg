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6669088" cy="9926638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Бөлчөк, ондук, пайыздык жана катыштын эквиваленттүүлүгү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E3B1AD8-F685-456C-9764-2AE4D348B39A}"/>
              </a:ext>
            </a:extLst>
          </p:cNvPr>
          <p:cNvGrpSpPr/>
          <p:nvPr/>
        </p:nvGrpSpPr>
        <p:grpSpPr>
          <a:xfrm>
            <a:off x="2004784" y="-3389"/>
            <a:ext cx="7910148" cy="6861389"/>
            <a:chOff x="1802403" y="1329605"/>
            <a:chExt cx="5926311" cy="51405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F8082F-E8ED-482F-9FE3-0C5B969A7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9929" y="1329605"/>
              <a:ext cx="3043871" cy="25719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14C09E-2C33-4C5B-B63E-648B126AD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2403" y="3877871"/>
              <a:ext cx="5926311" cy="259231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3076F6-A4FB-77F7-B219-11737337A40A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4D640-2656-2AAD-EFB6-AB5A0E1B3908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FF08BD7-E46A-4D4F-A79F-ABD7E0291441}"/>
              </a:ext>
            </a:extLst>
          </p:cNvPr>
          <p:cNvGrpSpPr/>
          <p:nvPr/>
        </p:nvGrpSpPr>
        <p:grpSpPr>
          <a:xfrm>
            <a:off x="1605547" y="-3389"/>
            <a:ext cx="7910148" cy="6861389"/>
            <a:chOff x="1802403" y="1329605"/>
            <a:chExt cx="5926311" cy="514057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93503C-11C0-422A-9BD2-1E4D66D3E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9929" y="1329605"/>
              <a:ext cx="3043871" cy="257198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E8CC61-8640-488E-945F-66B88B331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2403" y="3877871"/>
              <a:ext cx="5926311" cy="2592311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4565319" y="535451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278731" y="204874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449447" y="3634557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0597CB-DA76-43FE-8EAB-F15C08B1E402}"/>
              </a:ext>
            </a:extLst>
          </p:cNvPr>
          <p:cNvSpPr/>
          <p:nvPr/>
        </p:nvSpPr>
        <p:spPr>
          <a:xfrm>
            <a:off x="5544196" y="203395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449BE8-06D8-4B04-B68B-9AE72F53E1D1}"/>
              </a:ext>
            </a:extLst>
          </p:cNvPr>
          <p:cNvSpPr/>
          <p:nvPr/>
        </p:nvSpPr>
        <p:spPr>
          <a:xfrm>
            <a:off x="5441619" y="373380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9495C-652C-268A-AC4C-E560E10543AF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1ABADC-9721-1EBD-A10D-9519BC98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23710" y="1059085"/>
            <a:ext cx="6868342" cy="4729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442EB-AA06-9A21-DFF1-5609FC223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61369" y="1069429"/>
            <a:ext cx="6868342" cy="47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8324</TotalTime>
  <Words>121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Fira Code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2024-09-04T04:29:09Z</cp:lastPrinted>
  <dcterms:created xsi:type="dcterms:W3CDTF">2017-01-17T16:57:04Z</dcterms:created>
  <dcterms:modified xsi:type="dcterms:W3CDTF">2024-09-04T04:30:17Z</dcterms:modified>
</cp:coreProperties>
</file>