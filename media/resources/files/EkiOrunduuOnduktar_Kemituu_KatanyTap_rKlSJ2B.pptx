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Кемитүү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00CFEF7-E960-4328-B867-F504F96DCEE2}"/>
              </a:ext>
            </a:extLst>
          </p:cNvPr>
          <p:cNvGrpSpPr/>
          <p:nvPr/>
        </p:nvGrpSpPr>
        <p:grpSpPr>
          <a:xfrm>
            <a:off x="1979271" y="14705"/>
            <a:ext cx="7926729" cy="6843296"/>
            <a:chOff x="1853009" y="750935"/>
            <a:chExt cx="7002075" cy="60450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B3F60E2-F5AD-41DD-B0C4-335B91A35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0670" y="750935"/>
              <a:ext cx="3577265" cy="301911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B76929-23C5-4982-9251-C0DF0672F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3009" y="3746601"/>
              <a:ext cx="7002075" cy="304935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6992883-8BAB-7499-BE38-4B57E5C9F891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E49E0-1253-8F08-CBF5-9EE95ADF6A67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293397E-EE05-46B6-A99E-7830C1B23D36}"/>
              </a:ext>
            </a:extLst>
          </p:cNvPr>
          <p:cNvGrpSpPr/>
          <p:nvPr/>
        </p:nvGrpSpPr>
        <p:grpSpPr>
          <a:xfrm>
            <a:off x="1979271" y="14705"/>
            <a:ext cx="7926729" cy="6843296"/>
            <a:chOff x="1853009" y="750935"/>
            <a:chExt cx="7002075" cy="60450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59E071-C346-45C6-A544-F024EE97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0670" y="750935"/>
              <a:ext cx="3577265" cy="301911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C32752C-B2E5-4972-BB51-5FECEC3C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3009" y="3746601"/>
              <a:ext cx="7002075" cy="3049359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6358343" y="284471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745811" y="538968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364332" y="4431463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5297060" y="452370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2941387" y="5334913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448F7A-8C6D-47BA-B08B-8BF3A3A0F041}"/>
              </a:ext>
            </a:extLst>
          </p:cNvPr>
          <p:cNvSpPr/>
          <p:nvPr/>
        </p:nvSpPr>
        <p:spPr>
          <a:xfrm>
            <a:off x="4861955" y="190220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0D1DFF-847F-4C2D-B905-F4D2DAF2C5F5}"/>
              </a:ext>
            </a:extLst>
          </p:cNvPr>
          <p:cNvSpPr/>
          <p:nvPr/>
        </p:nvSpPr>
        <p:spPr>
          <a:xfrm>
            <a:off x="4360794" y="273747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C1291-F4B8-0163-A9BC-1D565C2E99D5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4A4B64-3A05-52C8-50B9-BACECF8E0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14257" y="1008885"/>
            <a:ext cx="6849899" cy="4821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19365F-F72E-177F-BB8B-EDBA2BF36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46712" y="1051378"/>
            <a:ext cx="6849899" cy="477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8326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Fira Code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2019-05-06T03:44:32Z</cp:lastPrinted>
  <dcterms:created xsi:type="dcterms:W3CDTF">2017-01-17T16:57:04Z</dcterms:created>
  <dcterms:modified xsi:type="dcterms:W3CDTF">2024-05-16T10:24:41Z</dcterms:modified>
</cp:coreProperties>
</file>