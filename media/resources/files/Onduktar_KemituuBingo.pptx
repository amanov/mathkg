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65" r:id="rId4"/>
    <p:sldId id="966" r:id="rId5"/>
    <p:sldId id="851" r:id="rId6"/>
    <p:sldId id="949" r:id="rId7"/>
    <p:sldId id="951" r:id="rId8"/>
    <p:sldId id="950" r:id="rId9"/>
    <p:sldId id="959" r:id="rId10"/>
    <p:sldId id="952" r:id="rId11"/>
    <p:sldId id="960" r:id="rId12"/>
    <p:sldId id="953" r:id="rId13"/>
    <p:sldId id="954" r:id="rId14"/>
    <p:sldId id="962" r:id="rId15"/>
    <p:sldId id="955" r:id="rId16"/>
    <p:sldId id="958" r:id="rId17"/>
    <p:sldId id="961" r:id="rId18"/>
    <p:sldId id="956" r:id="rId19"/>
    <p:sldId id="963" r:id="rId20"/>
    <p:sldId id="957" r:id="rId21"/>
    <p:sldId id="964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2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23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46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671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0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970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789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35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35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78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89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421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133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36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01164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1475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314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364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941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477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476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073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807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834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378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922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65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9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9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орундуу ондуктар – Кемит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үү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Бинго,жооптору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</a:t>
            </a:r>
            <a:r>
              <a:rPr lang="ru-RU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кемитүү</a:t>
            </a:r>
            <a:endParaRPr kumimoji="0" lang="ru-RU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Choose your numbers…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67410" y="2129783"/>
            <a:ext cx="5987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5,3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67410" y="2129783"/>
            <a:ext cx="5987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6,4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6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0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5,0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67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0,9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56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5,4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98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2,9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5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6,1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41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1,7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74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1,6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86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7,2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66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2,6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32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4,3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55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06740" y="2129783"/>
            <a:ext cx="6909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2,5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52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8824</TotalTime>
  <Words>522</Words>
  <Application>Microsoft Office PowerPoint</Application>
  <PresentationFormat>A4 Paper (210x297 mm)</PresentationFormat>
  <Paragraphs>211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 Light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404</cp:revision>
  <cp:lastPrinted>2017-12-31T22:38:51Z</cp:lastPrinted>
  <dcterms:created xsi:type="dcterms:W3CDTF">2017-01-17T16:57:04Z</dcterms:created>
  <dcterms:modified xsi:type="dcterms:W3CDTF">2024-05-04T07:47:51Z</dcterms:modified>
</cp:coreProperties>
</file>