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831" r:id="rId3"/>
    <p:sldId id="939" r:id="rId4"/>
    <p:sldId id="833" r:id="rId5"/>
    <p:sldId id="832" r:id="rId6"/>
    <p:sldId id="941" r:id="rId7"/>
    <p:sldId id="938" r:id="rId8"/>
  </p:sldIdLst>
  <p:sldSz cx="9906000" cy="6858000" type="A4"/>
  <p:notesSz cx="7104063" cy="10234613"/>
  <p:embeddedFontLst>
    <p:embeddedFont>
      <p:font typeface="Fira Code" panose="020B0809050000020004" pitchFamily="49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1 Сандуу Ондуктар – Кошуу – Катаны тап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endParaRPr lang="ru-RU" dirty="0"/>
          </a:p>
          <a:p>
            <a:r>
              <a:rPr lang="ru-RU" dirty="0"/>
              <a:t>Окуучуларга канча ката табуу керек экенин айтуунун кажети жок.</a:t>
            </a:r>
          </a:p>
          <a:p>
            <a:endParaRPr lang="ru-RU" dirty="0"/>
          </a:p>
          <a:p>
            <a:r>
              <a:rPr lang="ru-RU" dirty="0"/>
              <a:t>Иш барагы </a:t>
            </a:r>
            <a:r>
              <a:rPr lang="ky-KG" dirty="0"/>
              <a:t>ар кандай</a:t>
            </a:r>
            <a:r>
              <a:rPr lang="ru-RU" dirty="0"/>
              <a:t> өлчөмдө жана форматта.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  <a:p>
            <a:endParaRPr lang="ru-RU" b="0" dirty="0"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latin typeface="Fira Code" panose="020F0502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аласынбы?</a:t>
            </a:r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CE94D9A-0165-4984-A72B-33D87FF9F923}"/>
              </a:ext>
            </a:extLst>
          </p:cNvPr>
          <p:cNvGrpSpPr/>
          <p:nvPr/>
        </p:nvGrpSpPr>
        <p:grpSpPr>
          <a:xfrm>
            <a:off x="2042161" y="17875"/>
            <a:ext cx="7863840" cy="6840126"/>
            <a:chOff x="2975830" y="548660"/>
            <a:chExt cx="6934785" cy="603201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711CB1C-9379-436C-891D-40EFBA0E8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24100" y="548660"/>
              <a:ext cx="3590260" cy="302980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E346BC2-3565-435A-AAAD-9991AC42E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5830" y="3544341"/>
              <a:ext cx="6934785" cy="303633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11C3D59-B747-85E0-EC30-EFF14E3DEEB2}"/>
              </a:ext>
            </a:extLst>
          </p:cNvPr>
          <p:cNvSpPr txBox="1"/>
          <p:nvPr/>
        </p:nvSpPr>
        <p:spPr>
          <a:xfrm>
            <a:off x="0" y="10883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EC1328-97A5-5F38-A6AA-637BFE80156F}"/>
              </a:ext>
            </a:extLst>
          </p:cNvPr>
          <p:cNvSpPr txBox="1"/>
          <p:nvPr/>
        </p:nvSpPr>
        <p:spPr>
          <a:xfrm>
            <a:off x="613340" y="101524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ADCEFA0-6A70-45B8-8CAE-A0381965C076}"/>
              </a:ext>
            </a:extLst>
          </p:cNvPr>
          <p:cNvGrpSpPr/>
          <p:nvPr/>
        </p:nvGrpSpPr>
        <p:grpSpPr>
          <a:xfrm>
            <a:off x="2042161" y="17875"/>
            <a:ext cx="7863840" cy="6840126"/>
            <a:chOff x="2975830" y="548660"/>
            <a:chExt cx="6934785" cy="603201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7C12BBA-EC78-4265-91E1-D1005EB50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24100" y="548660"/>
              <a:ext cx="3590260" cy="302980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1FB095C-D200-4B05-891D-9B6DA674C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5830" y="3544341"/>
              <a:ext cx="6934785" cy="3036334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5922831" y="201296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5356040" y="115316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776159" y="530952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7201279" y="455223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3348569" y="441308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D8B441-F3CD-CBE1-ED79-EFE14EE5F919}"/>
              </a:ext>
            </a:extLst>
          </p:cNvPr>
          <p:cNvSpPr txBox="1"/>
          <p:nvPr/>
        </p:nvSpPr>
        <p:spPr>
          <a:xfrm>
            <a:off x="375920" y="450958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0165F9-32D2-D3AC-392A-1CC8FBED8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53914" y="1211326"/>
            <a:ext cx="6676787" cy="46165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B82232-AC57-D394-41EC-20A3C2537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83127" y="1120719"/>
            <a:ext cx="6676788" cy="461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2D2D61-7E35-6F3B-199E-2298DF81A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" y="0"/>
            <a:ext cx="4753538" cy="3286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B61CD3-DFD3-D453-C791-0CFE65252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052" y="0"/>
            <a:ext cx="4699770" cy="3249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5A8A2C-605F-7BB8-F59C-023DA27DB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" y="3429000"/>
            <a:ext cx="4753538" cy="3286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2DBE63-DD76-C01F-D39F-7465079D8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052" y="3429000"/>
            <a:ext cx="4699770" cy="324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56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8326</TotalTime>
  <Words>117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Fira Code</vt:lpstr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2019-05-06T03:05:49Z</cp:lastPrinted>
  <dcterms:created xsi:type="dcterms:W3CDTF">2017-01-17T16:57:04Z</dcterms:created>
  <dcterms:modified xsi:type="dcterms:W3CDTF">2024-05-04T06:47:55Z</dcterms:modified>
</cp:coreProperties>
</file>