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5"/>
  </p:notesMasterIdLst>
  <p:sldIdLst>
    <p:sldId id="974" r:id="rId2"/>
    <p:sldId id="975" r:id="rId3"/>
    <p:sldId id="976" r:id="rId4"/>
    <p:sldId id="977" r:id="rId5"/>
    <p:sldId id="947" r:id="rId6"/>
    <p:sldId id="978" r:id="rId7"/>
    <p:sldId id="961" r:id="rId8"/>
    <p:sldId id="979" r:id="rId9"/>
    <p:sldId id="963" r:id="rId10"/>
    <p:sldId id="980" r:id="rId11"/>
    <p:sldId id="965" r:id="rId12"/>
    <p:sldId id="981" r:id="rId13"/>
    <p:sldId id="951" r:id="rId14"/>
    <p:sldId id="982" r:id="rId15"/>
    <p:sldId id="949" r:id="rId16"/>
    <p:sldId id="983" r:id="rId17"/>
    <p:sldId id="843" r:id="rId18"/>
    <p:sldId id="984" r:id="rId19"/>
    <p:sldId id="941" r:id="rId20"/>
    <p:sldId id="985" r:id="rId21"/>
    <p:sldId id="943" r:id="rId22"/>
    <p:sldId id="986" r:id="rId23"/>
    <p:sldId id="945" r:id="rId24"/>
    <p:sldId id="987" r:id="rId25"/>
    <p:sldId id="953" r:id="rId26"/>
    <p:sldId id="988" r:id="rId27"/>
    <p:sldId id="955" r:id="rId28"/>
    <p:sldId id="989" r:id="rId29"/>
    <p:sldId id="957" r:id="rId30"/>
    <p:sldId id="990" r:id="rId31"/>
    <p:sldId id="959" r:id="rId32"/>
    <p:sldId id="833" r:id="rId33"/>
    <p:sldId id="991" r:id="rId34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36"/>
    </p:embeddedFont>
    <p:embeddedFont>
      <p:font typeface="Bernard MT Condensed" panose="02050806060905020404" pitchFamily="18" charset="0"/>
      <p:regular r:id="rId3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4"/>
          </p14:sldIdLst>
        </p14:section>
        <p14:section name="Титулдук слайд" id="{8EFE0B80-9125-4ADC-A13A-755B3EC2010F}">
          <p14:sldIdLst>
            <p14:sldId id="975"/>
            <p14:sldId id="976"/>
          </p14:sldIdLst>
        </p14:section>
        <p14:section name="Game" id="{267FD0E9-36B9-4F9E-842D-CBFE57676936}">
          <p14:sldIdLst>
            <p14:sldId id="977"/>
            <p14:sldId id="947"/>
            <p14:sldId id="978"/>
            <p14:sldId id="961"/>
            <p14:sldId id="979"/>
            <p14:sldId id="963"/>
            <p14:sldId id="980"/>
            <p14:sldId id="965"/>
            <p14:sldId id="981"/>
            <p14:sldId id="951"/>
            <p14:sldId id="982"/>
            <p14:sldId id="949"/>
            <p14:sldId id="983"/>
            <p14:sldId id="843"/>
            <p14:sldId id="984"/>
            <p14:sldId id="941"/>
            <p14:sldId id="985"/>
            <p14:sldId id="943"/>
            <p14:sldId id="986"/>
            <p14:sldId id="945"/>
            <p14:sldId id="987"/>
            <p14:sldId id="953"/>
            <p14:sldId id="988"/>
            <p14:sldId id="955"/>
            <p14:sldId id="989"/>
            <p14:sldId id="957"/>
            <p14:sldId id="990"/>
            <p14:sldId id="959"/>
            <p14:sldId id="833"/>
          </p14:sldIdLst>
        </p14:section>
        <p14:section name="Кайтарым байланыш" id="{F3D720CF-F566-46A6-9361-125255B68FA6}">
          <p14:sldIdLst>
            <p14:sldId id="9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ндуктар –Ирээттөө 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дептерине жазып көрсөтө алышат.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 үчүн каалаган жерди басыңыз. Суроо үчүн «Өттү» дегенди, жооп үчүн дагы бир жолу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10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-744931" y="965566"/>
            <a:ext cx="11560506" cy="2304689"/>
            <a:chOff x="-744931" y="2289005"/>
            <a:chExt cx="11560506" cy="230468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07898" y="2338806"/>
              <a:ext cx="8722208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-744931" y="2289005"/>
              <a:ext cx="11560506" cy="156966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kumimoji="0" lang="ky-KG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lang="en-US" sz="16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489438" y="3662481"/>
            <a:ext cx="8927124" cy="2646878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80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Ондуктарды Ирээттөө</a:t>
            </a:r>
            <a:endParaRPr lang="en-US" sz="44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071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489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0495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486755" y="327334"/>
            <a:ext cx="4932485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814203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0,76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710273" y="224315"/>
            <a:ext cx="4485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Берилгендердин эң</a:t>
            </a:r>
          </a:p>
          <a:p>
            <a:pPr algn="ctr"/>
            <a:r>
              <a:rPr lang="ky-KG" sz="4000" dirty="0"/>
              <a:t> чоң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0,76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537310" y="1650773"/>
                <a:ext cx="115768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0,7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0,67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537310" y="1650773"/>
                <a:ext cx="115768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0,6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31488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9361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486755" y="327334"/>
            <a:ext cx="4932485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233454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0,45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594564" y="224315"/>
            <a:ext cx="471686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Берилгендердин эң</a:t>
            </a:r>
          </a:p>
          <a:p>
            <a:pPr algn="ctr"/>
            <a:r>
              <a:rPr lang="ky-KG" sz="4000" dirty="0"/>
              <a:t> кичине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0,54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0,45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537310" y="1650773"/>
                <a:ext cx="115768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0,5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0,55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63676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1834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177557" y="327334"/>
            <a:ext cx="5550882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795407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      0,23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1683726" y="192977"/>
            <a:ext cx="65385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Берилгендердин  экинчи </a:t>
            </a:r>
          </a:p>
          <a:p>
            <a:pPr algn="ctr"/>
            <a:r>
              <a:rPr lang="ky-KG" sz="4000" dirty="0"/>
              <a:t>эң чоң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0,32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0,23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0,22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0,33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42354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1368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486755" y="327334"/>
            <a:ext cx="4932485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607788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0,065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0,505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0,506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594566" y="224315"/>
            <a:ext cx="471686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Берилгендердин эң</a:t>
            </a:r>
          </a:p>
          <a:p>
            <a:pPr algn="ctr"/>
            <a:r>
              <a:rPr lang="ky-KG" sz="4000" dirty="0"/>
              <a:t> кичине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0,56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0,505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0,506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0,065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73092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3985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037590" y="327334"/>
            <a:ext cx="5830816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265631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0,202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0,22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0,302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137397" y="203625"/>
            <a:ext cx="58308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Берилгендердин  экинчи </a:t>
            </a:r>
          </a:p>
          <a:p>
            <a:pPr algn="ctr"/>
            <a:r>
              <a:rPr lang="ky-KG" sz="4000" dirty="0"/>
              <a:t>эң чоң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0,22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0,302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0,23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0,202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82270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4037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037595" y="327334"/>
            <a:ext cx="5744966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123175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0,708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0,807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      0,87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0,877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255242" y="247968"/>
            <a:ext cx="573740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Берилгендердин  экинчи </a:t>
            </a:r>
          </a:p>
          <a:p>
            <a:pPr algn="ctr"/>
            <a:r>
              <a:rPr lang="ky-KG" sz="4000" dirty="0"/>
              <a:t>эң чоң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0,708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0,87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0,877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0,807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70234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9165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133595" y="327334"/>
            <a:ext cx="5638806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730556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0,056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0,065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0,605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209867" y="224315"/>
            <a:ext cx="55853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Берилгендердин  экинчи </a:t>
            </a:r>
          </a:p>
          <a:p>
            <a:pPr algn="ctr"/>
            <a:r>
              <a:rPr lang="ky-KG" sz="4000" dirty="0"/>
              <a:t>эң кичине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0,056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0,56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0,065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0,605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04916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2860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137071" y="327334"/>
            <a:ext cx="5655650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905249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0,045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0,405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0,45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0,504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239330" y="224315"/>
            <a:ext cx="565565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Берилгендердин  үчүнчү </a:t>
            </a:r>
          </a:p>
          <a:p>
            <a:pPr algn="ctr"/>
            <a:r>
              <a:rPr lang="ky-KG" sz="4000" dirty="0"/>
              <a:t>эң кичине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0,45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0,045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0,504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0,405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71546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873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1937783" y="327334"/>
            <a:ext cx="6030430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714247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0,556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0,605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0,665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069102" y="235269"/>
            <a:ext cx="61096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Берилгендердин  экинчи </a:t>
            </a:r>
          </a:p>
          <a:p>
            <a:pPr algn="ctr"/>
            <a:r>
              <a:rPr lang="ky-KG" sz="4000" dirty="0"/>
              <a:t>эң кичине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0,665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0,605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0,556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0,65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60500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6109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212754" y="327334"/>
            <a:ext cx="5655651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720033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0,089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0,098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0,809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271687" y="201019"/>
            <a:ext cx="573740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Берилгендердин  экинчи </a:t>
            </a:r>
          </a:p>
          <a:p>
            <a:pPr algn="ctr"/>
            <a:r>
              <a:rPr lang="ky-KG" sz="4000" dirty="0"/>
              <a:t>эң чоң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0,089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0,89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0,098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0,809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82596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5145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486755" y="327334"/>
            <a:ext cx="4932485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19339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0,445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0,454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0,554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594563" y="224315"/>
            <a:ext cx="471686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Берилгендердин эң</a:t>
            </a:r>
          </a:p>
          <a:p>
            <a:pPr algn="ctr"/>
            <a:r>
              <a:rPr lang="ky-KG" sz="4000" dirty="0"/>
              <a:t> кичине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0,554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0,454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0,54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0,445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97735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0764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486755" y="327334"/>
            <a:ext cx="4932485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614680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0,021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0,201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0,21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710269" y="224315"/>
            <a:ext cx="4485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Берилгендердин эң</a:t>
            </a:r>
          </a:p>
          <a:p>
            <a:pPr algn="ctr"/>
            <a:r>
              <a:rPr lang="ky-KG" sz="4000" dirty="0"/>
              <a:t> чоң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0,021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0,12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0,21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0,201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72386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439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008234" y="327334"/>
            <a:ext cx="5685011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634613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0,034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0,334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0,434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084298" y="208947"/>
            <a:ext cx="573740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Берилгендердин  экинчи </a:t>
            </a:r>
          </a:p>
          <a:p>
            <a:pPr algn="ctr"/>
            <a:r>
              <a:rPr lang="ky-KG" sz="4000" dirty="0"/>
              <a:t>эң чоң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0,034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0,434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0,33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0,334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3948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0004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151180" y="327334"/>
            <a:ext cx="5603636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589452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0,123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0,13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0,132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0,231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069017" y="224315"/>
            <a:ext cx="58896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Берилгендердин  экинчи </a:t>
            </a:r>
          </a:p>
          <a:p>
            <a:pPr algn="ctr"/>
            <a:r>
              <a:rPr lang="ky-KG" sz="4000" dirty="0"/>
              <a:t>эң кичине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0,123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0,231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0,13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0,132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66999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8369</TotalTime>
  <Words>431</Words>
  <Application>Microsoft Office PowerPoint</Application>
  <PresentationFormat>A4 Paper (210x297 mm)</PresentationFormat>
  <Paragraphs>195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Berlin Sans FB Demi</vt:lpstr>
      <vt:lpstr>Calibri</vt:lpstr>
      <vt:lpstr>Bernard MT Condensed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359</cp:revision>
  <cp:lastPrinted>2017-12-31T22:38:51Z</cp:lastPrinted>
  <dcterms:created xsi:type="dcterms:W3CDTF">2017-01-17T16:57:04Z</dcterms:created>
  <dcterms:modified xsi:type="dcterms:W3CDTF">2024-09-20T18:20:34Z</dcterms:modified>
</cp:coreProperties>
</file>