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аралаш арифметика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352006" y="1057850"/>
            <a:ext cx="658385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ондук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 менен </a:t>
            </a:r>
            <a:r>
              <a:rPr lang="ky-KG" sz="4400" b="1" dirty="0">
                <a:solidFill>
                  <a:prstClr val="black"/>
                </a:solidFill>
                <a:latin typeface="Comic Sans MS" panose="030F0702030302020204" pitchFamily="66" charset="0"/>
              </a:rPr>
              <a:t>амалдар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EA26369E-A791-4EA4-A0D5-0BF1F0F2CB61}"/>
              </a:ext>
            </a:extLst>
          </p:cNvPr>
          <p:cNvSpPr txBox="1"/>
          <p:nvPr/>
        </p:nvSpPr>
        <p:spPr>
          <a:xfrm>
            <a:off x="133519" y="671146"/>
            <a:ext cx="29738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0,91 + 3 + 1,8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52229A-B774-4137-B3EE-9949E79D73FA}"/>
              </a:ext>
            </a:extLst>
          </p:cNvPr>
          <p:cNvSpPr txBox="1"/>
          <p:nvPr/>
        </p:nvSpPr>
        <p:spPr>
          <a:xfrm>
            <a:off x="7554897" y="671146"/>
            <a:ext cx="1579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7 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4000" dirty="0"/>
              <a:t> 3,2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AF517A-978C-453D-BB3E-8EA68EF1FB67}"/>
              </a:ext>
            </a:extLst>
          </p:cNvPr>
          <p:cNvSpPr txBox="1"/>
          <p:nvPr/>
        </p:nvSpPr>
        <p:spPr>
          <a:xfrm>
            <a:off x="4033517" y="2952523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 × 1,34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BA7205-A0A2-4CF3-8560-82476A78F976}"/>
              </a:ext>
            </a:extLst>
          </p:cNvPr>
          <p:cNvSpPr txBox="1"/>
          <p:nvPr/>
        </p:nvSpPr>
        <p:spPr>
          <a:xfrm>
            <a:off x="774873" y="5243146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 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4000" dirty="0"/>
              <a:t> 3,76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DF7492-6764-4326-93DA-F2237069E752}"/>
              </a:ext>
            </a:extLst>
          </p:cNvPr>
          <p:cNvSpPr txBox="1"/>
          <p:nvPr/>
        </p:nvSpPr>
        <p:spPr>
          <a:xfrm>
            <a:off x="6857591" y="5243146"/>
            <a:ext cx="29738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7 + 1,7 + 3,51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5B717A-FA0E-4F50-A1BF-A7E86ECCBC84}"/>
              </a:ext>
            </a:extLst>
          </p:cNvPr>
          <p:cNvSpPr txBox="1"/>
          <p:nvPr/>
        </p:nvSpPr>
        <p:spPr>
          <a:xfrm>
            <a:off x="4035312" y="671146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3,13 × 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3B234E-582F-47EB-A238-65AF0933BB25}"/>
              </a:ext>
            </a:extLst>
          </p:cNvPr>
          <p:cNvSpPr txBox="1"/>
          <p:nvPr/>
        </p:nvSpPr>
        <p:spPr>
          <a:xfrm>
            <a:off x="4165155" y="5261619"/>
            <a:ext cx="1579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6,4 ÷ 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1EFB56-4986-4CC1-A1A2-2E1FED13890A}"/>
              </a:ext>
            </a:extLst>
          </p:cNvPr>
          <p:cNvSpPr txBox="1"/>
          <p:nvPr/>
        </p:nvSpPr>
        <p:spPr>
          <a:xfrm>
            <a:off x="821592" y="2998710"/>
            <a:ext cx="1579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2,6 × 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53EC7A-29FC-4BDF-B603-064D24F83F6F}"/>
              </a:ext>
            </a:extLst>
          </p:cNvPr>
          <p:cNvSpPr txBox="1"/>
          <p:nvPr/>
        </p:nvSpPr>
        <p:spPr>
          <a:xfrm>
            <a:off x="7425058" y="2998710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12 ÷ 0,4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C12D73-9A16-46BD-AE94-5E269B05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28" y="0"/>
            <a:ext cx="9314344" cy="657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823729-63BA-4224-843D-1C6E6EA2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060A64-33D1-4259-BB0C-04701E5A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6" y="0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51ABD7-AB1E-45EB-B40D-3C5E3EC5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9767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7DEDE-4E09-47E9-ACB4-3682B177D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6" y="3489767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157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2024-08-28T10:48:50Z</dcterms:modified>
</cp:coreProperties>
</file>