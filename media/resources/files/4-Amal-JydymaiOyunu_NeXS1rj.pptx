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4" r:id="rId1"/>
  </p:sldMasterIdLst>
  <p:notesMasterIdLst>
    <p:notesMasterId r:id="rId41"/>
  </p:notesMasterIdLst>
  <p:sldIdLst>
    <p:sldId id="939" r:id="rId2"/>
    <p:sldId id="831" r:id="rId3"/>
    <p:sldId id="940" r:id="rId4"/>
    <p:sldId id="841" r:id="rId5"/>
    <p:sldId id="843" r:id="rId6"/>
    <p:sldId id="844" r:id="rId7"/>
    <p:sldId id="845" r:id="rId8"/>
    <p:sldId id="846" r:id="rId9"/>
    <p:sldId id="847" r:id="rId10"/>
    <p:sldId id="848" r:id="rId11"/>
    <p:sldId id="849" r:id="rId12"/>
    <p:sldId id="850" r:id="rId13"/>
    <p:sldId id="851" r:id="rId14"/>
    <p:sldId id="852" r:id="rId15"/>
    <p:sldId id="853" r:id="rId16"/>
    <p:sldId id="854" r:id="rId17"/>
    <p:sldId id="855" r:id="rId18"/>
    <p:sldId id="856" r:id="rId19"/>
    <p:sldId id="857" r:id="rId20"/>
    <p:sldId id="858" r:id="rId21"/>
    <p:sldId id="859" r:id="rId22"/>
    <p:sldId id="860" r:id="rId23"/>
    <p:sldId id="861" r:id="rId24"/>
    <p:sldId id="862" r:id="rId25"/>
    <p:sldId id="863" r:id="rId26"/>
    <p:sldId id="864" r:id="rId27"/>
    <p:sldId id="865" r:id="rId28"/>
    <p:sldId id="866" r:id="rId29"/>
    <p:sldId id="867" r:id="rId30"/>
    <p:sldId id="868" r:id="rId31"/>
    <p:sldId id="869" r:id="rId32"/>
    <p:sldId id="870" r:id="rId33"/>
    <p:sldId id="871" r:id="rId34"/>
    <p:sldId id="872" r:id="rId35"/>
    <p:sldId id="873" r:id="rId36"/>
    <p:sldId id="874" r:id="rId37"/>
    <p:sldId id="875" r:id="rId38"/>
    <p:sldId id="833" r:id="rId39"/>
    <p:sldId id="938" r:id="rId40"/>
  </p:sldIdLst>
  <p:sldSz cx="9906000" cy="6858000" type="A4"/>
  <p:notesSz cx="6669088" cy="99266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624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02/10/2023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10/2/2023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10/2/2023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10/2/2023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10/2/2023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10/2/2023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10/2/2023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10/2/2023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10/2/2023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10/2/2023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10/2/2023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10/2/2023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10/2/2023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jp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jpg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png"/><Relationship Id="rId5" Type="http://schemas.openxmlformats.org/officeDocument/2006/relationships/image" Target="../media/image5.jpeg"/><Relationship Id="rId4" Type="http://schemas.openxmlformats.org/officeDocument/2006/relationships/image" Target="../media/image4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png"/><Relationship Id="rId5" Type="http://schemas.openxmlformats.org/officeDocument/2006/relationships/image" Target="../media/image5.jpeg"/><Relationship Id="rId4" Type="http://schemas.openxmlformats.org/officeDocument/2006/relationships/image" Target="../media/image4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.png"/><Relationship Id="rId5" Type="http://schemas.openxmlformats.org/officeDocument/2006/relationships/image" Target="../media/image5.jpeg"/><Relationship Id="rId4" Type="http://schemas.openxmlformats.org/officeDocument/2006/relationships/image" Target="../media/image4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.png"/><Relationship Id="rId5" Type="http://schemas.openxmlformats.org/officeDocument/2006/relationships/image" Target="../media/image5.jpeg"/><Relationship Id="rId4" Type="http://schemas.openxmlformats.org/officeDocument/2006/relationships/image" Target="../media/image4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.png"/><Relationship Id="rId5" Type="http://schemas.openxmlformats.org/officeDocument/2006/relationships/image" Target="../media/image5.jpeg"/><Relationship Id="rId4" Type="http://schemas.openxmlformats.org/officeDocument/2006/relationships/image" Target="../media/image4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.png"/><Relationship Id="rId5" Type="http://schemas.openxmlformats.org/officeDocument/2006/relationships/image" Target="../media/image5.jpeg"/><Relationship Id="rId4" Type="http://schemas.openxmlformats.org/officeDocument/2006/relationships/image" Target="../media/image4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0.png"/><Relationship Id="rId5" Type="http://schemas.openxmlformats.org/officeDocument/2006/relationships/image" Target="../media/image5.jpeg"/><Relationship Id="rId4" Type="http://schemas.openxmlformats.org/officeDocument/2006/relationships/image" Target="../media/image4.jp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3.png"/><Relationship Id="rId5" Type="http://schemas.openxmlformats.org/officeDocument/2006/relationships/image" Target="../media/image5.jpeg"/><Relationship Id="rId4" Type="http://schemas.openxmlformats.org/officeDocument/2006/relationships/image" Target="../media/image4.jp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4.png"/><Relationship Id="rId5" Type="http://schemas.openxmlformats.org/officeDocument/2006/relationships/image" Target="../media/image5.jpeg"/><Relationship Id="rId4" Type="http://schemas.openxmlformats.org/officeDocument/2006/relationships/image" Target="../media/image4.jp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5.png"/><Relationship Id="rId5" Type="http://schemas.openxmlformats.org/officeDocument/2006/relationships/image" Target="../media/image5.jpeg"/><Relationship Id="rId4" Type="http://schemas.openxmlformats.org/officeDocument/2006/relationships/image" Target="../media/image4.jp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6.png"/><Relationship Id="rId5" Type="http://schemas.openxmlformats.org/officeDocument/2006/relationships/image" Target="../media/image5.jpeg"/><Relationship Id="rId4" Type="http://schemas.openxmlformats.org/officeDocument/2006/relationships/image" Target="../media/image4.jp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7.png"/><Relationship Id="rId5" Type="http://schemas.openxmlformats.org/officeDocument/2006/relationships/image" Target="../media/image5.jpeg"/><Relationship Id="rId4" Type="http://schemas.openxmlformats.org/officeDocument/2006/relationships/image" Target="../media/image4.jp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8.png"/><Relationship Id="rId5" Type="http://schemas.openxmlformats.org/officeDocument/2006/relationships/image" Target="../media/image5.jpeg"/><Relationship Id="rId4" Type="http://schemas.openxmlformats.org/officeDocument/2006/relationships/image" Target="../media/image4.jp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9.png"/><Relationship Id="rId5" Type="http://schemas.openxmlformats.org/officeDocument/2006/relationships/image" Target="../media/image5.jpeg"/><Relationship Id="rId4" Type="http://schemas.openxmlformats.org/officeDocument/2006/relationships/image" Target="../media/image4.jp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0.png"/><Relationship Id="rId5" Type="http://schemas.openxmlformats.org/officeDocument/2006/relationships/image" Target="../media/image5.jpeg"/><Relationship Id="rId4" Type="http://schemas.openxmlformats.org/officeDocument/2006/relationships/image" Target="../media/image4.jp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1.png"/><Relationship Id="rId5" Type="http://schemas.openxmlformats.org/officeDocument/2006/relationships/image" Target="../media/image5.jpeg"/><Relationship Id="rId4" Type="http://schemas.openxmlformats.org/officeDocument/2006/relationships/image" Target="../media/image4.jp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2.png"/><Relationship Id="rId5" Type="http://schemas.openxmlformats.org/officeDocument/2006/relationships/image" Target="../media/image5.jpeg"/><Relationship Id="rId4" Type="http://schemas.openxmlformats.org/officeDocument/2006/relationships/image" Target="../media/image4.jp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718271"/>
            <a:ext cx="9906000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БК КК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– </a:t>
            </a: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Амалдар тартиби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– Жыдымай оюну!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суроолорго эң тез жооп берүү үчүн мелдешет (бирге бир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,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командалары менен, өз орундарында же алдыңкы орунда).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доскага же өз дептерге жазып корсото алышат.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Өтө татаал/жеңил суроо слайддарын алдын ала өчүрүп салыңыз.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Музыканы баштоо үчүн каалаган жерди чыкылдатыңыз, андан кийин суроону көрсөтүү үчүн "Өттү" чыкылдатыңыз, анан жоопту көрсөтүү үчүн кайра басыңыз.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C7BD33-7F93-409E-A7C6-9D40C1AB016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924" y="5600147"/>
            <a:ext cx="938974" cy="93897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2D2E104-4597-4DDF-B563-3C40DEA17797}"/>
              </a:ext>
            </a:extLst>
          </p:cNvPr>
          <p:cNvSpPr/>
          <p:nvPr/>
        </p:nvSpPr>
        <p:spPr>
          <a:xfrm>
            <a:off x="3024659" y="5856140"/>
            <a:ext cx="385668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оюнда үн бар!</a:t>
            </a: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DA6E8381-F74F-ACA7-E535-4ACA0F07CCFB}"/>
              </a:ext>
            </a:extLst>
          </p:cNvPr>
          <p:cNvSpPr txBox="1">
            <a:spLocks/>
          </p:cNvSpPr>
          <p:nvPr/>
        </p:nvSpPr>
        <p:spPr>
          <a:xfrm>
            <a:off x="0" y="221873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2780388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5585FB2B-39FD-4723-8079-C4EA7B000B97}"/>
              </a:ext>
            </a:extLst>
          </p:cNvPr>
          <p:cNvGrpSpPr/>
          <p:nvPr/>
        </p:nvGrpSpPr>
        <p:grpSpPr>
          <a:xfrm>
            <a:off x="948538" y="782122"/>
            <a:ext cx="8008924" cy="2450883"/>
            <a:chOff x="948538" y="2105561"/>
            <a:chExt cx="8008924" cy="2450883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BACE1698-B04E-47BD-84A0-931C2125C107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4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FEFA718-BA57-4C22-967C-DA711B22D315}"/>
                </a:ext>
              </a:extLst>
            </p:cNvPr>
            <p:cNvSpPr/>
            <p:nvPr/>
          </p:nvSpPr>
          <p:spPr>
            <a:xfrm>
              <a:off x="1164145" y="2105561"/>
              <a:ext cx="7577715" cy="186204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115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Жыдымай</a:t>
              </a:r>
              <a:endParaRPr lang="en-US" sz="16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F0D5EEEE-4088-4440-8CA7-8122FC719F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3413412" y="2260816"/>
            <a:ext cx="948538" cy="109639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493708B-EB60-4993-AE99-63613F7295D3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613605" y="654005"/>
            <a:ext cx="948538" cy="109639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8425AD7-3E4B-472E-A82B-E616ADCEE837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7297521" y="782122"/>
            <a:ext cx="948538" cy="1096391"/>
          </a:xfrm>
          <a:prstGeom prst="rect">
            <a:avLst/>
          </a:prstGeom>
        </p:spPr>
      </p:pic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562BA6A-7F52-46D5-9A8E-A4E9CA88D29F}"/>
              </a:ext>
            </a:extLst>
          </p:cNvPr>
          <p:cNvSpPr/>
          <p:nvPr/>
        </p:nvSpPr>
        <p:spPr>
          <a:xfrm>
            <a:off x="1467045" y="5102013"/>
            <a:ext cx="6971909" cy="1207346"/>
          </a:xfrm>
          <a:prstGeom prst="roundRect">
            <a:avLst/>
          </a:prstGeom>
          <a:blipFill>
            <a:blip r:embed="rId4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20C8FFC-32B9-46EA-B931-685CF455866B}"/>
              </a:ext>
            </a:extLst>
          </p:cNvPr>
          <p:cNvSpPr/>
          <p:nvPr/>
        </p:nvSpPr>
        <p:spPr>
          <a:xfrm>
            <a:off x="2168774" y="5043966"/>
            <a:ext cx="5959226" cy="132343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ru-RU" sz="8000" b="1" cap="none" spc="0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nard MT Condensed" panose="02050806060905020404" pitchFamily="18" charset="0"/>
              </a:rPr>
              <a:t>БК КК</a:t>
            </a:r>
            <a:endParaRPr lang="en-US" sz="8000" b="1" cap="none" spc="0" dirty="0">
              <a:ln w="38100">
                <a:solidFill>
                  <a:schemeClr val="tx1"/>
                </a:solidFill>
              </a:ln>
              <a:solidFill>
                <a:srgbClr val="FF0000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latin typeface="Berlin Sans FB Demi" panose="020E0802020502020306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70730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3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3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3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3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2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5585FB2B-39FD-4723-8079-C4EA7B000B97}"/>
              </a:ext>
            </a:extLst>
          </p:cNvPr>
          <p:cNvGrpSpPr/>
          <p:nvPr/>
        </p:nvGrpSpPr>
        <p:grpSpPr>
          <a:xfrm>
            <a:off x="951666" y="782122"/>
            <a:ext cx="8669854" cy="8556188"/>
            <a:chOff x="948538" y="2105561"/>
            <a:chExt cx="8632605" cy="8556188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BACE1698-B04E-47BD-84A0-931C2125C107}"/>
                </a:ext>
              </a:extLst>
            </p:cNvPr>
            <p:cNvSpPr/>
            <p:nvPr/>
          </p:nvSpPr>
          <p:spPr>
            <a:xfrm>
              <a:off x="948538" y="2301555"/>
              <a:ext cx="8632605" cy="6052603"/>
            </a:xfrm>
            <a:prstGeom prst="roundRect">
              <a:avLst/>
            </a:prstGeom>
            <a:blipFill>
              <a:blip r:embed="rId4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FEFA718-BA57-4C22-967C-DA711B22D315}"/>
                </a:ext>
              </a:extLst>
            </p:cNvPr>
            <p:cNvSpPr/>
            <p:nvPr/>
          </p:nvSpPr>
          <p:spPr>
            <a:xfrm>
              <a:off x="1737525" y="2105561"/>
              <a:ext cx="7300954" cy="85561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9600" b="1" dirty="0">
                  <a:ln w="381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Туура жооп </a:t>
              </a:r>
              <a:endParaRPr lang="en-US" sz="9600" b="1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nard MT Condensed" panose="02050806060905020404" pitchFamily="18" charset="0"/>
              </a:endParaRPr>
            </a:p>
            <a:p>
              <a:pPr algn="ctr"/>
              <a:r>
                <a:rPr lang="ru-RU" sz="9600" b="1" dirty="0">
                  <a:ln w="381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= 1 упай</a:t>
              </a:r>
              <a:endParaRPr lang="en-US" sz="9600" b="1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nard MT Condensed" panose="02050806060905020404" pitchFamily="18" charset="0"/>
              </a:endParaRPr>
            </a:p>
            <a:p>
              <a:pPr algn="ctr"/>
              <a:r>
                <a:rPr lang="ru-RU" sz="9600" b="1" dirty="0">
                  <a:ln w="381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 </a:t>
              </a:r>
              <a:r>
                <a:rPr lang="ru-RU" sz="9600" b="1" cap="none" spc="0" dirty="0">
                  <a:ln w="381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Эң тез!= </a:t>
              </a:r>
            </a:p>
            <a:p>
              <a:pPr algn="ctr"/>
              <a:r>
                <a:rPr lang="ru-RU" sz="9600" b="1" cap="none" spc="0" dirty="0">
                  <a:ln w="381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1 упай</a:t>
              </a:r>
              <a:endParaRPr lang="en-US" sz="9600" b="1" cap="none" spc="0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  <a:p>
              <a:pPr algn="ctr"/>
              <a:endParaRPr lang="en-US" sz="16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F0D5EEEE-4088-4440-8CA7-8122FC719F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3413412" y="2260816"/>
            <a:ext cx="948538" cy="109639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493708B-EB60-4993-AE99-63613F7295D3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613605" y="654005"/>
            <a:ext cx="948538" cy="109639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8425AD7-3E4B-472E-A82B-E616ADCEE837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7687674" y="4622602"/>
            <a:ext cx="948538" cy="1096391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DB37F408-EB34-34CD-41C4-F779EEE1916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2464874" y="5404922"/>
            <a:ext cx="948538" cy="109639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6D81B30-1B0F-BAE4-0B35-F9CD7E96CF09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7927856" y="2113082"/>
            <a:ext cx="948538" cy="1096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1310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2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2254888"/>
            <a:chOff x="948538" y="2301556"/>
            <a:chExt cx="8008924" cy="2254888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967775" y="2542441"/>
              <a:ext cx="7989687" cy="156966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Даярсызбы?</a:t>
              </a:r>
              <a:r>
                <a:rPr lang="en-US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?</a:t>
              </a:r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3808692" y="5414158"/>
            <a:ext cx="3862107" cy="2123658"/>
            <a:chOff x="3808693" y="5043967"/>
            <a:chExt cx="2288614" cy="212365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08693" y="5102013"/>
              <a:ext cx="2288614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4001589" y="5043967"/>
              <a:ext cx="1902822" cy="2123658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ky-KG" sz="6600" b="1" cap="none" spc="0" dirty="0">
                  <a:ln w="381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lin Sans FB Demi" panose="020E0802020502020306" pitchFamily="34" charset="0"/>
                </a:rPr>
                <a:t>Кеттик!</a:t>
              </a:r>
              <a:endParaRPr lang="en-US" sz="6600" b="1" cap="none" spc="0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469960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/>
              <a:t>11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58DF5AC-60F3-4E08-A0BF-3295C92622B4}"/>
                  </a:ext>
                </a:extLst>
              </p:cNvPr>
              <p:cNvSpPr txBox="1"/>
              <p:nvPr/>
            </p:nvSpPr>
            <p:spPr>
              <a:xfrm>
                <a:off x="2131481" y="1951672"/>
                <a:ext cx="5759141" cy="1477328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9600" b="0" i="0" smtClean="0">
                          <a:latin typeface="Cambria Math" panose="02040503050406030204" pitchFamily="18" charset="0"/>
                        </a:rPr>
                        <m:t>5+3 </m:t>
                      </m:r>
                      <m:r>
                        <a:rPr lang="en-GB" sz="9600" b="0" i="1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9600" b="0" i="0" smtClean="0">
                          <a:latin typeface="Cambria Math" panose="02040503050406030204" pitchFamily="18" charset="0"/>
                        </a:rPr>
                        <m:t> 2</m:t>
                      </m:r>
                    </m:oMath>
                  </m:oMathPara>
                </a14:m>
                <a:endParaRPr lang="en-GB" sz="9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58DF5AC-60F3-4E08-A0BF-3295C92622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1481" y="1951672"/>
                <a:ext cx="5759141" cy="147732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049164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F58A1DA-24E8-8075-5358-8DA982187E1E}"/>
              </a:ext>
            </a:extLst>
          </p:cNvPr>
          <p:cNvGrpSpPr/>
          <p:nvPr/>
        </p:nvGrpSpPr>
        <p:grpSpPr>
          <a:xfrm>
            <a:off x="948538" y="978117"/>
            <a:ext cx="8008924" cy="2254888"/>
            <a:chOff x="948538" y="2301556"/>
            <a:chExt cx="8008924" cy="2254888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8B214C11-0FE8-AD20-CB4C-2EA856D80F37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0C6718D-5BE8-5484-D956-9219D23C3990}"/>
                </a:ext>
              </a:extLst>
            </p:cNvPr>
            <p:cNvSpPr/>
            <p:nvPr/>
          </p:nvSpPr>
          <p:spPr>
            <a:xfrm>
              <a:off x="967775" y="2542441"/>
              <a:ext cx="7989687" cy="156966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Даярсызбы?</a:t>
              </a:r>
              <a:r>
                <a:rPr lang="en-US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?</a:t>
              </a:r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4EAD702F-3A8B-8E11-DD19-BF73273C8115}"/>
              </a:ext>
            </a:extLst>
          </p:cNvPr>
          <p:cNvGrpSpPr/>
          <p:nvPr/>
        </p:nvGrpSpPr>
        <p:grpSpPr>
          <a:xfrm>
            <a:off x="3808692" y="5414158"/>
            <a:ext cx="3862107" cy="2123658"/>
            <a:chOff x="3808693" y="5043967"/>
            <a:chExt cx="2288614" cy="2123658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169E9620-7987-7F40-4D46-54FB7CFE8D2B}"/>
                </a:ext>
              </a:extLst>
            </p:cNvPr>
            <p:cNvSpPr/>
            <p:nvPr/>
          </p:nvSpPr>
          <p:spPr>
            <a:xfrm>
              <a:off x="3808693" y="5102013"/>
              <a:ext cx="2288614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" name="Rectangle 9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946DD5A2-1C0A-9CF6-7925-8F07F4A44BEC}"/>
                </a:ext>
              </a:extLst>
            </p:cNvPr>
            <p:cNvSpPr/>
            <p:nvPr/>
          </p:nvSpPr>
          <p:spPr>
            <a:xfrm>
              <a:off x="4001589" y="5043967"/>
              <a:ext cx="1902822" cy="2123658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ky-KG" sz="6600" b="1" cap="none" spc="0" dirty="0">
                  <a:ln w="381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lin Sans FB Demi" panose="020E0802020502020306" pitchFamily="34" charset="0"/>
                </a:rPr>
                <a:t>Кеттик!</a:t>
              </a:r>
              <a:endParaRPr lang="en-US" sz="6600" b="1" cap="none" spc="0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49878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/>
              <a:t>10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58DF5AC-60F3-4E08-A0BF-3295C92622B4}"/>
                  </a:ext>
                </a:extLst>
              </p:cNvPr>
              <p:cNvSpPr txBox="1"/>
              <p:nvPr/>
            </p:nvSpPr>
            <p:spPr>
              <a:xfrm>
                <a:off x="2003698" y="1926330"/>
                <a:ext cx="5898602" cy="1477328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9600" b="0" i="0" smtClean="0">
                          <a:latin typeface="Cambria Math" panose="02040503050406030204" pitchFamily="18" charset="0"/>
                        </a:rPr>
                        <m:t>20−5</m:t>
                      </m:r>
                      <m:r>
                        <a:rPr lang="en-GB" sz="9600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9600" b="0" i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GB" sz="9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58DF5AC-60F3-4E08-A0BF-3295C92622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3698" y="1926330"/>
                <a:ext cx="5898602" cy="147732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9109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4F2F9BA6-91C9-9DAB-79D1-9A07764AF464}"/>
              </a:ext>
            </a:extLst>
          </p:cNvPr>
          <p:cNvGrpSpPr/>
          <p:nvPr/>
        </p:nvGrpSpPr>
        <p:grpSpPr>
          <a:xfrm>
            <a:off x="948538" y="978117"/>
            <a:ext cx="8008924" cy="2254888"/>
            <a:chOff x="948538" y="2301556"/>
            <a:chExt cx="8008924" cy="2254888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E574C600-24D5-AF5B-BC88-A074A3104EFA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8A67A69-8FEA-0BC9-252F-D96845E96762}"/>
                </a:ext>
              </a:extLst>
            </p:cNvPr>
            <p:cNvSpPr/>
            <p:nvPr/>
          </p:nvSpPr>
          <p:spPr>
            <a:xfrm>
              <a:off x="967775" y="2542441"/>
              <a:ext cx="7989687" cy="156966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Даярсызбы?</a:t>
              </a:r>
              <a:r>
                <a:rPr lang="en-US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?</a:t>
              </a:r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BC3A4E6-571F-01D6-68F8-B948C7F39355}"/>
              </a:ext>
            </a:extLst>
          </p:cNvPr>
          <p:cNvGrpSpPr/>
          <p:nvPr/>
        </p:nvGrpSpPr>
        <p:grpSpPr>
          <a:xfrm>
            <a:off x="3808692" y="5414158"/>
            <a:ext cx="3862107" cy="2123658"/>
            <a:chOff x="3808693" y="5043967"/>
            <a:chExt cx="2288614" cy="2123658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4D2FAB45-8D07-F084-8D50-D9E0DCB75E3A}"/>
                </a:ext>
              </a:extLst>
            </p:cNvPr>
            <p:cNvSpPr/>
            <p:nvPr/>
          </p:nvSpPr>
          <p:spPr>
            <a:xfrm>
              <a:off x="3808693" y="5102013"/>
              <a:ext cx="2288614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" name="Rectangle 9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498D97D7-F02D-2A01-259C-F2F5881E8767}"/>
                </a:ext>
              </a:extLst>
            </p:cNvPr>
            <p:cNvSpPr/>
            <p:nvPr/>
          </p:nvSpPr>
          <p:spPr>
            <a:xfrm>
              <a:off x="4001589" y="5043967"/>
              <a:ext cx="1902822" cy="2123658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ky-KG" sz="6600" b="1" cap="none" spc="0" dirty="0">
                  <a:ln w="381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lin Sans FB Demi" panose="020E0802020502020306" pitchFamily="34" charset="0"/>
                </a:rPr>
                <a:t>Кеттик!</a:t>
              </a:r>
              <a:endParaRPr lang="en-US" sz="6600" b="1" cap="none" spc="0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814375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/>
              <a:t>26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58DF5AC-60F3-4E08-A0BF-3295C92622B4}"/>
                  </a:ext>
                </a:extLst>
              </p:cNvPr>
              <p:cNvSpPr txBox="1"/>
              <p:nvPr/>
            </p:nvSpPr>
            <p:spPr>
              <a:xfrm>
                <a:off x="1575050" y="2006458"/>
                <a:ext cx="6921317" cy="1477328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9600" b="0" i="0" smtClean="0">
                          <a:latin typeface="Cambria Math" panose="02040503050406030204" pitchFamily="18" charset="0"/>
                        </a:rPr>
                        <m:t>30−(2</m:t>
                      </m:r>
                      <m:r>
                        <a:rPr lang="en-GB" sz="9600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9600" b="0" i="0" smtClean="0">
                          <a:latin typeface="Cambria Math" panose="02040503050406030204" pitchFamily="18" charset="0"/>
                        </a:rPr>
                        <m:t>2)</m:t>
                      </m:r>
                    </m:oMath>
                  </m:oMathPara>
                </a14:m>
                <a:endParaRPr lang="en-GB" sz="9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58DF5AC-60F3-4E08-A0BF-3295C92622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5050" y="2006458"/>
                <a:ext cx="6921317" cy="147732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90284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68560E5-06FC-96B0-CAE6-66B2B6D81965}"/>
              </a:ext>
            </a:extLst>
          </p:cNvPr>
          <p:cNvGrpSpPr/>
          <p:nvPr/>
        </p:nvGrpSpPr>
        <p:grpSpPr>
          <a:xfrm>
            <a:off x="948538" y="978117"/>
            <a:ext cx="8008924" cy="2254888"/>
            <a:chOff x="948538" y="2301556"/>
            <a:chExt cx="8008924" cy="2254888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F545C098-D302-8B75-6B11-353633A8E3A7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B51C66A-14D7-A47B-349F-8EED6D66562C}"/>
                </a:ext>
              </a:extLst>
            </p:cNvPr>
            <p:cNvSpPr/>
            <p:nvPr/>
          </p:nvSpPr>
          <p:spPr>
            <a:xfrm>
              <a:off x="967775" y="2542441"/>
              <a:ext cx="7989687" cy="156966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Даярсызбы?</a:t>
              </a:r>
              <a:r>
                <a:rPr lang="en-US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?</a:t>
              </a:r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E7DF0C3D-5D38-26EE-DAF0-BF82F37FE52D}"/>
              </a:ext>
            </a:extLst>
          </p:cNvPr>
          <p:cNvGrpSpPr/>
          <p:nvPr/>
        </p:nvGrpSpPr>
        <p:grpSpPr>
          <a:xfrm>
            <a:off x="3808692" y="5414158"/>
            <a:ext cx="3862107" cy="2123658"/>
            <a:chOff x="3808693" y="5043967"/>
            <a:chExt cx="2288614" cy="2123658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38C4D644-DAD2-0033-E58D-0D5EFB5E51EB}"/>
                </a:ext>
              </a:extLst>
            </p:cNvPr>
            <p:cNvSpPr/>
            <p:nvPr/>
          </p:nvSpPr>
          <p:spPr>
            <a:xfrm>
              <a:off x="3808693" y="5102013"/>
              <a:ext cx="2288614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" name="Rectangle 9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3A9FB84E-A7F7-05B8-198F-281612175290}"/>
                </a:ext>
              </a:extLst>
            </p:cNvPr>
            <p:cNvSpPr/>
            <p:nvPr/>
          </p:nvSpPr>
          <p:spPr>
            <a:xfrm>
              <a:off x="4001589" y="5043967"/>
              <a:ext cx="1902822" cy="2123658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ky-KG" sz="6600" b="1" cap="none" spc="0" dirty="0">
                  <a:ln w="381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lin Sans FB Demi" panose="020E0802020502020306" pitchFamily="34" charset="0"/>
                </a:rPr>
                <a:t>Кеттик!</a:t>
              </a:r>
              <a:endParaRPr lang="en-US" sz="6600" b="1" cap="none" spc="0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401914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/>
              <a:t>25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58DF5AC-60F3-4E08-A0BF-3295C92622B4}"/>
                  </a:ext>
                </a:extLst>
              </p:cNvPr>
              <p:cNvSpPr txBox="1"/>
              <p:nvPr/>
            </p:nvSpPr>
            <p:spPr>
              <a:xfrm>
                <a:off x="1832978" y="1951672"/>
                <a:ext cx="6240042" cy="1477328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9600" b="0" i="0" smtClean="0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GB" sz="9600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9600" b="0" i="0" smtClean="0">
                          <a:latin typeface="Cambria Math" panose="02040503050406030204" pitchFamily="18" charset="0"/>
                        </a:rPr>
                        <m:t>(3+2)</m:t>
                      </m:r>
                    </m:oMath>
                  </m:oMathPara>
                </a14:m>
                <a:endParaRPr lang="en-GB" sz="9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58DF5AC-60F3-4E08-A0BF-3295C92622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32978" y="1951672"/>
                <a:ext cx="6240042" cy="147732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52495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A6EC5D4-D66B-4D3F-CDDB-C828D09840E1}"/>
              </a:ext>
            </a:extLst>
          </p:cNvPr>
          <p:cNvGrpSpPr/>
          <p:nvPr/>
        </p:nvGrpSpPr>
        <p:grpSpPr>
          <a:xfrm>
            <a:off x="948538" y="978117"/>
            <a:ext cx="8008924" cy="2254888"/>
            <a:chOff x="948538" y="2301556"/>
            <a:chExt cx="8008924" cy="2254888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8089783B-AA9A-571B-E0A4-198E2B6F5654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D364C6A-622A-E2BA-9153-222E6292AD92}"/>
                </a:ext>
              </a:extLst>
            </p:cNvPr>
            <p:cNvSpPr/>
            <p:nvPr/>
          </p:nvSpPr>
          <p:spPr>
            <a:xfrm>
              <a:off x="967775" y="2542441"/>
              <a:ext cx="7989687" cy="156966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Даярсызбы?</a:t>
              </a:r>
              <a:r>
                <a:rPr lang="en-US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?</a:t>
              </a:r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1383206F-B6B2-A985-9044-0B382EEE8178}"/>
              </a:ext>
            </a:extLst>
          </p:cNvPr>
          <p:cNvGrpSpPr/>
          <p:nvPr/>
        </p:nvGrpSpPr>
        <p:grpSpPr>
          <a:xfrm>
            <a:off x="3808692" y="5414158"/>
            <a:ext cx="3862107" cy="2123658"/>
            <a:chOff x="3808693" y="5043967"/>
            <a:chExt cx="2288614" cy="2123658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BD28533D-167B-5152-B206-B8C74EF523A6}"/>
                </a:ext>
              </a:extLst>
            </p:cNvPr>
            <p:cNvSpPr/>
            <p:nvPr/>
          </p:nvSpPr>
          <p:spPr>
            <a:xfrm>
              <a:off x="3808693" y="5102013"/>
              <a:ext cx="2288614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" name="Rectangle 9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6BA06250-1E3C-F0E0-4DD9-80AD8239DBD0}"/>
                </a:ext>
              </a:extLst>
            </p:cNvPr>
            <p:cNvSpPr/>
            <p:nvPr/>
          </p:nvSpPr>
          <p:spPr>
            <a:xfrm>
              <a:off x="4001589" y="5043967"/>
              <a:ext cx="1902822" cy="2123658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ky-KG" sz="6600" b="1" cap="none" spc="0" dirty="0">
                  <a:ln w="381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lin Sans FB Demi" panose="020E0802020502020306" pitchFamily="34" charset="0"/>
                </a:rPr>
                <a:t>Кеттик!</a:t>
              </a:r>
              <a:endParaRPr lang="en-US" sz="6600" b="1" cap="none" spc="0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9714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/>
              <a:t>10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58DF5AC-60F3-4E08-A0BF-3295C92622B4}"/>
                  </a:ext>
                </a:extLst>
              </p:cNvPr>
              <p:cNvSpPr txBox="1"/>
              <p:nvPr/>
            </p:nvSpPr>
            <p:spPr>
              <a:xfrm>
                <a:off x="2344336" y="1951672"/>
                <a:ext cx="5217326" cy="1477328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9600" b="0" i="0" smtClean="0">
                          <a:latin typeface="Cambria Math" panose="02040503050406030204" pitchFamily="18" charset="0"/>
                        </a:rPr>
                        <m:t>6+2</m:t>
                      </m:r>
                      <m:r>
                        <a:rPr lang="en-GB" sz="9600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9600" b="0" i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GB" sz="9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58DF5AC-60F3-4E08-A0BF-3295C92622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4336" y="1951672"/>
                <a:ext cx="5217326" cy="147732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146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19528AE8-3E0B-5BD6-8E9E-B21D5606D43F}"/>
              </a:ext>
            </a:extLst>
          </p:cNvPr>
          <p:cNvGrpSpPr/>
          <p:nvPr/>
        </p:nvGrpSpPr>
        <p:grpSpPr>
          <a:xfrm>
            <a:off x="948538" y="978117"/>
            <a:ext cx="8008924" cy="2254888"/>
            <a:chOff x="948538" y="2301556"/>
            <a:chExt cx="8008924" cy="2254888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2976CE37-E2D6-8D0D-E7CA-4384A9B03560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CC6F4EF-9084-1D5B-606C-B18FBF95EA2B}"/>
                </a:ext>
              </a:extLst>
            </p:cNvPr>
            <p:cNvSpPr/>
            <p:nvPr/>
          </p:nvSpPr>
          <p:spPr>
            <a:xfrm>
              <a:off x="967775" y="2542441"/>
              <a:ext cx="7989687" cy="156966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Даярсызбы?</a:t>
              </a:r>
              <a:r>
                <a:rPr lang="en-US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?</a:t>
              </a:r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EC587B0F-80CF-7679-A533-FF3A671625A1}"/>
              </a:ext>
            </a:extLst>
          </p:cNvPr>
          <p:cNvGrpSpPr/>
          <p:nvPr/>
        </p:nvGrpSpPr>
        <p:grpSpPr>
          <a:xfrm>
            <a:off x="3808692" y="5414158"/>
            <a:ext cx="3862107" cy="2123658"/>
            <a:chOff x="3808693" y="5043967"/>
            <a:chExt cx="2288614" cy="2123658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99F7FC25-E3F9-B887-D890-4ACEBF2567DB}"/>
                </a:ext>
              </a:extLst>
            </p:cNvPr>
            <p:cNvSpPr/>
            <p:nvPr/>
          </p:nvSpPr>
          <p:spPr>
            <a:xfrm>
              <a:off x="3808693" y="5102013"/>
              <a:ext cx="2288614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" name="Rectangle 9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D42E7086-03D7-20EC-6BB3-66234333FB4A}"/>
                </a:ext>
              </a:extLst>
            </p:cNvPr>
            <p:cNvSpPr/>
            <p:nvPr/>
          </p:nvSpPr>
          <p:spPr>
            <a:xfrm>
              <a:off x="4001589" y="5043967"/>
              <a:ext cx="1902822" cy="2123658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ky-KG" sz="6600" b="1" cap="none" spc="0" dirty="0">
                  <a:ln w="381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lin Sans FB Demi" panose="020E0802020502020306" pitchFamily="34" charset="0"/>
                </a:rPr>
                <a:t>Кеттик!</a:t>
              </a:r>
              <a:endParaRPr lang="en-US" sz="6600" b="1" cap="none" spc="0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44487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/>
              <a:t>30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58DF5AC-60F3-4E08-A0BF-3295C92622B4}"/>
                  </a:ext>
                </a:extLst>
              </p:cNvPr>
              <p:cNvSpPr txBox="1"/>
              <p:nvPr/>
            </p:nvSpPr>
            <p:spPr>
              <a:xfrm>
                <a:off x="1497360" y="1997857"/>
                <a:ext cx="6921317" cy="1477328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9600" b="0" i="0" smtClean="0">
                          <a:latin typeface="Cambria Math" panose="02040503050406030204" pitchFamily="18" charset="0"/>
                        </a:rPr>
                        <m:t>(15−5)</m:t>
                      </m:r>
                      <m:r>
                        <a:rPr lang="en-GB" sz="9600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9600" b="0" i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GB" sz="9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58DF5AC-60F3-4E08-A0BF-3295C92622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7360" y="1997857"/>
                <a:ext cx="6921317" cy="147732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890958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F1163E8E-8354-FB6E-7B75-5C17061C01B3}"/>
              </a:ext>
            </a:extLst>
          </p:cNvPr>
          <p:cNvGrpSpPr/>
          <p:nvPr/>
        </p:nvGrpSpPr>
        <p:grpSpPr>
          <a:xfrm>
            <a:off x="948538" y="978117"/>
            <a:ext cx="8008924" cy="2254888"/>
            <a:chOff x="948538" y="2301556"/>
            <a:chExt cx="8008924" cy="2254888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53C57E8F-03CB-21AC-E0E9-09F60920A99A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A3CFC1B-CDAE-B77B-1B0E-86D0C3370F13}"/>
                </a:ext>
              </a:extLst>
            </p:cNvPr>
            <p:cNvSpPr/>
            <p:nvPr/>
          </p:nvSpPr>
          <p:spPr>
            <a:xfrm>
              <a:off x="967775" y="2542441"/>
              <a:ext cx="7989687" cy="156966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Даярсызбы?</a:t>
              </a:r>
              <a:r>
                <a:rPr lang="en-US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?</a:t>
              </a:r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E8E83748-A9DE-0FA4-603A-B1F5085BBA80}"/>
              </a:ext>
            </a:extLst>
          </p:cNvPr>
          <p:cNvGrpSpPr/>
          <p:nvPr/>
        </p:nvGrpSpPr>
        <p:grpSpPr>
          <a:xfrm>
            <a:off x="3808692" y="5414158"/>
            <a:ext cx="3862107" cy="2123658"/>
            <a:chOff x="3808693" y="5043967"/>
            <a:chExt cx="2288614" cy="2123658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D325E9CC-3817-B9E4-B29B-27B2FF9210C8}"/>
                </a:ext>
              </a:extLst>
            </p:cNvPr>
            <p:cNvSpPr/>
            <p:nvPr/>
          </p:nvSpPr>
          <p:spPr>
            <a:xfrm>
              <a:off x="3808693" y="5102013"/>
              <a:ext cx="2288614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" name="Rectangle 9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1D46FE2B-AB4B-32A3-BF81-0AE278C2BC05}"/>
                </a:ext>
              </a:extLst>
            </p:cNvPr>
            <p:cNvSpPr/>
            <p:nvPr/>
          </p:nvSpPr>
          <p:spPr>
            <a:xfrm>
              <a:off x="4001589" y="5043967"/>
              <a:ext cx="1902822" cy="2123658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ky-KG" sz="6600" b="1" cap="none" spc="0" dirty="0">
                  <a:ln w="381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lin Sans FB Demi" panose="020E0802020502020306" pitchFamily="34" charset="0"/>
                </a:rPr>
                <a:t>Кеттик!</a:t>
              </a:r>
              <a:endParaRPr lang="en-US" sz="6600" b="1" cap="none" spc="0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354941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/>
              <a:t>13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58DF5AC-60F3-4E08-A0BF-3295C92622B4}"/>
                  </a:ext>
                </a:extLst>
              </p:cNvPr>
              <p:cNvSpPr txBox="1"/>
              <p:nvPr/>
            </p:nvSpPr>
            <p:spPr>
              <a:xfrm>
                <a:off x="1983661" y="2081432"/>
                <a:ext cx="5938677" cy="1477328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9600" b="0" i="0" smtClean="0">
                          <a:latin typeface="Cambria Math" panose="02040503050406030204" pitchFamily="18" charset="0"/>
                        </a:rPr>
                        <m:t>6+14</m:t>
                      </m:r>
                      <m:r>
                        <a:rPr lang="en-GB" sz="9600" b="0" i="1" smtClean="0">
                          <a:latin typeface="Cambria Math" panose="02040503050406030204" pitchFamily="18" charset="0"/>
                        </a:rPr>
                        <m:t>÷</m:t>
                      </m:r>
                      <m:r>
                        <a:rPr lang="en-GB" sz="9600" b="0" i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GB" sz="9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58DF5AC-60F3-4E08-A0BF-3295C92622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3661" y="2081432"/>
                <a:ext cx="5938677" cy="147732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42484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A39D7A27-F466-AA61-B357-147EBE03E192}"/>
              </a:ext>
            </a:extLst>
          </p:cNvPr>
          <p:cNvGrpSpPr/>
          <p:nvPr/>
        </p:nvGrpSpPr>
        <p:grpSpPr>
          <a:xfrm>
            <a:off x="948538" y="978117"/>
            <a:ext cx="8008924" cy="2254888"/>
            <a:chOff x="948538" y="2301556"/>
            <a:chExt cx="8008924" cy="2254888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9F090B2D-72C4-EE2A-3E40-84D936220568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22EBDD3-6735-B00A-D458-230D1501417A}"/>
                </a:ext>
              </a:extLst>
            </p:cNvPr>
            <p:cNvSpPr/>
            <p:nvPr/>
          </p:nvSpPr>
          <p:spPr>
            <a:xfrm>
              <a:off x="967775" y="2542441"/>
              <a:ext cx="7989687" cy="156966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Даярсызбы?</a:t>
              </a:r>
              <a:r>
                <a:rPr lang="en-US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?</a:t>
              </a:r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1336681F-81AC-A7D1-9999-FFAF2F6B9843}"/>
              </a:ext>
            </a:extLst>
          </p:cNvPr>
          <p:cNvGrpSpPr/>
          <p:nvPr/>
        </p:nvGrpSpPr>
        <p:grpSpPr>
          <a:xfrm>
            <a:off x="3808692" y="5414158"/>
            <a:ext cx="3862107" cy="2123658"/>
            <a:chOff x="3808693" y="5043967"/>
            <a:chExt cx="2288614" cy="2123658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284ABACA-ACC7-7C89-13E8-1149136541C5}"/>
                </a:ext>
              </a:extLst>
            </p:cNvPr>
            <p:cNvSpPr/>
            <p:nvPr/>
          </p:nvSpPr>
          <p:spPr>
            <a:xfrm>
              <a:off x="3808693" y="5102013"/>
              <a:ext cx="2288614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" name="Rectangle 9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593B970C-6DC4-95F8-D664-801ED25BA331}"/>
                </a:ext>
              </a:extLst>
            </p:cNvPr>
            <p:cNvSpPr/>
            <p:nvPr/>
          </p:nvSpPr>
          <p:spPr>
            <a:xfrm>
              <a:off x="4001589" y="5043967"/>
              <a:ext cx="1902822" cy="2123658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ky-KG" sz="6600" b="1" cap="none" spc="0" dirty="0">
                  <a:ln w="381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lin Sans FB Demi" panose="020E0802020502020306" pitchFamily="34" charset="0"/>
                </a:rPr>
                <a:t>Кеттик!</a:t>
              </a:r>
              <a:endParaRPr lang="en-US" sz="6600" b="1" cap="none" spc="0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618797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/>
              <a:t>8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58DF5AC-60F3-4E08-A0BF-3295C92622B4}"/>
                  </a:ext>
                </a:extLst>
              </p:cNvPr>
              <p:cNvSpPr txBox="1"/>
              <p:nvPr/>
            </p:nvSpPr>
            <p:spPr>
              <a:xfrm>
                <a:off x="2344336" y="2006458"/>
                <a:ext cx="5217326" cy="1477328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9600" b="0" i="0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9600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9600" b="0" i="0" smtClean="0">
                          <a:latin typeface="Cambria Math" panose="02040503050406030204" pitchFamily="18" charset="0"/>
                        </a:rPr>
                        <m:t>3+2</m:t>
                      </m:r>
                    </m:oMath>
                  </m:oMathPara>
                </a14:m>
                <a:endParaRPr lang="en-GB" sz="9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58DF5AC-60F3-4E08-A0BF-3295C92622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4336" y="2006458"/>
                <a:ext cx="5217326" cy="147732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663631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1E84B16-F6B5-C472-E6F9-6BF2E23FC2F8}"/>
              </a:ext>
            </a:extLst>
          </p:cNvPr>
          <p:cNvGrpSpPr/>
          <p:nvPr/>
        </p:nvGrpSpPr>
        <p:grpSpPr>
          <a:xfrm>
            <a:off x="948538" y="978117"/>
            <a:ext cx="8008924" cy="2254888"/>
            <a:chOff x="948538" y="2301556"/>
            <a:chExt cx="8008924" cy="2254888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70876E09-0F29-8BFC-9C9C-290C7DF78715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0396A54-C3C4-19B7-4CD6-9BF79216CD44}"/>
                </a:ext>
              </a:extLst>
            </p:cNvPr>
            <p:cNvSpPr/>
            <p:nvPr/>
          </p:nvSpPr>
          <p:spPr>
            <a:xfrm>
              <a:off x="967775" y="2542441"/>
              <a:ext cx="7989687" cy="156966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Даярсызбы?</a:t>
              </a:r>
              <a:r>
                <a:rPr lang="en-US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?</a:t>
              </a:r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AE8AD9C8-9674-8F83-41A7-7FE77F2CF843}"/>
              </a:ext>
            </a:extLst>
          </p:cNvPr>
          <p:cNvGrpSpPr/>
          <p:nvPr/>
        </p:nvGrpSpPr>
        <p:grpSpPr>
          <a:xfrm>
            <a:off x="3808692" y="5414158"/>
            <a:ext cx="3862107" cy="2123658"/>
            <a:chOff x="3808693" y="5043967"/>
            <a:chExt cx="2288614" cy="2123658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4F230369-C3EA-532D-3595-2038E337A829}"/>
                </a:ext>
              </a:extLst>
            </p:cNvPr>
            <p:cNvSpPr/>
            <p:nvPr/>
          </p:nvSpPr>
          <p:spPr>
            <a:xfrm>
              <a:off x="3808693" y="5102013"/>
              <a:ext cx="2288614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" name="Rectangle 9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ABE5E4C7-4914-F1EE-0FBB-CA030B203856}"/>
                </a:ext>
              </a:extLst>
            </p:cNvPr>
            <p:cNvSpPr/>
            <p:nvPr/>
          </p:nvSpPr>
          <p:spPr>
            <a:xfrm>
              <a:off x="4001589" y="5043967"/>
              <a:ext cx="1902822" cy="2123658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ky-KG" sz="6600" b="1" cap="none" spc="0" dirty="0">
                  <a:ln w="381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lin Sans FB Demi" panose="020E0802020502020306" pitchFamily="34" charset="0"/>
                </a:rPr>
                <a:t>Кеттик!</a:t>
              </a:r>
              <a:endParaRPr lang="en-US" sz="6600" b="1" cap="none" spc="0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831027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/>
              <a:t>23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58DF5AC-60F3-4E08-A0BF-3295C92622B4}"/>
                  </a:ext>
                </a:extLst>
              </p:cNvPr>
              <p:cNvSpPr txBox="1"/>
              <p:nvPr/>
            </p:nvSpPr>
            <p:spPr>
              <a:xfrm>
                <a:off x="1270035" y="2104651"/>
                <a:ext cx="7365927" cy="1477328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9600" b="0" i="0" smtClean="0">
                          <a:latin typeface="Cambria Math" panose="02040503050406030204" pitchFamily="18" charset="0"/>
                        </a:rPr>
                        <m:t>7+4</m:t>
                      </m:r>
                      <m:r>
                        <a:rPr lang="en-GB" sz="9600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9600" b="0" i="0" smtClean="0">
                          <a:latin typeface="Cambria Math" panose="02040503050406030204" pitchFamily="18" charset="0"/>
                        </a:rPr>
                        <m:t>3+4</m:t>
                      </m:r>
                    </m:oMath>
                  </m:oMathPara>
                </a14:m>
                <a:endParaRPr lang="en-GB" sz="9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58DF5AC-60F3-4E08-A0BF-3295C92622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0035" y="2104651"/>
                <a:ext cx="7365927" cy="147732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61381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5B41E46-F97D-D116-81C1-2E7072A4FB28}"/>
              </a:ext>
            </a:extLst>
          </p:cNvPr>
          <p:cNvGrpSpPr/>
          <p:nvPr/>
        </p:nvGrpSpPr>
        <p:grpSpPr>
          <a:xfrm>
            <a:off x="948538" y="978117"/>
            <a:ext cx="8008924" cy="2254888"/>
            <a:chOff x="948538" y="2301556"/>
            <a:chExt cx="8008924" cy="2254888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CFB97488-C510-CB96-8B83-8E9DEAC43C31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DB89632-9935-50A9-DE77-795C77B67425}"/>
                </a:ext>
              </a:extLst>
            </p:cNvPr>
            <p:cNvSpPr/>
            <p:nvPr/>
          </p:nvSpPr>
          <p:spPr>
            <a:xfrm>
              <a:off x="967775" y="2542441"/>
              <a:ext cx="7989687" cy="156966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Даярсызбы?</a:t>
              </a:r>
              <a:r>
                <a:rPr lang="en-US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?</a:t>
              </a:r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41B1C39F-80AC-A20E-0F80-4BCF49970AF2}"/>
              </a:ext>
            </a:extLst>
          </p:cNvPr>
          <p:cNvGrpSpPr/>
          <p:nvPr/>
        </p:nvGrpSpPr>
        <p:grpSpPr>
          <a:xfrm>
            <a:off x="3808692" y="5414158"/>
            <a:ext cx="3862107" cy="2123658"/>
            <a:chOff x="3808693" y="5043967"/>
            <a:chExt cx="2288614" cy="2123658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4E652DE0-7589-E7C3-5122-DD523732743B}"/>
                </a:ext>
              </a:extLst>
            </p:cNvPr>
            <p:cNvSpPr/>
            <p:nvPr/>
          </p:nvSpPr>
          <p:spPr>
            <a:xfrm>
              <a:off x="3808693" y="5102013"/>
              <a:ext cx="2288614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" name="Rectangle 9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22317D63-E326-F16C-A793-EBD6D14EDB71}"/>
                </a:ext>
              </a:extLst>
            </p:cNvPr>
            <p:cNvSpPr/>
            <p:nvPr/>
          </p:nvSpPr>
          <p:spPr>
            <a:xfrm>
              <a:off x="4001589" y="5043967"/>
              <a:ext cx="1902822" cy="2123658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ky-KG" sz="6600" b="1" cap="none" spc="0" dirty="0">
                  <a:ln w="381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lin Sans FB Demi" panose="020E0802020502020306" pitchFamily="34" charset="0"/>
                </a:rPr>
                <a:t>Кеттик!</a:t>
              </a:r>
              <a:endParaRPr lang="en-US" sz="6600" b="1" cap="none" spc="0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19863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/>
              <a:t>4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58DF5AC-60F3-4E08-A0BF-3295C92622B4}"/>
                  </a:ext>
                </a:extLst>
              </p:cNvPr>
              <p:cNvSpPr txBox="1"/>
              <p:nvPr/>
            </p:nvSpPr>
            <p:spPr>
              <a:xfrm>
                <a:off x="1812941" y="1951672"/>
                <a:ext cx="6280117" cy="1477328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960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9600" b="0" i="0" smtClean="0">
                          <a:latin typeface="Cambria Math" panose="02040503050406030204" pitchFamily="18" charset="0"/>
                        </a:rPr>
                        <m:t>5+3)</m:t>
                      </m:r>
                      <m:r>
                        <a:rPr lang="en-GB" sz="9600" b="0" i="1" smtClean="0">
                          <a:latin typeface="Cambria Math" panose="02040503050406030204" pitchFamily="18" charset="0"/>
                        </a:rPr>
                        <m:t>÷</m:t>
                      </m:r>
                      <m:r>
                        <a:rPr lang="en-GB" sz="9600" b="0" i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GB" sz="9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58DF5AC-60F3-4E08-A0BF-3295C92622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2941" y="1951672"/>
                <a:ext cx="6280117" cy="147732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2979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5E8C592B-0158-E324-0903-1DAA808D7238}"/>
              </a:ext>
            </a:extLst>
          </p:cNvPr>
          <p:cNvGrpSpPr/>
          <p:nvPr/>
        </p:nvGrpSpPr>
        <p:grpSpPr>
          <a:xfrm>
            <a:off x="948538" y="978117"/>
            <a:ext cx="8008924" cy="2254888"/>
            <a:chOff x="948538" y="2301556"/>
            <a:chExt cx="8008924" cy="2254888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3AC83B6E-65F7-7C82-8663-BD5793825E98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6ACF1D4-7C09-3370-0084-65DB39E495EA}"/>
                </a:ext>
              </a:extLst>
            </p:cNvPr>
            <p:cNvSpPr/>
            <p:nvPr/>
          </p:nvSpPr>
          <p:spPr>
            <a:xfrm>
              <a:off x="967775" y="2542441"/>
              <a:ext cx="7989687" cy="156966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Даярсызбы?</a:t>
              </a:r>
              <a:r>
                <a:rPr lang="en-US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?</a:t>
              </a:r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2E687E31-5845-8CD0-82A6-EC1E97A9ABC1}"/>
              </a:ext>
            </a:extLst>
          </p:cNvPr>
          <p:cNvGrpSpPr/>
          <p:nvPr/>
        </p:nvGrpSpPr>
        <p:grpSpPr>
          <a:xfrm>
            <a:off x="3808692" y="5414158"/>
            <a:ext cx="3862107" cy="2123658"/>
            <a:chOff x="3808693" y="5043967"/>
            <a:chExt cx="2288614" cy="2123658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20F8067D-7072-F781-5C20-6F400579A68F}"/>
                </a:ext>
              </a:extLst>
            </p:cNvPr>
            <p:cNvSpPr/>
            <p:nvPr/>
          </p:nvSpPr>
          <p:spPr>
            <a:xfrm>
              <a:off x="3808693" y="5102013"/>
              <a:ext cx="2288614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" name="Rectangle 9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AA234C42-43E8-38C8-6173-2C643D30B247}"/>
                </a:ext>
              </a:extLst>
            </p:cNvPr>
            <p:cNvSpPr/>
            <p:nvPr/>
          </p:nvSpPr>
          <p:spPr>
            <a:xfrm>
              <a:off x="4001589" y="5043967"/>
              <a:ext cx="1902822" cy="2123658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ky-KG" sz="6600" b="1" cap="none" spc="0" dirty="0">
                  <a:ln w="381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lin Sans FB Demi" panose="020E0802020502020306" pitchFamily="34" charset="0"/>
                </a:rPr>
                <a:t>Кеттик!</a:t>
              </a:r>
              <a:endParaRPr lang="en-US" sz="6600" b="1" cap="none" spc="0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176442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/>
              <a:t>16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58DF5AC-60F3-4E08-A0BF-3295C92622B4}"/>
                  </a:ext>
                </a:extLst>
              </p:cNvPr>
              <p:cNvSpPr txBox="1"/>
              <p:nvPr/>
            </p:nvSpPr>
            <p:spPr>
              <a:xfrm>
                <a:off x="1832979" y="2085942"/>
                <a:ext cx="6240042" cy="1477328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9600" b="0" i="0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9600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9600" b="0" i="0" smtClean="0">
                          <a:latin typeface="Cambria Math" panose="02040503050406030204" pitchFamily="18" charset="0"/>
                        </a:rPr>
                        <m:t>(6+2)</m:t>
                      </m:r>
                    </m:oMath>
                  </m:oMathPara>
                </a14:m>
                <a:endParaRPr lang="en-GB" sz="9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58DF5AC-60F3-4E08-A0BF-3295C92622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32979" y="2085942"/>
                <a:ext cx="6240042" cy="147732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430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A6DB081A-0519-CE6F-BB7B-63D316D959E6}"/>
              </a:ext>
            </a:extLst>
          </p:cNvPr>
          <p:cNvGrpSpPr/>
          <p:nvPr/>
        </p:nvGrpSpPr>
        <p:grpSpPr>
          <a:xfrm>
            <a:off x="948538" y="978117"/>
            <a:ext cx="8008924" cy="2254888"/>
            <a:chOff x="948538" y="2301556"/>
            <a:chExt cx="8008924" cy="2254888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603287CB-499D-F261-AFA0-7E3DF5DCDE6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67E17DF-DB7E-02D0-3AFF-8138E4D1282D}"/>
                </a:ext>
              </a:extLst>
            </p:cNvPr>
            <p:cNvSpPr/>
            <p:nvPr/>
          </p:nvSpPr>
          <p:spPr>
            <a:xfrm>
              <a:off x="967775" y="2542441"/>
              <a:ext cx="7989687" cy="156966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Даярсызбы?</a:t>
              </a:r>
              <a:r>
                <a:rPr lang="en-US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?</a:t>
              </a:r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F54DB621-EF49-9CB0-2390-84709B50AA20}"/>
              </a:ext>
            </a:extLst>
          </p:cNvPr>
          <p:cNvGrpSpPr/>
          <p:nvPr/>
        </p:nvGrpSpPr>
        <p:grpSpPr>
          <a:xfrm>
            <a:off x="3808692" y="5414158"/>
            <a:ext cx="3862107" cy="2123658"/>
            <a:chOff x="3808693" y="5043967"/>
            <a:chExt cx="2288614" cy="2123658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AE9AE41B-14D0-E27F-0598-F511EA550A73}"/>
                </a:ext>
              </a:extLst>
            </p:cNvPr>
            <p:cNvSpPr/>
            <p:nvPr/>
          </p:nvSpPr>
          <p:spPr>
            <a:xfrm>
              <a:off x="3808693" y="5102013"/>
              <a:ext cx="2288614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" name="Rectangle 9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AEAE335E-BBFE-AEE8-2B34-31483B088462}"/>
                </a:ext>
              </a:extLst>
            </p:cNvPr>
            <p:cNvSpPr/>
            <p:nvPr/>
          </p:nvSpPr>
          <p:spPr>
            <a:xfrm>
              <a:off x="4001589" y="5043967"/>
              <a:ext cx="1902822" cy="2123658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ky-KG" sz="6600" b="1" cap="none" spc="0" dirty="0">
                  <a:ln w="381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lin Sans FB Demi" panose="020E0802020502020306" pitchFamily="34" charset="0"/>
                </a:rPr>
                <a:t>Кеттик!</a:t>
              </a:r>
              <a:endParaRPr lang="en-US" sz="6600" b="1" cap="none" spc="0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39451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/>
              <a:t>21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58DF5AC-60F3-4E08-A0BF-3295C92622B4}"/>
                  </a:ext>
                </a:extLst>
              </p:cNvPr>
              <p:cNvSpPr txBox="1"/>
              <p:nvPr/>
            </p:nvSpPr>
            <p:spPr>
              <a:xfrm>
                <a:off x="1848206" y="1988173"/>
                <a:ext cx="6209585" cy="1477328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9600" b="0" i="0" smtClean="0">
                          <a:latin typeface="Cambria Math" panose="02040503050406030204" pitchFamily="18" charset="0"/>
                        </a:rPr>
                        <m:t>25−8 </m:t>
                      </m:r>
                      <m:r>
                        <a:rPr lang="en-GB" sz="9600" b="0" i="1" smtClean="0">
                          <a:latin typeface="Cambria Math" panose="02040503050406030204" pitchFamily="18" charset="0"/>
                        </a:rPr>
                        <m:t>÷</m:t>
                      </m:r>
                      <m:r>
                        <a:rPr lang="en-GB" sz="9600" b="0" i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GB" sz="9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58DF5AC-60F3-4E08-A0BF-3295C92622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8206" y="1988173"/>
                <a:ext cx="6209585" cy="147732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684452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2001C6D-5383-0D69-EF00-CF27D5712FA7}"/>
              </a:ext>
            </a:extLst>
          </p:cNvPr>
          <p:cNvGrpSpPr/>
          <p:nvPr/>
        </p:nvGrpSpPr>
        <p:grpSpPr>
          <a:xfrm>
            <a:off x="948538" y="978117"/>
            <a:ext cx="8008924" cy="2254888"/>
            <a:chOff x="948538" y="2301556"/>
            <a:chExt cx="8008924" cy="2254888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6BA25A54-F1CE-EFE0-777C-066B86801E7A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F571A05-C5B1-E90D-08F3-6428BD7B2CFF}"/>
                </a:ext>
              </a:extLst>
            </p:cNvPr>
            <p:cNvSpPr/>
            <p:nvPr/>
          </p:nvSpPr>
          <p:spPr>
            <a:xfrm>
              <a:off x="967775" y="2542441"/>
              <a:ext cx="7989687" cy="156966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Даярсызбы?</a:t>
              </a:r>
              <a:r>
                <a:rPr lang="en-US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?</a:t>
              </a:r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A8355692-3C36-6C23-1088-D268362B4E17}"/>
              </a:ext>
            </a:extLst>
          </p:cNvPr>
          <p:cNvGrpSpPr/>
          <p:nvPr/>
        </p:nvGrpSpPr>
        <p:grpSpPr>
          <a:xfrm>
            <a:off x="3808692" y="5414158"/>
            <a:ext cx="3862107" cy="2123658"/>
            <a:chOff x="3808693" y="5043967"/>
            <a:chExt cx="2288614" cy="2123658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2790EF04-E089-EE8E-E617-F611E2D3A06E}"/>
                </a:ext>
              </a:extLst>
            </p:cNvPr>
            <p:cNvSpPr/>
            <p:nvPr/>
          </p:nvSpPr>
          <p:spPr>
            <a:xfrm>
              <a:off x="3808693" y="5102013"/>
              <a:ext cx="2288614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" name="Rectangle 9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01C3AFA-4C9F-D009-996D-AEDE9B1B7521}"/>
                </a:ext>
              </a:extLst>
            </p:cNvPr>
            <p:cNvSpPr/>
            <p:nvPr/>
          </p:nvSpPr>
          <p:spPr>
            <a:xfrm>
              <a:off x="4001589" y="5043967"/>
              <a:ext cx="1902822" cy="2123658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ky-KG" sz="6600" b="1" cap="none" spc="0" dirty="0">
                  <a:ln w="381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lin Sans FB Demi" panose="020E0802020502020306" pitchFamily="34" charset="0"/>
                </a:rPr>
                <a:t>Кеттик!</a:t>
              </a:r>
              <a:endParaRPr lang="en-US" sz="6600" b="1" cap="none" spc="0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24135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/>
              <a:t>27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58DF5AC-60F3-4E08-A0BF-3295C92622B4}"/>
                  </a:ext>
                </a:extLst>
              </p:cNvPr>
              <p:cNvSpPr txBox="1"/>
              <p:nvPr/>
            </p:nvSpPr>
            <p:spPr>
              <a:xfrm>
                <a:off x="1848207" y="2085942"/>
                <a:ext cx="6209585" cy="1477328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9600" b="0" i="0" smtClean="0">
                          <a:latin typeface="Cambria Math" panose="02040503050406030204" pitchFamily="18" charset="0"/>
                        </a:rPr>
                        <m:t>30−9 </m:t>
                      </m:r>
                      <m:r>
                        <a:rPr lang="en-GB" sz="9600" b="0" i="1" smtClean="0">
                          <a:latin typeface="Cambria Math" panose="02040503050406030204" pitchFamily="18" charset="0"/>
                        </a:rPr>
                        <m:t>÷</m:t>
                      </m:r>
                      <m:r>
                        <a:rPr lang="en-GB" sz="9600" b="0" i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GB" sz="9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58DF5AC-60F3-4E08-A0BF-3295C92622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8207" y="2085942"/>
                <a:ext cx="6209585" cy="147732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92020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93132FF-95BD-0BBB-0742-9F49D8D3B6C6}"/>
              </a:ext>
            </a:extLst>
          </p:cNvPr>
          <p:cNvGrpSpPr/>
          <p:nvPr/>
        </p:nvGrpSpPr>
        <p:grpSpPr>
          <a:xfrm>
            <a:off x="948538" y="978117"/>
            <a:ext cx="8008924" cy="2254888"/>
            <a:chOff x="948538" y="2301556"/>
            <a:chExt cx="8008924" cy="2254888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2C303DB5-495A-0936-8843-1DCEE683CA64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9E8DDA1-886E-C13B-DFAE-1422735F77DA}"/>
                </a:ext>
              </a:extLst>
            </p:cNvPr>
            <p:cNvSpPr/>
            <p:nvPr/>
          </p:nvSpPr>
          <p:spPr>
            <a:xfrm>
              <a:off x="967775" y="2542441"/>
              <a:ext cx="7989687" cy="156966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Даярсызбы?</a:t>
              </a:r>
              <a:r>
                <a:rPr lang="en-US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?</a:t>
              </a:r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4D75C514-9E42-5AF8-632B-E97480C0D9F6}"/>
              </a:ext>
            </a:extLst>
          </p:cNvPr>
          <p:cNvGrpSpPr/>
          <p:nvPr/>
        </p:nvGrpSpPr>
        <p:grpSpPr>
          <a:xfrm>
            <a:off x="3808692" y="5414158"/>
            <a:ext cx="3862107" cy="2123658"/>
            <a:chOff x="3808693" y="5043967"/>
            <a:chExt cx="2288614" cy="2123658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D09BAD51-42FE-9EF3-6D27-ED1DB644A098}"/>
                </a:ext>
              </a:extLst>
            </p:cNvPr>
            <p:cNvSpPr/>
            <p:nvPr/>
          </p:nvSpPr>
          <p:spPr>
            <a:xfrm>
              <a:off x="3808693" y="5102013"/>
              <a:ext cx="2288614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" name="Rectangle 9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7B025070-A7DE-E564-24DC-F46F8C2D4B09}"/>
                </a:ext>
              </a:extLst>
            </p:cNvPr>
            <p:cNvSpPr/>
            <p:nvPr/>
          </p:nvSpPr>
          <p:spPr>
            <a:xfrm>
              <a:off x="4001589" y="5043967"/>
              <a:ext cx="1902822" cy="2123658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ky-KG" sz="6600" b="1" cap="none" spc="0" dirty="0">
                  <a:ln w="381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lin Sans FB Demi" panose="020E0802020502020306" pitchFamily="34" charset="0"/>
                </a:rPr>
                <a:t>Кеттик!</a:t>
              </a:r>
              <a:endParaRPr lang="en-US" sz="6600" b="1" cap="none" spc="0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21248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/>
              <a:t>15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58DF5AC-60F3-4E08-A0BF-3295C92622B4}"/>
                  </a:ext>
                </a:extLst>
              </p:cNvPr>
              <p:cNvSpPr txBox="1"/>
              <p:nvPr/>
            </p:nvSpPr>
            <p:spPr>
              <a:xfrm>
                <a:off x="1249998" y="1997857"/>
                <a:ext cx="7406002" cy="1477328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9600" b="0" i="0" smtClean="0">
                          <a:latin typeface="Cambria Math" panose="02040503050406030204" pitchFamily="18" charset="0"/>
                        </a:rPr>
                        <m:t>8+6</m:t>
                      </m:r>
                      <m:r>
                        <a:rPr lang="en-GB" sz="9600" b="0" i="1" smtClean="0">
                          <a:latin typeface="Cambria Math" panose="02040503050406030204" pitchFamily="18" charset="0"/>
                        </a:rPr>
                        <m:t>÷</m:t>
                      </m:r>
                      <m:r>
                        <a:rPr lang="en-GB" sz="9600" b="0" i="0" smtClean="0">
                          <a:latin typeface="Cambria Math" panose="02040503050406030204" pitchFamily="18" charset="0"/>
                        </a:rPr>
                        <m:t>2+4</m:t>
                      </m:r>
                    </m:oMath>
                  </m:oMathPara>
                </a14:m>
                <a:endParaRPr lang="en-GB" sz="9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58DF5AC-60F3-4E08-A0BF-3295C92622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9998" y="1997857"/>
                <a:ext cx="7406002" cy="147732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0076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30EFF32A-9E67-E6DB-6F00-B06F1C4E4F81}"/>
              </a:ext>
            </a:extLst>
          </p:cNvPr>
          <p:cNvGrpSpPr/>
          <p:nvPr/>
        </p:nvGrpSpPr>
        <p:grpSpPr>
          <a:xfrm>
            <a:off x="948538" y="978117"/>
            <a:ext cx="8008924" cy="2254888"/>
            <a:chOff x="948538" y="2301556"/>
            <a:chExt cx="8008924" cy="2254888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9BC4681C-6373-6053-7248-51D710D971EA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007980D-8DC8-D9EB-19B8-FB2E577D339D}"/>
                </a:ext>
              </a:extLst>
            </p:cNvPr>
            <p:cNvSpPr/>
            <p:nvPr/>
          </p:nvSpPr>
          <p:spPr>
            <a:xfrm>
              <a:off x="967775" y="2542441"/>
              <a:ext cx="7989687" cy="156966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Даярсызбы?</a:t>
              </a:r>
              <a:r>
                <a:rPr lang="en-US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?</a:t>
              </a:r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C1B3178B-1DC5-4B23-7B47-7C47EAAC80C6}"/>
              </a:ext>
            </a:extLst>
          </p:cNvPr>
          <p:cNvGrpSpPr/>
          <p:nvPr/>
        </p:nvGrpSpPr>
        <p:grpSpPr>
          <a:xfrm>
            <a:off x="3808692" y="5414158"/>
            <a:ext cx="3862107" cy="2123658"/>
            <a:chOff x="3808693" y="5043967"/>
            <a:chExt cx="2288614" cy="2123658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0E958B06-75FC-6B9C-8EA1-4CD1EC913765}"/>
                </a:ext>
              </a:extLst>
            </p:cNvPr>
            <p:cNvSpPr/>
            <p:nvPr/>
          </p:nvSpPr>
          <p:spPr>
            <a:xfrm>
              <a:off x="3808693" y="5102013"/>
              <a:ext cx="2288614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" name="Rectangle 9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3445A25-FA80-ADDD-491B-91AA81637436}"/>
                </a:ext>
              </a:extLst>
            </p:cNvPr>
            <p:cNvSpPr/>
            <p:nvPr/>
          </p:nvSpPr>
          <p:spPr>
            <a:xfrm>
              <a:off x="4001589" y="5043967"/>
              <a:ext cx="1902822" cy="2123658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ky-KG" sz="6600" b="1" cap="none" spc="0" dirty="0">
                  <a:ln w="381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lin Sans FB Demi" panose="020E0802020502020306" pitchFamily="34" charset="0"/>
                </a:rPr>
                <a:t>Кеттик!</a:t>
              </a:r>
              <a:endParaRPr lang="en-US" sz="6600" b="1" cap="none" spc="0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65259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/>
              <a:t>15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58DF5AC-60F3-4E08-A0BF-3295C92622B4}"/>
                  </a:ext>
                </a:extLst>
              </p:cNvPr>
              <p:cNvSpPr txBox="1"/>
              <p:nvPr/>
            </p:nvSpPr>
            <p:spPr>
              <a:xfrm>
                <a:off x="2344336" y="2085942"/>
                <a:ext cx="5217326" cy="1477328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9600" b="0" i="0" smtClean="0">
                          <a:latin typeface="Cambria Math" panose="02040503050406030204" pitchFamily="18" charset="0"/>
                        </a:rPr>
                        <m:t>7+4</m:t>
                      </m:r>
                      <m:r>
                        <a:rPr lang="en-GB" sz="9600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9600" b="0" i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GB" sz="9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58DF5AC-60F3-4E08-A0BF-3295C92622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4336" y="2085942"/>
                <a:ext cx="5217326" cy="147732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37021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1084A0AD-FFF5-8C30-FB46-17AF057BEBF0}"/>
              </a:ext>
            </a:extLst>
          </p:cNvPr>
          <p:cNvGrpSpPr/>
          <p:nvPr/>
        </p:nvGrpSpPr>
        <p:grpSpPr>
          <a:xfrm>
            <a:off x="948538" y="978117"/>
            <a:ext cx="8008924" cy="2254888"/>
            <a:chOff x="948538" y="2301556"/>
            <a:chExt cx="8008924" cy="2254888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4ED5AA50-5363-5E08-2207-455FEA1DA06E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A92D47C-00D3-0423-2041-8D8975C1EEB0}"/>
                </a:ext>
              </a:extLst>
            </p:cNvPr>
            <p:cNvSpPr/>
            <p:nvPr/>
          </p:nvSpPr>
          <p:spPr>
            <a:xfrm>
              <a:off x="967775" y="2542441"/>
              <a:ext cx="7989687" cy="156966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Даярсызбы?</a:t>
              </a:r>
              <a:r>
                <a:rPr lang="en-US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?</a:t>
              </a:r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7577A5EF-F0C9-49F5-F91C-AA0C9A21E180}"/>
              </a:ext>
            </a:extLst>
          </p:cNvPr>
          <p:cNvGrpSpPr/>
          <p:nvPr/>
        </p:nvGrpSpPr>
        <p:grpSpPr>
          <a:xfrm>
            <a:off x="3808692" y="5414158"/>
            <a:ext cx="3862107" cy="2123658"/>
            <a:chOff x="3808693" y="5043967"/>
            <a:chExt cx="2288614" cy="2123658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A08531DA-5CAA-4321-FBF4-6D2205C22421}"/>
                </a:ext>
              </a:extLst>
            </p:cNvPr>
            <p:cNvSpPr/>
            <p:nvPr/>
          </p:nvSpPr>
          <p:spPr>
            <a:xfrm>
              <a:off x="3808693" y="5102013"/>
              <a:ext cx="2288614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" name="Rectangle 9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B37AB5AD-17FF-91E5-D084-4DBFC25A00E3}"/>
                </a:ext>
              </a:extLst>
            </p:cNvPr>
            <p:cNvSpPr/>
            <p:nvPr/>
          </p:nvSpPr>
          <p:spPr>
            <a:xfrm>
              <a:off x="4001589" y="5043967"/>
              <a:ext cx="1902822" cy="2123658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ky-KG" sz="6600" b="1" cap="none" spc="0" dirty="0">
                  <a:ln w="381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lin Sans FB Demi" panose="020E0802020502020306" pitchFamily="34" charset="0"/>
                </a:rPr>
                <a:t>Кеттик!</a:t>
              </a:r>
              <a:endParaRPr lang="en-US" sz="6600" b="1" cap="none" spc="0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82945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/>
              <a:t>22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4A5BEF-9A1F-49E1-AF70-36576F988459}"/>
                  </a:ext>
                </a:extLst>
              </p:cNvPr>
              <p:cNvSpPr txBox="1"/>
              <p:nvPr/>
            </p:nvSpPr>
            <p:spPr>
              <a:xfrm>
                <a:off x="1279942" y="2273380"/>
                <a:ext cx="7346114" cy="1477328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9600" b="0" i="0" smtClean="0">
                          <a:latin typeface="Cambria Math" panose="02040503050406030204" pitchFamily="18" charset="0"/>
                        </a:rPr>
                        <m:t>7+4</m:t>
                      </m:r>
                      <m:r>
                        <a:rPr lang="en-GB" sz="9600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9600" b="0" i="0" smtClean="0">
                          <a:latin typeface="Cambria Math" panose="02040503050406030204" pitchFamily="18" charset="0"/>
                        </a:rPr>
                        <m:t>5−5</m:t>
                      </m:r>
                    </m:oMath>
                  </m:oMathPara>
                </a14:m>
                <a:endParaRPr lang="en-GB" sz="96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4A5BEF-9A1F-49E1-AF70-36576F9884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9942" y="2273380"/>
                <a:ext cx="7346114" cy="147732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44207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3DD208E-3685-D9CE-A05A-50BA358494E9}"/>
              </a:ext>
            </a:extLst>
          </p:cNvPr>
          <p:cNvGrpSpPr/>
          <p:nvPr/>
        </p:nvGrpSpPr>
        <p:grpSpPr>
          <a:xfrm>
            <a:off x="948538" y="978117"/>
            <a:ext cx="8008924" cy="2254888"/>
            <a:chOff x="948538" y="2301556"/>
            <a:chExt cx="8008924" cy="2254888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48339B24-34CB-5E66-4BEC-11233845E7FF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6AE806D-7D3F-F24F-FA65-882828EDD148}"/>
                </a:ext>
              </a:extLst>
            </p:cNvPr>
            <p:cNvSpPr/>
            <p:nvPr/>
          </p:nvSpPr>
          <p:spPr>
            <a:xfrm>
              <a:off x="967775" y="2542441"/>
              <a:ext cx="7989687" cy="156966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Даярсызбы?</a:t>
              </a:r>
              <a:r>
                <a:rPr lang="en-US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?</a:t>
              </a:r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1E7B45B7-8A91-F574-F0F4-5D12E4D3BD43}"/>
              </a:ext>
            </a:extLst>
          </p:cNvPr>
          <p:cNvGrpSpPr/>
          <p:nvPr/>
        </p:nvGrpSpPr>
        <p:grpSpPr>
          <a:xfrm>
            <a:off x="3808692" y="5414158"/>
            <a:ext cx="3862107" cy="2123658"/>
            <a:chOff x="3808693" y="5043967"/>
            <a:chExt cx="2288614" cy="2123658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BEA517CF-3F48-E568-ACB9-76EA6ABBB294}"/>
                </a:ext>
              </a:extLst>
            </p:cNvPr>
            <p:cNvSpPr/>
            <p:nvPr/>
          </p:nvSpPr>
          <p:spPr>
            <a:xfrm>
              <a:off x="3808693" y="5102013"/>
              <a:ext cx="2288614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" name="Rectangle 9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048F151E-6D0D-6F64-A140-983B1912B6B1}"/>
                </a:ext>
              </a:extLst>
            </p:cNvPr>
            <p:cNvSpPr/>
            <p:nvPr/>
          </p:nvSpPr>
          <p:spPr>
            <a:xfrm>
              <a:off x="4001589" y="5043967"/>
              <a:ext cx="1902822" cy="2123658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ky-KG" sz="6600" b="1" cap="none" spc="0" dirty="0">
                  <a:ln w="381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lin Sans FB Demi" panose="020E0802020502020306" pitchFamily="34" charset="0"/>
                </a:rPr>
                <a:t>Кеттик!</a:t>
              </a:r>
              <a:endParaRPr lang="en-US" sz="6600" b="1" cap="none" spc="0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77246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/>
              <a:t>10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C8603FE-830F-466E-ABEA-6718522407BA}"/>
                  </a:ext>
                </a:extLst>
              </p:cNvPr>
              <p:cNvSpPr txBox="1"/>
              <p:nvPr/>
            </p:nvSpPr>
            <p:spPr>
              <a:xfrm>
                <a:off x="939305" y="2264588"/>
                <a:ext cx="8027390" cy="1477328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9600" b="0" i="0" smtClean="0">
                          <a:latin typeface="Cambria Math" panose="02040503050406030204" pitchFamily="18" charset="0"/>
                        </a:rPr>
                        <m:t>20−4</m:t>
                      </m:r>
                      <m:r>
                        <a:rPr lang="en-GB" sz="9600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9600" b="0" i="0" smtClean="0">
                          <a:latin typeface="Cambria Math" panose="02040503050406030204" pitchFamily="18" charset="0"/>
                        </a:rPr>
                        <m:t>3+2</m:t>
                      </m:r>
                    </m:oMath>
                  </m:oMathPara>
                </a14:m>
                <a:endParaRPr lang="en-GB" sz="96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C8603FE-830F-466E-ABEA-6718522407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305" y="2264588"/>
                <a:ext cx="8027390" cy="147732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93136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44062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03678" y="979468"/>
            <a:ext cx="9240883" cy="58785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3200" dirty="0"/>
              <a:t>Суроолор барбы?</a:t>
            </a:r>
          </a:p>
          <a:p>
            <a:pPr marL="0" indent="0" algn="ctr">
              <a:buNone/>
            </a:pPr>
            <a:r>
              <a:rPr lang="ru-RU" sz="3200" dirty="0"/>
              <a:t>Комментарийлер?</a:t>
            </a:r>
          </a:p>
          <a:p>
            <a:pPr marL="0" indent="0" algn="ctr">
              <a:buNone/>
            </a:pPr>
            <a:r>
              <a:rPr lang="ru-RU" sz="3200" dirty="0"/>
              <a:t>Сунуштар?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…же ката таптыңызбы!?</a:t>
            </a:r>
            <a:endParaRPr lang="ru-RU" sz="3200" dirty="0">
              <a:highlight>
                <a:srgbClr val="C0C0C0"/>
              </a:highlight>
            </a:endParaRP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Турдуу пикирлер учун ыраазычылык билдиребиз.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en-US" sz="3200" dirty="0"/>
              <a:t>mathematicskgz@gmail.com</a:t>
            </a:r>
          </a:p>
          <a:p>
            <a:pPr algn="ctr" defTabSz="478226">
              <a:defRPr/>
            </a:pPr>
            <a:endParaRPr lang="en-GB" sz="24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2971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8308</TotalTime>
  <Words>277</Words>
  <Application>Microsoft Office PowerPoint</Application>
  <PresentationFormat>A4 Paper (210x297 mm)</PresentationFormat>
  <Paragraphs>97</Paragraphs>
  <Slides>39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Arial</vt:lpstr>
      <vt:lpstr>Berlin Sans FB Demi</vt:lpstr>
      <vt:lpstr>Bernard MT Condensed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349</cp:revision>
  <cp:lastPrinted>2017-12-31T22:38:51Z</cp:lastPrinted>
  <dcterms:created xsi:type="dcterms:W3CDTF">2017-01-17T16:57:04Z</dcterms:created>
  <dcterms:modified xsi:type="dcterms:W3CDTF">2023-10-01T19:53:01Z</dcterms:modified>
</cp:coreProperties>
</file>