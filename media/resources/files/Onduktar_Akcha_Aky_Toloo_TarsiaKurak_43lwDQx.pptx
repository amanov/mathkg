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7" r:id="rId2"/>
    <p:sldId id="281" r:id="rId3"/>
    <p:sldId id="948" r:id="rId4"/>
    <p:sldId id="939" r:id="rId5"/>
    <p:sldId id="833" r:id="rId6"/>
    <p:sldId id="834" r:id="rId7"/>
    <p:sldId id="946" r:id="rId8"/>
  </p:sldIdLst>
  <p:sldSz cx="9906000" cy="6858000" type="A4"/>
  <p:notesSz cx="6669088" cy="9926638"/>
  <p:embeddedFontLst>
    <p:embeddedFont>
      <p:font typeface="Verdana" panose="020B0604030504040204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CDC23153-211B-4D0D-90CE-ACC3123DB100}">
          <p14:sldIdLst>
            <p14:sldId id="947"/>
          </p14:sldIdLst>
        </p14:section>
        <p14:section name="Титулдук слайд" id="{27187905-A828-4005-A6C5-C3021E096774}">
          <p14:sldIdLst>
            <p14:sldId id="281"/>
            <p14:sldId id="948"/>
          </p14:sldIdLst>
        </p14:section>
        <p14:section name="Толук бет курак" id="{531F805A-1DCC-40B3-8FB9-6E08FCFE2E5B}">
          <p14:sldIdLst>
            <p14:sldId id="939"/>
          </p14:sldIdLst>
        </p14:section>
        <p14:section name="Жарым бет курак" id="{5DF08072-BA7F-4529-9AD7-1EC420FF613B}">
          <p14:sldIdLst>
            <p14:sldId id="833"/>
          </p14:sldIdLst>
        </p14:section>
        <p14:section name="Жооптор" id="{56223EB8-1375-4DC7-8A6D-5C55890171F0}">
          <p14:sldIdLst>
            <p14:sldId id="834"/>
          </p14:sldIdLst>
        </p14:section>
        <p14:section name="Кайтарым байланыш" id="{E4BFD9BD-E387-43EA-B4FC-98D195EE1D54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8T17:02:12.56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27 268 24575,'-1'10'0,"1"-8"0,0 1 0,-1-1 0,1 1 0,0-1 0,0 1 0,1 0 0,-1-1 0,0 1 0,1-1 0,-1 1 0,1-1 0,0 1 0,0-1 0,0 0 0,0 1 0,0-1 0,1 0 0,1 3 0,-3-5 0,1 0 0,-1 0 0,1 0 0,-1 0 0,0 0 0,1 0 0,-1 0 0,0 0 0,1 0 0,-1 0 0,1 0 0,-1-1 0,0 1 0,1 0 0,-1 0 0,0 0 0,1 0 0,-1-1 0,0 1 0,1 0 0,-1 0 0,0-1 0,0 1 0,1 0 0,-1 0 0,0-1 0,0 1 0,1 0 0,-1-1 0,0 1 0,0 0 0,0-1 0,0 1 0,0 0 0,1-1 0,-1 1 0,0-1 0,0 1 0,0 0 0,0-1 0,0 1 0,0-1 0,4-18 0,7-59 0,-2 28 0,-3 1 0,1-72 0,-7 421 0,-2-132 0,2 1750 0,0-1910 0,0 0 0,0-1 0,-1 1 0,0-1 0,-1 1 0,-4 13 0,5-18 0,-1 0 0,1 0 0,-1-1 0,1 1 0,-1-1 0,0 1 0,0-1 0,0 0 0,0 0 0,0 0 0,0 0 0,-1 0 0,1 0 0,-1-1 0,1 1 0,-1-1 0,0 1 0,0-1 0,1 0 0,-6 1 0,-15 2-1365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8T17:15:04.69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125 2487 24575,'-2'0'0,"0"0"0,0 0 0,0 0 0,0-1 0,0 1 0,0-1 0,0 1 0,0-1 0,0 0 0,1 1 0,-1-1 0,0 0 0,0 0 0,1 0 0,-1-1 0,0 1 0,1 0 0,-2-2 0,1 0 0,0 0 0,0 0 0,0-1 0,0 1 0,0 0 0,1-1 0,0 1 0,-1-1 0,0-4 0,0-9 0,0 0 0,1 0 0,2-27 0,-1 25 0,0-54 0,3-83 0,0 136 0,1 0 0,1 0 0,11-29 0,-10 31 0,0 0 0,-1 0 0,-1 0 0,3-26 0,-6-255 0,-3 145 0,2-946 0,-1 1082 0,-1 0 0,-1 0 0,0 1 0,-1-1 0,-1 1 0,-1 0 0,-1 0 0,0 1 0,-18-30 0,21 41 0,0 0 0,0 0 0,0 0 0,-9-6 0,9 8 0,1 0 0,-1 0 0,1-1 0,0 1 0,0-1 0,0 0 0,0 0 0,-2-4 0,5 7 0,0 0 0,-1 0 0,1 0 0,0 0 0,0 0 0,0 0 0,0 0 0,0 0 0,0 0 0,0 0 0,0 0 0,0 0 0,1 0 0,-1 0 0,0 0 0,1 0 0,-1 0 0,0 0 0,1 1 0,-1-1 0,1 0 0,0 0 0,-1 0 0,1 1 0,-1-1 0,1 0 0,0 1 0,0-1 0,-1 0 0,1 1 0,0-1 0,0 1 0,0-1 0,0 1 0,0 0 0,0-1 0,1 1 0,4-2 0,1-1 0,-1 2 0,0-1 0,9 0 0,43-1-1365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8T17:03:12.0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29 2371 24575,'0'-622'0,"-1"590"0,-11-58 0,-2-11 0,12-262 0,4 187 0,-2-501 0,1 658 0,1 1 0,1 0 0,4-19 0,-2 16 0,4-36 0,-8-82-1365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8T17:03:13.7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24575,'10'0'0,"7"0"0,7 0 0,3 0 0,2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8T17:03:14.2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8T17:16:08.88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143 2399 24575,'0'-10'0,"0"-1"0,0 1 0,-1 0 0,-1-1 0,0 1 0,0 0 0,-1 0 0,0 0 0,-1 0 0,0 1 0,-7-13 0,0 3 0,1 1 0,0-1 0,-8-22 0,-4-16 0,15 41 0,0 0 0,1-1 0,1 1 0,1-1 0,0 0 0,-1-20 0,4-202 0,2 110 0,0 112 0,1 0 0,1-1 0,6-21 0,-5 19 0,6-39 0,-9 33 0,2-1 0,2 1 0,0 0 0,1 0 0,12-29 0,-13 40 0,0 0 0,-2-1 0,0 1 0,0-1 0,-1-18 0,-3-82 0,-1 50 0,2-893-1365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18/09/2024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9/19/2024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1186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customXml" Target="../ink/ink5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10.png"/><Relationship Id="rId5" Type="http://schemas.openxmlformats.org/officeDocument/2006/relationships/customXml" Target="../ink/ink2.xml"/><Relationship Id="rId15" Type="http://schemas.openxmlformats.org/officeDocument/2006/relationships/image" Target="../media/image12.png"/><Relationship Id="rId10" Type="http://schemas.openxmlformats.org/officeDocument/2006/relationships/customXml" Target="../ink/ink4.xml"/><Relationship Id="rId4" Type="http://schemas.openxmlformats.org/officeDocument/2006/relationships/image" Target="../media/image6.png"/><Relationship Id="rId9" Type="http://schemas.openxmlformats.org/officeDocument/2006/relationships/image" Target="../media/image9.png"/><Relationship Id="rId14" Type="http://schemas.openxmlformats.org/officeDocument/2006/relationships/customXml" Target="../ink/ink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Эмгек акы , иш балоо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Тарсиа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Курак</a:t>
            </a: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1.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Үч бурчтуктарды бөлүп кесип алгыла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6694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-23532" y="3113031"/>
            <a:ext cx="501528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Сиз баш катырманы аягына</a:t>
            </a:r>
          </a:p>
          <a:p>
            <a:pPr algn="ctr"/>
            <a:r>
              <a:rPr lang="ru-RU" sz="3200" dirty="0"/>
              <a:t> чыгара аласызбы?</a:t>
            </a:r>
            <a:endParaRPr lang="en-GB"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7B85F5-61FE-DCCA-DCCB-E4F226046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807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AFCD05D-1C2F-1EBF-C675-28E32490C728}"/>
                  </a:ext>
                </a:extLst>
              </p14:cNvPr>
              <p14:cNvContentPartPr/>
              <p14:nvPr/>
            </p14:nvContentPartPr>
            <p14:xfrm>
              <a:off x="4592640" y="76280"/>
              <a:ext cx="30960" cy="900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AFCD05D-1C2F-1EBF-C675-28E32490C72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30000" y="13280"/>
                <a:ext cx="156600" cy="1026000"/>
              </a:xfrm>
              <a:prstGeom prst="rect">
                <a:avLst/>
              </a:prstGeom>
            </p:spPr>
          </p:pic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80DB86E4-6061-0CD7-54D2-F6EAA8F2D9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815584" y="992781"/>
            <a:ext cx="6680039" cy="489783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CF2697F-160F-2008-D69C-69777F292100}"/>
                  </a:ext>
                </a:extLst>
              </p14:cNvPr>
              <p14:cNvContentPartPr/>
              <p14:nvPr/>
            </p14:nvContentPartPr>
            <p14:xfrm>
              <a:off x="4770840" y="252520"/>
              <a:ext cx="45720" cy="8953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CF2697F-160F-2008-D69C-69777F29210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08200" y="189880"/>
                <a:ext cx="171360" cy="1020960"/>
              </a:xfrm>
              <a:prstGeom prst="rect">
                <a:avLst/>
              </a:prstGeom>
            </p:spPr>
          </p:pic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B236958D-B46D-707F-9A17-3CE8F5A31F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4098152" y="1033825"/>
            <a:ext cx="6709031" cy="4844739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B01F90BC-933F-AB0F-1B3D-67A35C3B9B86}"/>
              </a:ext>
            </a:extLst>
          </p:cNvPr>
          <p:cNvGrpSpPr/>
          <p:nvPr/>
        </p:nvGrpSpPr>
        <p:grpSpPr>
          <a:xfrm>
            <a:off x="9640920" y="101680"/>
            <a:ext cx="132840" cy="1015920"/>
            <a:chOff x="9640920" y="101680"/>
            <a:chExt cx="132840" cy="101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EA064B7-44C2-12AE-57C5-C75FC9C344BC}"/>
                    </a:ext>
                  </a:extLst>
                </p14:cNvPr>
                <p14:cNvContentPartPr/>
                <p14:nvPr/>
              </p14:nvContentPartPr>
              <p14:xfrm>
                <a:off x="9681960" y="192760"/>
                <a:ext cx="11160" cy="8539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EA064B7-44C2-12AE-57C5-C75FC9C344B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618960" y="130120"/>
                  <a:ext cx="136800" cy="9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AD8DDEC-2343-A9D1-AF92-0936B8F6C281}"/>
                    </a:ext>
                  </a:extLst>
                </p14:cNvPr>
                <p14:cNvContentPartPr/>
                <p14:nvPr/>
              </p14:nvContentPartPr>
              <p14:xfrm>
                <a:off x="9641640" y="101680"/>
                <a:ext cx="38880" cy="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AD8DDEC-2343-A9D1-AF92-0936B8F6C28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578640" y="38680"/>
                  <a:ext cx="1645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28BD909-CF85-89E5-1CC7-4E334D46BA5E}"/>
                    </a:ext>
                  </a:extLst>
                </p14:cNvPr>
                <p14:cNvContentPartPr/>
                <p14:nvPr/>
              </p14:nvContentPartPr>
              <p14:xfrm>
                <a:off x="9773400" y="131560"/>
                <a:ext cx="360" cy="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28BD909-CF85-89E5-1CC7-4E334D46BA5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710760" y="6892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869512C-0D4E-35E1-25CC-BF7695DFF615}"/>
                    </a:ext>
                  </a:extLst>
                </p14:cNvPr>
                <p14:cNvContentPartPr/>
                <p14:nvPr/>
              </p14:nvContentPartPr>
              <p14:xfrm>
                <a:off x="9640920" y="253600"/>
                <a:ext cx="51840" cy="8640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869512C-0D4E-35E1-25CC-BF7695DFF61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578280" y="190600"/>
                  <a:ext cx="177480" cy="989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9E4A1C0-358F-4BCC-8214-E2A4B93B1E71}"/>
              </a:ext>
            </a:extLst>
          </p:cNvPr>
          <p:cNvSpPr txBox="1"/>
          <p:nvPr/>
        </p:nvSpPr>
        <p:spPr>
          <a:xfrm>
            <a:off x="3031609" y="0"/>
            <a:ext cx="38427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Ар бир жооптун бирдиктери кандай?</a:t>
            </a:r>
          </a:p>
          <a:p>
            <a:pPr algn="ctr"/>
            <a:r>
              <a:rPr lang="ru-RU" dirty="0"/>
              <a:t>Убакыт, акча, же эмгек акы?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C779C14-4D45-29CE-643C-DCB1A734E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994134" y="1129296"/>
            <a:ext cx="6824439" cy="46329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8FC725-F4FB-CCD2-60A0-274587EA5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50095" y="1112516"/>
            <a:ext cx="6875641" cy="4632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73E002-A9D7-66BF-980D-6E71D9253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87" y="195495"/>
            <a:ext cx="9700513" cy="646700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CA016E8-8E4B-6386-616A-7839DD6D1BA2}"/>
              </a:ext>
            </a:extLst>
          </p:cNvPr>
          <p:cNvSpPr/>
          <p:nvPr/>
        </p:nvSpPr>
        <p:spPr>
          <a:xfrm>
            <a:off x="0" y="264775"/>
            <a:ext cx="38453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8416</TotalTime>
  <Words>164</Words>
  <Application>Microsoft Office PowerPoint</Application>
  <PresentationFormat>A4 Paper (210x297 mm)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Verdana</vt:lpstr>
      <vt:lpstr>Arial</vt:lpstr>
      <vt:lpstr>Calibri Light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361</cp:revision>
  <cp:lastPrinted>2024-09-18T17:23:29Z</cp:lastPrinted>
  <dcterms:created xsi:type="dcterms:W3CDTF">2017-01-17T16:57:04Z</dcterms:created>
  <dcterms:modified xsi:type="dcterms:W3CDTF">2024-09-18T17:23:58Z</dcterms:modified>
</cp:coreProperties>
</file>