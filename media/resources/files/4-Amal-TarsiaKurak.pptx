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33" r:id="rId1"/>
  </p:sldMasterIdLst>
  <p:sldIdLst>
    <p:sldId id="848" r:id="rId2"/>
    <p:sldId id="278" r:id="rId3"/>
    <p:sldId id="281" r:id="rId4"/>
    <p:sldId id="275" r:id="rId5"/>
    <p:sldId id="277" r:id="rId6"/>
    <p:sldId id="279" r:id="rId7"/>
    <p:sldId id="280" r:id="rId8"/>
    <p:sldId id="276" r:id="rId9"/>
    <p:sldId id="27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C62967B-7F1B-412A-869B-C4BB11232D92}">
          <p14:sldIdLst>
            <p14:sldId id="848"/>
            <p14:sldId id="278"/>
            <p14:sldId id="281"/>
            <p14:sldId id="275"/>
            <p14:sldId id="277"/>
            <p14:sldId id="279"/>
            <p14:sldId id="280"/>
            <p14:sldId id="276"/>
          </p14:sldIdLst>
        </p14:section>
        <p14:section name="Үйрөнүү үчүн баалоо" id="{0B64BAAD-0206-4895-981B-4525EFB713B8}">
          <p14:sldIdLst/>
        </p14:section>
        <p14:section name="MathKG" id="{8C12631C-7891-47BF-B61C-D4B865ED4B26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447" autoAdjust="0"/>
  </p:normalViewPr>
  <p:slideViewPr>
    <p:cSldViewPr snapToGrid="0">
      <p:cViewPr varScale="1">
        <p:scale>
          <a:sx n="64" d="100"/>
          <a:sy n="64" d="100"/>
        </p:scale>
        <p:origin x="9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11.74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147 1 24575,'26'2'0,"0"0"0,0 2 0,0 1 0,-1 1 0,25 10 0,-5-3 0,-7-6 0,-28-6 0,1 0 0,-1 1 0,1 0 0,16 7 0,-25-8 0,0 0 0,0 0 0,-1 0 0,1 0 0,-1 0 0,1 0 0,-1 0 0,1 0 0,-1 0 0,1 1 0,-1-1 0,0 1 0,0-1 0,0 1 0,0-1 0,0 1 0,0 0 0,0 0 0,-1-1 0,1 1 0,0 0 0,-1 0 0,0 0 0,1 0 0,-1-1 0,0 1 0,0 0 0,0 0 0,0 0 0,0 0 0,-1 2 0,0-1 0,0 0 0,0 0 0,-1 0 0,1 0 0,0 0 0,-1 0 0,0 0 0,0-1 0,0 1 0,0-1 0,0 1 0,0-1 0,-1 0 0,-3 3 0,3-3 0,0 1 0,0 0 0,0 0 0,0 0 0,0 1 0,-3 6 0,5-10 0,1 1 0,0 0 0,0-1 0,0 1 0,0-1 0,0 1 0,0 0 0,0-1 0,0 1 0,0-1 0,0 1 0,0 0 0,0-1 0,0 1 0,0-1 0,1 1 0,-1-1 0,0 1 0,0 0 0,1-1 0,-1 1 0,0-1 0,1 1 0,-1-1 0,0 0 0,1 1 0,-1-1 0,1 1 0,-1-1 0,1 0 0,-1 1 0,1-1 0,-1 0 0,1 1 0,-1-1 0,1 0 0,0 0 0,-1 0 0,1 1 0,-1-1 0,1 0 0,0 0 0,-1 0 0,1 0 0,0 0 0,34 3 0,-32-3 0,247-4 0,-204-3 0,-1-2 0,0-2 0,0-2 0,52-22 0,55-17 0,196-30 0,-428 80 0,-774 3 0,842 0 0,-1-1 0,0 2 0,0 0 0,1 0 0,-1 1 0,-14 6 0,-1 3 0,-40 22 0,55-27 0,-1-2 0,-1 0 0,1 0 0,-1-2 0,-28 5 0,-4 0 0,4 0 0,23-5 0,1 1 0,0 1 0,0 0 0,-24 11 0,38-14 0,1 1 0,-1 0 0,0 0 0,1 0 0,-1 0 0,1 1 0,0 0 0,0 0 0,0 0 0,1 0 0,-1 1 0,1-1 0,0 1 0,0 0 0,1 0 0,0 0 0,-1 0 0,2 0 0,-4 11 0,5-14 0,-1 0 0,1 0 0,0 0 0,0 0 0,0 0 0,0 0 0,0 0 0,0 0 0,1 0 0,-1 0 0,0 1 0,1-1 0,0 0 0,-1-1 0,1 1 0,0 0 0,0 0 0,0 0 0,1 0 0,-1-1 0,0 1 0,0-1 0,1 1 0,-1-1 0,1 1 0,0-1 0,-1 0 0,1 0 0,0 1 0,0-1 0,0-1 0,-1 1 0,1 0 0,0 0 0,0-1 0,4 1 0,7 2 0,0 0 0,0-1 0,1-1 0,19-1 0,-27 0 0,271-6 0,-159-7 0,37-3 0,-111 13 0,49-9 0,-52 5 0,63-2 0,-83 7 0,-1 0 0,0-2 0,0 0 0,39-14 0,-37 11 0,-1 0 0,1 2 0,44-6 0,18 10 0,-53 2 0,-1-1 0,1-2 0,36-7 0,-27 2 0,68-3 0,-46 6 0,12-9 0,-54 8 0,39-4 0,246 7 0,-157 4 0,-122-3 0,-1-2 0,39-8 0,-34 4 0,37-1 0,259 5 0,-168 5 0,446-2 0,-578-1 0,-1-2 0,39-8 0,-33 5 0,35-3 0,-16 6 0,81 6 0,-129-3 18,1 0 1,0 0-1,-1 1 0,1 0 0,0-1 1,-1 1-1,1 0 0,-1 0 0,0 0 0,1 1 1,-1-1-1,0 1 0,0-1 0,0 1 1,0 0-1,0-1 0,3 4 0,-1 1-165,-1 0-1,0 0 1,0 0-1,-1 0 1,4 9-1,-2-1-660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7:55.5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 2558 24575,'0'-16'0,"0"1"0,-1 0 0,-1-1 0,-7-26 0,-5-16 0,11 39 0,-2 1 0,0-1 0,-1 1 0,-9-20 0,10 28 0,0-1 0,1 0 0,0 0 0,1-1 0,1 1 0,-3-16 0,2-68 0,2 13 0,-1 69 0,-1 0 0,0 0 0,-1 0 0,0 0 0,-9-18 0,7 18 0,1 0 0,0-1 0,1 1 0,-4-23 0,5-7 0,4-72 0,-1-27 0,-3 122 0,-9-33 0,7 35 0,1-1 0,-2-23 0,4-263 0,4 157 0,-3-245 0,0 368 0,-2 1 0,-1 0 0,-1-1 0,-12-36 0,9 35 0,1-1 0,1 0 0,-3-36 0,6 10 0,7-75 0,-4 125 0,1-1 0,-1 1 0,1 0 0,0 0 0,0 0 0,0 0 0,1 0 0,-1 0 0,1 1 0,-1-1 0,1 0 0,3-3 0,-5 6 0,1-1 0,-1 1 0,1-1 0,-1 1 0,1-1 0,-1 1 0,1 0 0,0-1 0,-1 1 0,1 0 0,0 0 0,-1-1 0,1 1 0,0 0 0,-1 0 0,1 0 0,0 0 0,-1 0 0,1 0 0,0 0 0,-1 0 0,1 0 0,1 0 0,-1 1 0,0-1 0,0 1 0,1 0 0,-1 0 0,0 0 0,0 0 0,0 0 0,0 0 0,0 0 0,0 0 0,0 0 0,0 0 0,-1 0 0,1 1 0,1 1 0,11 22 0,2-2 0,1 0 0,1-1 0,0 0 0,27 23 0,-40-40 0,0 0 0,0-1 0,-1 1 0,1 1 0,-1-1 0,0 0 0,0 1 0,-1 0 0,0-1 0,0 1 0,0 0 0,-1 0 0,2 8 0,-2 7 0,0-1 0,-3 35 0,1-38 0,0 1 0,1-1 0,1 0 0,3 23 0,-3-37 0,7 30 0,-1 0 0,3 55 0,-8-62 0,2 0 0,10 39 0,-6-29 0,4 13 0,-6-30 0,-1 1 0,-2 0 0,2 21 0,-2-17 0,9 44 0,-6-45 0,4 44 0,-10 12 0,-1-55 0,1 0 0,1-1 0,1 1 0,8 32 0,-5-33-455,0 0 0,2 33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04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275 2436 24575,'0'-2'0,"0"0"0,-1 0 0,0 0 0,1 0 0,-1 0 0,0 0 0,0 0 0,0 1 0,0-1 0,0 0 0,0 0 0,-1 1 0,1-1 0,0 1 0,-1 0 0,0-1 0,1 1 0,-3-2 0,-35-19 0,36 20 0,-17-10 0,14 8 0,0 1 0,-1-1 0,0 1 0,-13-5 0,19 8 0,1 0 0,-1 0 0,0 0 0,1 0 0,-1 0 0,0-1 0,1 1 0,-1 0 0,0 1 0,1-1 0,-1 0 0,0 0 0,1 0 0,-1 0 0,0 0 0,1 1 0,-1-1 0,0 0 0,1 0 0,-1 1 0,1-1 0,-1 1 0,1-1 0,-1 0 0,0 1 0,1-1 0,0 1 0,-1 0 0,0 1 0,0-1 0,1 1 0,-1-1 0,1 1 0,-1 0 0,1-1 0,0 1 0,-1 0 0,1-1 0,0 1 0,0 2 0,1 5 0,1-1 0,-1 1 0,4 11 0,3 10 0,-2 1 0,-1 0 0,-2 1 0,-1 62 0,-2-481 0,-1 149 0,-1 214 0,-1-1 0,-2 1 0,0 0 0,-1 0 0,-18-44 0,12 37 0,2-1 0,-9-47 0,13 8 0,5 49 0,-1 1 0,-7-36 0,3 23 0,1 1 0,2-1 0,1 0 0,3-42 0,-3-57 0,-1 113 0,-9-33 0,7 34 0,1 1 0,-2-24 0,4-263 0,4 157 0,-2-215 0,0 353 0,1 0 0,1 0 0,-1 1 0,2-1 0,-1 0 0,1 1 0,1 0 0,0-1 0,0 2 0,1-1 0,0 0 0,0 1 0,1 0 0,0 0 0,0 1 0,1-1 0,0 1 0,1 1 0,15-12 0,-21 16 0,1 1 0,-1-1 0,0 1 0,1 0 0,-1 0 0,1 0 0,-1 0 0,1 0 0,-1 0 0,1 1 0,0-1 0,-1 1 0,1 0 0,0 0 0,-1 0 0,1 0 0,0 0 0,-1 0 0,1 1 0,0-1 0,3 2 0,-3 0 0,0-1 0,-1 1 0,1 0 0,0 0 0,-1 0 0,1 0 0,-1 0 0,0 0 0,0 1 0,0-1 0,0 1 0,0 0 0,0 0 0,-1-1 0,1 1 0,-1 0 0,2 6 0,1 6 0,0 0 0,2 28 0,4 18 0,-5-38-682,3 30-1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56.65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17.99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21.75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1 157 24575,'908'0'0,"-889"2"0,-1-1 0,0 2 0,25 7 0,-22-5 0,42 5 0,-26-7 0,58 13 0,-54-10 0,1-2 0,0-1 0,60-4 0,-38 0 0,-56 1 0,1 0 0,-1-1 0,1 0 0,0-1 0,-1 1 0,13-5 0,-18 5 0,0-1 0,-1 1 0,1-1 0,0 1 0,-1-1 0,1 0 0,-1 0 0,1 0 0,-1 0 0,0-1 0,0 1 0,0-1 0,0 1 0,0-1 0,0 1 0,-1-1 0,0 0 0,1 0 0,-1 0 0,1-6 0,16-94 0,-9 53-1365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27.6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0 156 24575,'108'2'0,"119"-5"0,-141-11 0,-57 8 0,38-3 0,105 9 0,19-2 0,-179 0 0,0 0 0,1-1 0,-1-1 0,0 0 0,0 0 0,-1-2 0,1 1 0,-1-1 0,0-1 0,16-13 0,30-16 0,-48 32 0,0 0 0,0 0 0,0 1 0,0 1 0,1-1 0,-1 1 0,1 1 0,11-1 0,82 4 0,-51 0 0,-25-2 0,7 0 0,0 2 0,54 9 0,41 9 0,-17-3 0,-66-11 0,-34-6 0,1 2 0,-1 0 0,19 5 0,-30-7 0,0 0 0,0 1 0,-1-1 0,1 0 0,0 0 0,0 0 0,0 1 0,-1-1 0,1 0 0,0 1 0,-1-1 0,1 0 0,0 1 0,-1-1 0,1 1 0,0 0 0,-1-1 0,1 1 0,-1-1 0,1 1 0,-1 0 0,1-1 0,-1 1 0,0 0 0,1-1 0,-1 1 0,0 0 0,0 0 0,1-1 0,-1 1 0,0 0 0,0 0 0,0 0 0,0-1 0,0 1 0,0 0 0,0 0 0,0 0 0,0-1 0,0 1 0,-1 0 0,1 0 0,0-1 0,0 1 0,-1 0 0,1 0 0,-1-1 0,1 1 0,-1 0 0,1-1 0,-2 2 0,-1 2 0,0-1 0,-1 1 0,0-1 0,1 0 0,-1 0 0,-1 0 0,-3 2 0,-4 0 0,0 0 0,-1-1 0,1 0 0,-1-1 0,0 0 0,1-1 0,-19 1 0,-96-4 0,65-2 0,54 3 0,-11-1 0,1 1 0,-1 1 0,0 1 0,0 0 0,-18 6 0,-3 1 0,28-7 0,1 0 0,0 1 0,-11 4 0,21-7 0,0 0 0,1 0 0,-1 0 0,1 1 0,-1-1 0,1 0 0,-1 0 0,1 0 0,0 0 0,-1 1 0,1-1 0,-1 0 0,1 0 0,-1 1 0,1-1 0,0 0 0,-1 1 0,1-1 0,-1 1 0,1-1 0,0 0 0,0 1 0,-1-1 0,1 1 0,0-1 0,0 1 0,-1-1 0,1 1 0,0-1 0,0 1 0,0-1 0,0 1 0,0 0 0,1 0 0,-1-1 0,1 1 0,0 0 0,0-1 0,0 1 0,0-1 0,0 1 0,0-1 0,0 1 0,0-1 0,0 0 0,0 1 0,2-1 0,41 6 0,282-4 0,-158-4 0,-148 1 83,0-1 0,0-1 0,19-6 0,-15 4-931,34-4-1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33.33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1 127 24575,'1647'0'0,"-1642"1"0,0-1 0,0 0 0,0-1 0,0 1 0,0-1 0,0 0 0,0-1 0,0 1 0,0-1 0,-1 0 0,1 0 0,0 0 0,-1-1 0,0 1 0,0-1 0,1 0 0,-2 0 0,1-1 0,0 1 0,-1-1 0,1 0 0,-1 0 0,5-8 0,-4 6 32,5-8-498,1 0 1,19-21-1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21:40.90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82 24575,'1120'0'0,"-1102"-1"0,1-1 0,-1-1 0,24-6 0,-20 4 0,41-5 0,-28 8 0,-16 2 0,0-1 0,0-1 0,26-7 0,-11 3 0,0 0 0,1 2 0,-1 2 0,62 3 0,46-2 0,-98-9 0,-37 7 0,1 1 0,0 0 0,13-1 0,-19 3 0,1 0 0,0 1 0,0-1 0,0 0 0,-1 1 0,1-1 0,0 1 0,-1 0 0,1 0 0,0 0 0,-1 0 0,1 1 0,-1-1 0,4 3 0,1 1 34,0-1 0,0 0 0,1 0 0,0 0 0,0-1 0,0 0 0,0-1 0,0 1 0,14 0 0,6 0-732,44-1 0,-64-3 389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05:21.15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67 24575,'87'-1'0,"99"3"0,-100 13 0,-57-9 0,38 3 0,18-8 0,-54-1 0,0 1 0,1 1 0,31 7 0,28 4 0,-61-10 0,49 12 0,-52-9 0,0-1 0,0-1 0,32 0 0,86-5 0,-56-1 0,2649 2 0,-2745 1 0,-1 1 0,1-1 0,0 1 0,-14 6 0,-12 3 0,-410 74 0,319-65 0,-103 2 0,191-19 0,-76 10 0,-20 1 0,-242-13 0,192-2 0,157 2 0,-1 2 0,-38 8 0,34-5 0,-37 3 0,-3-3 0,-71 16 0,17 10 0,80-23 0,8-1 0,0-2 0,-56 4 0,57-9 0,-173-4 0,198 1 0,1 0 0,-1 0 0,1-1 0,-1 0 0,1-1 0,0 0 0,0 0 0,-10-8 0,1 1 0,0-2 0,-27-26 0,41 35 0,0-1 0,0 0 0,1-1 0,-1 1 0,1-1 0,0 1 0,1-1 0,-1 0 0,1 0 0,0 0 0,1 0 0,-1-1 0,1 1 0,0 0 0,1-1 0,0-8 0,0 8 0,0 0 0,1 0 0,0 0 0,0 0 0,1 0 0,0 1 0,0-1 0,0 1 0,1-1 0,0 1 0,0 0 0,1 0 0,-1 0 0,9-10 0,0 6 0,0 0 0,25-17 0,16-12 0,-45 32 0,0 0 0,1 1 0,0-1 0,0 2 0,1 0 0,0 0 0,10-4 0,-15 7 0,1 0 0,-1 1 0,1 0 0,-1 0 0,1 0 0,0 0 0,-1 1 0,1 0 0,0 0 0,-1 0 0,1 1 0,-1 0 0,1 0 0,-1 1 0,7 2 0,-9-3 0,-1 1 0,1-1 0,-1 1 0,1 0 0,-1 0 0,1 0 0,-1 0 0,0 1 0,0-1 0,0 1 0,-1-1 0,1 1 0,-1 0 0,1-1 0,-1 1 0,0 0 0,0 0 0,0 0 0,0 0 0,-1 0 0,1 3 0,1 9 0,-1 0 0,0 0 0,-2 16 0,1-18 0,-2 61 0,-3 68 0,4-133 0,0 0 0,-1 0 0,0 0 0,-1-1 0,0 1 0,-1-1 0,1 1 0,-1-1 0,-1-1 0,0 1 0,0-1 0,0 1 0,-1-1 0,0-1 0,-1 1 0,1-1 0,-1 0 0,-10 6 0,8-4 38,1 0 0,-1 1 0,1 0 0,1 1-1,0-1 1,0 1 0,-7 17 0,5-12-594,0-1 0,-17 22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7:55.56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245 2558 24575,'0'-16'0,"0"1"0,-1 0 0,-1-1 0,-7-26 0,-5-16 0,11 39 0,-2 1 0,0-1 0,-1 1 0,-9-20 0,10 28 0,0-1 0,1 0 0,0 0 0,1-1 0,1 1 0,-3-16 0,2-68 0,2 13 0,-1 69 0,-1 0 0,0 0 0,-1 0 0,0 0 0,-9-18 0,7 18 0,1 0 0,0-1 0,1 1 0,-4-23 0,5-7 0,4-72 0,-1-27 0,-3 122 0,-9-33 0,7 35 0,1-1 0,-2-23 0,4-263 0,4 157 0,-3-245 0,0 368 0,-2 1 0,-1 0 0,-1-1 0,-12-36 0,9 35 0,1-1 0,1 0 0,-3-36 0,6 10 0,7-75 0,-4 125 0,1-1 0,-1 1 0,1 0 0,0 0 0,0 0 0,0 0 0,1 0 0,-1 0 0,1 1 0,-1-1 0,1 0 0,3-3 0,-5 6 0,1-1 0,-1 1 0,1-1 0,-1 1 0,1-1 0,-1 1 0,1 0 0,0-1 0,-1 1 0,1 0 0,0 0 0,-1-1 0,1 1 0,0 0 0,-1 0 0,1 0 0,0 0 0,-1 0 0,1 0 0,0 0 0,-1 0 0,1 0 0,1 0 0,-1 1 0,0-1 0,0 1 0,1 0 0,-1 0 0,0 0 0,0 0 0,0 0 0,0 0 0,0 0 0,0 0 0,0 0 0,0 0 0,-1 0 0,1 1 0,1 1 0,11 22 0,2-2 0,1 0 0,1-1 0,0 0 0,27 23 0,-40-40 0,0 0 0,0-1 0,-1 1 0,1 1 0,-1-1 0,0 0 0,0 1 0,-1 0 0,0-1 0,0 1 0,0 0 0,-1 0 0,2 8 0,-2 7 0,0-1 0,-3 35 0,1-38 0,0 1 0,1-1 0,1 0 0,3 23 0,-3-37 0,7 30 0,-1 0 0,3 55 0,-8-62 0,2 0 0,10 39 0,-6-29 0,4 13 0,-6-30 0,-1 1 0,-2 0 0,2 21 0,-2-17 0,9 44 0,-6-45 0,4 44 0,-10 12 0,-1-55 0,1 0 0,1-1 0,1 1 0,8 32 0,-5-33-455,0 0 0,2 33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21T09:18:04.70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275 2436 24575,'0'-2'0,"0"0"0,-1 0 0,0 0 0,1 0 0,-1 0 0,0 0 0,0 0 0,0 1 0,0-1 0,0 0 0,0 0 0,-1 1 0,1-1 0,0 1 0,-1 0 0,0-1 0,1 1 0,-3-2 0,-35-19 0,36 20 0,-17-10 0,14 8 0,0 1 0,-1-1 0,0 1 0,-13-5 0,19 8 0,1 0 0,-1 0 0,0 0 0,1 0 0,-1 0 0,0-1 0,1 1 0,-1 0 0,0 1 0,1-1 0,-1 0 0,0 0 0,1 0 0,-1 0 0,0 0 0,1 1 0,-1-1 0,0 0 0,1 0 0,-1 1 0,1-1 0,-1 1 0,1-1 0,-1 0 0,0 1 0,1-1 0,0 1 0,-1 0 0,0 1 0,0-1 0,1 1 0,-1-1 0,1 1 0,-1 0 0,1-1 0,0 1 0,-1 0 0,1-1 0,0 1 0,0 2 0,1 5 0,1-1 0,-1 1 0,4 11 0,3 10 0,-2 1 0,-1 0 0,-2 1 0,-1 62 0,-2-481 0,-1 149 0,-1 214 0,-1-1 0,-2 1 0,0 0 0,-1 0 0,-18-44 0,12 37 0,2-1 0,-9-47 0,13 8 0,5 49 0,-1 1 0,-7-36 0,3 23 0,1 1 0,2-1 0,1 0 0,3-42 0,-3-57 0,-1 113 0,-9-33 0,7 34 0,1 1 0,-2-24 0,4-263 0,4 157 0,-2-215 0,0 353 0,1 0 0,1 0 0,-1 1 0,2-1 0,-1 0 0,1 1 0,1 0 0,0-1 0,0 2 0,1-1 0,0 0 0,0 1 0,1 0 0,0 0 0,0 1 0,1-1 0,0 1 0,1 1 0,15-12 0,-21 16 0,1 1 0,-1-1 0,0 1 0,1 0 0,-1 0 0,1 0 0,-1 0 0,1 0 0,-1 0 0,1 1 0,0-1 0,-1 1 0,1 0 0,0 0 0,-1 0 0,1 0 0,0 0 0,-1 0 0,1 1 0,0-1 0,3 2 0,-3 0 0,0-1 0,-1 1 0,1 0 0,0 0 0,-1 0 0,1 0 0,-1 0 0,0 0 0,0 1 0,0-1 0,0 1 0,0 0 0,0 0 0,-1-1 0,1 1 0,-1 0 0,2 6 0,1 6 0,0 0 0,2 28 0,4 18 0,-5-38-682,3 30-1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72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06959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99764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8321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6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54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00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49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3969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486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12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48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4/30/2024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658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915062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791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4/30/2024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672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4" r:id="rId1"/>
    <p:sldLayoutId id="2147484035" r:id="rId2"/>
    <p:sldLayoutId id="2147484036" r:id="rId3"/>
    <p:sldLayoutId id="2147484037" r:id="rId4"/>
    <p:sldLayoutId id="2147484038" r:id="rId5"/>
    <p:sldLayoutId id="2147484039" r:id="rId6"/>
    <p:sldLayoutId id="2147484040" r:id="rId7"/>
    <p:sldLayoutId id="2147484041" r:id="rId8"/>
    <p:sldLayoutId id="2147484042" r:id="rId9"/>
    <p:sldLayoutId id="2147484043" r:id="rId10"/>
    <p:sldLayoutId id="2147484044" r:id="rId11"/>
    <p:sldLayoutId id="2147484045" r:id="rId12"/>
    <p:sldLayoutId id="2147484054" r:id="rId13"/>
    <p:sldLayoutId id="2147484018" r:id="rId14"/>
    <p:sldLayoutId id="2147484055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13" Type="http://schemas.openxmlformats.org/officeDocument/2006/relationships/customXml" Target="../ink/ink8.xml"/><Relationship Id="rId18" Type="http://schemas.openxmlformats.org/officeDocument/2006/relationships/image" Target="../media/image11.png"/><Relationship Id="rId3" Type="http://schemas.openxmlformats.org/officeDocument/2006/relationships/customXml" Target="../ink/ink3.xml"/><Relationship Id="rId7" Type="http://schemas.openxmlformats.org/officeDocument/2006/relationships/image" Target="../media/image6.png"/><Relationship Id="rId12" Type="http://schemas.openxmlformats.org/officeDocument/2006/relationships/customXml" Target="../ink/ink7.xml"/><Relationship Id="rId17" Type="http://schemas.openxmlformats.org/officeDocument/2006/relationships/customXml" Target="../ink/ink10.xml"/><Relationship Id="rId2" Type="http://schemas.openxmlformats.org/officeDocument/2006/relationships/image" Target="../media/image2.png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4.xml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5" Type="http://schemas.openxmlformats.org/officeDocument/2006/relationships/customXml" Target="../ink/ink9.xml"/><Relationship Id="rId10" Type="http://schemas.openxmlformats.org/officeDocument/2006/relationships/customXml" Target="../ink/ink6.xml"/><Relationship Id="rId19" Type="http://schemas.openxmlformats.org/officeDocument/2006/relationships/customXml" Target="../ink/ink11.xml"/><Relationship Id="rId4" Type="http://schemas.openxmlformats.org/officeDocument/2006/relationships/image" Target="../media/image5.png"/><Relationship Id="rId9" Type="http://schemas.openxmlformats.org/officeDocument/2006/relationships/image" Target="../media/image7.png"/><Relationship Id="rId1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customXml" Target="../ink/ink12.xml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customXml" Target="../ink/ink13.xml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528404" y="1151249"/>
            <a:ext cx="9906000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Амалдардын аткаруу таптиби – Аралаш– Тарсиа Курак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Тарсиа Курак  2 өлчөмдө даярдалган</a:t>
            </a:r>
            <a:r>
              <a:rPr lang="en-GB" sz="2000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ru-RU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Анимацияларды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230599" y="0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b="1" dirty="0">
                <a:solidFill>
                  <a:srgbClr val="FF0000"/>
                </a:solidFill>
              </a:rPr>
              <a:t>басып чыгарууда кагаз багытын өзгөртүүнү унутпаңыз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портрет</a:t>
            </a:r>
          </a:p>
          <a:p>
            <a:endParaRPr lang="ru-RU" b="1" dirty="0">
              <a:solidFill>
                <a:srgbClr val="FF0000"/>
              </a:solidFill>
            </a:endParaRPr>
          </a:p>
          <a:p>
            <a:r>
              <a:rPr lang="ru-RU" b="1" dirty="0">
                <a:solidFill>
                  <a:srgbClr val="FF0000"/>
                </a:solidFill>
              </a:rPr>
              <a:t>пейзаж 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452438"/>
            <a:ext cx="9404350" cy="1400175"/>
          </a:xfrm>
        </p:spPr>
        <p:txBody>
          <a:bodyPr>
            <a:normAutofit/>
          </a:bodyPr>
          <a:lstStyle/>
          <a:p>
            <a:pPr algn="r"/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56274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5500" y="27564"/>
            <a:ext cx="9404350" cy="1400175"/>
          </a:xfrm>
        </p:spPr>
        <p:txBody>
          <a:bodyPr>
            <a:normAutofit/>
          </a:bodyPr>
          <a:lstStyle/>
          <a:p>
            <a:r>
              <a:rPr lang="en-US" sz="5200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6241479" y="528019"/>
            <a:ext cx="1877067" cy="2078427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418389" y="597140"/>
            <a:ext cx="4365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Үч бурчтуктарды бөлүп кесип алгыла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418390" y="1620455"/>
            <a:ext cx="39483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2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Көнүгүүлөр топтомун чыгаргыла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41" y="2674544"/>
            <a:ext cx="5401343" cy="417023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4424141" y="3763514"/>
            <a:ext cx="12774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Ката</a:t>
            </a:r>
            <a:endParaRPr lang="en-US" sz="28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8165520" y="865391"/>
            <a:ext cx="3382974" cy="239273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8797069" y="5114347"/>
            <a:ext cx="1886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dirty="0"/>
              <a:t>Туура</a:t>
            </a:r>
            <a:endParaRPr lang="en-US" sz="3200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4333115" y="5016508"/>
            <a:ext cx="1911934" cy="452388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8090924" y="3464714"/>
            <a:ext cx="394674" cy="2904591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411560" y="2584263"/>
            <a:ext cx="46513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3</a:t>
            </a:r>
            <a:r>
              <a:rPr lang="en-US" b="1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  <a:r>
              <a:rPr lang="ru-RU" b="1" dirty="0">
                <a:latin typeface="Verdana" panose="020B0604030504040204" pitchFamily="34" charset="0"/>
                <a:ea typeface="Verdana" panose="020B0604030504040204" pitchFamily="34" charset="0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lang="en-US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F519CB-0380-E166-1631-BA8FFEB3FB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4514" y="93996"/>
            <a:ext cx="9906000" cy="676400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14:cNvPr>
              <p14:cNvContentPartPr/>
              <p14:nvPr/>
            </p14:nvContentPartPr>
            <p14:xfrm>
              <a:off x="1416463" y="358800"/>
              <a:ext cx="1461600" cy="1112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AC78004-6A62-FE81-F52C-9052D55BCA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3823" y="295800"/>
                <a:ext cx="1587240" cy="23688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66F06AD1-4DE7-C3FE-59B2-A43EED64B67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654790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60542"/>
            <a:ext cx="9524999" cy="673691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124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743565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39" y="3459946"/>
            <a:ext cx="4804343" cy="339805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088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9BD47-83C2-8000-CB8E-00DD7E7B9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274" y="175550"/>
            <a:ext cx="4754032" cy="3398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14:cNvPr>
              <p14:cNvContentPartPr/>
              <p14:nvPr/>
            </p14:nvContentPartPr>
            <p14:xfrm>
              <a:off x="6660943" y="417840"/>
              <a:ext cx="131400" cy="92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7943" y="355200"/>
                <a:ext cx="257040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14:cNvPr>
              <p14:cNvContentPartPr/>
              <p14:nvPr/>
            </p14:nvContentPartPr>
            <p14:xfrm>
              <a:off x="11352823" y="440160"/>
              <a:ext cx="99000" cy="949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90183" y="377520"/>
                <a:ext cx="224640" cy="10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4BCEC97-F785-2C64-3877-1689AFA7E242}"/>
                  </a:ext>
                </a:extLst>
              </p14:cNvPr>
              <p14:cNvContentPartPr/>
              <p14:nvPr/>
            </p14:nvContentPartPr>
            <p14:xfrm>
              <a:off x="685663" y="286296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4BCEC97-F785-2C64-3877-1689AFA7E24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2663" y="2799960"/>
                <a:ext cx="126000" cy="126000"/>
              </a:xfrm>
              <a:prstGeom prst="rect">
                <a:avLst/>
              </a:prstGeom>
            </p:spPr>
          </p:pic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8C74B52-AEA7-9EBE-2FF8-9EA6A51A6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897" y="3459947"/>
            <a:ext cx="4804343" cy="3398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4CA3115-31E0-020E-133D-18BE36CE2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3897" y="61892"/>
            <a:ext cx="4754032" cy="339805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4907450-1330-D0C2-D660-AB3218068077}"/>
                  </a:ext>
                </a:extLst>
              </p14:cNvPr>
              <p14:cNvContentPartPr/>
              <p14:nvPr/>
            </p14:nvContentPartPr>
            <p14:xfrm>
              <a:off x="489823" y="239280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4907450-1330-D0C2-D660-AB3218068077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7183" y="17664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8024CA0-DB44-05D1-E1CE-6A388F283CF6}"/>
                  </a:ext>
                </a:extLst>
              </p14:cNvPr>
              <p14:cNvContentPartPr/>
              <p14:nvPr/>
            </p14:nvContentPartPr>
            <p14:xfrm>
              <a:off x="489823" y="269880"/>
              <a:ext cx="597240" cy="792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8024CA0-DB44-05D1-E1CE-6A388F283CF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27183" y="207240"/>
                <a:ext cx="72288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E32FECA-B56B-D077-7E17-311DF85F1265}"/>
                  </a:ext>
                </a:extLst>
              </p14:cNvPr>
              <p14:cNvContentPartPr/>
              <p14:nvPr/>
            </p14:nvContentPartPr>
            <p14:xfrm>
              <a:off x="6552943" y="150720"/>
              <a:ext cx="730440" cy="784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E32FECA-B56B-D077-7E17-311DF85F1265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89943" y="87720"/>
                <a:ext cx="85608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93B86AB-0BE6-782C-696E-8B14365C3D06}"/>
                  </a:ext>
                </a:extLst>
              </p14:cNvPr>
              <p14:cNvContentPartPr/>
              <p14:nvPr/>
            </p14:nvContentPartPr>
            <p14:xfrm>
              <a:off x="6618103" y="3589800"/>
              <a:ext cx="651600" cy="46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93B86AB-0BE6-782C-696E-8B14365C3D0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55463" y="3526800"/>
                <a:ext cx="77724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2F6C1E-9216-00D2-EF9C-A782DE3C4E36}"/>
                  </a:ext>
                </a:extLst>
              </p14:cNvPr>
              <p14:cNvContentPartPr/>
              <p14:nvPr/>
            </p14:nvContentPartPr>
            <p14:xfrm>
              <a:off x="435463" y="3595560"/>
              <a:ext cx="772200" cy="298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2F6C1E-9216-00D2-EF9C-A782DE3C4E36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2823" y="3532560"/>
                <a:ext cx="897840" cy="155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41464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2F6344E-536B-812E-6ED1-B287940B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389317" y="1277455"/>
            <a:ext cx="6515461" cy="460830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14:cNvPr>
              <p14:cNvContentPartPr/>
              <p14:nvPr/>
            </p14:nvContentPartPr>
            <p14:xfrm>
              <a:off x="1426183" y="323880"/>
              <a:ext cx="1443600" cy="244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D23E1AD-CBFE-A7EB-601F-F7E30BAA8A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63183" y="260880"/>
                <a:ext cx="1569240" cy="36972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BD6F83F-91D1-ED70-0E54-CBCCD4E07929}"/>
              </a:ext>
            </a:extLst>
          </p:cNvPr>
          <p:cNvSpPr txBox="1"/>
          <p:nvPr/>
        </p:nvSpPr>
        <p:spPr>
          <a:xfrm>
            <a:off x="293914" y="323880"/>
            <a:ext cx="2198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басып чыгарыңыз жана кесип алыңыз</a:t>
            </a:r>
            <a:endParaRPr lang="en-US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B9BD47-83C2-8000-CB8E-00DD7E7B9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6022008" y="1253073"/>
            <a:ext cx="6515459" cy="4657074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14:cNvPr>
              <p14:cNvContentPartPr/>
              <p14:nvPr/>
            </p14:nvContentPartPr>
            <p14:xfrm>
              <a:off x="6660943" y="417840"/>
              <a:ext cx="131400" cy="9208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07F2793-B4BE-1B76-1362-B593ED151A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98115" y="354840"/>
                <a:ext cx="256697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14:cNvPr>
              <p14:cNvContentPartPr/>
              <p14:nvPr/>
            </p14:nvContentPartPr>
            <p14:xfrm>
              <a:off x="11352823" y="440160"/>
              <a:ext cx="99000" cy="9493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3DC30D89-A797-36E6-FB88-1F23F992D94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89823" y="377136"/>
                <a:ext cx="224640" cy="1075008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42662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D47D1F-0CA0-5BC7-C2DC-047EE031E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199" y="18528"/>
            <a:ext cx="7805057" cy="664235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D29783A-1FE4-48E5-57BC-C508F1873176}"/>
              </a:ext>
            </a:extLst>
          </p:cNvPr>
          <p:cNvSpPr txBox="1"/>
          <p:nvPr/>
        </p:nvSpPr>
        <p:spPr>
          <a:xfrm>
            <a:off x="-1" y="0"/>
            <a:ext cx="4976261" cy="156966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ru-RU" sz="9600" b="1" dirty="0">
                <a:ln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00B050"/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</a:rPr>
              <a:t>жооптор</a:t>
            </a:r>
            <a:endParaRPr lang="en-US" b="1" dirty="0"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00B050"/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7925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ru-RU" dirty="0"/>
              <a:t>Суроолор барбы?</a:t>
            </a:r>
          </a:p>
          <a:p>
            <a:pPr marL="0" indent="0" algn="ctr">
              <a:buNone/>
            </a:pPr>
            <a:r>
              <a:rPr lang="ru-RU" dirty="0"/>
              <a:t>Комментарийлер?</a:t>
            </a:r>
          </a:p>
          <a:p>
            <a:pPr marL="0" indent="0" algn="ctr">
              <a:buNone/>
            </a:pPr>
            <a:r>
              <a:rPr lang="ru-RU" dirty="0"/>
              <a:t>Сунуштар?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…же ката таптыңызбы!?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ru-RU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dirty="0"/>
          </a:p>
          <a:p>
            <a:pPr marL="0" indent="0" algn="ctr">
              <a:buNone/>
            </a:pPr>
            <a:r>
              <a:rPr lang="en-US" dirty="0"/>
              <a:t>mathtrainer2023@gmail.com</a:t>
            </a:r>
          </a:p>
        </p:txBody>
      </p:sp>
    </p:spTree>
    <p:extLst>
      <p:ext uri="{BB962C8B-B14F-4D97-AF65-F5344CB8AC3E}">
        <p14:creationId xmlns:p14="http://schemas.microsoft.com/office/powerpoint/2010/main" val="1515584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23B826-A9BD-45CD-BD80-D91447968C8E}">
  <we:reference id="wa104380907" version="3.1.0.0" store="en-US" storeType="OMEX"/>
  <we:alternateReferences>
    <we:reference id="wa104380907" version="3.1.0.0" store="WA10438090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633</TotalTime>
  <Words>180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Verdana</vt:lpstr>
      <vt:lpstr>Office Theme</vt:lpstr>
      <vt:lpstr>PowerPoint Presentation</vt:lpstr>
      <vt:lpstr>MathKGZ  --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MathKG  --</dc:title>
  <dc:creator>Isa Amanov</dc:creator>
  <cp:lastModifiedBy>Isa Amanov</cp:lastModifiedBy>
  <cp:revision>21</cp:revision>
  <cp:lastPrinted>2023-09-21T09:22:28Z</cp:lastPrinted>
  <dcterms:created xsi:type="dcterms:W3CDTF">2023-06-07T11:18:56Z</dcterms:created>
  <dcterms:modified xsi:type="dcterms:W3CDTF">2024-04-30T07:25:41Z</dcterms:modified>
</cp:coreProperties>
</file>