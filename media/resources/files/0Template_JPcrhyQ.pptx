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3" r:id="rId1"/>
  </p:sldMasterIdLst>
  <p:sldIdLst>
    <p:sldId id="257" r:id="rId2"/>
    <p:sldId id="275" r:id="rId3"/>
    <p:sldId id="277" r:id="rId4"/>
    <p:sldId id="276" r:id="rId5"/>
    <p:sldId id="27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62967B-7F1B-412A-869B-C4BB11232D92}">
          <p14:sldIdLst>
            <p14:sldId id="257"/>
            <p14:sldId id="275"/>
            <p14:sldId id="277"/>
            <p14:sldId id="276"/>
          </p14:sldIdLst>
        </p14:section>
        <p14:section name="Үйрөнүү үчүн баалоо" id="{0B64BAAD-0206-4895-981B-4525EFB713B8}">
          <p14:sldIdLst/>
        </p14:section>
        <p14:section name="MathKG" id="{8C12631C-7891-47BF-B61C-D4B865ED4B2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447" autoAdjust="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11.7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147 1 24575,'26'2'0,"0"0"0,0 2 0,0 1 0,-1 1 0,25 10 0,-5-3 0,-7-6 0,-28-6 0,1 0 0,-1 1 0,1 0 0,16 7 0,-25-8 0,0 0 0,0 0 0,-1 0 0,1 0 0,-1 0 0,1 0 0,-1 0 0,1 0 0,-1 0 0,1 1 0,-1-1 0,0 1 0,0-1 0,0 1 0,0-1 0,0 1 0,0 0 0,0 0 0,-1-1 0,1 1 0,0 0 0,-1 0 0,0 0 0,1 0 0,-1-1 0,0 1 0,0 0 0,0 0 0,0 0 0,0 0 0,-1 2 0,0-1 0,0 0 0,0 0 0,-1 0 0,1 0 0,0 0 0,-1 0 0,0 0 0,0-1 0,0 1 0,0-1 0,0 1 0,0-1 0,-1 0 0,-3 3 0,3-3 0,0 1 0,0 0 0,0 0 0,0 0 0,0 1 0,-3 6 0,5-10 0,1 1 0,0 0 0,0-1 0,0 1 0,0-1 0,0 1 0,0 0 0,0-1 0,0 1 0,0-1 0,0 1 0,0 0 0,0-1 0,0 1 0,0-1 0,1 1 0,-1-1 0,0 1 0,0 0 0,1-1 0,-1 1 0,0-1 0,1 1 0,-1-1 0,0 0 0,1 1 0,-1-1 0,1 1 0,-1-1 0,1 0 0,-1 1 0,1-1 0,-1 0 0,1 1 0,-1-1 0,1 0 0,0 0 0,-1 0 0,1 1 0,-1-1 0,1 0 0,0 0 0,-1 0 0,1 0 0,0 0 0,34 3 0,-32-3 0,247-4 0,-204-3 0,-1-2 0,0-2 0,0-2 0,52-22 0,55-17 0,196-30 0,-428 80 0,-774 3 0,842 0 0,-1-1 0,0 2 0,0 0 0,1 0 0,-1 1 0,-14 6 0,-1 3 0,-40 22 0,55-27 0,-1-2 0,-1 0 0,1 0 0,-1-2 0,-28 5 0,-4 0 0,4 0 0,23-5 0,1 1 0,0 1 0,0 0 0,-24 11 0,38-14 0,1 1 0,-1 0 0,0 0 0,1 0 0,-1 0 0,1 1 0,0 0 0,0 0 0,0 0 0,1 0 0,-1 1 0,1-1 0,0 1 0,0 0 0,1 0 0,0 0 0,-1 0 0,2 0 0,-4 11 0,5-14 0,-1 0 0,1 0 0,0 0 0,0 0 0,0 0 0,0 0 0,0 0 0,0 0 0,1 0 0,-1 0 0,0 1 0,1-1 0,0 0 0,-1-1 0,1 1 0,0 0 0,0 0 0,0 0 0,1 0 0,-1-1 0,0 1 0,0-1 0,1 1 0,-1-1 0,1 1 0,0-1 0,-1 0 0,1 0 0,0 1 0,0-1 0,0-1 0,-1 1 0,1 0 0,0 0 0,0-1 0,4 1 0,7 2 0,0 0 0,0-1 0,1-1 0,19-1 0,-27 0 0,271-6 0,-159-7 0,37-3 0,-111 13 0,49-9 0,-52 5 0,63-2 0,-83 7 0,-1 0 0,0-2 0,0 0 0,39-14 0,-37 11 0,-1 0 0,1 2 0,44-6 0,18 10 0,-53 2 0,-1-1 0,1-2 0,36-7 0,-27 2 0,68-3 0,-46 6 0,12-9 0,-54 8 0,39-4 0,246 7 0,-157 4 0,-122-3 0,-1-2 0,39-8 0,-34 4 0,37-1 0,259 5 0,-168 5 0,446-2 0,-578-1 0,-1-2 0,39-8 0,-33 5 0,35-3 0,-16 6 0,81 6 0,-129-3 18,1 0 1,0 0-1,-1 1 0,1 0 0,0-1 1,-1 1-1,1 0 0,-1 0 0,0 0 0,1 1 1,-1-1-1,0 1 0,0-1 0,0 1 1,0 0-1,0-1 0,3 4 0,-1 1-165,-1 0-1,0 0 1,0 0-1,-1 0 1,4 9-1,-2-1-660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21.1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67 24575,'87'-1'0,"99"3"0,-100 13 0,-57-9 0,38 3 0,18-8 0,-54-1 0,0 1 0,1 1 0,31 7 0,28 4 0,-61-10 0,49 12 0,-52-9 0,0-1 0,0-1 0,32 0 0,86-5 0,-56-1 0,2649 2 0,-2745 1 0,-1 1 0,1-1 0,0 1 0,-14 6 0,-12 3 0,-410 74 0,319-65 0,-103 2 0,191-19 0,-76 10 0,-20 1 0,-242-13 0,192-2 0,157 2 0,-1 2 0,-38 8 0,34-5 0,-37 3 0,-3-3 0,-71 16 0,17 10 0,80-23 0,8-1 0,0-2 0,-56 4 0,57-9 0,-173-4 0,198 1 0,1 0 0,-1 0 0,1-1 0,-1 0 0,1-1 0,0 0 0,0 0 0,-10-8 0,1 1 0,0-2 0,-27-26 0,41 35 0,0-1 0,0 0 0,1-1 0,-1 1 0,1-1 0,0 1 0,1-1 0,-1 0 0,1 0 0,0 0 0,1 0 0,-1-1 0,1 1 0,0 0 0,1-1 0,0-8 0,0 8 0,0 0 0,1 0 0,0 0 0,0 0 0,1 0 0,0 1 0,0-1 0,0 1 0,1-1 0,0 1 0,0 0 0,1 0 0,-1 0 0,9-10 0,0 6 0,0 0 0,25-17 0,16-12 0,-45 32 0,0 0 0,1 1 0,0-1 0,0 2 0,1 0 0,0 0 0,10-4 0,-15 7 0,1 0 0,-1 1 0,1 0 0,-1 0 0,1 0 0,0 0 0,-1 1 0,1 0 0,0 0 0,-1 0 0,1 1 0,-1 0 0,1 0 0,-1 1 0,7 2 0,-9-3 0,-1 1 0,1-1 0,-1 1 0,1 0 0,-1 0 0,1 0 0,-1 0 0,0 1 0,0-1 0,0 1 0,-1-1 0,1 1 0,-1 0 0,1-1 0,-1 1 0,0 0 0,0 0 0,0 0 0,0 0 0,-1 0 0,1 3 0,1 9 0,-1 0 0,0 0 0,-2 16 0,1-18 0,-2 61 0,-3 68 0,4-133 0,0 0 0,-1 0 0,0 0 0,-1-1 0,0 1 0,-1-1 0,1 1 0,-1-1 0,-1-1 0,0 1 0,0-1 0,0 1 0,-1-1 0,0-1 0,-1 1 0,1-1 0,-1 0 0,-10 6 0,8-4 38,1 0 0,-1 1 0,1 0 0,1 1-1,0-1 1,0 1 0,-7 17 0,5-12-594,0-1 0,-17 22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9/21/2023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0695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9/21/2023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976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9/21/2023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9/21/2023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9/21/2023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5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9/21/2023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9/21/2023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4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9/21/2023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6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9/21/2023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506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9/21/2023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2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54" r:id="rId13"/>
    <p:sldLayoutId id="214748401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Амалдарды аткаруу тартиби</a:t>
            </a:r>
            <a:r>
              <a:rPr lang="en-US" dirty="0"/>
              <a:t>  –</a:t>
            </a:r>
            <a:r>
              <a:rPr lang="ky-KG" dirty="0"/>
              <a:t> </a:t>
            </a:r>
            <a:r>
              <a:rPr lang="ky-KG"/>
              <a:t>Чечим чыгаруу -  Туура же Туура эмес</a:t>
            </a:r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2438"/>
            <a:ext cx="9404350" cy="1400175"/>
          </a:xfrm>
        </p:spPr>
        <p:txBody>
          <a:bodyPr>
            <a:normAutofit/>
          </a:bodyPr>
          <a:lstStyle/>
          <a:p>
            <a:pPr algn="r"/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519CB-0380-E166-1631-BA8FFEB3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514" y="93996"/>
            <a:ext cx="9906000" cy="67640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AC78004-6A62-FE81-F52C-9052D55BCAFD}"/>
                  </a:ext>
                </a:extLst>
              </p14:cNvPr>
              <p14:cNvContentPartPr/>
              <p14:nvPr/>
            </p14:nvContentPartPr>
            <p14:xfrm>
              <a:off x="1416463" y="358800"/>
              <a:ext cx="1461600" cy="1112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AC78004-6A62-FE81-F52C-9052D55BCA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3823" y="295800"/>
                <a:ext cx="1587240" cy="23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5479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6344E-536B-812E-6ED1-B287940B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60542"/>
            <a:ext cx="9524999" cy="67369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14:cNvPr>
              <p14:cNvContentPartPr/>
              <p14:nvPr/>
            </p14:nvContentPartPr>
            <p14:xfrm>
              <a:off x="1426183" y="323880"/>
              <a:ext cx="1443600" cy="244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3183" y="261240"/>
                <a:ext cx="1569240" cy="369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3565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D47D1F-0CA0-5BC7-C2DC-047EE031E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429" y="0"/>
            <a:ext cx="7826828" cy="6660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51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mathtrainer2023@gmail.com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23B826-A9BD-45CD-BD80-D91447968C8E}">
  <we:reference id="wa104380907" version="3.1.0.0" store="en-US" storeType="OMEX"/>
  <we:alternateReferences>
    <we:reference id="wa104380907" version="3.1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564</TotalTime>
  <Words>65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MathKGZ  --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MathKG  -- </dc:title>
  <dc:creator>Isa Amanov</dc:creator>
  <cp:lastModifiedBy>Isa Amanov</cp:lastModifiedBy>
  <cp:revision>15</cp:revision>
  <dcterms:created xsi:type="dcterms:W3CDTF">2023-06-07T11:18:56Z</dcterms:created>
  <dcterms:modified xsi:type="dcterms:W3CDTF">2023-09-21T09:05:26Z</dcterms:modified>
</cp:coreProperties>
</file>