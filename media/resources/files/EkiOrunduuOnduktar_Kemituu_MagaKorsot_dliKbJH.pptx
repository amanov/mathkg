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5"/>
  </p:notesMasterIdLst>
  <p:sldIdLst>
    <p:sldId id="972" r:id="rId2"/>
    <p:sldId id="964" r:id="rId3"/>
    <p:sldId id="968" r:id="rId4"/>
    <p:sldId id="961" r:id="rId5"/>
    <p:sldId id="963" r:id="rId6"/>
    <p:sldId id="962" r:id="rId7"/>
    <p:sldId id="959" r:id="rId8"/>
    <p:sldId id="960" r:id="rId9"/>
    <p:sldId id="965" r:id="rId10"/>
    <p:sldId id="966" r:id="rId11"/>
    <p:sldId id="969" r:id="rId12"/>
    <p:sldId id="970" r:id="rId13"/>
    <p:sldId id="973" r:id="rId14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C85A"/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КЕМИТҮҮ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ru-RU" sz="2400" b="1" dirty="0">
                <a:solidFill>
                  <a:srgbClr val="00B0F0"/>
                </a:solidFill>
              </a:rPr>
              <a:t> </a:t>
            </a:r>
            <a:r>
              <a:rPr lang="ky-KG" sz="2400" b="1" dirty="0">
                <a:solidFill>
                  <a:srgbClr val="00B0F0"/>
                </a:solidFill>
              </a:rPr>
              <a:t>Мага көрсөт</a:t>
            </a:r>
            <a:r>
              <a:rPr lang="ru-RU" sz="2400" b="1" dirty="0">
                <a:solidFill>
                  <a:srgbClr val="00B0F0"/>
                </a:solidFill>
              </a:rPr>
              <a:t>...</a:t>
            </a:r>
            <a:endParaRPr lang="en-US" sz="2400" b="1" dirty="0">
              <a:solidFill>
                <a:srgbClr val="00B0F0"/>
              </a:solidFill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8617" y="1834868"/>
            <a:ext cx="7088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  −   0,8   =   _________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9A80E3-6FE8-7B68-430F-36C72A15FBD9}"/>
              </a:ext>
            </a:extLst>
          </p:cNvPr>
          <p:cNvGrpSpPr/>
          <p:nvPr/>
        </p:nvGrpSpPr>
        <p:grpSpPr>
          <a:xfrm>
            <a:off x="450740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24076F6C-DA84-5BFF-2231-6B4AD52521D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AAFEFC45-AF82-7C65-2A8C-74BF991EAF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CCC355BE-FBD9-3C97-71ED-266E560E5B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906B22B2-00B9-3024-DDBB-3DBEBCFF7F1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A2EFB319-9487-26EF-A3F5-2C3AD48FDF3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96C7D01B-AAC2-9A06-0981-019D8EFF3B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EA9BA2E3-C74F-B6DF-B504-83EC7121C6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3C594C47-C2FA-923F-2765-5F4680617F6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4C50E442-EA82-CE9D-4BB7-5C6A3B426DC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9663F3D4-8915-27FE-CF40-A876F264CF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08B1A47-4802-3646-C461-251164697409}"/>
              </a:ext>
            </a:extLst>
          </p:cNvPr>
          <p:cNvGrpSpPr/>
          <p:nvPr/>
        </p:nvGrpSpPr>
        <p:grpSpPr>
          <a:xfrm>
            <a:off x="501448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0FFD5C5-CA90-685D-B40A-788E5884117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DF864396-CFC2-C3A8-6760-D78424C910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E54CF5DF-499E-5976-7B7E-48750FFC4EA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BF150AC2-F1B2-8864-40B5-901DF9336C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909A9AE6-4303-841C-3903-A9DA9FFC11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7A8BE932-7CB3-3A08-4146-56741C19DC0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F48FB223-E9D6-2122-4757-3E1FDD7338A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9EDC7080-C814-7080-54D0-66C5CEF20AF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EB5E859B-1F06-4C78-5AE9-3A707AF8D33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A1CD36E6-BE87-4EC7-A6C1-19E33AAA802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D8D1301-44F8-85C5-F0AC-A0383FEAB94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30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5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1,4   −   0,2   =   _________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A8C885-12D6-15EB-05C9-485F63D4CAEE}"/>
              </a:ext>
            </a:extLst>
          </p:cNvPr>
          <p:cNvGrpSpPr/>
          <p:nvPr/>
        </p:nvGrpSpPr>
        <p:grpSpPr>
          <a:xfrm>
            <a:off x="2608951" y="3660198"/>
            <a:ext cx="2615911" cy="2615911"/>
            <a:chOff x="414598" y="546495"/>
            <a:chExt cx="5852156" cy="589840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E6C140-CE49-A22C-B9F5-B6D54FB30491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210712A3-06E8-4648-3F84-151C0F6E7E1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D7BA52B-0549-404B-1ED3-E36CD31E34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641A3EED-70FE-B5C0-6335-6EFBBA9AE70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BAF10627-26A1-77E5-652C-2560C1C4B9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004A1684-56D7-F3EC-2856-49716748A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FAAA4B3-465C-11C1-C501-CD5B86EF26E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C1F88DAB-7C38-6232-EFC2-E7863256C80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19BCDE80-92A2-0146-0589-113C18E940B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8FD04C7A-B0B6-764B-3F76-7954F2D7C75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BB82775A-251F-8BE4-B2B4-BDEC31607B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CDD8A9-A0A1-A304-2EC3-B4D5D3E02472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50A0C06A-C41A-93CE-8A47-9F7BF4DEBE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4296E0F6-1C51-FAAD-2D60-8BCD921567C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476024A5-F93E-1C0E-D1B5-5713B5E95DC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287DAFD7-6787-F218-BE37-59F0F016227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56A3FD1D-AFA6-514E-6D95-AE6FDAF57C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EB2421E8-9DA7-9F40-5AEE-E803CD7E098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E2D525A-4574-F34A-E5F4-29337081F60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14C2037C-0074-A2E6-41D6-76F45D53888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530EA91F-ED01-8F37-2B58-047A18FEE7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269A4C10-4ECF-C2AB-E42F-41F0B4F85E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64BDED-E5F9-B68B-7938-EB891A15DEA3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165A7CFB-CD04-22F6-1D01-7843F4EB2F9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9AB2DF42-E191-DBFE-566A-6F3D9CAA72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B792E3AF-6042-85FE-5CD4-B74CA142B0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D75C8AE1-06AF-A0DE-537B-962634C3AF6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E2495F6-1C94-3459-7FFB-1C406EEB345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0945DD38-A71B-2A1A-A7A7-1C8B7DBCF65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00D2228A-48D0-BDAB-012A-EDF36479D4D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3E5D335A-8016-0DDF-C53B-64A181E9B3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E27F818B-F619-4F2C-1959-D8A44CA4AA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6E95B660-BF97-EC13-E7EE-770E08F8711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3221DB8-866E-6EA5-B42E-AB1A9D4DC255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898F7085-FE98-50A9-B50E-1D0E2D95F3D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4" name="Cube 373">
                <a:extLst>
                  <a:ext uri="{FF2B5EF4-FFF2-40B4-BE49-F238E27FC236}">
                    <a16:creationId xmlns:a16="http://schemas.microsoft.com/office/drawing/2014/main" id="{4F844BC6-DB9E-2BC6-351D-F0ABC523FF9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701BFC4B-C0EF-28CB-E30D-B067B8637C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9DCC3D0D-A373-9E83-E5BB-AD9F6DA0C20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0FFE1E3A-9F66-6965-7021-26FBFEC59C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A1A1909F-EE07-CD73-093C-93ABA1BD7C1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6B3C342C-8ACE-8708-9DC0-C73C46F374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0" name="Cube 379">
                <a:extLst>
                  <a:ext uri="{FF2B5EF4-FFF2-40B4-BE49-F238E27FC236}">
                    <a16:creationId xmlns:a16="http://schemas.microsoft.com/office/drawing/2014/main" id="{9150FA0A-5471-5D1A-C27A-2D9288D79A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AFA69EB4-5D0B-A990-6E03-C7608C35DD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1E96B777-3208-E98B-8A19-5EE6E01288A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B27387-B5CB-C36E-4A99-5734231CFBAD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42C302EE-8865-EC21-249C-6D1AED88C6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2F863701-DEFF-DEFD-F2DD-70ED232EFF5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6B48629A-ACDF-1874-ADCA-1B5081A58C5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5D219B0A-D619-E5E8-6162-C0ED0D7496E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021C8C45-993D-58E8-B345-96BAE1466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8" name="Cube 367">
                <a:extLst>
                  <a:ext uri="{FF2B5EF4-FFF2-40B4-BE49-F238E27FC236}">
                    <a16:creationId xmlns:a16="http://schemas.microsoft.com/office/drawing/2014/main" id="{A4DD4A9B-E84B-E2F7-36F9-5BF0C91AB9F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EB53B640-7111-7445-EE5F-AD2CEF75279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D71D3657-F43E-B2A4-5843-2FCA48AB97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DAEAF2F3-ECF5-2570-D4BC-024A4C4AFF5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51F0D52E-9BCA-0687-8BC3-A1AF0F6717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EF597FF-9174-496A-65BB-A52614C4780C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6F752DF4-8ED8-2126-E55D-BA70F8D54D7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04036054-7FCE-97BF-BDE7-7026B114052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634AF8FC-1C14-A289-CFCD-469F9F01D9E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DCA297BA-7E9F-3A88-D4C3-EE23107E3BB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787C7EDB-025C-D5DE-F95F-D33D119CCCB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C1FF5E3B-F24E-3DC3-F820-AC745685AB0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F025C1DF-03D9-21A0-317E-6DEE4F17C3B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1EE9AD6B-92DC-3C20-235C-DFE9F22A652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AF972E0A-8942-16E9-F707-AA866099E85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7026620C-DDBD-DC29-2593-5C4F53C72FE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7CA4C29-F662-A467-D8C9-BA1DDF85E7C4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1" name="Cube 320">
                <a:extLst>
                  <a:ext uri="{FF2B5EF4-FFF2-40B4-BE49-F238E27FC236}">
                    <a16:creationId xmlns:a16="http://schemas.microsoft.com/office/drawing/2014/main" id="{38AA501B-8F6D-DA52-F648-9E8669A5F0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DBDD65EE-E241-CC04-B3BD-3FD2CA86E0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4249E9B2-F29A-33C2-9589-E1CDC07D74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AF072FB7-F018-3B8F-877D-7FEB04FE347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A294DADB-EB6C-2CDE-D6C4-F7E475C0579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ED882EF8-9E56-A8AC-AA83-912D9AC4CD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61923779-8435-0F2C-971A-110B80CD9A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A6C772D4-6777-2350-3F31-582CFD7159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DEA6D77-FB81-0F2C-DE47-47A9BE5956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BB59AA61-F211-624C-0E4E-B5F6F096708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2CDBBC-6EEE-C916-698C-37452866969B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AF4C3985-AA93-8EE1-0040-319F7A3189A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EADF4B26-B0E1-07E4-E773-1438EE72DD4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7B915BC3-9A9B-7ACE-0CEB-64F9F54DFCD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71820537-45D3-7BCF-4775-3862AFB0708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EA40A1A0-0A97-328E-1FC1-A85DCC2197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CDCB6C68-B1CD-78EC-150F-80CF6295F9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CC53601-3C0C-0ED3-C80E-03D59A9A657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126628DA-35D5-E718-16FF-57605815619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853C7988-268B-DBA4-4927-0D0810CA1D1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68510D31-52C4-9D0A-8171-954F49E8E5C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AF1400-8272-186C-DA0E-33C4224E314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A5234EB1-CC46-8B9C-8D38-DC6EF03FEB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1F25C2AB-B321-B672-30DF-57213679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BF85AC2A-F782-9132-B728-D19000F42EF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506D0A1A-FA8E-A26D-8087-F3D8BBB3A5B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A511D6A7-C128-3CCB-DECB-411B1DAE0C8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75D9A6B-5268-A8A6-E0BF-97D3E47F245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09C0959D-8119-ACCF-EFE6-B23442DD0F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4DB4AD4E-9DF5-CB99-8C26-DB14F548149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545884A3-FC2B-B834-C7B6-13B5FD03258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B939F321-0424-B940-8964-03D36C218F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19DA6E-B4AF-1461-5FD0-C5DC747BA521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9B01B65F-34DF-3B22-BCB2-9C3C5F37E05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96833E8F-7012-7C10-5CE1-18D06E6530B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EE0F7FA4-1774-3BC5-6CD7-26F54FD3A90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5D18EF2C-9BF4-4505-F4F9-F46EE56D5A1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2995A832-DDE1-3D98-45BD-B40FC10285F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BC8617CD-7340-BCF5-DB36-D5631640FFC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770B8EE9-72B7-E1AD-A1E7-FF9F802C91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A8CD688A-4D5F-084B-44E9-38B50ABDBCF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DD16691-0B3C-BD59-0E07-C34ED91BAE6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796519E2-7E7C-5211-EA25-D19B828AA79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9A80E3-6FE8-7B68-430F-36C72A15FBD9}"/>
              </a:ext>
            </a:extLst>
          </p:cNvPr>
          <p:cNvGrpSpPr/>
          <p:nvPr/>
        </p:nvGrpSpPr>
        <p:grpSpPr>
          <a:xfrm>
            <a:off x="5613000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24076F6C-DA84-5BFF-2231-6B4AD52521D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AAFEFC45-AF82-7C65-2A8C-74BF991EAF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CCC355BE-FBD9-3C97-71ED-266E560E5B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906B22B2-00B9-3024-DDBB-3DBEBCFF7F1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A2EFB319-9487-26EF-A3F5-2C3AD48FDF3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96C7D01B-AAC2-9A06-0981-019D8EFF3B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EA9BA2E3-C74F-B6DF-B504-83EC7121C6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3C594C47-C2FA-923F-2765-5F4680617F6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4C50E442-EA82-CE9D-4BB7-5C6A3B426DC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9663F3D4-8915-27FE-CF40-A876F264CF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08B1A47-4802-3646-C461-251164697409}"/>
              </a:ext>
            </a:extLst>
          </p:cNvPr>
          <p:cNvGrpSpPr/>
          <p:nvPr/>
        </p:nvGrpSpPr>
        <p:grpSpPr>
          <a:xfrm>
            <a:off x="612007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0FFD5C5-CA90-685D-B40A-788E5884117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DF864396-CFC2-C3A8-6760-D78424C910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E54CF5DF-499E-5976-7B7E-48750FFC4EA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BF150AC2-F1B2-8864-40B5-901DF9336C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909A9AE6-4303-841C-3903-A9DA9FFC11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7A8BE932-7CB3-3A08-4146-56741C19DC0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F48FB223-E9D6-2122-4757-3E1FDD7338A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9EDC7080-C814-7080-54D0-66C5CEF20AF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EB5E859B-1F06-4C78-5AE9-3A707AF8D33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A1CD36E6-BE87-4EC7-A6C1-19E33AAA802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54F5D1-2634-F9D5-2C38-D58F7E23854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724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0,26   −   0,03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44674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44674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B25E5DB-D43D-ACDF-13EC-1BF1448634C0}"/>
              </a:ext>
            </a:extLst>
          </p:cNvPr>
          <p:cNvSpPr/>
          <p:nvPr/>
        </p:nvSpPr>
        <p:spPr>
          <a:xfrm>
            <a:off x="544674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494382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44090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344D0E0-62A3-FF92-33FF-3E48F5FC336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5117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0,3   −   0,05   =   _________</a:t>
            </a:r>
          </a:p>
        </p:txBody>
      </p:sp>
      <p:sp>
        <p:nvSpPr>
          <p:cNvPr id="347" name="Cube 346">
            <a:extLst>
              <a:ext uri="{FF2B5EF4-FFF2-40B4-BE49-F238E27FC236}">
                <a16:creationId xmlns:a16="http://schemas.microsoft.com/office/drawing/2014/main" id="{7D25AF84-9D74-4795-BF52-D22FB0479EE6}"/>
              </a:ext>
            </a:extLst>
          </p:cNvPr>
          <p:cNvSpPr/>
          <p:nvPr/>
        </p:nvSpPr>
        <p:spPr>
          <a:xfrm>
            <a:off x="5342837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8" name="Cube 347">
            <a:extLst>
              <a:ext uri="{FF2B5EF4-FFF2-40B4-BE49-F238E27FC236}">
                <a16:creationId xmlns:a16="http://schemas.microsoft.com/office/drawing/2014/main" id="{0F4DAD12-AAD9-B060-8931-8CB4AAA117E9}"/>
              </a:ext>
            </a:extLst>
          </p:cNvPr>
          <p:cNvSpPr/>
          <p:nvPr/>
        </p:nvSpPr>
        <p:spPr>
          <a:xfrm>
            <a:off x="5342837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9" name="Cube 348">
            <a:extLst>
              <a:ext uri="{FF2B5EF4-FFF2-40B4-BE49-F238E27FC236}">
                <a16:creationId xmlns:a16="http://schemas.microsoft.com/office/drawing/2014/main" id="{362BB55C-0F6C-8D2D-E34C-14C8E9F15959}"/>
              </a:ext>
            </a:extLst>
          </p:cNvPr>
          <p:cNvSpPr/>
          <p:nvPr/>
        </p:nvSpPr>
        <p:spPr>
          <a:xfrm>
            <a:off x="5342837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0" name="Cube 349">
            <a:extLst>
              <a:ext uri="{FF2B5EF4-FFF2-40B4-BE49-F238E27FC236}">
                <a16:creationId xmlns:a16="http://schemas.microsoft.com/office/drawing/2014/main" id="{09428AD0-E518-EDD1-95AA-D65AB0A47075}"/>
              </a:ext>
            </a:extLst>
          </p:cNvPr>
          <p:cNvSpPr/>
          <p:nvPr/>
        </p:nvSpPr>
        <p:spPr>
          <a:xfrm>
            <a:off x="5342837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1" name="Cube 350">
            <a:extLst>
              <a:ext uri="{FF2B5EF4-FFF2-40B4-BE49-F238E27FC236}">
                <a16:creationId xmlns:a16="http://schemas.microsoft.com/office/drawing/2014/main" id="{9EAAE1E0-8DA2-DEB7-EFA3-85C4A203C349}"/>
              </a:ext>
            </a:extLst>
          </p:cNvPr>
          <p:cNvSpPr/>
          <p:nvPr/>
        </p:nvSpPr>
        <p:spPr>
          <a:xfrm>
            <a:off x="5342837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83991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2481CF-8BE2-B239-33E4-D9DE25C9EFD6}"/>
              </a:ext>
            </a:extLst>
          </p:cNvPr>
          <p:cNvGrpSpPr/>
          <p:nvPr/>
        </p:nvGrpSpPr>
        <p:grpSpPr>
          <a:xfrm>
            <a:off x="434115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21ECF183-9843-10BD-9A43-221555D6CC8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96DEC9A-5E94-0301-BC19-C54688B8B38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79D3B83C-E66C-6823-FC8D-4D6D98E9F0C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1FB90D73-53B6-F801-8E63-9EAB2898D79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63DECE5-A5BF-257A-32A8-7EC603EF178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3F50D8C4-A113-EAAC-6DE6-13298DF6838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484B82C6-FADD-5B31-3D5F-11F3FB2DEB0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FFC91198-6B88-52B2-9F66-452260D2B1F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10933DC2-42B7-88E5-2404-AC0CE1A2320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652DB570-BDD0-0DC6-5FEB-C62903BA740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4BED4EB-978C-E53A-55AF-ED9B1452B54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009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" grpId="0" animBg="1"/>
      <p:bldP spid="348" grpId="0" animBg="1"/>
      <p:bldP spid="349" grpId="0" animBg="1"/>
      <p:bldP spid="350" grpId="0" animBg="1"/>
      <p:bldP spid="3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1,37   −   0,21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6B6759A1-EF4D-4B04-537D-F1759FEBFFCE}"/>
              </a:ext>
            </a:extLst>
          </p:cNvPr>
          <p:cNvSpPr/>
          <p:nvPr/>
        </p:nvSpPr>
        <p:spPr>
          <a:xfrm>
            <a:off x="627170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59D95238-1BF5-036A-354E-7D4FB1542641}"/>
              </a:ext>
            </a:extLst>
          </p:cNvPr>
          <p:cNvSpPr/>
          <p:nvPr/>
        </p:nvSpPr>
        <p:spPr>
          <a:xfrm>
            <a:off x="627170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ABCBA86A-BA5F-F368-4279-3116C5E9C738}"/>
              </a:ext>
            </a:extLst>
          </p:cNvPr>
          <p:cNvSpPr/>
          <p:nvPr/>
        </p:nvSpPr>
        <p:spPr>
          <a:xfrm>
            <a:off x="627170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9A7D2AB1-974A-015B-EEFD-444BABAE49A0}"/>
              </a:ext>
            </a:extLst>
          </p:cNvPr>
          <p:cNvSpPr/>
          <p:nvPr/>
        </p:nvSpPr>
        <p:spPr>
          <a:xfrm>
            <a:off x="627170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95D636A-DC04-E77F-5667-435898926DF9}"/>
              </a:ext>
            </a:extLst>
          </p:cNvPr>
          <p:cNvSpPr/>
          <p:nvPr/>
        </p:nvSpPr>
        <p:spPr>
          <a:xfrm>
            <a:off x="627170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D6EFEB20-0D91-104D-25EC-533388B09EED}"/>
              </a:ext>
            </a:extLst>
          </p:cNvPr>
          <p:cNvSpPr/>
          <p:nvPr/>
        </p:nvSpPr>
        <p:spPr>
          <a:xfrm>
            <a:off x="627170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A8C885-12D6-15EB-05C9-485F63D4CAEE}"/>
              </a:ext>
            </a:extLst>
          </p:cNvPr>
          <p:cNvGrpSpPr/>
          <p:nvPr/>
        </p:nvGrpSpPr>
        <p:grpSpPr>
          <a:xfrm>
            <a:off x="2334631" y="3660198"/>
            <a:ext cx="2615911" cy="2615911"/>
            <a:chOff x="414598" y="546495"/>
            <a:chExt cx="5852156" cy="589840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E6C140-CE49-A22C-B9F5-B6D54FB30491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210712A3-06E8-4648-3F84-151C0F6E7E1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D7BA52B-0549-404B-1ED3-E36CD31E34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641A3EED-70FE-B5C0-6335-6EFBBA9AE70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BAF10627-26A1-77E5-652C-2560C1C4B9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004A1684-56D7-F3EC-2856-49716748A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FAAA4B3-465C-11C1-C501-CD5B86EF26E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C1F88DAB-7C38-6232-EFC2-E7863256C80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19BCDE80-92A2-0146-0589-113C18E940B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8FD04C7A-B0B6-764B-3F76-7954F2D7C75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BB82775A-251F-8BE4-B2B4-BDEC31607B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CDD8A9-A0A1-A304-2EC3-B4D5D3E02472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50A0C06A-C41A-93CE-8A47-9F7BF4DEBE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4296E0F6-1C51-FAAD-2D60-8BCD921567C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476024A5-F93E-1C0E-D1B5-5713B5E95DC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287DAFD7-6787-F218-BE37-59F0F016227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56A3FD1D-AFA6-514E-6D95-AE6FDAF57C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EB2421E8-9DA7-9F40-5AEE-E803CD7E098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E2D525A-4574-F34A-E5F4-29337081F60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14C2037C-0074-A2E6-41D6-76F45D53888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530EA91F-ED01-8F37-2B58-047A18FEE7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269A4C10-4ECF-C2AB-E42F-41F0B4F85E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64BDED-E5F9-B68B-7938-EB891A15DEA3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165A7CFB-CD04-22F6-1D01-7843F4EB2F9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9AB2DF42-E191-DBFE-566A-6F3D9CAA72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B792E3AF-6042-85FE-5CD4-B74CA142B0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D75C8AE1-06AF-A0DE-537B-962634C3AF6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E2495F6-1C94-3459-7FFB-1C406EEB345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0945DD38-A71B-2A1A-A7A7-1C8B7DBCF65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00D2228A-48D0-BDAB-012A-EDF36479D4D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3E5D335A-8016-0DDF-C53B-64A181E9B3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E27F818B-F619-4F2C-1959-D8A44CA4AA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6E95B660-BF97-EC13-E7EE-770E08F8711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3221DB8-866E-6EA5-B42E-AB1A9D4DC255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898F7085-FE98-50A9-B50E-1D0E2D95F3D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4" name="Cube 373">
                <a:extLst>
                  <a:ext uri="{FF2B5EF4-FFF2-40B4-BE49-F238E27FC236}">
                    <a16:creationId xmlns:a16="http://schemas.microsoft.com/office/drawing/2014/main" id="{4F844BC6-DB9E-2BC6-351D-F0ABC523FF9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701BFC4B-C0EF-28CB-E30D-B067B8637C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9DCC3D0D-A373-9E83-E5BB-AD9F6DA0C20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0FFE1E3A-9F66-6965-7021-26FBFEC59C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A1A1909F-EE07-CD73-093C-93ABA1BD7C1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6B3C342C-8ACE-8708-9DC0-C73C46F374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0" name="Cube 379">
                <a:extLst>
                  <a:ext uri="{FF2B5EF4-FFF2-40B4-BE49-F238E27FC236}">
                    <a16:creationId xmlns:a16="http://schemas.microsoft.com/office/drawing/2014/main" id="{9150FA0A-5471-5D1A-C27A-2D9288D79A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AFA69EB4-5D0B-A990-6E03-C7608C35DD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1E96B777-3208-E98B-8A19-5EE6E01288A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B27387-B5CB-C36E-4A99-5734231CFBAD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42C302EE-8865-EC21-249C-6D1AED88C6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2F863701-DEFF-DEFD-F2DD-70ED232EFF5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6B48629A-ACDF-1874-ADCA-1B5081A58C5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5D219B0A-D619-E5E8-6162-C0ED0D7496E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021C8C45-993D-58E8-B345-96BAE1466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8" name="Cube 367">
                <a:extLst>
                  <a:ext uri="{FF2B5EF4-FFF2-40B4-BE49-F238E27FC236}">
                    <a16:creationId xmlns:a16="http://schemas.microsoft.com/office/drawing/2014/main" id="{A4DD4A9B-E84B-E2F7-36F9-5BF0C91AB9F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EB53B640-7111-7445-EE5F-AD2CEF75279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D71D3657-F43E-B2A4-5843-2FCA48AB97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DAEAF2F3-ECF5-2570-D4BC-024A4C4AFF5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51F0D52E-9BCA-0687-8BC3-A1AF0F6717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EF597FF-9174-496A-65BB-A52614C4780C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6F752DF4-8ED8-2126-E55D-BA70F8D54D7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04036054-7FCE-97BF-BDE7-7026B114052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634AF8FC-1C14-A289-CFCD-469F9F01D9E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DCA297BA-7E9F-3A88-D4C3-EE23107E3BB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787C7EDB-025C-D5DE-F95F-D33D119CCCB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C1FF5E3B-F24E-3DC3-F820-AC745685AB0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F025C1DF-03D9-21A0-317E-6DEE4F17C3B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1EE9AD6B-92DC-3C20-235C-DFE9F22A652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AF972E0A-8942-16E9-F707-AA866099E85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7026620C-DDBD-DC29-2593-5C4F53C72FE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7CA4C29-F662-A467-D8C9-BA1DDF85E7C4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1" name="Cube 320">
                <a:extLst>
                  <a:ext uri="{FF2B5EF4-FFF2-40B4-BE49-F238E27FC236}">
                    <a16:creationId xmlns:a16="http://schemas.microsoft.com/office/drawing/2014/main" id="{38AA501B-8F6D-DA52-F648-9E8669A5F0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DBDD65EE-E241-CC04-B3BD-3FD2CA86E0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4249E9B2-F29A-33C2-9589-E1CDC07D74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AF072FB7-F018-3B8F-877D-7FEB04FE347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A294DADB-EB6C-2CDE-D6C4-F7E475C0579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ED882EF8-9E56-A8AC-AA83-912D9AC4CD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61923779-8435-0F2C-971A-110B80CD9A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A6C772D4-6777-2350-3F31-582CFD7159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DEA6D77-FB81-0F2C-DE47-47A9BE5956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BB59AA61-F211-624C-0E4E-B5F6F096708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2CDBBC-6EEE-C916-698C-37452866969B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AF4C3985-AA93-8EE1-0040-319F7A3189A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EADF4B26-B0E1-07E4-E773-1438EE72DD4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7B915BC3-9A9B-7ACE-0CEB-64F9F54DFCD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71820537-45D3-7BCF-4775-3862AFB0708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EA40A1A0-0A97-328E-1FC1-A85DCC2197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CDCB6C68-B1CD-78EC-150F-80CF6295F9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CC53601-3C0C-0ED3-C80E-03D59A9A657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126628DA-35D5-E718-16FF-57605815619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853C7988-268B-DBA4-4927-0D0810CA1D1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68510D31-52C4-9D0A-8171-954F49E8E5C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AF1400-8272-186C-DA0E-33C4224E314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A5234EB1-CC46-8B9C-8D38-DC6EF03FEB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1F25C2AB-B321-B672-30DF-57213679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BF85AC2A-F782-9132-B728-D19000F42EF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506D0A1A-FA8E-A26D-8087-F3D8BBB3A5B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A511D6A7-C128-3CCB-DECB-411B1DAE0C8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75D9A6B-5268-A8A6-E0BF-97D3E47F245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09C0959D-8119-ACCF-EFE6-B23442DD0F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4DB4AD4E-9DF5-CB99-8C26-DB14F548149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545884A3-FC2B-B834-C7B6-13B5FD03258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B939F321-0424-B940-8964-03D36C218F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19DA6E-B4AF-1461-5FD0-C5DC747BA521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9B01B65F-34DF-3B22-BCB2-9C3C5F37E05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96833E8F-7012-7C10-5CE1-18D06E6530B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EE0F7FA4-1774-3BC5-6CD7-26F54FD3A90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5D18EF2C-9BF4-4505-F4F9-F46EE56D5A1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2995A832-DDE1-3D98-45BD-B40FC10285F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BC8617CD-7340-BCF5-DB36-D5631640FFC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770B8EE9-72B7-E1AD-A1E7-FF9F802C91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A8CD688A-4D5F-084B-44E9-38B50ABDBCF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DD16691-0B3C-BD59-0E07-C34ED91BAE6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796519E2-7E7C-5211-EA25-D19B828AA79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8FFB58B8-E83A-0E4A-1C00-66537413D134}"/>
              </a:ext>
            </a:extLst>
          </p:cNvPr>
          <p:cNvGrpSpPr/>
          <p:nvPr/>
        </p:nvGrpSpPr>
        <p:grpSpPr>
          <a:xfrm>
            <a:off x="538855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25" name="Cube 424">
              <a:extLst>
                <a:ext uri="{FF2B5EF4-FFF2-40B4-BE49-F238E27FC236}">
                  <a16:creationId xmlns:a16="http://schemas.microsoft.com/office/drawing/2014/main" id="{BA62CB11-6290-F89A-A515-2F86B8146FB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6" name="Cube 425">
              <a:extLst>
                <a:ext uri="{FF2B5EF4-FFF2-40B4-BE49-F238E27FC236}">
                  <a16:creationId xmlns:a16="http://schemas.microsoft.com/office/drawing/2014/main" id="{43B7B9B9-A36E-2D34-3189-CB8EDA79648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7" name="Cube 426">
              <a:extLst>
                <a:ext uri="{FF2B5EF4-FFF2-40B4-BE49-F238E27FC236}">
                  <a16:creationId xmlns:a16="http://schemas.microsoft.com/office/drawing/2014/main" id="{4A3FF871-6222-7BE1-B7E0-8CE064ED183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8" name="Cube 427">
              <a:extLst>
                <a:ext uri="{FF2B5EF4-FFF2-40B4-BE49-F238E27FC236}">
                  <a16:creationId xmlns:a16="http://schemas.microsoft.com/office/drawing/2014/main" id="{2E284ABF-CD07-6B0C-FC13-7537F75A03E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9" name="Cube 428">
              <a:extLst>
                <a:ext uri="{FF2B5EF4-FFF2-40B4-BE49-F238E27FC236}">
                  <a16:creationId xmlns:a16="http://schemas.microsoft.com/office/drawing/2014/main" id="{68721713-4AED-EAF9-3535-88EC5BA20AD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0" name="Cube 429">
              <a:extLst>
                <a:ext uri="{FF2B5EF4-FFF2-40B4-BE49-F238E27FC236}">
                  <a16:creationId xmlns:a16="http://schemas.microsoft.com/office/drawing/2014/main" id="{38C08335-A90A-C91E-BBD7-78708A92ECC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1" name="Cube 430">
              <a:extLst>
                <a:ext uri="{FF2B5EF4-FFF2-40B4-BE49-F238E27FC236}">
                  <a16:creationId xmlns:a16="http://schemas.microsoft.com/office/drawing/2014/main" id="{FF46FB76-661E-DAFC-101C-1EB58600319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2" name="Cube 431">
              <a:extLst>
                <a:ext uri="{FF2B5EF4-FFF2-40B4-BE49-F238E27FC236}">
                  <a16:creationId xmlns:a16="http://schemas.microsoft.com/office/drawing/2014/main" id="{C86C1325-670E-DFF6-1C8B-870DE6322D4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3" name="Cube 432">
              <a:extLst>
                <a:ext uri="{FF2B5EF4-FFF2-40B4-BE49-F238E27FC236}">
                  <a16:creationId xmlns:a16="http://schemas.microsoft.com/office/drawing/2014/main" id="{F68D43AD-BD2F-65F4-099D-158A839B0B9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4" name="Cube 433">
              <a:extLst>
                <a:ext uri="{FF2B5EF4-FFF2-40B4-BE49-F238E27FC236}">
                  <a16:creationId xmlns:a16="http://schemas.microsoft.com/office/drawing/2014/main" id="{94C6B8F5-9EF8-C1B7-AFA3-8C39F108040F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7B1C98E-E79A-5DCD-F132-887273F0A32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5333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0,32   −   0,04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44674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44674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B25E5DB-D43D-ACDF-13EC-1BF1448634C0}"/>
              </a:ext>
            </a:extLst>
          </p:cNvPr>
          <p:cNvSpPr/>
          <p:nvPr/>
        </p:nvSpPr>
        <p:spPr>
          <a:xfrm>
            <a:off x="544674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1B406E06-DD01-FE4B-CE40-0F55F39104BA}"/>
              </a:ext>
            </a:extLst>
          </p:cNvPr>
          <p:cNvSpPr/>
          <p:nvPr/>
        </p:nvSpPr>
        <p:spPr>
          <a:xfrm>
            <a:off x="544674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6411698D-BAF7-137E-9206-BA1B866929F6}"/>
              </a:ext>
            </a:extLst>
          </p:cNvPr>
          <p:cNvSpPr/>
          <p:nvPr/>
        </p:nvSpPr>
        <p:spPr>
          <a:xfrm>
            <a:off x="544674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D148E3C4-65AD-7F76-2C18-F22256DCBD5A}"/>
              </a:ext>
            </a:extLst>
          </p:cNvPr>
          <p:cNvSpPr/>
          <p:nvPr/>
        </p:nvSpPr>
        <p:spPr>
          <a:xfrm>
            <a:off x="544674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368DD421-6734-2A6A-5871-7D51533935E5}"/>
              </a:ext>
            </a:extLst>
          </p:cNvPr>
          <p:cNvSpPr/>
          <p:nvPr/>
        </p:nvSpPr>
        <p:spPr>
          <a:xfrm>
            <a:off x="5446746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C33B895B-47AB-A855-E14A-E47D6521AC74}"/>
              </a:ext>
            </a:extLst>
          </p:cNvPr>
          <p:cNvSpPr/>
          <p:nvPr/>
        </p:nvSpPr>
        <p:spPr>
          <a:xfrm>
            <a:off x="5446746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494382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44090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D9D4BC3-9AB8-C9D5-4A55-2261355A039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333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0,12   −   0,1   =   _________</a:t>
            </a:r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4792041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4792041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849A5-4ECA-9AD1-34F3-50194B47963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884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 animBg="1"/>
      <p:bldP spid="30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1,04   −   0,62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81250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81250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530958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80666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B7B619-BB2B-6FFC-5EE1-FADFC1C52A48}"/>
              </a:ext>
            </a:extLst>
          </p:cNvPr>
          <p:cNvGrpSpPr/>
          <p:nvPr/>
        </p:nvGrpSpPr>
        <p:grpSpPr>
          <a:xfrm>
            <a:off x="4299589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A1DA6372-3195-B784-BBD2-7A1F40574D3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3A85C713-7869-9A46-A1DF-7B8C14AF064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4841420F-B2FB-5BF6-AF5A-F1D98D07B9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87CBBA6-D0BF-F6CD-2B3E-171D1E01417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7D2F693F-509D-9C71-BB98-118A95AD58C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CFF9A765-CC7E-E989-81E0-F404D8D474E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0A7F9976-B60C-C530-7E23-8E93C47A034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C119C6E4-3297-58A6-6289-58483CA1747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229F261E-2BB2-1B14-DB02-B5A1320180D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7BDD2200-ED7E-9D14-90C4-181FF07AD19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90DBA7B-5BBB-5026-9C0A-F4F6575A9272}"/>
              </a:ext>
            </a:extLst>
          </p:cNvPr>
          <p:cNvGrpSpPr/>
          <p:nvPr/>
        </p:nvGrpSpPr>
        <p:grpSpPr>
          <a:xfrm>
            <a:off x="379251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E9B7AB2A-1967-C432-9A26-118CE138DFF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96DD9331-021B-3392-1041-C0201A3D930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CE8EA963-DDCF-3E9F-EA6B-2F4D70D5A07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60C9CA7D-F10C-4451-55EE-006D53289A4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B63BD24F-B43B-79D0-70B0-952CF3A85F9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4812F907-F620-1699-9838-C14A4E3AD1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7E6DE49A-A36E-8ED5-80FD-B0BB7A7E125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59C2F45A-47CD-C919-9157-96EFACDEF25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C9B81A99-0A05-A7F8-471A-0912701FBB3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795AD1B8-B2D1-4DAF-FF59-301C20E6E43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AAB3410-A07D-AC76-CC66-2DEBFB95497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4996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0,5   −   0,22   =   _________</a:t>
            </a:r>
          </a:p>
        </p:txBody>
      </p:sp>
      <p:sp>
        <p:nvSpPr>
          <p:cNvPr id="358" name="Cube 357">
            <a:extLst>
              <a:ext uri="{FF2B5EF4-FFF2-40B4-BE49-F238E27FC236}">
                <a16:creationId xmlns:a16="http://schemas.microsoft.com/office/drawing/2014/main" id="{51611EF2-17C9-CCC3-6190-2300EAA62B52}"/>
              </a:ext>
            </a:extLst>
          </p:cNvPr>
          <p:cNvSpPr/>
          <p:nvPr/>
        </p:nvSpPr>
        <p:spPr>
          <a:xfrm>
            <a:off x="5222302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9" name="Cube 358">
            <a:extLst>
              <a:ext uri="{FF2B5EF4-FFF2-40B4-BE49-F238E27FC236}">
                <a16:creationId xmlns:a16="http://schemas.microsoft.com/office/drawing/2014/main" id="{A32AB36C-0538-1977-1E2E-3288E7F36EAF}"/>
              </a:ext>
            </a:extLst>
          </p:cNvPr>
          <p:cNvSpPr/>
          <p:nvPr/>
        </p:nvSpPr>
        <p:spPr>
          <a:xfrm>
            <a:off x="5222302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0" name="Cube 359">
            <a:extLst>
              <a:ext uri="{FF2B5EF4-FFF2-40B4-BE49-F238E27FC236}">
                <a16:creationId xmlns:a16="http://schemas.microsoft.com/office/drawing/2014/main" id="{C383FDF8-D9AE-6BA9-19D7-70E759A55A66}"/>
              </a:ext>
            </a:extLst>
          </p:cNvPr>
          <p:cNvSpPr/>
          <p:nvPr/>
        </p:nvSpPr>
        <p:spPr>
          <a:xfrm>
            <a:off x="5222302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1" name="Cube 360">
            <a:extLst>
              <a:ext uri="{FF2B5EF4-FFF2-40B4-BE49-F238E27FC236}">
                <a16:creationId xmlns:a16="http://schemas.microsoft.com/office/drawing/2014/main" id="{0B72844C-3EF9-86B8-C162-805E31112294}"/>
              </a:ext>
            </a:extLst>
          </p:cNvPr>
          <p:cNvSpPr/>
          <p:nvPr/>
        </p:nvSpPr>
        <p:spPr>
          <a:xfrm>
            <a:off x="5222302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2" name="Cube 361">
            <a:extLst>
              <a:ext uri="{FF2B5EF4-FFF2-40B4-BE49-F238E27FC236}">
                <a16:creationId xmlns:a16="http://schemas.microsoft.com/office/drawing/2014/main" id="{5150D18C-4D3A-A851-8F7B-47D565046C11}"/>
              </a:ext>
            </a:extLst>
          </p:cNvPr>
          <p:cNvSpPr/>
          <p:nvPr/>
        </p:nvSpPr>
        <p:spPr>
          <a:xfrm>
            <a:off x="5222302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3" name="Cube 362">
            <a:extLst>
              <a:ext uri="{FF2B5EF4-FFF2-40B4-BE49-F238E27FC236}">
                <a16:creationId xmlns:a16="http://schemas.microsoft.com/office/drawing/2014/main" id="{D5BA05DF-6EB5-05B7-DF10-F34EF84B490A}"/>
              </a:ext>
            </a:extLst>
          </p:cNvPr>
          <p:cNvSpPr/>
          <p:nvPr/>
        </p:nvSpPr>
        <p:spPr>
          <a:xfrm>
            <a:off x="5222302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4" name="Cube 363">
            <a:extLst>
              <a:ext uri="{FF2B5EF4-FFF2-40B4-BE49-F238E27FC236}">
                <a16:creationId xmlns:a16="http://schemas.microsoft.com/office/drawing/2014/main" id="{D954C426-1883-A23E-77F0-0B733DA4D4EB}"/>
              </a:ext>
            </a:extLst>
          </p:cNvPr>
          <p:cNvSpPr/>
          <p:nvPr/>
        </p:nvSpPr>
        <p:spPr>
          <a:xfrm>
            <a:off x="5222302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5" name="Cube 364">
            <a:extLst>
              <a:ext uri="{FF2B5EF4-FFF2-40B4-BE49-F238E27FC236}">
                <a16:creationId xmlns:a16="http://schemas.microsoft.com/office/drawing/2014/main" id="{6C0E68B2-520E-58AF-6ADB-A6799E1F7597}"/>
              </a:ext>
            </a:extLst>
          </p:cNvPr>
          <p:cNvSpPr/>
          <p:nvPr/>
        </p:nvSpPr>
        <p:spPr>
          <a:xfrm>
            <a:off x="5222302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2481CF-8BE2-B239-33E4-D9DE25C9EFD6}"/>
              </a:ext>
            </a:extLst>
          </p:cNvPr>
          <p:cNvGrpSpPr/>
          <p:nvPr/>
        </p:nvGrpSpPr>
        <p:grpSpPr>
          <a:xfrm>
            <a:off x="4723538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21ECF183-9843-10BD-9A43-221555D6CC8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96DEC9A-5E94-0301-BC19-C54688B8B38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79D3B83C-E66C-6823-FC8D-4D6D98E9F0C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1FB90D73-53B6-F801-8E63-9EAB2898D79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63DECE5-A5BF-257A-32A8-7EC603EF178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3F50D8C4-A113-EAAC-6DE6-13298DF6838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484B82C6-FADD-5B31-3D5F-11F3FB2DEB0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FFC91198-6B88-52B2-9F66-452260D2B1F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10933DC2-42B7-88E5-2404-AC0CE1A2320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652DB570-BDD0-0DC6-5FEB-C62903BA740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950517-100E-A314-0600-E9F5F54C6D57}"/>
              </a:ext>
            </a:extLst>
          </p:cNvPr>
          <p:cNvGrpSpPr/>
          <p:nvPr/>
        </p:nvGrpSpPr>
        <p:grpSpPr>
          <a:xfrm>
            <a:off x="4224774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FD2B626E-261C-6740-0803-D158A775FC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DB1AB694-B779-1B33-669E-AE133A220D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329A55DF-F36A-11AF-C9B3-83FD4099331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A2E786D3-A9E6-5AA7-B050-8D1158BA03F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86A1C9E0-FC0C-4269-9BC4-15D8BDF71BE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B5265513-692D-FD34-727F-E3626A465B4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2B3ACAE2-E9A4-CC9F-75BF-3F04C8B1972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A362ED39-9548-B9FF-532E-386D7BBBAFF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37DF4E4-94F2-9E42-4AB3-C5983186FFE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4937E0A1-8AB2-C502-81C2-FCFE45D0715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4487760-F91E-D5D7-154C-C5837460BD9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3083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0,34   −   0,17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3F812CF-FE7F-39C5-E42F-CB039CB83989}"/>
              </a:ext>
            </a:extLst>
          </p:cNvPr>
          <p:cNvSpPr/>
          <p:nvPr/>
        </p:nvSpPr>
        <p:spPr>
          <a:xfrm>
            <a:off x="5006172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4076699E-0C0D-CA49-CF06-FE1ED0A89A5C}"/>
              </a:ext>
            </a:extLst>
          </p:cNvPr>
          <p:cNvSpPr/>
          <p:nvPr/>
        </p:nvSpPr>
        <p:spPr>
          <a:xfrm>
            <a:off x="5006172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DEDD40FA-2343-826C-2A08-76F66B984419}"/>
              </a:ext>
            </a:extLst>
          </p:cNvPr>
          <p:cNvSpPr/>
          <p:nvPr/>
        </p:nvSpPr>
        <p:spPr>
          <a:xfrm>
            <a:off x="5006172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DEDE8B7E-8FC5-6236-E155-F2D48AF6AA81}"/>
              </a:ext>
            </a:extLst>
          </p:cNvPr>
          <p:cNvSpPr/>
          <p:nvPr/>
        </p:nvSpPr>
        <p:spPr>
          <a:xfrm>
            <a:off x="5006172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3D03921-D46D-99C5-5E15-106ADC770E62}"/>
              </a:ext>
            </a:extLst>
          </p:cNvPr>
          <p:cNvSpPr/>
          <p:nvPr/>
        </p:nvSpPr>
        <p:spPr>
          <a:xfrm>
            <a:off x="5006172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CB8D9BF6-1E4F-F9F6-5D69-2A84206806B1}"/>
              </a:ext>
            </a:extLst>
          </p:cNvPr>
          <p:cNvSpPr/>
          <p:nvPr/>
        </p:nvSpPr>
        <p:spPr>
          <a:xfrm>
            <a:off x="5006172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C8AD0109-F304-B757-F1E0-44734B4611B2}"/>
              </a:ext>
            </a:extLst>
          </p:cNvPr>
          <p:cNvSpPr/>
          <p:nvPr/>
        </p:nvSpPr>
        <p:spPr>
          <a:xfrm>
            <a:off x="5006172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7DE3E0-DB0F-56E2-DAE3-005E25C94561}"/>
              </a:ext>
            </a:extLst>
          </p:cNvPr>
          <p:cNvGrpSpPr/>
          <p:nvPr/>
        </p:nvGrpSpPr>
        <p:grpSpPr>
          <a:xfrm>
            <a:off x="450325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794722F-4869-C997-E702-6526E747FD2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E917C27F-BB0A-AEBE-E498-D440F1A1E93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2C8AF9D5-2168-7CDE-566F-CB0877342EB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AA6B6807-9010-3A32-961E-54B9A7BC50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FC21740C-1E13-71B6-959C-1CDA60A25AB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3EA0A7A1-3615-A2EF-264E-8F7EFB7296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48E71C0D-627E-6FFD-8C34-2C2504D111A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D7765DA8-251E-7159-FC8B-4A3773406DD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A639B9F-B5A1-D1B6-FB14-E754F3D7FFF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EC36346B-98DC-510A-F89D-10F59F6D16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F429E9F-CFFF-BED1-4275-34302F1DC74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086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1,26   −   0,78   =   _________</a:t>
            </a: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1FC07ED2-EB2D-803F-80B5-92BEB6C41EC2}"/>
              </a:ext>
            </a:extLst>
          </p:cNvPr>
          <p:cNvSpPr/>
          <p:nvPr/>
        </p:nvSpPr>
        <p:spPr>
          <a:xfrm>
            <a:off x="530958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FA1CF1BB-20DB-9770-5E62-2F32EE590FDD}"/>
              </a:ext>
            </a:extLst>
          </p:cNvPr>
          <p:cNvSpPr/>
          <p:nvPr/>
        </p:nvSpPr>
        <p:spPr>
          <a:xfrm>
            <a:off x="530958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Cube 18">
            <a:extLst>
              <a:ext uri="{FF2B5EF4-FFF2-40B4-BE49-F238E27FC236}">
                <a16:creationId xmlns:a16="http://schemas.microsoft.com/office/drawing/2014/main" id="{B083104C-52F8-F16A-CF14-514D327D6E48}"/>
              </a:ext>
            </a:extLst>
          </p:cNvPr>
          <p:cNvSpPr/>
          <p:nvPr/>
        </p:nvSpPr>
        <p:spPr>
          <a:xfrm>
            <a:off x="530958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0ACE1C16-42EE-F7AD-CC69-EDAB2AE60E9A}"/>
              </a:ext>
            </a:extLst>
          </p:cNvPr>
          <p:cNvSpPr/>
          <p:nvPr/>
        </p:nvSpPr>
        <p:spPr>
          <a:xfrm>
            <a:off x="530958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Cube 20">
            <a:extLst>
              <a:ext uri="{FF2B5EF4-FFF2-40B4-BE49-F238E27FC236}">
                <a16:creationId xmlns:a16="http://schemas.microsoft.com/office/drawing/2014/main" id="{193ED994-1ADB-0B99-1BCB-9E3C715E8689}"/>
              </a:ext>
            </a:extLst>
          </p:cNvPr>
          <p:cNvSpPr/>
          <p:nvPr/>
        </p:nvSpPr>
        <p:spPr>
          <a:xfrm>
            <a:off x="530958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E29C66F8-24AA-0219-58A1-B9542FE191AD}"/>
              </a:ext>
            </a:extLst>
          </p:cNvPr>
          <p:cNvSpPr/>
          <p:nvPr/>
        </p:nvSpPr>
        <p:spPr>
          <a:xfrm>
            <a:off x="530958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78A71E0C-35E4-16A5-6B25-E099C9F12870}"/>
              </a:ext>
            </a:extLst>
          </p:cNvPr>
          <p:cNvSpPr/>
          <p:nvPr/>
        </p:nvSpPr>
        <p:spPr>
          <a:xfrm>
            <a:off x="5309586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1B9B29AF-6881-52D3-FC75-0A8B4280713A}"/>
              </a:ext>
            </a:extLst>
          </p:cNvPr>
          <p:cNvSpPr/>
          <p:nvPr/>
        </p:nvSpPr>
        <p:spPr>
          <a:xfrm>
            <a:off x="5309586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32355CB-7ADF-F85C-5291-EB8FF35F92FE}"/>
              </a:ext>
            </a:extLst>
          </p:cNvPr>
          <p:cNvGrpSpPr/>
          <p:nvPr/>
        </p:nvGrpSpPr>
        <p:grpSpPr>
          <a:xfrm>
            <a:off x="480666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5C1B015B-4808-54FC-D1A1-5A1DBFBB149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ED0D885C-E70D-30FE-8D66-B3E260E9DC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07055B72-5759-A7A8-7E23-91F727AC31D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A821C1E1-E9DE-FFAD-63FD-48898866AD9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148A83F5-E9AD-9C74-F77F-6F34EEC7ECC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D5035D7D-1825-3780-55C5-62CD25D092B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5F93058A-753A-C82D-DD1C-0D8B5C06BBD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A5280886-DABE-DDD8-E02A-A8F109A4F8C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50409D20-C45A-C7C8-A3F3-40F388F6615A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DD5DEC8D-C384-3002-74E3-195BA1B56A8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15D04DA-921B-D100-95A4-AE1131CF577A}"/>
              </a:ext>
            </a:extLst>
          </p:cNvPr>
          <p:cNvGrpSpPr/>
          <p:nvPr/>
        </p:nvGrpSpPr>
        <p:grpSpPr>
          <a:xfrm>
            <a:off x="4299589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A49CA87F-7FD7-0D11-4C09-7F90C35B3C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DD3CB907-46C3-B2A9-FF3C-66E15A996C7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BCE19AEC-7F18-44FF-D33B-F51CDA15FB5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DDCE68EF-74BB-0375-9569-B249C33495D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421F0B5D-E1B4-6248-1B85-5165F12148C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3EABD8DF-1185-7D08-3900-C0774BA4AEF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534F8420-02EF-848C-50CC-6A616D23635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9C8F0A14-E844-F5AC-3EEA-E7C1EBD014B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B519993B-74A9-5E3E-F452-AA3AA966A48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BD919366-BB40-4543-F0D3-10FC2607B73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C138B0-DE70-F21C-8367-DC38E0BD28D9}"/>
              </a:ext>
            </a:extLst>
          </p:cNvPr>
          <p:cNvGrpSpPr/>
          <p:nvPr/>
        </p:nvGrpSpPr>
        <p:grpSpPr>
          <a:xfrm>
            <a:off x="379251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2EEC7DCF-46AD-2CE9-3DD8-5725D4F4138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E6066492-A3D7-CA83-7FDB-683D63762AF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8C6B8FF3-02A5-7538-276B-1C872C6BCF6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53FC3B99-D15E-4BB8-DF1A-CCF017B172D1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058F9319-4B24-A71E-47DB-4AEDFF38089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6148CBB2-9C03-2496-08C3-6B4249C3C37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A5D95565-BF71-30E9-4A45-BB24188786D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94A9DC7A-8C30-63D0-4E08-60F17BF9336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36A9DD19-D8B8-12F2-BE10-CFE158038FFD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F962C91D-F4EE-0005-6201-715E17AB9E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2988098-2EB3-09CC-B10B-2EAAA6109918}"/>
              </a:ext>
            </a:extLst>
          </p:cNvPr>
          <p:cNvGrpSpPr/>
          <p:nvPr/>
        </p:nvGrpSpPr>
        <p:grpSpPr>
          <a:xfrm>
            <a:off x="3277124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D1A10229-9AAD-2E4B-63C3-4149BDB374E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F866D22F-2593-2D10-0FE3-83C973B4820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F8CD156F-1450-A1D9-0CD5-65CC1827AE3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693909C8-602D-7FBC-A1F5-6BEEB382332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00814EF-41A7-272B-13E1-E0C43C9FFFF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FFBD1155-4355-6AA6-4E8C-93C710101A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9AE8C63D-8593-F920-DCCD-8DCA911571F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D59A004A-5617-C418-FFCD-DA640064678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217B28EB-0637-5F24-92C2-3FBAB7451B4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9" name="Cube 88">
              <a:extLst>
                <a:ext uri="{FF2B5EF4-FFF2-40B4-BE49-F238E27FC236}">
                  <a16:creationId xmlns:a16="http://schemas.microsoft.com/office/drawing/2014/main" id="{37160E6C-6C25-31C7-C962-D3130593DD4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14A7732-5C8E-633E-C7EF-ABBC9A157DA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730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10486</TotalTime>
  <Words>187</Words>
  <Application>Microsoft Office PowerPoint</Application>
  <PresentationFormat>A4 Paper (210x297 mm)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2017-12-31T22:38:51Z</cp:lastPrinted>
  <dcterms:created xsi:type="dcterms:W3CDTF">2017-01-17T16:57:04Z</dcterms:created>
  <dcterms:modified xsi:type="dcterms:W3CDTF">2024-08-25T15:37:44Z</dcterms:modified>
</cp:coreProperties>
</file>