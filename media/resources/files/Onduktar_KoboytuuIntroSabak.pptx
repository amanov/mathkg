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  <p:sldMasterId id="2147483733" r:id="rId3"/>
  </p:sldMasterIdLst>
  <p:notesMasterIdLst>
    <p:notesMasterId r:id="rId27"/>
  </p:notesMasterIdLst>
  <p:handoutMasterIdLst>
    <p:handoutMasterId r:id="rId28"/>
  </p:handoutMasterIdLst>
  <p:sldIdLst>
    <p:sldId id="257" r:id="rId4"/>
    <p:sldId id="996" r:id="rId5"/>
    <p:sldId id="964" r:id="rId6"/>
    <p:sldId id="965" r:id="rId7"/>
    <p:sldId id="966" r:id="rId8"/>
    <p:sldId id="967" r:id="rId9"/>
    <p:sldId id="997" r:id="rId10"/>
    <p:sldId id="998" r:id="rId11"/>
    <p:sldId id="973" r:id="rId12"/>
    <p:sldId id="976" r:id="rId13"/>
    <p:sldId id="974" r:id="rId14"/>
    <p:sldId id="977" r:id="rId15"/>
    <p:sldId id="978" r:id="rId16"/>
    <p:sldId id="979" r:id="rId17"/>
    <p:sldId id="980" r:id="rId18"/>
    <p:sldId id="981" r:id="rId19"/>
    <p:sldId id="982" r:id="rId20"/>
    <p:sldId id="983" r:id="rId21"/>
    <p:sldId id="995" r:id="rId22"/>
    <p:sldId id="988" r:id="rId23"/>
    <p:sldId id="989" r:id="rId24"/>
    <p:sldId id="991" r:id="rId25"/>
    <p:sldId id="942" r:id="rId26"/>
  </p:sldIdLst>
  <p:sldSz cx="9906000" cy="6858000" type="A4"/>
  <p:notesSz cx="7104063" cy="10234613"/>
  <p:embeddedFontLst>
    <p:embeddedFont>
      <p:font typeface="Stencil" panose="040409050D0802020404" pitchFamily="82" charset="0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18E"/>
    <a:srgbClr val="BDD7EE"/>
    <a:srgbClr val="C5E0B4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744" y="56"/>
      </p:cViewPr>
      <p:guideLst>
        <p:guide orient="horz" pos="2092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7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3641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4019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3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96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7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2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4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13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00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05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14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4512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06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346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7234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4088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373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2664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7537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5434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9830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8632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3999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0925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6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12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2" r:id="rId13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067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 Сандык Ондуктар – Көбөйтүү – </a:t>
            </a:r>
            <a:r>
              <a:rPr lang="ky-KG" dirty="0"/>
              <a:t>Сабак</a:t>
            </a:r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4358640" y="218064"/>
            <a:ext cx="7641034" cy="1137642"/>
          </a:xfrm>
        </p:spPr>
        <p:txBody>
          <a:bodyPr>
            <a:normAutofit/>
          </a:bodyPr>
          <a:lstStyle/>
          <a:p>
            <a:pPr algn="r"/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E0A47D-36F4-4F4C-B3F8-2CCA3AA278AE}"/>
              </a:ext>
            </a:extLst>
          </p:cNvPr>
          <p:cNvSpPr/>
          <p:nvPr/>
        </p:nvSpPr>
        <p:spPr>
          <a:xfrm>
            <a:off x="464526" y="1302098"/>
            <a:ext cx="3921370" cy="543364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39C5B4-4432-4FC8-B622-0E3A5A393D0E}"/>
              </a:ext>
            </a:extLst>
          </p:cNvPr>
          <p:cNvSpPr/>
          <p:nvPr/>
        </p:nvSpPr>
        <p:spPr>
          <a:xfrm>
            <a:off x="5520103" y="1302098"/>
            <a:ext cx="3921370" cy="543364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B6AB1E-E1AE-4737-A766-C844139F1234}"/>
              </a:ext>
            </a:extLst>
          </p:cNvPr>
          <p:cNvSpPr/>
          <p:nvPr/>
        </p:nvSpPr>
        <p:spPr>
          <a:xfrm>
            <a:off x="3207170" y="-98999"/>
            <a:ext cx="3491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Башталгыч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004A1-38E8-49A8-A002-E09F9AEFCA9C}"/>
              </a:ext>
            </a:extLst>
          </p:cNvPr>
          <p:cNvSpPr txBox="1"/>
          <p:nvPr/>
        </p:nvSpPr>
        <p:spPr>
          <a:xfrm>
            <a:off x="3476789" y="706884"/>
            <a:ext cx="2952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Көнүгүүлөрдү аткаргыла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40389C-1452-4EF9-99D3-47D827B372CA}"/>
              </a:ext>
            </a:extLst>
          </p:cNvPr>
          <p:cNvSpPr txBox="1"/>
          <p:nvPr/>
        </p:nvSpPr>
        <p:spPr>
          <a:xfrm>
            <a:off x="1001551" y="1749672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 × 6 = 18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A77B6-5F9E-456F-B8BA-8AB059ACE5E7}"/>
              </a:ext>
            </a:extLst>
          </p:cNvPr>
          <p:cNvSpPr txBox="1"/>
          <p:nvPr/>
        </p:nvSpPr>
        <p:spPr>
          <a:xfrm>
            <a:off x="1001551" y="3045072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4 × 8 = 32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F5E0D-E301-45F4-9DD3-AA35FD190174}"/>
              </a:ext>
            </a:extLst>
          </p:cNvPr>
          <p:cNvSpPr txBox="1"/>
          <p:nvPr/>
        </p:nvSpPr>
        <p:spPr>
          <a:xfrm>
            <a:off x="1001551" y="4340472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4 × 11 = 44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F70A4-4857-4A37-A8F3-6731D80D0B0E}"/>
              </a:ext>
            </a:extLst>
          </p:cNvPr>
          <p:cNvSpPr txBox="1"/>
          <p:nvPr/>
        </p:nvSpPr>
        <p:spPr>
          <a:xfrm>
            <a:off x="1001551" y="5635872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 × 4 = 48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0873F8-2A32-41E4-8EFF-A1B8860DA79E}"/>
              </a:ext>
            </a:extLst>
          </p:cNvPr>
          <p:cNvSpPr txBox="1"/>
          <p:nvPr/>
        </p:nvSpPr>
        <p:spPr>
          <a:xfrm>
            <a:off x="6092297" y="1749672"/>
            <a:ext cx="2568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 × 12 = 108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5B4E94-9DF0-444C-A5D0-7E12F802D7BD}"/>
              </a:ext>
            </a:extLst>
          </p:cNvPr>
          <p:cNvSpPr txBox="1"/>
          <p:nvPr/>
        </p:nvSpPr>
        <p:spPr>
          <a:xfrm>
            <a:off x="6092297" y="30450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11 × 13 = 143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9BCCA9-DAA0-4123-91F8-629F28988911}"/>
              </a:ext>
            </a:extLst>
          </p:cNvPr>
          <p:cNvSpPr txBox="1"/>
          <p:nvPr/>
        </p:nvSpPr>
        <p:spPr>
          <a:xfrm>
            <a:off x="6092297" y="43404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15 × 18 = 270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07E0EF-A4A8-4AA5-83A6-0CDB715C72AD}"/>
              </a:ext>
            </a:extLst>
          </p:cNvPr>
          <p:cNvSpPr txBox="1"/>
          <p:nvPr/>
        </p:nvSpPr>
        <p:spPr>
          <a:xfrm>
            <a:off x="6092297" y="56358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23 × 31 = 713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F5CD53-08D0-42CD-ABBE-FC8D02705869}"/>
              </a:ext>
            </a:extLst>
          </p:cNvPr>
          <p:cNvSpPr/>
          <p:nvPr/>
        </p:nvSpPr>
        <p:spPr>
          <a:xfrm>
            <a:off x="2400299" y="1732922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CBDFAA-C458-4A49-A618-BB58274E08D6}"/>
              </a:ext>
            </a:extLst>
          </p:cNvPr>
          <p:cNvSpPr/>
          <p:nvPr/>
        </p:nvSpPr>
        <p:spPr>
          <a:xfrm>
            <a:off x="2332892" y="3072284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9FE64C-60EB-4945-A942-25B1BFC387E1}"/>
              </a:ext>
            </a:extLst>
          </p:cNvPr>
          <p:cNvSpPr/>
          <p:nvPr/>
        </p:nvSpPr>
        <p:spPr>
          <a:xfrm>
            <a:off x="2608384" y="4350100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777FB7-C59D-4440-B164-5A8FD8354F0B}"/>
              </a:ext>
            </a:extLst>
          </p:cNvPr>
          <p:cNvSpPr/>
          <p:nvPr/>
        </p:nvSpPr>
        <p:spPr>
          <a:xfrm>
            <a:off x="2611314" y="5583953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806342-5199-4703-A79E-18E14DA64611}"/>
              </a:ext>
            </a:extLst>
          </p:cNvPr>
          <p:cNvSpPr/>
          <p:nvPr/>
        </p:nvSpPr>
        <p:spPr>
          <a:xfrm>
            <a:off x="7766538" y="1876529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2A3C76-1428-4036-91B3-EDE0380C825D}"/>
              </a:ext>
            </a:extLst>
          </p:cNvPr>
          <p:cNvSpPr/>
          <p:nvPr/>
        </p:nvSpPr>
        <p:spPr>
          <a:xfrm>
            <a:off x="7927731" y="3048836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23900F-B514-400C-B2BB-B267A361A7B0}"/>
              </a:ext>
            </a:extLst>
          </p:cNvPr>
          <p:cNvSpPr/>
          <p:nvPr/>
        </p:nvSpPr>
        <p:spPr>
          <a:xfrm>
            <a:off x="7904285" y="4414575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10AF24-37C1-4A41-8CF1-4DF54101A387}"/>
              </a:ext>
            </a:extLst>
          </p:cNvPr>
          <p:cNvSpPr/>
          <p:nvPr/>
        </p:nvSpPr>
        <p:spPr>
          <a:xfrm>
            <a:off x="7968761" y="5604467"/>
            <a:ext cx="1008185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79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342900" y="1591409"/>
            <a:ext cx="4334608" cy="4308229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19B7615-BC56-414A-8348-29B75AE59479}"/>
              </a:ext>
            </a:extLst>
          </p:cNvPr>
          <p:cNvSpPr/>
          <p:nvPr/>
        </p:nvSpPr>
        <p:spPr>
          <a:xfrm>
            <a:off x="5328139" y="1591409"/>
            <a:ext cx="4334608" cy="4308229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76969" y="3442193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511008" y="4288453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1042931" y="2595933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808892" y="1749673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59949" y="5134711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2999623" y="3442193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2999623" y="428845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2999623" y="2595933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2999623" y="1749673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2999623" y="5134711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929ADF-309B-4608-91E3-C7D10CE2F8AF}"/>
              </a:ext>
            </a:extLst>
          </p:cNvPr>
          <p:cNvSpPr txBox="1"/>
          <p:nvPr/>
        </p:nvSpPr>
        <p:spPr>
          <a:xfrm>
            <a:off x="6306169" y="3442193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3 =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12F79D-C4FD-4418-8633-F3944E91319D}"/>
              </a:ext>
            </a:extLst>
          </p:cNvPr>
          <p:cNvSpPr txBox="1"/>
          <p:nvPr/>
        </p:nvSpPr>
        <p:spPr>
          <a:xfrm>
            <a:off x="6540208" y="4288453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3 =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7E6C0-7B35-4F0E-9C49-3112287137AC}"/>
              </a:ext>
            </a:extLst>
          </p:cNvPr>
          <p:cNvSpPr txBox="1"/>
          <p:nvPr/>
        </p:nvSpPr>
        <p:spPr>
          <a:xfrm>
            <a:off x="6072131" y="2595933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400 × 3 =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C42D0C-033F-42EA-932A-89E00A27F50A}"/>
              </a:ext>
            </a:extLst>
          </p:cNvPr>
          <p:cNvSpPr txBox="1"/>
          <p:nvPr/>
        </p:nvSpPr>
        <p:spPr>
          <a:xfrm>
            <a:off x="5838092" y="1749673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4000 × 3 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CADB9C-6797-4394-9CAD-66326C867207}"/>
              </a:ext>
            </a:extLst>
          </p:cNvPr>
          <p:cNvSpPr txBox="1"/>
          <p:nvPr/>
        </p:nvSpPr>
        <p:spPr>
          <a:xfrm>
            <a:off x="6189149" y="5134711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0,4 × 3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B815EB-F29B-450C-B0E3-8DD7AB596752}"/>
              </a:ext>
            </a:extLst>
          </p:cNvPr>
          <p:cNvSpPr txBox="1"/>
          <p:nvPr/>
        </p:nvSpPr>
        <p:spPr>
          <a:xfrm>
            <a:off x="8028823" y="3442193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49C3CF-57FA-4FC8-B4D1-29BB419AF4CE}"/>
              </a:ext>
            </a:extLst>
          </p:cNvPr>
          <p:cNvSpPr txBox="1"/>
          <p:nvPr/>
        </p:nvSpPr>
        <p:spPr>
          <a:xfrm>
            <a:off x="8028823" y="4288453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896CA8-4C58-491E-8477-EE1A63AC6E3D}"/>
              </a:ext>
            </a:extLst>
          </p:cNvPr>
          <p:cNvSpPr txBox="1"/>
          <p:nvPr/>
        </p:nvSpPr>
        <p:spPr>
          <a:xfrm>
            <a:off x="8028823" y="2595933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728DFA-1877-4E3D-BD55-639166D84A50}"/>
              </a:ext>
            </a:extLst>
          </p:cNvPr>
          <p:cNvSpPr txBox="1"/>
          <p:nvPr/>
        </p:nvSpPr>
        <p:spPr>
          <a:xfrm>
            <a:off x="8028823" y="1749673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12 000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7E1B08-21AE-4BFF-9014-D951F6D5F84A}"/>
              </a:ext>
            </a:extLst>
          </p:cNvPr>
          <p:cNvSpPr txBox="1"/>
          <p:nvPr/>
        </p:nvSpPr>
        <p:spPr>
          <a:xfrm>
            <a:off x="8028823" y="5134711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1,2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163433-3464-4912-BA86-AA663C862F98}"/>
              </a:ext>
            </a:extLst>
          </p:cNvPr>
          <p:cNvSpPr txBox="1"/>
          <p:nvPr/>
        </p:nvSpPr>
        <p:spPr>
          <a:xfrm>
            <a:off x="339549" y="38669"/>
            <a:ext cx="92269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жерде эсептердин эки топтому бар.</a:t>
            </a:r>
          </a:p>
          <a:p>
            <a:pPr algn="ctr"/>
            <a:r>
              <a:rPr lang="ru-RU" sz="2000" dirty="0"/>
              <a:t>Сиз үчүн бир эсептөө жасалды.</a:t>
            </a:r>
          </a:p>
          <a:p>
            <a:pPr algn="ctr"/>
            <a:r>
              <a:rPr lang="ru-RU" sz="2000" dirty="0"/>
              <a:t>Бул эсепти ар бир топтомдун калган бөлүгүнө жооп табуу үчүн колдоно аласызбы?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30520F-74FB-4D6A-813A-AB16F46E3DE4}"/>
              </a:ext>
            </a:extLst>
          </p:cNvPr>
          <p:cNvSpPr txBox="1"/>
          <p:nvPr/>
        </p:nvSpPr>
        <p:spPr>
          <a:xfrm>
            <a:off x="2524189" y="6395507"/>
            <a:ext cx="48576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Кандай закон ченемдүүлүк таба алдыңыз?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4360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20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2785696" y="1178171"/>
            <a:ext cx="4334608" cy="4413737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3719765" y="3028955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3953804" y="3875215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3485727" y="2182695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3251688" y="1336435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3602745" y="4721473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5442419" y="3028955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5442419" y="387521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5442419" y="2182695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5442419" y="1336435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5442419" y="4721473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0,6</a:t>
            </a:r>
          </a:p>
        </p:txBody>
      </p:sp>
      <p:sp>
        <p:nvSpPr>
          <p:cNvPr id="30" name="Arrow: Circular 29">
            <a:extLst>
              <a:ext uri="{FF2B5EF4-FFF2-40B4-BE49-F238E27FC236}">
                <a16:creationId xmlns:a16="http://schemas.microsoft.com/office/drawing/2014/main" id="{46E32C67-7C55-433E-9D5C-A3AC3B35A641}"/>
              </a:ext>
            </a:extLst>
          </p:cNvPr>
          <p:cNvSpPr/>
          <p:nvPr/>
        </p:nvSpPr>
        <p:spPr>
          <a:xfrm rot="16200000">
            <a:off x="2561771" y="3328997"/>
            <a:ext cx="843270" cy="84327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Arrow: Circular 30">
            <a:extLst>
              <a:ext uri="{FF2B5EF4-FFF2-40B4-BE49-F238E27FC236}">
                <a16:creationId xmlns:a16="http://schemas.microsoft.com/office/drawing/2014/main" id="{A82E76B2-4294-4F54-A44E-09EC4DF9F182}"/>
              </a:ext>
            </a:extLst>
          </p:cNvPr>
          <p:cNvSpPr/>
          <p:nvPr/>
        </p:nvSpPr>
        <p:spPr>
          <a:xfrm rot="16200000" flipV="1">
            <a:off x="6508267" y="3330207"/>
            <a:ext cx="843270" cy="84085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Arrow: Circular 31">
            <a:extLst>
              <a:ext uri="{FF2B5EF4-FFF2-40B4-BE49-F238E27FC236}">
                <a16:creationId xmlns:a16="http://schemas.microsoft.com/office/drawing/2014/main" id="{B57B6322-DE04-4283-8E03-5AAA8782B3F8}"/>
              </a:ext>
            </a:extLst>
          </p:cNvPr>
          <p:cNvSpPr/>
          <p:nvPr/>
        </p:nvSpPr>
        <p:spPr>
          <a:xfrm rot="5400000">
            <a:off x="6507057" y="4217020"/>
            <a:ext cx="843270" cy="84327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Arrow: Circular 32">
            <a:extLst>
              <a:ext uri="{FF2B5EF4-FFF2-40B4-BE49-F238E27FC236}">
                <a16:creationId xmlns:a16="http://schemas.microsoft.com/office/drawing/2014/main" id="{3BDA201C-081C-4EF6-8C86-5CD244BB57A7}"/>
              </a:ext>
            </a:extLst>
          </p:cNvPr>
          <p:cNvSpPr/>
          <p:nvPr/>
        </p:nvSpPr>
        <p:spPr>
          <a:xfrm rot="5400000" flipV="1">
            <a:off x="2560561" y="4218230"/>
            <a:ext cx="843270" cy="84085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3654F0-8752-48E5-9027-2E8C75C2F225}"/>
              </a:ext>
            </a:extLst>
          </p:cNvPr>
          <p:cNvSpPr txBox="1"/>
          <p:nvPr/>
        </p:nvSpPr>
        <p:spPr>
          <a:xfrm>
            <a:off x="7363722" y="34187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29DB3C-0ABC-467D-8E3D-EAF9107B87F1}"/>
              </a:ext>
            </a:extLst>
          </p:cNvPr>
          <p:cNvSpPr txBox="1"/>
          <p:nvPr/>
        </p:nvSpPr>
        <p:spPr>
          <a:xfrm>
            <a:off x="1631137" y="34187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5D86CC-1968-46C8-9EC0-C21B7633E261}"/>
              </a:ext>
            </a:extLst>
          </p:cNvPr>
          <p:cNvSpPr txBox="1"/>
          <p:nvPr/>
        </p:nvSpPr>
        <p:spPr>
          <a:xfrm>
            <a:off x="7363722" y="43859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759ABE-F0B9-4A47-8B42-D9CD2363AD25}"/>
              </a:ext>
            </a:extLst>
          </p:cNvPr>
          <p:cNvSpPr txBox="1"/>
          <p:nvPr/>
        </p:nvSpPr>
        <p:spPr>
          <a:xfrm>
            <a:off x="1631137" y="43859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2036857" y="273699"/>
            <a:ext cx="59852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чоң болсо, </a:t>
            </a:r>
          </a:p>
          <a:p>
            <a:pPr algn="ctr"/>
            <a:r>
              <a:rPr lang="ru-RU" sz="2000" dirty="0"/>
              <a:t>жооп дагы 10 эсе чоң болушу керек.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C3D08C-B61C-402B-B541-512EB283907E}"/>
              </a:ext>
            </a:extLst>
          </p:cNvPr>
          <p:cNvSpPr txBox="1"/>
          <p:nvPr/>
        </p:nvSpPr>
        <p:spPr>
          <a:xfrm>
            <a:off x="2071834" y="6008646"/>
            <a:ext cx="57624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аз болсо,</a:t>
            </a:r>
          </a:p>
          <a:p>
            <a:pPr algn="ctr"/>
            <a:r>
              <a:rPr lang="ru-RU" sz="2000" dirty="0"/>
              <a:t>жооп дагы 10 эсе аз болушу керек.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4470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6" grpId="0"/>
      <p:bldP spid="37" grpId="0"/>
      <p:bldP spid="38" grpId="0"/>
      <p:bldP spid="39" grpId="0"/>
      <p:bldP spid="40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726831" y="879230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57919" y="9715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491958" y="15738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40899" y="21761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0,4 × 2 =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1300612" y="38669"/>
            <a:ext cx="73048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Көнүгүүлөрдүн ар бир топтомун көчүрүп, амалдарды аткарыңыз.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E1AB1E-5294-4921-BA42-63579CF63E63}"/>
              </a:ext>
            </a:extLst>
          </p:cNvPr>
          <p:cNvSpPr txBox="1"/>
          <p:nvPr/>
        </p:nvSpPr>
        <p:spPr>
          <a:xfrm>
            <a:off x="3008222" y="9715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10E3D8-6AE3-4A42-BE29-8203A705011D}"/>
              </a:ext>
            </a:extLst>
          </p:cNvPr>
          <p:cNvSpPr txBox="1"/>
          <p:nvPr/>
        </p:nvSpPr>
        <p:spPr>
          <a:xfrm>
            <a:off x="3008222" y="15738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5BF360-8567-4B31-8B58-C5C2C492670B}"/>
              </a:ext>
            </a:extLst>
          </p:cNvPr>
          <p:cNvSpPr txBox="1"/>
          <p:nvPr/>
        </p:nvSpPr>
        <p:spPr>
          <a:xfrm>
            <a:off x="3008222" y="21761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0,8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607A156-741D-4DF6-ADDA-2AA1772E4836}"/>
              </a:ext>
            </a:extLst>
          </p:cNvPr>
          <p:cNvSpPr/>
          <p:nvPr/>
        </p:nvSpPr>
        <p:spPr>
          <a:xfrm>
            <a:off x="5861539" y="879230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696F74-2B67-40C1-B378-BB63BF45A396}"/>
              </a:ext>
            </a:extLst>
          </p:cNvPr>
          <p:cNvSpPr txBox="1"/>
          <p:nvPr/>
        </p:nvSpPr>
        <p:spPr>
          <a:xfrm>
            <a:off x="6392627" y="9715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3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5AEE58-3914-4DC2-80DE-09F05918AAFE}"/>
              </a:ext>
            </a:extLst>
          </p:cNvPr>
          <p:cNvSpPr txBox="1"/>
          <p:nvPr/>
        </p:nvSpPr>
        <p:spPr>
          <a:xfrm>
            <a:off x="6626666" y="15738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3 =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363BBD-9EC6-4473-B28B-F3DCAEDABA28}"/>
              </a:ext>
            </a:extLst>
          </p:cNvPr>
          <p:cNvSpPr txBox="1"/>
          <p:nvPr/>
        </p:nvSpPr>
        <p:spPr>
          <a:xfrm>
            <a:off x="6275607" y="21761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0,3 × 3 =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157514-2527-42FC-8BCF-92088A5E4ED1}"/>
              </a:ext>
            </a:extLst>
          </p:cNvPr>
          <p:cNvSpPr txBox="1"/>
          <p:nvPr/>
        </p:nvSpPr>
        <p:spPr>
          <a:xfrm>
            <a:off x="8142930" y="9715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5A8EF8-C3BF-42B7-BC6C-EE04FEA1A58D}"/>
              </a:ext>
            </a:extLst>
          </p:cNvPr>
          <p:cNvSpPr txBox="1"/>
          <p:nvPr/>
        </p:nvSpPr>
        <p:spPr>
          <a:xfrm>
            <a:off x="8142930" y="15738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3863E3-794A-4902-A0D0-01F5661AAF40}"/>
              </a:ext>
            </a:extLst>
          </p:cNvPr>
          <p:cNvSpPr txBox="1"/>
          <p:nvPr/>
        </p:nvSpPr>
        <p:spPr>
          <a:xfrm>
            <a:off x="8142930" y="21761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0,9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20608F4-0E38-4874-9E4E-29E75B6EDC23}"/>
              </a:ext>
            </a:extLst>
          </p:cNvPr>
          <p:cNvSpPr/>
          <p:nvPr/>
        </p:nvSpPr>
        <p:spPr>
          <a:xfrm>
            <a:off x="726831" y="4018084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EDDA3B-0519-47FF-94EF-70CED29C4514}"/>
              </a:ext>
            </a:extLst>
          </p:cNvPr>
          <p:cNvSpPr txBox="1"/>
          <p:nvPr/>
        </p:nvSpPr>
        <p:spPr>
          <a:xfrm>
            <a:off x="1257919" y="41104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20 × 5 =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1CAF76-A729-471D-B296-BF0D42F1F6AB}"/>
              </a:ext>
            </a:extLst>
          </p:cNvPr>
          <p:cNvSpPr txBox="1"/>
          <p:nvPr/>
        </p:nvSpPr>
        <p:spPr>
          <a:xfrm>
            <a:off x="1491958" y="47126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 × 5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0573C3-9F29-4E8E-88D9-D30B87FD08BC}"/>
              </a:ext>
            </a:extLst>
          </p:cNvPr>
          <p:cNvSpPr txBox="1"/>
          <p:nvPr/>
        </p:nvSpPr>
        <p:spPr>
          <a:xfrm>
            <a:off x="1140899" y="53149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0,2 × 5 =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BA204E-67DF-4175-A997-1DE3A24B2F4F}"/>
              </a:ext>
            </a:extLst>
          </p:cNvPr>
          <p:cNvSpPr txBox="1"/>
          <p:nvPr/>
        </p:nvSpPr>
        <p:spPr>
          <a:xfrm>
            <a:off x="3008222" y="41104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2632A8-4ABC-4CC0-B312-267BE5ABA342}"/>
              </a:ext>
            </a:extLst>
          </p:cNvPr>
          <p:cNvSpPr txBox="1"/>
          <p:nvPr/>
        </p:nvSpPr>
        <p:spPr>
          <a:xfrm>
            <a:off x="3008222" y="47126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3D29CA-28E3-4C44-9BE6-ACCD8EE29394}"/>
              </a:ext>
            </a:extLst>
          </p:cNvPr>
          <p:cNvSpPr txBox="1"/>
          <p:nvPr/>
        </p:nvSpPr>
        <p:spPr>
          <a:xfrm>
            <a:off x="3008222" y="531495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B8A9CDB-3BB5-4BD1-A156-2F276E49BA0B}"/>
              </a:ext>
            </a:extLst>
          </p:cNvPr>
          <p:cNvSpPr/>
          <p:nvPr/>
        </p:nvSpPr>
        <p:spPr>
          <a:xfrm>
            <a:off x="5861539" y="4018084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877AFA-7747-47C7-B4DF-1002CB3C7059}"/>
              </a:ext>
            </a:extLst>
          </p:cNvPr>
          <p:cNvSpPr txBox="1"/>
          <p:nvPr/>
        </p:nvSpPr>
        <p:spPr>
          <a:xfrm>
            <a:off x="6392627" y="41104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70 × 3 =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272AB0-550F-46F0-AAA2-B1AE7A99DE2E}"/>
              </a:ext>
            </a:extLst>
          </p:cNvPr>
          <p:cNvSpPr txBox="1"/>
          <p:nvPr/>
        </p:nvSpPr>
        <p:spPr>
          <a:xfrm>
            <a:off x="6626666" y="47126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 × 3 =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F5DF32-9A5D-490B-8CDD-9F6B8170BC6F}"/>
              </a:ext>
            </a:extLst>
          </p:cNvPr>
          <p:cNvSpPr txBox="1"/>
          <p:nvPr/>
        </p:nvSpPr>
        <p:spPr>
          <a:xfrm>
            <a:off x="6275607" y="53149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0,7 × 3 =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7C8D47-E5C9-4FFC-98C1-0ABD266B53D1}"/>
              </a:ext>
            </a:extLst>
          </p:cNvPr>
          <p:cNvSpPr txBox="1"/>
          <p:nvPr/>
        </p:nvSpPr>
        <p:spPr>
          <a:xfrm>
            <a:off x="8142930" y="41104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288DF1-6562-4D33-9E71-91797B5E5CE4}"/>
              </a:ext>
            </a:extLst>
          </p:cNvPr>
          <p:cNvSpPr txBox="1"/>
          <p:nvPr/>
        </p:nvSpPr>
        <p:spPr>
          <a:xfrm>
            <a:off x="8142930" y="47126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2BD10B-2471-4812-9F0F-E3D9E4C620D2}"/>
              </a:ext>
            </a:extLst>
          </p:cNvPr>
          <p:cNvSpPr txBox="1"/>
          <p:nvPr/>
        </p:nvSpPr>
        <p:spPr>
          <a:xfrm>
            <a:off x="8142930" y="5314954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2,1</a:t>
            </a:r>
          </a:p>
        </p:txBody>
      </p:sp>
    </p:spTree>
    <p:extLst>
      <p:ext uri="{BB962C8B-B14F-4D97-AF65-F5344CB8AC3E}">
        <p14:creationId xmlns:p14="http://schemas.microsoft.com/office/powerpoint/2010/main" val="387960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4" grpId="0"/>
      <p:bldP spid="45" grpId="0"/>
      <p:bldP spid="52" grpId="0"/>
      <p:bldP spid="53" grpId="0"/>
      <p:bldP spid="54" grpId="0"/>
      <p:bldP spid="61" grpId="0"/>
      <p:bldP spid="62" grpId="0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562715" y="2936633"/>
            <a:ext cx="1949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4 × 0,2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5552926" y="2936633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1166310" y="38669"/>
            <a:ext cx="7573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табуу үчүн биринчи эсепти кантип колдонсок болот?</a:t>
            </a:r>
            <a:endParaRPr lang="en-GB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>
            <a:off x="4952999" y="1360161"/>
            <a:ext cx="0" cy="1350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9" y="931988"/>
            <a:ext cx="2901461" cy="109024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sz="4000">
                <a:solidFill>
                  <a:prstClr val="black"/>
                </a:solidFill>
              </a:rPr>
              <a:t>4 × 2 = 8 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389BA-CA9E-432C-B96D-6BA74A3C18F8}"/>
              </a:ext>
            </a:extLst>
          </p:cNvPr>
          <p:cNvSpPr txBox="1"/>
          <p:nvPr/>
        </p:nvSpPr>
        <p:spPr>
          <a:xfrm>
            <a:off x="3173185" y="4545626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0,4 × 0,2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80B40-802C-4377-91D7-2EDE5CC5BAED}"/>
              </a:ext>
            </a:extLst>
          </p:cNvPr>
          <p:cNvSpPr txBox="1"/>
          <p:nvPr/>
        </p:nvSpPr>
        <p:spPr>
          <a:xfrm>
            <a:off x="5552926" y="454562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0,08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F93EF2-C907-465A-8C62-8D63C1EBE3DA}"/>
              </a:ext>
            </a:extLst>
          </p:cNvPr>
          <p:cNvCxnSpPr>
            <a:cxnSpLocks/>
          </p:cNvCxnSpPr>
          <p:nvPr/>
        </p:nvCxnSpPr>
        <p:spPr>
          <a:xfrm>
            <a:off x="4952999" y="3640015"/>
            <a:ext cx="0" cy="6796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A088E02-CC39-4C66-AA0B-A2031CAD0838}"/>
              </a:ext>
            </a:extLst>
          </p:cNvPr>
          <p:cNvSpPr txBox="1"/>
          <p:nvPr/>
        </p:nvSpPr>
        <p:spPr>
          <a:xfrm>
            <a:off x="4901876" y="19856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E8569B-ACDD-4F18-82E5-D5E54286229D}"/>
              </a:ext>
            </a:extLst>
          </p:cNvPr>
          <p:cNvSpPr txBox="1"/>
          <p:nvPr/>
        </p:nvSpPr>
        <p:spPr>
          <a:xfrm>
            <a:off x="4901876" y="360338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232291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562715" y="2936633"/>
            <a:ext cx="1949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7 × 0,3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5552926" y="2936633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2,1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1166310" y="38669"/>
            <a:ext cx="7573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табуу үчүн биринчи эсепти кантип колдонсок болот?</a:t>
            </a:r>
            <a:endParaRPr lang="en-GB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>
            <a:off x="4952999" y="1360161"/>
            <a:ext cx="0" cy="1350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9" y="931988"/>
            <a:ext cx="2901461" cy="10902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sz="4000" dirty="0">
                <a:solidFill>
                  <a:prstClr val="black"/>
                </a:solidFill>
              </a:rPr>
              <a:t>7 × 3 = 21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389BA-CA9E-432C-B96D-6BA74A3C18F8}"/>
              </a:ext>
            </a:extLst>
          </p:cNvPr>
          <p:cNvSpPr txBox="1"/>
          <p:nvPr/>
        </p:nvSpPr>
        <p:spPr>
          <a:xfrm>
            <a:off x="3173185" y="4545626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0,7 × 0,7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80B40-802C-4377-91D7-2EDE5CC5BAED}"/>
              </a:ext>
            </a:extLst>
          </p:cNvPr>
          <p:cNvSpPr txBox="1"/>
          <p:nvPr/>
        </p:nvSpPr>
        <p:spPr>
          <a:xfrm>
            <a:off x="5552926" y="454562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0,21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F93EF2-C907-465A-8C62-8D63C1EBE3DA}"/>
              </a:ext>
            </a:extLst>
          </p:cNvPr>
          <p:cNvCxnSpPr>
            <a:cxnSpLocks/>
          </p:cNvCxnSpPr>
          <p:nvPr/>
        </p:nvCxnSpPr>
        <p:spPr>
          <a:xfrm>
            <a:off x="4952999" y="3640015"/>
            <a:ext cx="0" cy="6796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640C54-3F58-4A82-8F6E-CCF7D94B0C7F}"/>
              </a:ext>
            </a:extLst>
          </p:cNvPr>
          <p:cNvSpPr txBox="1"/>
          <p:nvPr/>
        </p:nvSpPr>
        <p:spPr>
          <a:xfrm>
            <a:off x="4901876" y="19856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8F586-97D3-4FA6-BBBC-F2B87A2E7A8D}"/>
              </a:ext>
            </a:extLst>
          </p:cNvPr>
          <p:cNvSpPr txBox="1"/>
          <p:nvPr/>
        </p:nvSpPr>
        <p:spPr>
          <a:xfrm>
            <a:off x="4901876" y="360338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277151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3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562715" y="2936633"/>
            <a:ext cx="1949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8 × 0,9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5552926" y="2936633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7,2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2878486" y="38669"/>
            <a:ext cx="4149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3 баскыч менен амалды аткарыңыз.</a:t>
            </a:r>
            <a:endParaRPr lang="en-GB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>
            <a:off x="4952999" y="1360161"/>
            <a:ext cx="0" cy="1350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9" y="931988"/>
            <a:ext cx="2901461" cy="109024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sz="4000" dirty="0">
                <a:solidFill>
                  <a:prstClr val="black"/>
                </a:solidFill>
              </a:rPr>
              <a:t>8 × 9 = 72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389BA-CA9E-432C-B96D-6BA74A3C18F8}"/>
              </a:ext>
            </a:extLst>
          </p:cNvPr>
          <p:cNvSpPr txBox="1"/>
          <p:nvPr/>
        </p:nvSpPr>
        <p:spPr>
          <a:xfrm>
            <a:off x="3173185" y="4545626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0,8 × 0,9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80B40-802C-4377-91D7-2EDE5CC5BAED}"/>
              </a:ext>
            </a:extLst>
          </p:cNvPr>
          <p:cNvSpPr txBox="1"/>
          <p:nvPr/>
        </p:nvSpPr>
        <p:spPr>
          <a:xfrm>
            <a:off x="5552926" y="454562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0,72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F93EF2-C907-465A-8C62-8D63C1EBE3DA}"/>
              </a:ext>
            </a:extLst>
          </p:cNvPr>
          <p:cNvCxnSpPr>
            <a:cxnSpLocks/>
          </p:cNvCxnSpPr>
          <p:nvPr/>
        </p:nvCxnSpPr>
        <p:spPr>
          <a:xfrm>
            <a:off x="4952999" y="3640015"/>
            <a:ext cx="0" cy="6796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640C54-3F58-4A82-8F6E-CCF7D94B0C7F}"/>
              </a:ext>
            </a:extLst>
          </p:cNvPr>
          <p:cNvSpPr txBox="1"/>
          <p:nvPr/>
        </p:nvSpPr>
        <p:spPr>
          <a:xfrm>
            <a:off x="4901876" y="19856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8F586-97D3-4FA6-BBBC-F2B87A2E7A8D}"/>
              </a:ext>
            </a:extLst>
          </p:cNvPr>
          <p:cNvSpPr txBox="1"/>
          <p:nvPr/>
        </p:nvSpPr>
        <p:spPr>
          <a:xfrm>
            <a:off x="4901876" y="360338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207654-70EF-4C01-B6B3-DC2E4021FA9A}"/>
              </a:ext>
            </a:extLst>
          </p:cNvPr>
          <p:cNvSpPr/>
          <p:nvPr/>
        </p:nvSpPr>
        <p:spPr>
          <a:xfrm>
            <a:off x="5428447" y="1152630"/>
            <a:ext cx="690999" cy="693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82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3" grpId="0"/>
      <p:bldP spid="34" grpId="0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7,2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440478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Stencil" panose="040409050D0802020404" pitchFamily="82" charset="0"/>
              </a:rPr>
              <a:t>Көрсөтмө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72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7,2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DCF670-BFEE-AA26-D502-575B88A23655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98AD1B-24C1-3146-0301-A1556BEA587D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A9C0A-F77B-9394-E09E-874F87CA4968}"/>
              </a:ext>
            </a:extLst>
          </p:cNvPr>
          <p:cNvSpPr txBox="1"/>
          <p:nvPr/>
        </p:nvSpPr>
        <p:spPr>
          <a:xfrm>
            <a:off x="174365" y="6282437"/>
            <a:ext cx="4302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</a:t>
            </a:r>
            <a:r>
              <a:rPr lang="ru-RU" sz="2000" b="1" dirty="0"/>
              <a:t>ондукка  </a:t>
            </a:r>
            <a:r>
              <a:rPr lang="ru-RU" sz="2000" dirty="0"/>
              <a:t>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9302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2" grpId="0"/>
      <p:bldP spid="3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27600" y="41493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B834D5-5549-4384-893B-3541C832B20A}"/>
              </a:ext>
            </a:extLst>
          </p:cNvPr>
          <p:cNvSpPr txBox="1"/>
          <p:nvPr/>
        </p:nvSpPr>
        <p:spPr>
          <a:xfrm>
            <a:off x="-27329" y="5048811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273424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9CB98F-80E6-4947-BA2D-B7CCA65DE12D}"/>
              </a:ext>
            </a:extLst>
          </p:cNvPr>
          <p:cNvSpPr txBox="1"/>
          <p:nvPr/>
        </p:nvSpPr>
        <p:spPr>
          <a:xfrm>
            <a:off x="-27524" y="5735184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34B2E1-6468-4B90-8DA9-AA758A83279F}"/>
              </a:ext>
            </a:extLst>
          </p:cNvPr>
          <p:cNvSpPr txBox="1"/>
          <p:nvPr/>
        </p:nvSpPr>
        <p:spPr>
          <a:xfrm>
            <a:off x="0" y="6375390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9" y="3455381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D7C1EC-E377-490E-8EEA-DCB8156CFF31}"/>
              </a:ext>
            </a:extLst>
          </p:cNvPr>
          <p:cNvSpPr txBox="1"/>
          <p:nvPr/>
        </p:nvSpPr>
        <p:spPr>
          <a:xfrm>
            <a:off x="265765" y="165149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49B3C4-242F-471D-95A7-13C35669F1EE}"/>
              </a:ext>
            </a:extLst>
          </p:cNvPr>
          <p:cNvSpPr txBox="1"/>
          <p:nvPr/>
        </p:nvSpPr>
        <p:spPr>
          <a:xfrm>
            <a:off x="3072580" y="29993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6E6E5-1B75-4EB7-82C4-F99D0B6A67E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6263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9" grpId="0"/>
      <p:bldP spid="32" grpId="0"/>
      <p:bldP spid="33" grpId="0"/>
      <p:bldP spid="36" grpId="0"/>
      <p:bldP spid="37" grpId="0"/>
      <p:bldP spid="43" grpId="0"/>
      <p:bldP spid="48" grpId="0"/>
      <p:bldP spid="49" grpId="0"/>
      <p:bldP spid="57" grpId="0"/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1,5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50" y="14141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71324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4" y="729765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59396" y="144927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F64ED9-BCA0-42F5-AE27-5D516A3701C4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25F0EB-9FB1-B621-FAE1-CA7380F429A0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46ADC-A38F-7CC0-3CE8-3809EBE12DF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83F107-86F4-0FDA-3CC3-D72BD1C2D46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27525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73AAC5-60C0-4547-B419-1CF0109423AC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9BC6DB-0F76-DDE2-4526-C0A2C6313568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AF48A-31EE-D3CD-6B1B-976E9B3ED13E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A27EF7-B69F-3B98-989E-C35340406BA7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7646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826585" y="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0,35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885458" y="21277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35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4EED2D-1867-40A9-AF5E-51B204B17F8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426AA2-0D18-0B14-4A4D-31659CED1AB1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6CAE-9841-605D-EE91-8909C08330C5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7F747-5D19-DCFC-CF20-E53F339A62C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0253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35532" y="4566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0,91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7812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91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0,91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C89B51-A2D8-49D8-B195-2825CC28EFB2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24CCF-573C-2613-7928-55C5A3E4A43C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0E222-EE4E-6B06-5AA0-F2A0F4D9478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4F2E6-C96C-648C-FFD2-CDBAF8AD0BAD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5150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0,068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68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487759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8958D6-49A7-4B58-BD0E-21C632D4A271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4D6158-CFE4-CAF8-10F7-AEC5DF01C93F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2A2FB8-8431-5F6C-FD65-37FB3EFF68D1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D7BEA-B702-0342-2030-02C1D4F0389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4791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C84204-7CC2-45C4-829A-A7C28BF8107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80FB69-B82B-9F2C-C82A-CFC3AD0D2416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66EC1-F4D6-D48A-E88E-199D8EEA427C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8C34F-3EE3-9F99-CC9A-50BE7292B4E6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4589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05040" y="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710390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A4DCF4-886E-4311-AE0D-1F1AE02C27CD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6123DC-9C27-8455-6CBB-27DF06D0F455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50128-D7A3-DED5-4A52-513F662FB3DC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BC953-C4BB-4A4F-1980-2B33F97B4B7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4827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05040" y="1287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0,42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0,0168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168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606195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D28C47-5E57-45F5-86C8-7DDF4C733F6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F15093-9BE3-82F3-95B9-9BCB8DF3AB8B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1DF23-BD9A-12F8-D33B-9EA88AA08CAA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83D25-79AD-7F3C-D072-EE29E97F6E01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3122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685535" y="31088"/>
            <a:ext cx="22862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Stencil" panose="040409050D0802020404" pitchFamily="82" charset="0"/>
              </a:rPr>
              <a:t>СЕНИН КЕЗЕГИҢ 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178-0F82-4EA2-8FA9-DB4BE9B725B4}"/>
              </a:ext>
            </a:extLst>
          </p:cNvPr>
          <p:cNvSpPr txBox="1"/>
          <p:nvPr/>
        </p:nvSpPr>
        <p:spPr>
          <a:xfrm>
            <a:off x="5448465" y="722087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1</a:t>
            </a:r>
            <a:r>
              <a:rPr lang="en-GB" sz="3200" dirty="0"/>
              <a:t>)   1,5 × 0,8 = 1,2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D428F-5393-4D84-98F7-C605A91E6436}"/>
              </a:ext>
            </a:extLst>
          </p:cNvPr>
          <p:cNvSpPr txBox="1"/>
          <p:nvPr/>
        </p:nvSpPr>
        <p:spPr>
          <a:xfrm>
            <a:off x="5448465" y="1573834"/>
            <a:ext cx="3975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2</a:t>
            </a:r>
            <a:r>
              <a:rPr lang="en-GB" sz="3200" dirty="0"/>
              <a:t>)   0,15 × 0,02 = 0,003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31413-A14D-46E2-AF46-83BC97FB2DA0}"/>
              </a:ext>
            </a:extLst>
          </p:cNvPr>
          <p:cNvSpPr txBox="1"/>
          <p:nvPr/>
        </p:nvSpPr>
        <p:spPr>
          <a:xfrm>
            <a:off x="5448465" y="2425581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3</a:t>
            </a:r>
            <a:r>
              <a:rPr lang="en-GB" sz="3200" dirty="0"/>
              <a:t>)   0,06 × 0,08 = 0,0048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D8691B-4639-4D3D-AB44-FBC2E0D1CFFE}"/>
              </a:ext>
            </a:extLst>
          </p:cNvPr>
          <p:cNvSpPr txBox="1"/>
          <p:nvPr/>
        </p:nvSpPr>
        <p:spPr>
          <a:xfrm>
            <a:off x="5448465" y="3277328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4</a:t>
            </a:r>
            <a:r>
              <a:rPr lang="en-GB" sz="3200" dirty="0"/>
              <a:t>)   0,41 × 1,2 = 0,492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BBE76A-F04D-4FB1-8D11-355FCF19E4CD}"/>
              </a:ext>
            </a:extLst>
          </p:cNvPr>
          <p:cNvSpPr txBox="1"/>
          <p:nvPr/>
        </p:nvSpPr>
        <p:spPr>
          <a:xfrm>
            <a:off x="5448465" y="4129075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5</a:t>
            </a:r>
            <a:r>
              <a:rPr lang="en-GB" sz="3200" dirty="0"/>
              <a:t>)   5,2 × 0,14 = 0,728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16145-DB36-4AE9-B7FE-23B2F55BC176}"/>
              </a:ext>
            </a:extLst>
          </p:cNvPr>
          <p:cNvSpPr txBox="1"/>
          <p:nvPr/>
        </p:nvSpPr>
        <p:spPr>
          <a:xfrm>
            <a:off x="5448465" y="4980822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6</a:t>
            </a:r>
            <a:r>
              <a:rPr lang="en-GB" sz="3200" dirty="0"/>
              <a:t>)   1,14 × 0,08 = 0,0912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4616B4-540B-482F-9F23-5CBA8891AFC4}"/>
              </a:ext>
            </a:extLst>
          </p:cNvPr>
          <p:cNvSpPr txBox="1"/>
          <p:nvPr/>
        </p:nvSpPr>
        <p:spPr>
          <a:xfrm>
            <a:off x="5448465" y="5832567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7</a:t>
            </a:r>
            <a:r>
              <a:rPr lang="en-GB" sz="3200" dirty="0"/>
              <a:t>)   2,44 × 0,26 = 0,6344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ED5A10-E076-43C5-B4FF-E90BF7344578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EB215F-6FA4-4F7B-B811-AA421EC1C75D}"/>
              </a:ext>
            </a:extLst>
          </p:cNvPr>
          <p:cNvSpPr/>
          <p:nvPr/>
        </p:nvSpPr>
        <p:spPr>
          <a:xfrm>
            <a:off x="7921869" y="690255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30A6F6-CF60-424F-9F88-AA87CA93B605}"/>
              </a:ext>
            </a:extLst>
          </p:cNvPr>
          <p:cNvSpPr/>
          <p:nvPr/>
        </p:nvSpPr>
        <p:spPr>
          <a:xfrm>
            <a:off x="8346831" y="1502078"/>
            <a:ext cx="1122484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E8E792-9A1C-4B66-85F5-ADC699120AC3}"/>
              </a:ext>
            </a:extLst>
          </p:cNvPr>
          <p:cNvSpPr/>
          <p:nvPr/>
        </p:nvSpPr>
        <p:spPr>
          <a:xfrm>
            <a:off x="8288215" y="2340278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562335-414B-4C8D-843F-E5650AD6AB5D}"/>
              </a:ext>
            </a:extLst>
          </p:cNvPr>
          <p:cNvSpPr/>
          <p:nvPr/>
        </p:nvSpPr>
        <p:spPr>
          <a:xfrm>
            <a:off x="8080131" y="331915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B156A99-66C0-47B2-8E9E-B44B2F64AE25}"/>
              </a:ext>
            </a:extLst>
          </p:cNvPr>
          <p:cNvSpPr/>
          <p:nvPr/>
        </p:nvSpPr>
        <p:spPr>
          <a:xfrm>
            <a:off x="8100647" y="4025471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BB2937-2853-4583-89B7-77235F3A2198}"/>
              </a:ext>
            </a:extLst>
          </p:cNvPr>
          <p:cNvSpPr/>
          <p:nvPr/>
        </p:nvSpPr>
        <p:spPr>
          <a:xfrm>
            <a:off x="8279424" y="4881256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E2F1566-CF99-43B9-A335-40B21360DD8B}"/>
              </a:ext>
            </a:extLst>
          </p:cNvPr>
          <p:cNvSpPr/>
          <p:nvPr/>
        </p:nvSpPr>
        <p:spPr>
          <a:xfrm>
            <a:off x="8326316" y="590409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F453B3D-E5FF-4787-B07D-22A04D2AECCD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982FF7C-225A-437E-B52B-30E07DEAE45C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1F37FC-D2DD-4839-B12E-41CFDA22374C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D13A59-801C-4F70-9CA1-8AAFCED708AD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4C26C26-5DFC-494C-B964-180C854E6403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63C32A-107A-4404-8A2B-EA363B90406A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28183C-5B30-477F-9EB9-63864116D9A5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8E51A0-C026-413F-9784-7512CA95A971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27B21D3-3373-4EB8-8B6A-202651D420F0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707A5FC-C5E4-481A-9AC6-13A4A20A0A99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5001DAE-4BB7-4E98-AE45-29EF0DC28FC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338BBE-6F65-4D81-8B64-C6D24586CE21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C33948-35E6-409A-90E1-A7E667911F43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E94307-C7FB-4D6B-A9E7-D78C1F31987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AF42DB-7D41-4CD7-91CC-B3EA22EED7F7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44D02CF-A84B-48FC-ADE1-93ACD3616EE1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33A106-F1E6-49B4-8056-B24F9AFE8987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06BCBD-0BA0-2277-4D25-2F1A48202DAD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11BAB-BA35-A409-DD85-DFAD261FA07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982CE-99C7-E220-DCCD-D04392981CAA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8702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 animBg="1"/>
      <p:bldP spid="51" grpId="0" animBg="1"/>
      <p:bldP spid="52" grpId="0" animBg="1"/>
      <p:bldP spid="53" grpId="0" animBg="1"/>
      <p:bldP spid="59" grpId="0" animBg="1"/>
      <p:bldP spid="2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93403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80712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ондуктарды санай алам.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414290" y="2118754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0,7 × 0,4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3224165" y="3952967"/>
            <a:ext cx="21948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7 × 4 = 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8" y="3098951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2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600" y="3287927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2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64085" y="2145014"/>
            <a:ext cx="1093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0,28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835400" y="273812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73812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616960" y="280416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81178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738120"/>
            <a:ext cx="465836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543040" y="2811780"/>
            <a:ext cx="845312" cy="5471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1865075" y="6050874"/>
            <a:ext cx="6201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Алиянын ыкмасы жөнүндө кандай ойдосуз?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61691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93403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80712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ондуктарды санай алам.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154604" y="2118754"/>
            <a:ext cx="25987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0,17 × 0,3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2964479" y="3952967"/>
            <a:ext cx="2454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17 × 3 = 51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8" y="3098951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600" y="3287927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78717" y="2145014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0,051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653790" y="2738120"/>
            <a:ext cx="46863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73812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479800" y="281178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81178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738120"/>
            <a:ext cx="845312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804660" y="2815590"/>
            <a:ext cx="583692" cy="54330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1954968" y="6188986"/>
            <a:ext cx="5996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Алиянын ыкмасы жөнүндө кандай ойдосуз?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47114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33459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20768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ондуктарды санай алам.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154604" y="1519314"/>
            <a:ext cx="25987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0,17 × 0,3 =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8" y="2499511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600" y="2688487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78717" y="1545574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0,051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653790" y="2138680"/>
            <a:ext cx="46863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13868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479800" y="221234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21234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138680"/>
            <a:ext cx="845312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804660" y="2216150"/>
            <a:ext cx="583692" cy="54330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570690" y="3476266"/>
            <a:ext cx="8764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эсептөөлөргө жооп табуу үчүн Алиянын методун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72443" y="4359367"/>
            <a:ext cx="2217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 × 3 = 0,9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9D912E-4C8A-405F-B9C0-BD2AB0C3A63F}"/>
              </a:ext>
            </a:extLst>
          </p:cNvPr>
          <p:cNvSpPr txBox="1"/>
          <p:nvPr/>
        </p:nvSpPr>
        <p:spPr>
          <a:xfrm>
            <a:off x="72443" y="5578567"/>
            <a:ext cx="2217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5 × 0,5 = 2,5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A1A182-4466-439F-A5FE-2DF3D04F3F02}"/>
              </a:ext>
            </a:extLst>
          </p:cNvPr>
          <p:cNvSpPr txBox="1"/>
          <p:nvPr/>
        </p:nvSpPr>
        <p:spPr>
          <a:xfrm>
            <a:off x="2965048" y="4359367"/>
            <a:ext cx="2738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0,6 × 0,7 = 0,42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DE6A74-082E-463F-A89F-8EB5A471E478}"/>
              </a:ext>
            </a:extLst>
          </p:cNvPr>
          <p:cNvSpPr txBox="1"/>
          <p:nvPr/>
        </p:nvSpPr>
        <p:spPr>
          <a:xfrm>
            <a:off x="6399087" y="4359367"/>
            <a:ext cx="3155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0,21 × 0,7 = 0,147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E1A6D9-E083-46D8-9C26-7727A95C1DFF}"/>
              </a:ext>
            </a:extLst>
          </p:cNvPr>
          <p:cNvSpPr txBox="1"/>
          <p:nvPr/>
        </p:nvSpPr>
        <p:spPr>
          <a:xfrm>
            <a:off x="6266785" y="5578567"/>
            <a:ext cx="35718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 × 0,036 = 0,0108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F2D393-26F8-4953-9925-3AFB3EE64F58}"/>
              </a:ext>
            </a:extLst>
          </p:cNvPr>
          <p:cNvSpPr txBox="1"/>
          <p:nvPr/>
        </p:nvSpPr>
        <p:spPr>
          <a:xfrm>
            <a:off x="2761627" y="5578567"/>
            <a:ext cx="31550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0,5 × 0,13 = 0,065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553B37-A446-43EF-A0E6-FA5EBEC655F0}"/>
              </a:ext>
            </a:extLst>
          </p:cNvPr>
          <p:cNvSpPr/>
          <p:nvPr/>
        </p:nvSpPr>
        <p:spPr>
          <a:xfrm>
            <a:off x="1626576" y="4356648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4EEDD8-10F6-4F0E-B698-C82B15BA1DA3}"/>
              </a:ext>
            </a:extLst>
          </p:cNvPr>
          <p:cNvSpPr/>
          <p:nvPr/>
        </p:nvSpPr>
        <p:spPr>
          <a:xfrm>
            <a:off x="1620714" y="5643256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E4CC28-FE5A-4EB2-977B-DA84459EE084}"/>
              </a:ext>
            </a:extLst>
          </p:cNvPr>
          <p:cNvSpPr/>
          <p:nvPr/>
        </p:nvSpPr>
        <p:spPr>
          <a:xfrm>
            <a:off x="4850422" y="4265794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534E8D-60B1-45EE-855C-C1DE9EB89DD3}"/>
              </a:ext>
            </a:extLst>
          </p:cNvPr>
          <p:cNvSpPr/>
          <p:nvPr/>
        </p:nvSpPr>
        <p:spPr>
          <a:xfrm>
            <a:off x="4826975" y="5569986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F1C743-EB08-4F4D-9664-7A667ACC1135}"/>
              </a:ext>
            </a:extLst>
          </p:cNvPr>
          <p:cNvSpPr/>
          <p:nvPr/>
        </p:nvSpPr>
        <p:spPr>
          <a:xfrm>
            <a:off x="8513883" y="4333201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6C3B45-8BFB-4FD0-A312-9793A9E99D8A}"/>
              </a:ext>
            </a:extLst>
          </p:cNvPr>
          <p:cNvSpPr/>
          <p:nvPr/>
        </p:nvSpPr>
        <p:spPr>
          <a:xfrm>
            <a:off x="8587152" y="5531886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59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1905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10521</TotalTime>
  <Words>1166</Words>
  <Application>Microsoft Office PowerPoint</Application>
  <PresentationFormat>A4 Paper (210x297 mm)</PresentationFormat>
  <Paragraphs>438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Calibri</vt:lpstr>
      <vt:lpstr>Stencil</vt:lpstr>
      <vt:lpstr>Calibri Light</vt:lpstr>
      <vt:lpstr>Arial</vt:lpstr>
      <vt:lpstr>Office Theme</vt:lpstr>
      <vt:lpstr>1_Office Theme</vt:lpstr>
      <vt:lpstr>2_Office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500</cp:revision>
  <cp:lastPrinted>2017-12-31T22:38:51Z</cp:lastPrinted>
  <dcterms:created xsi:type="dcterms:W3CDTF">2017-01-17T16:57:04Z</dcterms:created>
  <dcterms:modified xsi:type="dcterms:W3CDTF">2024-05-23T10:15:39Z</dcterms:modified>
</cp:coreProperties>
</file>