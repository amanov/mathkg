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6"/>
  </p:notesMasterIdLst>
  <p:sldIdLst>
    <p:sldId id="939" r:id="rId3"/>
    <p:sldId id="852" r:id="rId4"/>
    <p:sldId id="274" r:id="rId5"/>
  </p:sldIdLst>
  <p:sldSz cx="9906000" cy="6858000" type="A4"/>
  <p:notesSz cx="6669088" cy="9926638"/>
  <p:embeddedFontLst>
    <p:embeddedFont>
      <p:font typeface="Ravie" panose="04040805050809020602" pitchFamily="82" charset="0"/>
      <p:regular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3418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25484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51524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608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005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091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319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67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652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034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408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56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752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088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03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–– Кошуу –– 3тү Туташтыр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F0FB5B1D-69AC-483C-9C68-E5E31C8B5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9324368"/>
              </p:ext>
            </p:extLst>
          </p:nvPr>
        </p:nvGraphicFramePr>
        <p:xfrm>
          <a:off x="4608496" y="1531911"/>
          <a:ext cx="5168552" cy="5185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138">
                  <a:extLst>
                    <a:ext uri="{9D8B030D-6E8A-4147-A177-3AD203B41FA5}">
                      <a16:colId xmlns:a16="http://schemas.microsoft.com/office/drawing/2014/main" val="3926725342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14648582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088939633"/>
                    </a:ext>
                  </a:extLst>
                </a:gridCol>
                <a:gridCol w="1292138">
                  <a:extLst>
                    <a:ext uri="{9D8B030D-6E8A-4147-A177-3AD203B41FA5}">
                      <a16:colId xmlns:a16="http://schemas.microsoft.com/office/drawing/2014/main" val="3508545897"/>
                    </a:ext>
                  </a:extLst>
                </a:gridCol>
              </a:tblGrid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4.6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4.3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675500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2.5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5.7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309862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4.2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6.2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3.4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593046"/>
                  </a:ext>
                </a:extLst>
              </a:tr>
              <a:tr h="1296353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1.1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2.4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solidFill>
                            <a:schemeClr val="tx1"/>
                          </a:solidFill>
                        </a:rPr>
                        <a:t>6.4</a:t>
                      </a:r>
                    </a:p>
                  </a:txBody>
                  <a:tcPr marL="50698" marR="50698" marT="50698" marB="50698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563922"/>
                  </a:ext>
                </a:extLst>
              </a:tr>
            </a:tbl>
          </a:graphicData>
        </a:graphic>
      </p:graphicFrame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60101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 + 1.7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 + 4.1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+ 3.5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 + 2.6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2.6 + 3.1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+ 0.5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3.6 + 2.6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 + 3.7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 + 1.6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 + 2.5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 + 0.3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5.5 + 0.7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4.8 + 1.9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 + 1.4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 + 1.9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 + 1.1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5130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3ту Туташ</a:t>
            </a:r>
            <a:r>
              <a:rPr lang="ky-KG" sz="4800" dirty="0">
                <a:latin typeface="Ravie" panose="04040805050809020602" pitchFamily="82" charset="0"/>
              </a:rPr>
              <a:t>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3097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Жооптор торчолору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599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8391</TotalTime>
  <Words>175</Words>
  <Application>Microsoft Office PowerPoint</Application>
  <PresentationFormat>A4 Paper (210x297 mm)</PresentationFormat>
  <Paragraphs>60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Calibri Light</vt:lpstr>
      <vt:lpstr>Ravie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376</cp:revision>
  <cp:lastPrinted>2017-12-31T22:38:51Z</cp:lastPrinted>
  <dcterms:created xsi:type="dcterms:W3CDTF">2017-01-17T16:57:04Z</dcterms:created>
  <dcterms:modified xsi:type="dcterms:W3CDTF">2024-09-02T18:58:28Z</dcterms:modified>
</cp:coreProperties>
</file>