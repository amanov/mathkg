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7" r:id="rId4"/>
    <p:sldId id="944" r:id="rId5"/>
    <p:sldId id="943" r:id="rId6"/>
    <p:sldId id="945" r:id="rId7"/>
    <p:sldId id="948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44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72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128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67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орундуу ондуктар – Көбөйтүү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968873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6,4 × 0,1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923259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4,4 × 1,2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839030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0,65 × 0,13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93417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2,17 × 0,53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0225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968873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6,4 × 0,1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2187684" y="186245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0,64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923259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4,4 × 1,2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7142070" y="186245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5,28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839030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0,65 × 0,13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2057841" y="5295611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0,0845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93417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2,17 × 0,53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7012227" y="5295611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/>
              <a:t>1,1501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E89C83-A15A-47A7-B436-0BFC2CCBF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81258" y="1109542"/>
            <a:ext cx="6712220" cy="46389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E7DC60-13D0-4FEE-17FE-A1023BFFF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52737" y="1031845"/>
            <a:ext cx="6712220" cy="479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5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10536</TotalTime>
  <Words>114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527</cp:revision>
  <cp:lastPrinted>2017-12-31T22:38:51Z</cp:lastPrinted>
  <dcterms:created xsi:type="dcterms:W3CDTF">2017-01-17T16:57:04Z</dcterms:created>
  <dcterms:modified xsi:type="dcterms:W3CDTF">2024-05-23T10:30:00Z</dcterms:modified>
</cp:coreProperties>
</file>