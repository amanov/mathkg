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0" r:id="rId2"/>
    <p:sldId id="831" r:id="rId3"/>
    <p:sldId id="939" r:id="rId4"/>
    <p:sldId id="833" r:id="rId5"/>
    <p:sldId id="832" r:id="rId6"/>
    <p:sldId id="938" r:id="rId7"/>
  </p:sldIdLst>
  <p:sldSz cx="9906000" cy="6858000" type="A4"/>
  <p:notesSz cx="6669088" cy="9926638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01/10/2023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71A37A5-0018-DA5C-E6E3-116502720A3F}"/>
              </a:ext>
            </a:extLst>
          </p:cNvPr>
          <p:cNvSpPr txBox="1">
            <a:spLocks/>
          </p:cNvSpPr>
          <p:nvPr/>
        </p:nvSpPr>
        <p:spPr>
          <a:xfrm>
            <a:off x="0" y="17748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Баардык амалдарды аткаруу тартиби</a:t>
            </a:r>
            <a:r>
              <a:rPr lang="en-US" dirty="0"/>
              <a:t>  </a:t>
            </a:r>
            <a:r>
              <a:rPr lang="ky-KG" dirty="0"/>
              <a:t>  </a:t>
            </a:r>
            <a:endParaRPr lang="en-US" dirty="0"/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A9D7465-E8DB-48AF-87A8-F255D37AE178}"/>
              </a:ext>
            </a:extLst>
          </p:cNvPr>
          <p:cNvSpPr txBox="1">
            <a:spLocks/>
          </p:cNvSpPr>
          <p:nvPr/>
        </p:nvSpPr>
        <p:spPr>
          <a:xfrm>
            <a:off x="501650" y="2898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560854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508290" y="2054127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Үч бурчтукта </a:t>
            </a:r>
            <a:endParaRPr lang="en-US" sz="2800" dirty="0"/>
          </a:p>
          <a:p>
            <a:pPr algn="ctr"/>
            <a:r>
              <a:rPr lang="ru-RU" sz="2800" dirty="0"/>
              <a:t>айрым каталар бар!</a:t>
            </a:r>
          </a:p>
          <a:p>
            <a:pPr algn="ctr"/>
            <a:endParaRPr lang="ru-RU" sz="2800" dirty="0"/>
          </a:p>
          <a:p>
            <a:pPr algn="ctr"/>
            <a:r>
              <a:rPr lang="ru-RU" sz="2800" dirty="0"/>
              <a:t>Сен алардын </a:t>
            </a:r>
            <a:endParaRPr lang="en-US" sz="2800" dirty="0"/>
          </a:p>
          <a:p>
            <a:pPr algn="ctr"/>
            <a:r>
              <a:rPr lang="ru-RU" sz="2800" dirty="0"/>
              <a:t>баарын таба аласынбы</a:t>
            </a:r>
            <a:r>
              <a:rPr lang="en-GB" sz="2800" dirty="0"/>
              <a:t>?</a:t>
            </a:r>
          </a:p>
          <a:p>
            <a:pPr algn="ctr"/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9757AC-BA51-FF82-01A4-957148F3AA9D}"/>
              </a:ext>
            </a:extLst>
          </p:cNvPr>
          <p:cNvSpPr txBox="1"/>
          <p:nvPr/>
        </p:nvSpPr>
        <p:spPr>
          <a:xfrm>
            <a:off x="626533" y="108689"/>
            <a:ext cx="64444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reflection blurRad="6350" stA="55000" endA="50" endPos="85000" dist="29997" dir="5400000" sy="-100000" algn="bl" rotWithShape="0"/>
                </a:effectLst>
                <a:latin typeface="+mj-lt"/>
              </a:rPr>
              <a:t>Катаны тап</a:t>
            </a: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0C50F64-EF65-481E-9A21-029524F8CE1E}"/>
              </a:ext>
            </a:extLst>
          </p:cNvPr>
          <p:cNvGrpSpPr/>
          <p:nvPr/>
        </p:nvGrpSpPr>
        <p:grpSpPr>
          <a:xfrm>
            <a:off x="1946029" y="5566"/>
            <a:ext cx="7871655" cy="6835036"/>
            <a:chOff x="1617785" y="1733550"/>
            <a:chExt cx="5401863" cy="469049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C6C7186-0EF4-4623-BDF4-190DDC42A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157" y="1733550"/>
              <a:ext cx="2775477" cy="235025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3FC56D5-4A74-463B-B956-6097AC087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7785" y="4068539"/>
              <a:ext cx="5401863" cy="2355502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2C7AD25-4444-E4BF-5868-814B6866D7E3}"/>
              </a:ext>
            </a:extLst>
          </p:cNvPr>
          <p:cNvSpPr txBox="1"/>
          <p:nvPr/>
        </p:nvSpPr>
        <p:spPr>
          <a:xfrm>
            <a:off x="662666" y="20600"/>
            <a:ext cx="4953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DFDC3C-2959-3043-1F07-C843C4D75706}"/>
              </a:ext>
            </a:extLst>
          </p:cNvPr>
          <p:cNvSpPr txBox="1"/>
          <p:nvPr/>
        </p:nvSpPr>
        <p:spPr>
          <a:xfrm>
            <a:off x="579120" y="1117810"/>
            <a:ext cx="37417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Каталарды таба аласызбы?</a:t>
            </a:r>
          </a:p>
          <a:p>
            <a:pPr algn="ctr"/>
            <a:endParaRPr lang="ru-RU" sz="2400" dirty="0"/>
          </a:p>
          <a:p>
            <a:pPr algn="ctr"/>
            <a:r>
              <a:rPr lang="ru-RU" sz="2400" dirty="0"/>
              <a:t>Аларды оңдоңуз!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D98B995-5032-4106-A583-FDB8C91DAAC3}"/>
              </a:ext>
            </a:extLst>
          </p:cNvPr>
          <p:cNvGrpSpPr/>
          <p:nvPr/>
        </p:nvGrpSpPr>
        <p:grpSpPr>
          <a:xfrm>
            <a:off x="1946029" y="5566"/>
            <a:ext cx="7871655" cy="6835036"/>
            <a:chOff x="1617785" y="1733550"/>
            <a:chExt cx="5401863" cy="469049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986F651-B0FD-40E0-B6CC-CA94B6734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157" y="1733550"/>
              <a:ext cx="2775477" cy="235025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60CC63F-4F28-40D2-A143-50EF9BB0C1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7785" y="4068539"/>
              <a:ext cx="5401863" cy="2355502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851789" y="194851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ECB90C-1379-4527-915C-64F41AA03C75}"/>
              </a:ext>
            </a:extLst>
          </p:cNvPr>
          <p:cNvSpPr/>
          <p:nvPr/>
        </p:nvSpPr>
        <p:spPr>
          <a:xfrm>
            <a:off x="3297309" y="440723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12B24F-44EE-4CC8-99A3-5CF601D379BA}"/>
              </a:ext>
            </a:extLst>
          </p:cNvPr>
          <p:cNvSpPr/>
          <p:nvPr/>
        </p:nvSpPr>
        <p:spPr>
          <a:xfrm>
            <a:off x="4668909" y="542323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223F53-4D49-40B2-B0D4-64B97AA60E2D}"/>
              </a:ext>
            </a:extLst>
          </p:cNvPr>
          <p:cNvSpPr/>
          <p:nvPr/>
        </p:nvSpPr>
        <p:spPr>
          <a:xfrm>
            <a:off x="6741549" y="366555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48D1EA7-21A2-4F90-97E6-EEFB102E938D}"/>
              </a:ext>
            </a:extLst>
          </p:cNvPr>
          <p:cNvSpPr/>
          <p:nvPr/>
        </p:nvSpPr>
        <p:spPr>
          <a:xfrm>
            <a:off x="6253869" y="295435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CAE187F-E225-4A21-93DC-AACAFB82959C}"/>
              </a:ext>
            </a:extLst>
          </p:cNvPr>
          <p:cNvSpPr/>
          <p:nvPr/>
        </p:nvSpPr>
        <p:spPr>
          <a:xfrm>
            <a:off x="5705229" y="370619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17B408-8036-80A9-F225-52320E1B9595}"/>
              </a:ext>
            </a:extLst>
          </p:cNvPr>
          <p:cNvSpPr txBox="1"/>
          <p:nvPr/>
        </p:nvSpPr>
        <p:spPr>
          <a:xfrm>
            <a:off x="471634" y="861289"/>
            <a:ext cx="37998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triangle with mathematical equations&#10;&#10;Description automatically generated">
            <a:extLst>
              <a:ext uri="{FF2B5EF4-FFF2-40B4-BE49-F238E27FC236}">
                <a16:creationId xmlns:a16="http://schemas.microsoft.com/office/drawing/2014/main" id="{000511CB-8C0E-8B2B-F0E1-BC9CB4541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12977" y="1493054"/>
            <a:ext cx="5571066" cy="3871890"/>
          </a:xfrm>
          <a:prstGeom prst="rect">
            <a:avLst/>
          </a:prstGeom>
        </p:spPr>
      </p:pic>
      <p:pic>
        <p:nvPicPr>
          <p:cNvPr id="7" name="Picture 6" descr="A triangle with mathematical equations&#10;&#10;Description automatically generated">
            <a:extLst>
              <a:ext uri="{FF2B5EF4-FFF2-40B4-BE49-F238E27FC236}">
                <a16:creationId xmlns:a16="http://schemas.microsoft.com/office/drawing/2014/main" id="{F83E8CD8-19CB-9987-C779-4104F5F11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447909" y="1493055"/>
            <a:ext cx="5571066" cy="387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012954"/>
            <a:ext cx="924088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8330</TotalTime>
  <Words>81</Words>
  <Application>Microsoft Office PowerPoint</Application>
  <PresentationFormat>A4 Paper (210x297 mm)</PresentationFormat>
  <Paragraphs>31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362</cp:revision>
  <cp:lastPrinted>2023-10-01T15:50:17Z</cp:lastPrinted>
  <dcterms:created xsi:type="dcterms:W3CDTF">2017-01-17T16:57:04Z</dcterms:created>
  <dcterms:modified xsi:type="dcterms:W3CDTF">2023-10-01T15:53:19Z</dcterms:modified>
</cp:coreProperties>
</file>