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36"/>
  </p:notesMasterIdLst>
  <p:handoutMasterIdLst>
    <p:handoutMasterId r:id="rId37"/>
  </p:handoutMasterIdLst>
  <p:sldIdLst>
    <p:sldId id="257" r:id="rId3"/>
    <p:sldId id="1055" r:id="rId4"/>
    <p:sldId id="1056" r:id="rId5"/>
    <p:sldId id="1054" r:id="rId6"/>
    <p:sldId id="1057" r:id="rId7"/>
    <p:sldId id="1018" r:id="rId8"/>
    <p:sldId id="1050" r:id="rId9"/>
    <p:sldId id="1051" r:id="rId10"/>
    <p:sldId id="1023" r:id="rId11"/>
    <p:sldId id="1022" r:id="rId12"/>
    <p:sldId id="1034" r:id="rId13"/>
    <p:sldId id="1030" r:id="rId14"/>
    <p:sldId id="1029" r:id="rId15"/>
    <p:sldId id="1031" r:id="rId16"/>
    <p:sldId id="1032" r:id="rId17"/>
    <p:sldId id="1033" r:id="rId18"/>
    <p:sldId id="1026" r:id="rId19"/>
    <p:sldId id="1035" r:id="rId20"/>
    <p:sldId id="1039" r:id="rId21"/>
    <p:sldId id="1040" r:id="rId22"/>
    <p:sldId id="1041" r:id="rId23"/>
    <p:sldId id="1042" r:id="rId24"/>
    <p:sldId id="1036" r:id="rId25"/>
    <p:sldId id="1038" r:id="rId26"/>
    <p:sldId id="1052" r:id="rId27"/>
    <p:sldId id="1046" r:id="rId28"/>
    <p:sldId id="1043" r:id="rId29"/>
    <p:sldId id="1044" r:id="rId30"/>
    <p:sldId id="1045" r:id="rId31"/>
    <p:sldId id="1047" r:id="rId32"/>
    <p:sldId id="1048" r:id="rId33"/>
    <p:sldId id="1053" r:id="rId34"/>
    <p:sldId id="274" r:id="rId35"/>
  </p:sldIdLst>
  <p:sldSz cx="9906000" cy="6858000" type="A4"/>
  <p:notesSz cx="7104063" cy="10234613"/>
  <p:embeddedFontLst>
    <p:embeddedFont>
      <p:font typeface="Arial Black" panose="020B0A04020102020204" pitchFamily="34" charset="0"/>
      <p:bold r:id="rId38"/>
    </p:embeddedFont>
    <p:embeddedFont>
      <p:font typeface="Bodoni MT Black" panose="02070A03080606020203" pitchFamily="18" charset="0"/>
      <p:bold r:id="rId39"/>
      <p:boldItalic r:id="rId40"/>
    </p:embeddedFont>
    <p:embeddedFont>
      <p:font typeface="Stencil" panose="040409050D0802020404" pitchFamily="82" charset="0"/>
      <p:regular r:id="rId4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6CA4"/>
    <a:srgbClr val="FFFF0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font" Target="fonts/font3.fntdata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18/05/2024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430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01282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2445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19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100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39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539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701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906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32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447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3780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8166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942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2 </a:t>
            </a:r>
            <a:r>
              <a:rPr lang="ky-KG"/>
              <a:t>Орундуу</a:t>
            </a:r>
            <a:r>
              <a:rPr lang="ru-RU"/>
              <a:t> </a:t>
            </a:r>
            <a:r>
              <a:rPr lang="ru-RU" dirty="0"/>
              <a:t>Ондуктар – Кошуу – Сабак</a:t>
            </a:r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221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131" name="Cube 130">
            <a:extLst>
              <a:ext uri="{FF2B5EF4-FFF2-40B4-BE49-F238E27FC236}">
                <a16:creationId xmlns:a16="http://schemas.microsoft.com/office/drawing/2014/main" id="{A931EBFE-8840-4803-84E1-DE179BCFF14F}"/>
              </a:ext>
            </a:extLst>
          </p:cNvPr>
          <p:cNvSpPr/>
          <p:nvPr/>
        </p:nvSpPr>
        <p:spPr>
          <a:xfrm>
            <a:off x="807553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2" name="Cube 131">
            <a:extLst>
              <a:ext uri="{FF2B5EF4-FFF2-40B4-BE49-F238E27FC236}">
                <a16:creationId xmlns:a16="http://schemas.microsoft.com/office/drawing/2014/main" id="{F8905E10-CDBC-1311-771A-E53E2DCCFAD3}"/>
              </a:ext>
            </a:extLst>
          </p:cNvPr>
          <p:cNvSpPr/>
          <p:nvPr/>
        </p:nvSpPr>
        <p:spPr>
          <a:xfrm>
            <a:off x="807553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Cube 132">
            <a:extLst>
              <a:ext uri="{FF2B5EF4-FFF2-40B4-BE49-F238E27FC236}">
                <a16:creationId xmlns:a16="http://schemas.microsoft.com/office/drawing/2014/main" id="{77A05E53-FCF7-9B3E-3B51-C6A3AA6550CF}"/>
              </a:ext>
            </a:extLst>
          </p:cNvPr>
          <p:cNvSpPr/>
          <p:nvPr/>
        </p:nvSpPr>
        <p:spPr>
          <a:xfrm>
            <a:off x="807553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Cube 133">
            <a:extLst>
              <a:ext uri="{FF2B5EF4-FFF2-40B4-BE49-F238E27FC236}">
                <a16:creationId xmlns:a16="http://schemas.microsoft.com/office/drawing/2014/main" id="{6BA396C0-6031-7BE0-819D-C8097BC44A30}"/>
              </a:ext>
            </a:extLst>
          </p:cNvPr>
          <p:cNvSpPr/>
          <p:nvPr/>
        </p:nvSpPr>
        <p:spPr>
          <a:xfrm>
            <a:off x="8075531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589573" y="11769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 + 0,04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261477" y="383599"/>
            <a:ext cx="45803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</a:t>
            </a:r>
            <a:r>
              <a:rPr lang="en-US" sz="2000" dirty="0"/>
              <a:t> </a:t>
            </a:r>
            <a:r>
              <a:rPr lang="ky-KG" sz="2000" dirty="0"/>
              <a:t>амалдарды аткаруу</a:t>
            </a:r>
            <a:r>
              <a:rPr lang="ru-RU" sz="2000" dirty="0"/>
              <a:t>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7869448-3CBC-5389-58DE-53E709E95E0F}"/>
              </a:ext>
            </a:extLst>
          </p:cNvPr>
          <p:cNvGrpSpPr/>
          <p:nvPr/>
        </p:nvGrpSpPr>
        <p:grpSpPr>
          <a:xfrm>
            <a:off x="75516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" name="Cube 2">
              <a:extLst>
                <a:ext uri="{FF2B5EF4-FFF2-40B4-BE49-F238E27FC236}">
                  <a16:creationId xmlns:a16="http://schemas.microsoft.com/office/drawing/2014/main" id="{59BFCA73-7DAF-1F86-B173-E72784514E8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Cube 3">
              <a:extLst>
                <a:ext uri="{FF2B5EF4-FFF2-40B4-BE49-F238E27FC236}">
                  <a16:creationId xmlns:a16="http://schemas.microsoft.com/office/drawing/2014/main" id="{D741D149-3E82-4D2D-9387-84926B0A72E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996B0C78-1018-C0BB-767C-F701BB3B0D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F15CEDDF-B20A-7125-3764-90BE2FD297B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5D004E4A-20BE-2902-0BCB-EE32C18953A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E7F95168-16D0-00DE-1842-4B7CC5B7F95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30293281-C6D2-A803-A7A0-E447F01BF85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EBF2FA1E-F297-A0A9-ED41-6B7A5187582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D0EFCD7A-D958-E566-0F08-04D3DC97B1F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C932D695-F134-3BB2-FD23-4CE9972949E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40F731-50BE-02FA-421C-E928E9C60C2B}"/>
              </a:ext>
            </a:extLst>
          </p:cNvPr>
          <p:cNvGrpSpPr/>
          <p:nvPr/>
        </p:nvGrpSpPr>
        <p:grpSpPr>
          <a:xfrm>
            <a:off x="70277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CD6BA7A1-A9BB-A194-5E1E-CE00626628D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38E11C3D-A8C7-7660-62F4-A3F15222396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7CF8A9A2-8FA9-8C6C-E653-5ECE48302BD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4D8B8916-31D2-4D55-6E1A-5604C50BD20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4F4E6E6C-95AD-DF81-B6FC-59BBAB8D82A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B2683A5D-C227-0130-1AF6-3CEEB6335447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7870B28A-EE92-0C60-8D7E-BDFC0B292D3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F90DE28-B3F1-FCE9-1502-625F7198B37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1EC8529B-CA3B-45D2-B994-AAB47868A85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E871F236-B375-386F-B3F8-5B8BF7E8F9F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AB020A4-30DF-1BB3-BDCD-DF763C2B239C}"/>
              </a:ext>
            </a:extLst>
          </p:cNvPr>
          <p:cNvGrpSpPr/>
          <p:nvPr/>
        </p:nvGrpSpPr>
        <p:grpSpPr>
          <a:xfrm>
            <a:off x="64943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0" name="Cube 189">
              <a:extLst>
                <a:ext uri="{FF2B5EF4-FFF2-40B4-BE49-F238E27FC236}">
                  <a16:creationId xmlns:a16="http://schemas.microsoft.com/office/drawing/2014/main" id="{85D6967C-DFB7-7C13-5690-82E58CC2AE1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1" name="Cube 190">
              <a:extLst>
                <a:ext uri="{FF2B5EF4-FFF2-40B4-BE49-F238E27FC236}">
                  <a16:creationId xmlns:a16="http://schemas.microsoft.com/office/drawing/2014/main" id="{2DBF9ACF-54D3-0BD8-3D12-EDBD8772A2E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2" name="Cube 191">
              <a:extLst>
                <a:ext uri="{FF2B5EF4-FFF2-40B4-BE49-F238E27FC236}">
                  <a16:creationId xmlns:a16="http://schemas.microsoft.com/office/drawing/2014/main" id="{13916E32-5510-5953-B052-EFBD045A550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3" name="Cube 192">
              <a:extLst>
                <a:ext uri="{FF2B5EF4-FFF2-40B4-BE49-F238E27FC236}">
                  <a16:creationId xmlns:a16="http://schemas.microsoft.com/office/drawing/2014/main" id="{A9CB3C94-6DD8-38A6-E041-11A87C191C1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4" name="Cube 193">
              <a:extLst>
                <a:ext uri="{FF2B5EF4-FFF2-40B4-BE49-F238E27FC236}">
                  <a16:creationId xmlns:a16="http://schemas.microsoft.com/office/drawing/2014/main" id="{4C65EC46-EF0F-F20F-6D36-003BEF7F982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5" name="Cube 194">
              <a:extLst>
                <a:ext uri="{FF2B5EF4-FFF2-40B4-BE49-F238E27FC236}">
                  <a16:creationId xmlns:a16="http://schemas.microsoft.com/office/drawing/2014/main" id="{5460A670-E2E2-C6E1-6400-039411D8520E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6" name="Cube 195">
              <a:extLst>
                <a:ext uri="{FF2B5EF4-FFF2-40B4-BE49-F238E27FC236}">
                  <a16:creationId xmlns:a16="http://schemas.microsoft.com/office/drawing/2014/main" id="{AD188C87-5715-415B-388F-5A526D865EB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7" name="Cube 196">
              <a:extLst>
                <a:ext uri="{FF2B5EF4-FFF2-40B4-BE49-F238E27FC236}">
                  <a16:creationId xmlns:a16="http://schemas.microsoft.com/office/drawing/2014/main" id="{9B469D0C-5044-190C-9FA6-EE5AD9D3C7C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8" name="Cube 197">
              <a:extLst>
                <a:ext uri="{FF2B5EF4-FFF2-40B4-BE49-F238E27FC236}">
                  <a16:creationId xmlns:a16="http://schemas.microsoft.com/office/drawing/2014/main" id="{498E3F81-DFE3-99ED-A5B4-AE18DDF38EA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9" name="Cube 198">
              <a:extLst>
                <a:ext uri="{FF2B5EF4-FFF2-40B4-BE49-F238E27FC236}">
                  <a16:creationId xmlns:a16="http://schemas.microsoft.com/office/drawing/2014/main" id="{08EBC045-124D-A0A4-4D1E-765ACFE25F34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3165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animBg="1"/>
      <p:bldP spid="132" grpId="0" animBg="1"/>
      <p:bldP spid="133" grpId="0" animBg="1"/>
      <p:bldP spid="134" grpId="0" animBg="1"/>
      <p:bldP spid="18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131" name="Cube 130">
            <a:extLst>
              <a:ext uri="{FF2B5EF4-FFF2-40B4-BE49-F238E27FC236}">
                <a16:creationId xmlns:a16="http://schemas.microsoft.com/office/drawing/2014/main" id="{A931EBFE-8840-4803-84E1-DE179BCFF14F}"/>
              </a:ext>
            </a:extLst>
          </p:cNvPr>
          <p:cNvSpPr/>
          <p:nvPr/>
        </p:nvSpPr>
        <p:spPr>
          <a:xfrm>
            <a:off x="7837406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2" name="Cube 131">
            <a:extLst>
              <a:ext uri="{FF2B5EF4-FFF2-40B4-BE49-F238E27FC236}">
                <a16:creationId xmlns:a16="http://schemas.microsoft.com/office/drawing/2014/main" id="{F8905E10-CDBC-1311-771A-E53E2DCCFAD3}"/>
              </a:ext>
            </a:extLst>
          </p:cNvPr>
          <p:cNvSpPr/>
          <p:nvPr/>
        </p:nvSpPr>
        <p:spPr>
          <a:xfrm>
            <a:off x="7837406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Cube 132">
            <a:extLst>
              <a:ext uri="{FF2B5EF4-FFF2-40B4-BE49-F238E27FC236}">
                <a16:creationId xmlns:a16="http://schemas.microsoft.com/office/drawing/2014/main" id="{77A05E53-FCF7-9B3E-3B51-C6A3AA6550CF}"/>
              </a:ext>
            </a:extLst>
          </p:cNvPr>
          <p:cNvSpPr/>
          <p:nvPr/>
        </p:nvSpPr>
        <p:spPr>
          <a:xfrm>
            <a:off x="7837406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Cube 133">
            <a:extLst>
              <a:ext uri="{FF2B5EF4-FFF2-40B4-BE49-F238E27FC236}">
                <a16:creationId xmlns:a16="http://schemas.microsoft.com/office/drawing/2014/main" id="{6BA396C0-6031-7BE0-819D-C8097BC44A30}"/>
              </a:ext>
            </a:extLst>
          </p:cNvPr>
          <p:cNvSpPr/>
          <p:nvPr/>
        </p:nvSpPr>
        <p:spPr>
          <a:xfrm>
            <a:off x="7837406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Cube 134">
            <a:extLst>
              <a:ext uri="{FF2B5EF4-FFF2-40B4-BE49-F238E27FC236}">
                <a16:creationId xmlns:a16="http://schemas.microsoft.com/office/drawing/2014/main" id="{50817266-AC98-4F0B-AF67-5A942149F45C}"/>
              </a:ext>
            </a:extLst>
          </p:cNvPr>
          <p:cNvSpPr/>
          <p:nvPr/>
        </p:nvSpPr>
        <p:spPr>
          <a:xfrm>
            <a:off x="7837406" y="343524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8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0,13 + 0,12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205185" y="546564"/>
            <a:ext cx="45803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</a:t>
            </a:r>
            <a:r>
              <a:rPr lang="en-US" sz="2000" dirty="0"/>
              <a:t> </a:t>
            </a:r>
            <a:r>
              <a:rPr lang="ky-KG" sz="2000" dirty="0"/>
              <a:t>амалдарды аткаруу</a:t>
            </a:r>
            <a:r>
              <a:rPr lang="ru-RU" sz="2000" dirty="0"/>
              <a:t>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0,25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7869448-3CBC-5389-58DE-53E709E95E0F}"/>
              </a:ext>
            </a:extLst>
          </p:cNvPr>
          <p:cNvGrpSpPr/>
          <p:nvPr/>
        </p:nvGrpSpPr>
        <p:grpSpPr>
          <a:xfrm>
            <a:off x="731353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" name="Cube 2">
              <a:extLst>
                <a:ext uri="{FF2B5EF4-FFF2-40B4-BE49-F238E27FC236}">
                  <a16:creationId xmlns:a16="http://schemas.microsoft.com/office/drawing/2014/main" id="{59BFCA73-7DAF-1F86-B173-E72784514E8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Cube 3">
              <a:extLst>
                <a:ext uri="{FF2B5EF4-FFF2-40B4-BE49-F238E27FC236}">
                  <a16:creationId xmlns:a16="http://schemas.microsoft.com/office/drawing/2014/main" id="{D741D149-3E82-4D2D-9387-84926B0A72E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996B0C78-1018-C0BB-767C-F701BB3B0D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F15CEDDF-B20A-7125-3764-90BE2FD297B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5D004E4A-20BE-2902-0BCB-EE32C18953A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E7F95168-16D0-00DE-1842-4B7CC5B7F95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30293281-C6D2-A803-A7A0-E447F01BF85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EBF2FA1E-F297-A0A9-ED41-6B7A5187582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D0EFCD7A-D958-E566-0F08-04D3DC97B1F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C932D695-F134-3BB2-FD23-4CE9972949E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40F731-50BE-02FA-421C-E928E9C60C2B}"/>
              </a:ext>
            </a:extLst>
          </p:cNvPr>
          <p:cNvGrpSpPr/>
          <p:nvPr/>
        </p:nvGrpSpPr>
        <p:grpSpPr>
          <a:xfrm>
            <a:off x="67896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CD6BA7A1-A9BB-A194-5E1E-CE00626628D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38E11C3D-A8C7-7660-62F4-A3F15222396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7CF8A9A2-8FA9-8C6C-E653-5ECE48302BD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4D8B8916-31D2-4D55-6E1A-5604C50BD20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4F4E6E6C-95AD-DF81-B6FC-59BBAB8D82A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B2683A5D-C227-0130-1AF6-3CEEB6335447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7870B28A-EE92-0C60-8D7E-BDFC0B292D3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F90DE28-B3F1-FCE9-1502-625F7198B37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1EC8529B-CA3B-45D2-B994-AAB47868A85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E871F236-B375-386F-B3F8-5B8BF7E8F9F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113912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animBg="1"/>
      <p:bldP spid="132" grpId="0" animBg="1"/>
      <p:bldP spid="133" grpId="0" animBg="1"/>
      <p:bldP spid="134" grpId="0" animBg="1"/>
      <p:bldP spid="135" grpId="0" animBg="1"/>
      <p:bldP spid="18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52E2E781-A4F7-721E-2822-D3B145FE1C5B}"/>
              </a:ext>
            </a:extLst>
          </p:cNvPr>
          <p:cNvGrpSpPr/>
          <p:nvPr/>
        </p:nvGrpSpPr>
        <p:grpSpPr>
          <a:xfrm>
            <a:off x="83898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31" name="Cube 130">
              <a:extLst>
                <a:ext uri="{FF2B5EF4-FFF2-40B4-BE49-F238E27FC236}">
                  <a16:creationId xmlns:a16="http://schemas.microsoft.com/office/drawing/2014/main" id="{A931EBFE-8840-4803-84E1-DE179BCFF14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2" name="Cube 131">
              <a:extLst>
                <a:ext uri="{FF2B5EF4-FFF2-40B4-BE49-F238E27FC236}">
                  <a16:creationId xmlns:a16="http://schemas.microsoft.com/office/drawing/2014/main" id="{F8905E10-CDBC-1311-771A-E53E2DCCFAD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3" name="Cube 132">
              <a:extLst>
                <a:ext uri="{FF2B5EF4-FFF2-40B4-BE49-F238E27FC236}">
                  <a16:creationId xmlns:a16="http://schemas.microsoft.com/office/drawing/2014/main" id="{77A05E53-FCF7-9B3E-3B51-C6A3AA6550C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6BA396C0-6031-7BE0-819D-C8097BC44A3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5" name="Cube 134">
              <a:extLst>
                <a:ext uri="{FF2B5EF4-FFF2-40B4-BE49-F238E27FC236}">
                  <a16:creationId xmlns:a16="http://schemas.microsoft.com/office/drawing/2014/main" id="{50817266-AC98-4F0B-AF67-5A942149F45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071D1917-8B4E-BCFD-9FDD-AA42079C645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7" name="Cube 136">
              <a:extLst>
                <a:ext uri="{FF2B5EF4-FFF2-40B4-BE49-F238E27FC236}">
                  <a16:creationId xmlns:a16="http://schemas.microsoft.com/office/drawing/2014/main" id="{0998CAA4-5D08-376E-C520-85FBDFD346BE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7DF5C160-6965-1198-C3DA-2462C8FC05D4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Cube 138">
              <a:extLst>
                <a:ext uri="{FF2B5EF4-FFF2-40B4-BE49-F238E27FC236}">
                  <a16:creationId xmlns:a16="http://schemas.microsoft.com/office/drawing/2014/main" id="{E0EEBD8E-0FF9-9A57-A395-87B638249A0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Cube 139">
              <a:extLst>
                <a:ext uri="{FF2B5EF4-FFF2-40B4-BE49-F238E27FC236}">
                  <a16:creationId xmlns:a16="http://schemas.microsoft.com/office/drawing/2014/main" id="{47DBC678-F3AB-73CA-D1BF-EE32BC5FCFBB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54" name="Cube 153">
            <a:extLst>
              <a:ext uri="{FF2B5EF4-FFF2-40B4-BE49-F238E27FC236}">
                <a16:creationId xmlns:a16="http://schemas.microsoft.com/office/drawing/2014/main" id="{6788DA91-B4F6-B037-A016-75EA09DA6D29}"/>
              </a:ext>
            </a:extLst>
          </p:cNvPr>
          <p:cNvSpPr/>
          <p:nvPr/>
        </p:nvSpPr>
        <p:spPr>
          <a:xfrm>
            <a:off x="580350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5" name="Cube 154">
            <a:extLst>
              <a:ext uri="{FF2B5EF4-FFF2-40B4-BE49-F238E27FC236}">
                <a16:creationId xmlns:a16="http://schemas.microsoft.com/office/drawing/2014/main" id="{A7419D23-E0B9-29FA-731E-B28778713181}"/>
              </a:ext>
            </a:extLst>
          </p:cNvPr>
          <p:cNvSpPr/>
          <p:nvPr/>
        </p:nvSpPr>
        <p:spPr>
          <a:xfrm>
            <a:off x="580350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6" name="Cube 155">
            <a:extLst>
              <a:ext uri="{FF2B5EF4-FFF2-40B4-BE49-F238E27FC236}">
                <a16:creationId xmlns:a16="http://schemas.microsoft.com/office/drawing/2014/main" id="{2586F591-979B-F166-B2B2-C660F3FF09E9}"/>
              </a:ext>
            </a:extLst>
          </p:cNvPr>
          <p:cNvSpPr/>
          <p:nvPr/>
        </p:nvSpPr>
        <p:spPr>
          <a:xfrm>
            <a:off x="580350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F706F98D-BE7A-A21E-09E5-AC3CD615A000}"/>
              </a:ext>
            </a:extLst>
          </p:cNvPr>
          <p:cNvSpPr/>
          <p:nvPr/>
        </p:nvSpPr>
        <p:spPr>
          <a:xfrm>
            <a:off x="5803501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DC8FFDF5-349C-BFB8-1B2C-29DFB486FFBE}"/>
              </a:ext>
            </a:extLst>
          </p:cNvPr>
          <p:cNvSpPr/>
          <p:nvPr/>
        </p:nvSpPr>
        <p:spPr>
          <a:xfrm>
            <a:off x="5803501" y="343524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714656B7-996C-7E73-BA60-EC3F7A6809DF}"/>
              </a:ext>
            </a:extLst>
          </p:cNvPr>
          <p:cNvSpPr/>
          <p:nvPr/>
        </p:nvSpPr>
        <p:spPr>
          <a:xfrm>
            <a:off x="6365476" y="4345447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D0FF92C1-8F8E-42B4-953C-3CD2BF62ED0B}"/>
              </a:ext>
            </a:extLst>
          </p:cNvPr>
          <p:cNvSpPr/>
          <p:nvPr/>
        </p:nvSpPr>
        <p:spPr>
          <a:xfrm>
            <a:off x="6365476" y="4113578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A17B8B1A-ECF3-B24C-1DBA-34C38895AF1E}"/>
              </a:ext>
            </a:extLst>
          </p:cNvPr>
          <p:cNvSpPr/>
          <p:nvPr/>
        </p:nvSpPr>
        <p:spPr>
          <a:xfrm>
            <a:off x="6365476" y="3881709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7A10849A-8EF5-7E2B-A6E1-EFAE42752202}"/>
              </a:ext>
            </a:extLst>
          </p:cNvPr>
          <p:cNvSpPr/>
          <p:nvPr/>
        </p:nvSpPr>
        <p:spPr>
          <a:xfrm>
            <a:off x="6365476" y="3649839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0916CD1F-66E6-32C6-5466-6224F3A17B8A}"/>
              </a:ext>
            </a:extLst>
          </p:cNvPr>
          <p:cNvSpPr/>
          <p:nvPr/>
        </p:nvSpPr>
        <p:spPr>
          <a:xfrm>
            <a:off x="6365476" y="341797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7" y="1176932"/>
            <a:ext cx="2034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0,05 + 0,06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205185" y="546564"/>
            <a:ext cx="45803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</a:t>
            </a:r>
            <a:r>
              <a:rPr lang="en-US" sz="2000" dirty="0"/>
              <a:t> </a:t>
            </a:r>
            <a:r>
              <a:rPr lang="ky-KG" sz="2000" dirty="0"/>
              <a:t>амалдарды аткаруу</a:t>
            </a:r>
            <a:r>
              <a:rPr lang="ru-RU" sz="2000" dirty="0"/>
              <a:t>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78" name="Cube 177">
            <a:extLst>
              <a:ext uri="{FF2B5EF4-FFF2-40B4-BE49-F238E27FC236}">
                <a16:creationId xmlns:a16="http://schemas.microsoft.com/office/drawing/2014/main" id="{50A8DD0F-CB6C-5DFF-82B7-3FD9969524A5}"/>
              </a:ext>
            </a:extLst>
          </p:cNvPr>
          <p:cNvSpPr/>
          <p:nvPr/>
        </p:nvSpPr>
        <p:spPr>
          <a:xfrm>
            <a:off x="6365476" y="318610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Cube 178">
            <a:extLst>
              <a:ext uri="{FF2B5EF4-FFF2-40B4-BE49-F238E27FC236}">
                <a16:creationId xmlns:a16="http://schemas.microsoft.com/office/drawing/2014/main" id="{B95876E3-6262-F9A6-E36E-AF476A1CCCF1}"/>
              </a:ext>
            </a:extLst>
          </p:cNvPr>
          <p:cNvSpPr/>
          <p:nvPr/>
        </p:nvSpPr>
        <p:spPr>
          <a:xfrm>
            <a:off x="9045176" y="4345447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Arrow: Left-Right 179">
            <a:extLst>
              <a:ext uri="{FF2B5EF4-FFF2-40B4-BE49-F238E27FC236}">
                <a16:creationId xmlns:a16="http://schemas.microsoft.com/office/drawing/2014/main" id="{DC99C4A2-B790-7864-D3AE-95333D5B40F0}"/>
              </a:ext>
            </a:extLst>
          </p:cNvPr>
          <p:cNvSpPr/>
          <p:nvPr/>
        </p:nvSpPr>
        <p:spPr>
          <a:xfrm>
            <a:off x="7101322" y="3670818"/>
            <a:ext cx="737753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0,11</a:t>
            </a:r>
          </a:p>
        </p:txBody>
      </p:sp>
    </p:spTree>
    <p:extLst>
      <p:ext uri="{BB962C8B-B14F-4D97-AF65-F5344CB8AC3E}">
        <p14:creationId xmlns:p14="http://schemas.microsoft.com/office/powerpoint/2010/main" val="118440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78" grpId="0" animBg="1"/>
      <p:bldP spid="179" grpId="0" animBg="1"/>
      <p:bldP spid="180" grpId="0" animBg="1"/>
      <p:bldP spid="18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8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0,26 + 0,27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205185" y="546564"/>
            <a:ext cx="45803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</a:t>
            </a:r>
            <a:r>
              <a:rPr lang="en-US" sz="2000" dirty="0"/>
              <a:t> </a:t>
            </a:r>
            <a:r>
              <a:rPr lang="ky-KG" sz="2000" dirty="0"/>
              <a:t>амалдарды аткаруу</a:t>
            </a:r>
            <a:r>
              <a:rPr lang="ru-RU" sz="2000" dirty="0"/>
              <a:t>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0,53</a:t>
            </a:r>
          </a:p>
        </p:txBody>
      </p:sp>
      <p:sp>
        <p:nvSpPr>
          <p:cNvPr id="2" name="Cube 1">
            <a:extLst>
              <a:ext uri="{FF2B5EF4-FFF2-40B4-BE49-F238E27FC236}">
                <a16:creationId xmlns:a16="http://schemas.microsoft.com/office/drawing/2014/main" id="{A3A59C52-C8FD-6734-6BAD-631C7FB15B1E}"/>
              </a:ext>
            </a:extLst>
          </p:cNvPr>
          <p:cNvSpPr/>
          <p:nvPr/>
        </p:nvSpPr>
        <p:spPr>
          <a:xfrm>
            <a:off x="876133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241AFF04-9E16-CB2E-821C-54172CB7067D}"/>
              </a:ext>
            </a:extLst>
          </p:cNvPr>
          <p:cNvSpPr/>
          <p:nvPr/>
        </p:nvSpPr>
        <p:spPr>
          <a:xfrm>
            <a:off x="876133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2B2F3FE8-5E8C-344B-BF0E-DD271D2721CC}"/>
              </a:ext>
            </a:extLst>
          </p:cNvPr>
          <p:cNvSpPr/>
          <p:nvPr/>
        </p:nvSpPr>
        <p:spPr>
          <a:xfrm>
            <a:off x="876133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E415A8-80C7-F2B2-CB2B-7F864D9D44A1}"/>
              </a:ext>
            </a:extLst>
          </p:cNvPr>
          <p:cNvGrpSpPr/>
          <p:nvPr/>
        </p:nvGrpSpPr>
        <p:grpSpPr>
          <a:xfrm>
            <a:off x="82374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13902D07-6B8C-418A-DBEE-C56170BEE1F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3050EE2B-5F65-A2F5-8E4A-149A83B2530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F7509902-887E-9FC0-A6EF-75DEF534169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962A063D-26D3-85D0-87C6-66DA8D65794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B51B4D6A-F3EA-BE92-7931-D90A857084D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3D3C6BF6-46A2-BE12-9C82-E013A4BA4FB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6A0AE820-E3CF-343F-33AB-8CAE9AC9159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A730153B-989C-5760-1D61-A60E5C7326E5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2D358A7B-2D96-E569-263D-BB43C85A4418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CB9B1B34-D011-8BA5-3DF3-12179DFEB2D9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CD2269-4B76-EDA4-C4C1-9F5822C96882}"/>
              </a:ext>
            </a:extLst>
          </p:cNvPr>
          <p:cNvGrpSpPr/>
          <p:nvPr/>
        </p:nvGrpSpPr>
        <p:grpSpPr>
          <a:xfrm>
            <a:off x="77135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111B0219-1490-A856-FD87-6247B58122B1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E27DEA41-4645-A53F-A33D-54AF7D3F9C7D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FD6DF3E2-D31A-DE49-9C88-CF25843BB2F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1CFAA2F-98A3-8AA7-1997-F95AA088768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F8C228D9-E0D0-C9CB-473B-1C0D544782C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2A2793B2-6058-D02F-1224-DA571B85D2D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4" name="Cube 173">
              <a:extLst>
                <a:ext uri="{FF2B5EF4-FFF2-40B4-BE49-F238E27FC236}">
                  <a16:creationId xmlns:a16="http://schemas.microsoft.com/office/drawing/2014/main" id="{BC9A75EA-F6F5-8A3D-F16F-A46DAB16393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5" name="Cube 174">
              <a:extLst>
                <a:ext uri="{FF2B5EF4-FFF2-40B4-BE49-F238E27FC236}">
                  <a16:creationId xmlns:a16="http://schemas.microsoft.com/office/drawing/2014/main" id="{346922D7-A35E-4F05-77AE-C66A9FA971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6" name="Cube 175">
              <a:extLst>
                <a:ext uri="{FF2B5EF4-FFF2-40B4-BE49-F238E27FC236}">
                  <a16:creationId xmlns:a16="http://schemas.microsoft.com/office/drawing/2014/main" id="{4A4BA452-CC74-258F-B0B9-646A2BAA9CF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7" name="Cube 176">
              <a:extLst>
                <a:ext uri="{FF2B5EF4-FFF2-40B4-BE49-F238E27FC236}">
                  <a16:creationId xmlns:a16="http://schemas.microsoft.com/office/drawing/2014/main" id="{9BA759B2-7EBE-D115-AFB8-6EE8E26331CA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48CF53F1-D530-333D-D4AA-D7D7C1983FAF}"/>
              </a:ext>
            </a:extLst>
          </p:cNvPr>
          <p:cNvGrpSpPr/>
          <p:nvPr/>
        </p:nvGrpSpPr>
        <p:grpSpPr>
          <a:xfrm>
            <a:off x="71801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83" name="Cube 182">
              <a:extLst>
                <a:ext uri="{FF2B5EF4-FFF2-40B4-BE49-F238E27FC236}">
                  <a16:creationId xmlns:a16="http://schemas.microsoft.com/office/drawing/2014/main" id="{112881FA-85F6-03FF-4308-78C2FFD1EA9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4" name="Cube 183">
              <a:extLst>
                <a:ext uri="{FF2B5EF4-FFF2-40B4-BE49-F238E27FC236}">
                  <a16:creationId xmlns:a16="http://schemas.microsoft.com/office/drawing/2014/main" id="{DDDE8E9B-4B3E-1E8E-FD25-382EC69D038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5" name="Cube 184">
              <a:extLst>
                <a:ext uri="{FF2B5EF4-FFF2-40B4-BE49-F238E27FC236}">
                  <a16:creationId xmlns:a16="http://schemas.microsoft.com/office/drawing/2014/main" id="{EC7B6B70-161F-D648-B254-52790797014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6" name="Cube 185">
              <a:extLst>
                <a:ext uri="{FF2B5EF4-FFF2-40B4-BE49-F238E27FC236}">
                  <a16:creationId xmlns:a16="http://schemas.microsoft.com/office/drawing/2014/main" id="{1E15C89B-0488-DD03-8765-469577EBF32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7" name="Cube 186">
              <a:extLst>
                <a:ext uri="{FF2B5EF4-FFF2-40B4-BE49-F238E27FC236}">
                  <a16:creationId xmlns:a16="http://schemas.microsoft.com/office/drawing/2014/main" id="{94C8D393-8A17-B4D0-CE0F-E81C5F9D5D6D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8" name="Cube 187">
              <a:extLst>
                <a:ext uri="{FF2B5EF4-FFF2-40B4-BE49-F238E27FC236}">
                  <a16:creationId xmlns:a16="http://schemas.microsoft.com/office/drawing/2014/main" id="{14496CBC-F7CB-F5D3-FC99-9B97BCA2A68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9" name="Cube 188">
              <a:extLst>
                <a:ext uri="{FF2B5EF4-FFF2-40B4-BE49-F238E27FC236}">
                  <a16:creationId xmlns:a16="http://schemas.microsoft.com/office/drawing/2014/main" id="{D3B429DC-F92C-82FC-2227-7C1DE0509E8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0" name="Cube 189">
              <a:extLst>
                <a:ext uri="{FF2B5EF4-FFF2-40B4-BE49-F238E27FC236}">
                  <a16:creationId xmlns:a16="http://schemas.microsoft.com/office/drawing/2014/main" id="{954C0BC8-E418-68A4-9F50-EB245CCD9AB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1" name="Cube 190">
              <a:extLst>
                <a:ext uri="{FF2B5EF4-FFF2-40B4-BE49-F238E27FC236}">
                  <a16:creationId xmlns:a16="http://schemas.microsoft.com/office/drawing/2014/main" id="{AB617C6E-42B2-6CC7-F353-F5BC0A617BF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2" name="Cube 191">
              <a:extLst>
                <a:ext uri="{FF2B5EF4-FFF2-40B4-BE49-F238E27FC236}">
                  <a16:creationId xmlns:a16="http://schemas.microsoft.com/office/drawing/2014/main" id="{1CEFA486-F827-7376-AA52-5D90FAAADA6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E459E9ED-54BD-BDFF-4337-1FF23D822B48}"/>
              </a:ext>
            </a:extLst>
          </p:cNvPr>
          <p:cNvGrpSpPr/>
          <p:nvPr/>
        </p:nvGrpSpPr>
        <p:grpSpPr>
          <a:xfrm>
            <a:off x="6647303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05" name="Cube 204">
              <a:extLst>
                <a:ext uri="{FF2B5EF4-FFF2-40B4-BE49-F238E27FC236}">
                  <a16:creationId xmlns:a16="http://schemas.microsoft.com/office/drawing/2014/main" id="{D874A830-E349-9FB3-EFBC-1E28DD50508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6" name="Cube 205">
              <a:extLst>
                <a:ext uri="{FF2B5EF4-FFF2-40B4-BE49-F238E27FC236}">
                  <a16:creationId xmlns:a16="http://schemas.microsoft.com/office/drawing/2014/main" id="{CC2BFF96-3F7C-04D2-B01D-CAA34AA2D67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7" name="Cube 206">
              <a:extLst>
                <a:ext uri="{FF2B5EF4-FFF2-40B4-BE49-F238E27FC236}">
                  <a16:creationId xmlns:a16="http://schemas.microsoft.com/office/drawing/2014/main" id="{6046F067-B837-3AE5-78EC-56FA0C5E9AE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8" name="Cube 207">
              <a:extLst>
                <a:ext uri="{FF2B5EF4-FFF2-40B4-BE49-F238E27FC236}">
                  <a16:creationId xmlns:a16="http://schemas.microsoft.com/office/drawing/2014/main" id="{4BAD8D60-18B0-9C11-8868-3A71C628E78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9" name="Cube 208">
              <a:extLst>
                <a:ext uri="{FF2B5EF4-FFF2-40B4-BE49-F238E27FC236}">
                  <a16:creationId xmlns:a16="http://schemas.microsoft.com/office/drawing/2014/main" id="{AEDB7A19-B77A-C2AA-2B6A-2C16AA204D2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0" name="Cube 209">
              <a:extLst>
                <a:ext uri="{FF2B5EF4-FFF2-40B4-BE49-F238E27FC236}">
                  <a16:creationId xmlns:a16="http://schemas.microsoft.com/office/drawing/2014/main" id="{B334A659-E7FD-1DEB-E11E-323BA7F894F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1" name="Cube 210">
              <a:extLst>
                <a:ext uri="{FF2B5EF4-FFF2-40B4-BE49-F238E27FC236}">
                  <a16:creationId xmlns:a16="http://schemas.microsoft.com/office/drawing/2014/main" id="{ED051117-10B5-F3EB-0122-87A3FD692F02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2" name="Cube 211">
              <a:extLst>
                <a:ext uri="{FF2B5EF4-FFF2-40B4-BE49-F238E27FC236}">
                  <a16:creationId xmlns:a16="http://schemas.microsoft.com/office/drawing/2014/main" id="{3F41C4C3-DB8F-0AE9-F488-CD72F7A64E9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3" name="Cube 212">
              <a:extLst>
                <a:ext uri="{FF2B5EF4-FFF2-40B4-BE49-F238E27FC236}">
                  <a16:creationId xmlns:a16="http://schemas.microsoft.com/office/drawing/2014/main" id="{5143A8AF-DD98-428B-63BD-64484AE94B92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4" name="Cube 213">
              <a:extLst>
                <a:ext uri="{FF2B5EF4-FFF2-40B4-BE49-F238E27FC236}">
                  <a16:creationId xmlns:a16="http://schemas.microsoft.com/office/drawing/2014/main" id="{EF40399E-96B9-F0D6-19F3-D460CB3AE68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957543B-EEE0-E6FB-3552-606BB12ADD31}"/>
              </a:ext>
            </a:extLst>
          </p:cNvPr>
          <p:cNvGrpSpPr/>
          <p:nvPr/>
        </p:nvGrpSpPr>
        <p:grpSpPr>
          <a:xfrm>
            <a:off x="6113903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16" name="Cube 215">
              <a:extLst>
                <a:ext uri="{FF2B5EF4-FFF2-40B4-BE49-F238E27FC236}">
                  <a16:creationId xmlns:a16="http://schemas.microsoft.com/office/drawing/2014/main" id="{60BC042B-9DBB-224E-3BE8-AFC0954FEBA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7" name="Cube 216">
              <a:extLst>
                <a:ext uri="{FF2B5EF4-FFF2-40B4-BE49-F238E27FC236}">
                  <a16:creationId xmlns:a16="http://schemas.microsoft.com/office/drawing/2014/main" id="{F5BA6793-2918-CB62-F8F5-4A426A98520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8" name="Cube 217">
              <a:extLst>
                <a:ext uri="{FF2B5EF4-FFF2-40B4-BE49-F238E27FC236}">
                  <a16:creationId xmlns:a16="http://schemas.microsoft.com/office/drawing/2014/main" id="{983B4667-6AB9-19F9-9B5D-1D0768A128A2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9" name="Cube 218">
              <a:extLst>
                <a:ext uri="{FF2B5EF4-FFF2-40B4-BE49-F238E27FC236}">
                  <a16:creationId xmlns:a16="http://schemas.microsoft.com/office/drawing/2014/main" id="{DE00A2DC-E10F-67F6-5075-DC6ABC0651A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0" name="Cube 219">
              <a:extLst>
                <a:ext uri="{FF2B5EF4-FFF2-40B4-BE49-F238E27FC236}">
                  <a16:creationId xmlns:a16="http://schemas.microsoft.com/office/drawing/2014/main" id="{6526961C-AC57-5990-34FE-00B05D1636E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1" name="Cube 220">
              <a:extLst>
                <a:ext uri="{FF2B5EF4-FFF2-40B4-BE49-F238E27FC236}">
                  <a16:creationId xmlns:a16="http://schemas.microsoft.com/office/drawing/2014/main" id="{C90FA8AE-E713-CC2D-1997-413C7CD0CB9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2" name="Cube 221">
              <a:extLst>
                <a:ext uri="{FF2B5EF4-FFF2-40B4-BE49-F238E27FC236}">
                  <a16:creationId xmlns:a16="http://schemas.microsoft.com/office/drawing/2014/main" id="{A616658B-1531-8BBA-FA8A-1D15E7D0988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3" name="Cube 222">
              <a:extLst>
                <a:ext uri="{FF2B5EF4-FFF2-40B4-BE49-F238E27FC236}">
                  <a16:creationId xmlns:a16="http://schemas.microsoft.com/office/drawing/2014/main" id="{DAD6B2FA-F7AB-7334-9C2B-DDE767086653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4" name="Cube 223">
              <a:extLst>
                <a:ext uri="{FF2B5EF4-FFF2-40B4-BE49-F238E27FC236}">
                  <a16:creationId xmlns:a16="http://schemas.microsoft.com/office/drawing/2014/main" id="{4FD6B046-2658-5748-E212-A2F065ABC4B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5" name="Cube 224">
              <a:extLst>
                <a:ext uri="{FF2B5EF4-FFF2-40B4-BE49-F238E27FC236}">
                  <a16:creationId xmlns:a16="http://schemas.microsoft.com/office/drawing/2014/main" id="{F8EDBACE-6A17-0ADE-BEFA-00622567CE4A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226384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2" grpId="0" animBg="1"/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0F0CFB-1A6A-88F3-6013-4E8BB4FF28D9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0C5921-35A2-9663-38CE-A51F5C33E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474" y="5230526"/>
            <a:ext cx="1031701" cy="1095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446169-972F-17F2-F1AE-17328CECC71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73" y="5336489"/>
            <a:ext cx="1173903" cy="104000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500C3F-8BA5-4530-A962-9AA4C671D07B}"/>
              </a:ext>
            </a:extLst>
          </p:cNvPr>
          <p:cNvSpPr/>
          <p:nvPr/>
        </p:nvSpPr>
        <p:spPr>
          <a:xfrm>
            <a:off x="1047087" y="4364182"/>
            <a:ext cx="1223906" cy="53201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0,52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602E668-6B97-FDA5-77B2-38C5788D040D}"/>
              </a:ext>
            </a:extLst>
          </p:cNvPr>
          <p:cNvSpPr/>
          <p:nvPr/>
        </p:nvSpPr>
        <p:spPr>
          <a:xfrm>
            <a:off x="3326621" y="4364182"/>
            <a:ext cx="1223906" cy="53201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0,34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0" name="Plus Sign 9">
            <a:extLst>
              <a:ext uri="{FF2B5EF4-FFF2-40B4-BE49-F238E27FC236}">
                <a16:creationId xmlns:a16="http://schemas.microsoft.com/office/drawing/2014/main" id="{42202E57-FE11-5B46-6A62-30FC07CA9FB7}"/>
              </a:ext>
            </a:extLst>
          </p:cNvPr>
          <p:cNvSpPr/>
          <p:nvPr/>
        </p:nvSpPr>
        <p:spPr>
          <a:xfrm>
            <a:off x="2395681" y="4821382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Equals 10">
            <a:extLst>
              <a:ext uri="{FF2B5EF4-FFF2-40B4-BE49-F238E27FC236}">
                <a16:creationId xmlns:a16="http://schemas.microsoft.com/office/drawing/2014/main" id="{8F68CD97-E3F7-9833-B17A-4B8859DDEB1A}"/>
              </a:ext>
            </a:extLst>
          </p:cNvPr>
          <p:cNvSpPr/>
          <p:nvPr/>
        </p:nvSpPr>
        <p:spPr>
          <a:xfrm>
            <a:off x="5075181" y="4721325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CBC190-AE42-F571-52E8-52621C484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634" y="5230526"/>
            <a:ext cx="1031701" cy="10950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3A4443-B732-46C9-1FC1-A5870898D74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993" y="5336489"/>
            <a:ext cx="1173903" cy="1040004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CB1F858-7D91-EFA9-DB9F-D38AE93C98B4}"/>
              </a:ext>
            </a:extLst>
          </p:cNvPr>
          <p:cNvSpPr/>
          <p:nvPr/>
        </p:nvSpPr>
        <p:spPr>
          <a:xfrm>
            <a:off x="6617306" y="4364182"/>
            <a:ext cx="2059333" cy="53201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0,86</a:t>
            </a:r>
            <a:r>
              <a:rPr lang="ru-RU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E507AE-D53A-21F9-658F-7976A6BA6865}"/>
              </a:ext>
            </a:extLst>
          </p:cNvPr>
          <p:cNvSpPr/>
          <p:nvPr/>
        </p:nvSpPr>
        <p:spPr>
          <a:xfrm>
            <a:off x="1047087" y="872606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52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6921EA-66DE-4236-EA25-24685A400D39}"/>
              </a:ext>
            </a:extLst>
          </p:cNvPr>
          <p:cNvSpPr/>
          <p:nvPr/>
        </p:nvSpPr>
        <p:spPr>
          <a:xfrm>
            <a:off x="3316461" y="872606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34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1" name="Plus Sign 20">
            <a:extLst>
              <a:ext uri="{FF2B5EF4-FFF2-40B4-BE49-F238E27FC236}">
                <a16:creationId xmlns:a16="http://schemas.microsoft.com/office/drawing/2014/main" id="{61539A16-9ED8-4344-1832-ADAA73F329E6}"/>
              </a:ext>
            </a:extLst>
          </p:cNvPr>
          <p:cNvSpPr/>
          <p:nvPr/>
        </p:nvSpPr>
        <p:spPr>
          <a:xfrm>
            <a:off x="2395681" y="1329806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4276B90-6D18-CB22-3DA0-0116BC2600F2}"/>
              </a:ext>
            </a:extLst>
          </p:cNvPr>
          <p:cNvSpPr/>
          <p:nvPr/>
        </p:nvSpPr>
        <p:spPr>
          <a:xfrm>
            <a:off x="5075181" y="1229749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3AE787-A772-4014-9DE4-07C4EFBDD25F}"/>
              </a:ext>
            </a:extLst>
          </p:cNvPr>
          <p:cNvSpPr/>
          <p:nvPr/>
        </p:nvSpPr>
        <p:spPr>
          <a:xfrm>
            <a:off x="6617306" y="872606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86</a:t>
            </a:r>
            <a:r>
              <a:rPr lang="ru-RU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502801A-A956-23C9-9795-E72AF676B31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5731" y="1858908"/>
            <a:ext cx="1584932" cy="91876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806D500-4D42-DF14-0BCF-B180BFDC6C6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2181"/>
          <a:stretch/>
        </p:blipFill>
        <p:spPr>
          <a:xfrm>
            <a:off x="3578999" y="1643297"/>
            <a:ext cx="878701" cy="115850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E341684-A491-CC21-37BE-A89214920C7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12132" y="1858908"/>
            <a:ext cx="1584932" cy="91876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CF1386B-270B-C55F-C76E-B20E42627CF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2181"/>
          <a:stretch/>
        </p:blipFill>
        <p:spPr>
          <a:xfrm>
            <a:off x="7826803" y="1643297"/>
            <a:ext cx="878701" cy="115850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1823930-780A-5131-CBBF-A9168083741E}"/>
              </a:ext>
            </a:extLst>
          </p:cNvPr>
          <p:cNvSpPr txBox="1"/>
          <p:nvPr/>
        </p:nvSpPr>
        <p:spPr>
          <a:xfrm>
            <a:off x="1875539" y="100813"/>
            <a:ext cx="62353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Азамат</a:t>
            </a:r>
            <a:r>
              <a:rPr lang="en-US" sz="2000" dirty="0"/>
              <a:t> </a:t>
            </a:r>
            <a:r>
              <a:rPr lang="ru-RU" sz="2000" dirty="0"/>
              <a:t> дүкөнгө барды. Төмөндөгү сүрөттөргө ылайык,</a:t>
            </a:r>
            <a:endParaRPr lang="en-US" sz="2000" dirty="0"/>
          </a:p>
          <a:p>
            <a:pPr algn="ctr"/>
            <a:r>
              <a:rPr lang="ru-RU" sz="2000" dirty="0"/>
              <a:t> ал жалпысынан канча акча короткон?</a:t>
            </a:r>
            <a:endParaRPr lang="en-GB" sz="2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7F5A13-6EDE-7D0C-81B2-936F91A1D281}"/>
              </a:ext>
            </a:extLst>
          </p:cNvPr>
          <p:cNvSpPr txBox="1"/>
          <p:nvPr/>
        </p:nvSpPr>
        <p:spPr>
          <a:xfrm>
            <a:off x="1817548" y="3388930"/>
            <a:ext cx="60710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Айбек дүкөнгө барды. Төмөндөгү сүрөттөргө ылайык,</a:t>
            </a:r>
            <a:endParaRPr lang="en-US" sz="2000" dirty="0"/>
          </a:p>
          <a:p>
            <a:pPr algn="ctr"/>
            <a:r>
              <a:rPr lang="ru-RU" sz="2000" dirty="0"/>
              <a:t> ал жалпысынан канча акча короткон?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06004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CBD296-564D-729E-E723-BD8BE5FE268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3AD1C-433A-E8E8-102E-6530E743037E}"/>
              </a:ext>
            </a:extLst>
          </p:cNvPr>
          <p:cNvSpPr txBox="1"/>
          <p:nvPr/>
        </p:nvSpPr>
        <p:spPr>
          <a:xfrm>
            <a:off x="2933975" y="208859"/>
            <a:ext cx="4054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Экөөнү тең сатып алуу канча турат?</a:t>
            </a:r>
            <a:endParaRPr lang="en-GB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9AA20E-6DA1-6E9A-9D49-CFD3DB1FFA7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704" y="828300"/>
            <a:ext cx="764149" cy="76414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237E0A-AE3C-E4B6-FFF7-8FF267378F90}"/>
              </a:ext>
            </a:extLst>
          </p:cNvPr>
          <p:cNvSpPr/>
          <p:nvPr/>
        </p:nvSpPr>
        <p:spPr>
          <a:xfrm>
            <a:off x="3296762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42</a:t>
            </a:r>
            <a:r>
              <a:rPr lang="ru-RU" sz="2400" dirty="0"/>
              <a:t> т</a:t>
            </a:r>
            <a:endParaRPr lang="en-GB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1F3AE2-7D34-31B7-82C7-6AC1F7488C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295" y="766517"/>
            <a:ext cx="887715" cy="88771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4FD55E-DF32-0934-198C-7CA2BF90A5E7}"/>
              </a:ext>
            </a:extLst>
          </p:cNvPr>
          <p:cNvSpPr/>
          <p:nvPr/>
        </p:nvSpPr>
        <p:spPr>
          <a:xfrm>
            <a:off x="5566136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53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9EDA05-E3E2-9D95-97B6-F231B8F11F68}"/>
              </a:ext>
            </a:extLst>
          </p:cNvPr>
          <p:cNvSpPr/>
          <p:nvPr/>
        </p:nvSpPr>
        <p:spPr>
          <a:xfrm>
            <a:off x="3296762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0,42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5B1F46-0C9D-AE46-FAC2-F1D07C905FBD}"/>
              </a:ext>
            </a:extLst>
          </p:cNvPr>
          <p:cNvSpPr/>
          <p:nvPr/>
        </p:nvSpPr>
        <p:spPr>
          <a:xfrm>
            <a:off x="5566136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0,53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53A6939E-8BF7-7953-AD61-BCA468D47AAB}"/>
              </a:ext>
            </a:extLst>
          </p:cNvPr>
          <p:cNvGraphicFramePr>
            <a:graphicFrameLocks noGrp="1"/>
          </p:cNvGraphicFramePr>
          <p:nvPr/>
        </p:nvGraphicFramePr>
        <p:xfrm>
          <a:off x="636901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AC7DE4-6138-BF03-E001-699C9D64947E}"/>
              </a:ext>
            </a:extLst>
          </p:cNvPr>
          <p:cNvCxnSpPr>
            <a:cxnSpLocks/>
          </p:cNvCxnSpPr>
          <p:nvPr/>
        </p:nvCxnSpPr>
        <p:spPr>
          <a:xfrm>
            <a:off x="6760210" y="5057775"/>
            <a:ext cx="18742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3C9B715-6A09-3908-110B-0A49C9A61329}"/>
              </a:ext>
            </a:extLst>
          </p:cNvPr>
          <p:cNvSpPr txBox="1"/>
          <p:nvPr/>
        </p:nvSpPr>
        <p:spPr>
          <a:xfrm>
            <a:off x="789496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2D9541-D759-DD35-3913-436C90775C4A}"/>
              </a:ext>
            </a:extLst>
          </p:cNvPr>
          <p:cNvSpPr txBox="1"/>
          <p:nvPr/>
        </p:nvSpPr>
        <p:spPr>
          <a:xfrm>
            <a:off x="739037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43130B-FCD0-09DF-147E-88334D4DEA55}"/>
              </a:ext>
            </a:extLst>
          </p:cNvPr>
          <p:cNvSpPr/>
          <p:nvPr/>
        </p:nvSpPr>
        <p:spPr>
          <a:xfrm>
            <a:off x="7327020" y="4278075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E8515-205A-518B-7EE2-30BCDD48BAB0}"/>
              </a:ext>
            </a:extLst>
          </p:cNvPr>
          <p:cNvSpPr txBox="1"/>
          <p:nvPr/>
        </p:nvSpPr>
        <p:spPr>
          <a:xfrm>
            <a:off x="63872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723F41-C48E-DD56-7FCC-77B39241F9BB}"/>
              </a:ext>
            </a:extLst>
          </p:cNvPr>
          <p:cNvSpPr txBox="1"/>
          <p:nvPr/>
        </p:nvSpPr>
        <p:spPr>
          <a:xfrm>
            <a:off x="789496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10B695-1CE3-C1C3-3DB2-1F4C8D365A4A}"/>
              </a:ext>
            </a:extLst>
          </p:cNvPr>
          <p:cNvSpPr txBox="1"/>
          <p:nvPr/>
        </p:nvSpPr>
        <p:spPr>
          <a:xfrm>
            <a:off x="739037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7F7D4F7-622D-3117-1AD2-A95EF4805DAB}"/>
              </a:ext>
            </a:extLst>
          </p:cNvPr>
          <p:cNvSpPr/>
          <p:nvPr/>
        </p:nvSpPr>
        <p:spPr>
          <a:xfrm>
            <a:off x="7327020" y="4779156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282EF5-2382-40E7-D21D-5DFF64B5DBC8}"/>
              </a:ext>
            </a:extLst>
          </p:cNvPr>
          <p:cNvSpPr txBox="1"/>
          <p:nvPr/>
        </p:nvSpPr>
        <p:spPr>
          <a:xfrm>
            <a:off x="789496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3F4E9-83CD-DD21-C004-2874FBA861E8}"/>
              </a:ext>
            </a:extLst>
          </p:cNvPr>
          <p:cNvSpPr txBox="1"/>
          <p:nvPr/>
        </p:nvSpPr>
        <p:spPr>
          <a:xfrm>
            <a:off x="739037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A583D6-B375-C502-6ECC-A78A926C8C83}"/>
              </a:ext>
            </a:extLst>
          </p:cNvPr>
          <p:cNvSpPr/>
          <p:nvPr/>
        </p:nvSpPr>
        <p:spPr>
          <a:xfrm>
            <a:off x="7327020" y="5276318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4D3DFF-9E56-FD42-FA05-4D0F6CB74649}"/>
              </a:ext>
            </a:extLst>
          </p:cNvPr>
          <p:cNvSpPr txBox="1"/>
          <p:nvPr/>
        </p:nvSpPr>
        <p:spPr>
          <a:xfrm>
            <a:off x="3246371" y="3257552"/>
            <a:ext cx="3429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Эмнеси менен айырмаланат?</a:t>
            </a:r>
            <a:endParaRPr lang="en-GB" sz="20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31CDF91C-C702-04DF-75FD-8C95D1D1AF17}"/>
              </a:ext>
            </a:extLst>
          </p:cNvPr>
          <p:cNvGraphicFramePr>
            <a:graphicFrameLocks noGrp="1"/>
          </p:cNvGraphicFramePr>
          <p:nvPr/>
        </p:nvGraphicFramePr>
        <p:xfrm>
          <a:off x="119503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112657-D40A-9911-376E-C5A06A09C4CF}"/>
              </a:ext>
            </a:extLst>
          </p:cNvPr>
          <p:cNvCxnSpPr>
            <a:cxnSpLocks/>
          </p:cNvCxnSpPr>
          <p:nvPr/>
        </p:nvCxnSpPr>
        <p:spPr>
          <a:xfrm>
            <a:off x="2072005" y="5057775"/>
            <a:ext cx="126365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4E53A4-BFF7-D9D4-ED22-C3047C1DA6D0}"/>
              </a:ext>
            </a:extLst>
          </p:cNvPr>
          <p:cNvSpPr txBox="1"/>
          <p:nvPr/>
        </p:nvSpPr>
        <p:spPr>
          <a:xfrm>
            <a:off x="272098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5E1E6-DC5B-42BA-8D64-08D05285F42B}"/>
              </a:ext>
            </a:extLst>
          </p:cNvPr>
          <p:cNvSpPr txBox="1"/>
          <p:nvPr/>
        </p:nvSpPr>
        <p:spPr>
          <a:xfrm>
            <a:off x="221639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239097-F761-EEEC-DC07-AADE89624223}"/>
              </a:ext>
            </a:extLst>
          </p:cNvPr>
          <p:cNvSpPr txBox="1"/>
          <p:nvPr/>
        </p:nvSpPr>
        <p:spPr>
          <a:xfrm>
            <a:off x="17009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64C70-B8B1-913E-1C2C-F345C6587995}"/>
              </a:ext>
            </a:extLst>
          </p:cNvPr>
          <p:cNvSpPr txBox="1"/>
          <p:nvPr/>
        </p:nvSpPr>
        <p:spPr>
          <a:xfrm>
            <a:off x="272098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A2C6B8-130B-5F42-D10C-95ACA20AB83E}"/>
              </a:ext>
            </a:extLst>
          </p:cNvPr>
          <p:cNvSpPr txBox="1"/>
          <p:nvPr/>
        </p:nvSpPr>
        <p:spPr>
          <a:xfrm>
            <a:off x="221639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CD2F6-9578-3D70-3524-E7AC3986DA81}"/>
              </a:ext>
            </a:extLst>
          </p:cNvPr>
          <p:cNvSpPr txBox="1"/>
          <p:nvPr/>
        </p:nvSpPr>
        <p:spPr>
          <a:xfrm>
            <a:off x="272098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23E47F-B626-FBD1-4CD2-F7BC9C4A0F71}"/>
              </a:ext>
            </a:extLst>
          </p:cNvPr>
          <p:cNvSpPr txBox="1"/>
          <p:nvPr/>
        </p:nvSpPr>
        <p:spPr>
          <a:xfrm>
            <a:off x="221639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8F2A3-35D4-846C-8432-FBEA262168EF}"/>
              </a:ext>
            </a:extLst>
          </p:cNvPr>
          <p:cNvSpPr txBox="1"/>
          <p:nvPr/>
        </p:nvSpPr>
        <p:spPr>
          <a:xfrm>
            <a:off x="689983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60102F-3599-7564-5853-5BCEC285B3ED}"/>
              </a:ext>
            </a:extLst>
          </p:cNvPr>
          <p:cNvSpPr txBox="1"/>
          <p:nvPr/>
        </p:nvSpPr>
        <p:spPr>
          <a:xfrm>
            <a:off x="689983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F07DE2-8BD5-104F-750C-AD5A2A6F3A92}"/>
              </a:ext>
            </a:extLst>
          </p:cNvPr>
          <p:cNvSpPr txBox="1"/>
          <p:nvPr/>
        </p:nvSpPr>
        <p:spPr>
          <a:xfrm>
            <a:off x="689983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FE165145-8057-628A-293C-A945006545D7}"/>
              </a:ext>
            </a:extLst>
          </p:cNvPr>
          <p:cNvSpPr/>
          <p:nvPr/>
        </p:nvSpPr>
        <p:spPr>
          <a:xfrm>
            <a:off x="4698307" y="1512916"/>
            <a:ext cx="515159" cy="515159"/>
          </a:xfrm>
          <a:prstGeom prst="mathPlus">
            <a:avLst>
              <a:gd name="adj1" fmla="val 16247"/>
            </a:avLst>
          </a:prstGeom>
          <a:solidFill>
            <a:srgbClr val="2E6CA4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20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 animBg="1"/>
      <p:bldP spid="34" grpId="0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5" grpId="0"/>
      <p:bldP spid="46" grpId="0"/>
      <p:bldP spid="48" grpId="0"/>
      <p:bldP spid="49" grpId="0"/>
      <p:bldP spid="50" grpId="0"/>
      <p:bldP spid="52" grpId="0"/>
      <p:bldP spid="53" grpId="0"/>
      <p:bldP spid="56" grpId="0"/>
      <p:bldP spid="57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CBD296-564D-729E-E723-BD8BE5FE268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3AD1C-433A-E8E8-102E-6530E743037E}"/>
              </a:ext>
            </a:extLst>
          </p:cNvPr>
          <p:cNvSpPr txBox="1"/>
          <p:nvPr/>
        </p:nvSpPr>
        <p:spPr>
          <a:xfrm>
            <a:off x="2933975" y="208859"/>
            <a:ext cx="4054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Экөөнү тең сатып алуу канча турат?</a:t>
            </a:r>
            <a:endParaRPr lang="en-GB" sz="2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237E0A-AE3C-E4B6-FFF7-8FF267378F90}"/>
              </a:ext>
            </a:extLst>
          </p:cNvPr>
          <p:cNvSpPr/>
          <p:nvPr/>
        </p:nvSpPr>
        <p:spPr>
          <a:xfrm>
            <a:off x="3296762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38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4FD55E-DF32-0934-198C-7CA2BF90A5E7}"/>
              </a:ext>
            </a:extLst>
          </p:cNvPr>
          <p:cNvSpPr/>
          <p:nvPr/>
        </p:nvSpPr>
        <p:spPr>
          <a:xfrm>
            <a:off x="5566136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44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9EDA05-E3E2-9D95-97B6-F231B8F11F68}"/>
              </a:ext>
            </a:extLst>
          </p:cNvPr>
          <p:cNvSpPr/>
          <p:nvPr/>
        </p:nvSpPr>
        <p:spPr>
          <a:xfrm>
            <a:off x="3296762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0,38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r>
              <a:rPr lang="ru-RU" sz="2400" dirty="0"/>
              <a:t> </a:t>
            </a:r>
            <a:endParaRPr lang="en-GB" sz="24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5B1F46-0C9D-AE46-FAC2-F1D07C905FBD}"/>
              </a:ext>
            </a:extLst>
          </p:cNvPr>
          <p:cNvSpPr/>
          <p:nvPr/>
        </p:nvSpPr>
        <p:spPr>
          <a:xfrm>
            <a:off x="5566136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0,44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53A6939E-8BF7-7953-AD61-BCA468D47AAB}"/>
              </a:ext>
            </a:extLst>
          </p:cNvPr>
          <p:cNvGraphicFramePr>
            <a:graphicFrameLocks noGrp="1"/>
          </p:cNvGraphicFramePr>
          <p:nvPr/>
        </p:nvGraphicFramePr>
        <p:xfrm>
          <a:off x="636901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AC7DE4-6138-BF03-E001-699C9D64947E}"/>
              </a:ext>
            </a:extLst>
          </p:cNvPr>
          <p:cNvCxnSpPr>
            <a:cxnSpLocks/>
          </p:cNvCxnSpPr>
          <p:nvPr/>
        </p:nvCxnSpPr>
        <p:spPr>
          <a:xfrm>
            <a:off x="6760210" y="5057775"/>
            <a:ext cx="18742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3C9B715-6A09-3908-110B-0A49C9A61329}"/>
              </a:ext>
            </a:extLst>
          </p:cNvPr>
          <p:cNvSpPr txBox="1"/>
          <p:nvPr/>
        </p:nvSpPr>
        <p:spPr>
          <a:xfrm>
            <a:off x="789496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2D9541-D759-DD35-3913-436C90775C4A}"/>
              </a:ext>
            </a:extLst>
          </p:cNvPr>
          <p:cNvSpPr txBox="1"/>
          <p:nvPr/>
        </p:nvSpPr>
        <p:spPr>
          <a:xfrm>
            <a:off x="739037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43130B-FCD0-09DF-147E-88334D4DEA55}"/>
              </a:ext>
            </a:extLst>
          </p:cNvPr>
          <p:cNvSpPr/>
          <p:nvPr/>
        </p:nvSpPr>
        <p:spPr>
          <a:xfrm>
            <a:off x="7327020" y="4278075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E8515-205A-518B-7EE2-30BCDD48BAB0}"/>
              </a:ext>
            </a:extLst>
          </p:cNvPr>
          <p:cNvSpPr txBox="1"/>
          <p:nvPr/>
        </p:nvSpPr>
        <p:spPr>
          <a:xfrm>
            <a:off x="63872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723F41-C48E-DD56-7FCC-77B39241F9BB}"/>
              </a:ext>
            </a:extLst>
          </p:cNvPr>
          <p:cNvSpPr txBox="1"/>
          <p:nvPr/>
        </p:nvSpPr>
        <p:spPr>
          <a:xfrm>
            <a:off x="789496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10B695-1CE3-C1C3-3DB2-1F4C8D365A4A}"/>
              </a:ext>
            </a:extLst>
          </p:cNvPr>
          <p:cNvSpPr txBox="1"/>
          <p:nvPr/>
        </p:nvSpPr>
        <p:spPr>
          <a:xfrm>
            <a:off x="739037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7F7D4F7-622D-3117-1AD2-A95EF4805DAB}"/>
              </a:ext>
            </a:extLst>
          </p:cNvPr>
          <p:cNvSpPr/>
          <p:nvPr/>
        </p:nvSpPr>
        <p:spPr>
          <a:xfrm>
            <a:off x="7327020" y="4779156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282EF5-2382-40E7-D21D-5DFF64B5DBC8}"/>
              </a:ext>
            </a:extLst>
          </p:cNvPr>
          <p:cNvSpPr txBox="1"/>
          <p:nvPr/>
        </p:nvSpPr>
        <p:spPr>
          <a:xfrm>
            <a:off x="789496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3F4E9-83CD-DD21-C004-2874FBA861E8}"/>
              </a:ext>
            </a:extLst>
          </p:cNvPr>
          <p:cNvSpPr txBox="1"/>
          <p:nvPr/>
        </p:nvSpPr>
        <p:spPr>
          <a:xfrm>
            <a:off x="739037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A583D6-B375-C502-6ECC-A78A926C8C83}"/>
              </a:ext>
            </a:extLst>
          </p:cNvPr>
          <p:cNvSpPr/>
          <p:nvPr/>
        </p:nvSpPr>
        <p:spPr>
          <a:xfrm>
            <a:off x="7327020" y="5276318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4D3DFF-9E56-FD42-FA05-4D0F6CB74649}"/>
              </a:ext>
            </a:extLst>
          </p:cNvPr>
          <p:cNvSpPr txBox="1"/>
          <p:nvPr/>
        </p:nvSpPr>
        <p:spPr>
          <a:xfrm>
            <a:off x="3246371" y="3257552"/>
            <a:ext cx="3429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Эмнеси менен айырмаланат?</a:t>
            </a:r>
            <a:endParaRPr lang="en-GB" sz="20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31CDF91C-C702-04DF-75FD-8C95D1D1AF17}"/>
              </a:ext>
            </a:extLst>
          </p:cNvPr>
          <p:cNvGraphicFramePr>
            <a:graphicFrameLocks noGrp="1"/>
          </p:cNvGraphicFramePr>
          <p:nvPr/>
        </p:nvGraphicFramePr>
        <p:xfrm>
          <a:off x="119503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112657-D40A-9911-376E-C5A06A09C4CF}"/>
              </a:ext>
            </a:extLst>
          </p:cNvPr>
          <p:cNvCxnSpPr>
            <a:cxnSpLocks/>
          </p:cNvCxnSpPr>
          <p:nvPr/>
        </p:nvCxnSpPr>
        <p:spPr>
          <a:xfrm>
            <a:off x="2072005" y="5057775"/>
            <a:ext cx="126365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4E53A4-BFF7-D9D4-ED22-C3047C1DA6D0}"/>
              </a:ext>
            </a:extLst>
          </p:cNvPr>
          <p:cNvSpPr txBox="1"/>
          <p:nvPr/>
        </p:nvSpPr>
        <p:spPr>
          <a:xfrm>
            <a:off x="272098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5E1E6-DC5B-42BA-8D64-08D05285F42B}"/>
              </a:ext>
            </a:extLst>
          </p:cNvPr>
          <p:cNvSpPr txBox="1"/>
          <p:nvPr/>
        </p:nvSpPr>
        <p:spPr>
          <a:xfrm>
            <a:off x="221639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239097-F761-EEEC-DC07-AADE89624223}"/>
              </a:ext>
            </a:extLst>
          </p:cNvPr>
          <p:cNvSpPr txBox="1"/>
          <p:nvPr/>
        </p:nvSpPr>
        <p:spPr>
          <a:xfrm>
            <a:off x="17009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64C70-B8B1-913E-1C2C-F345C6587995}"/>
              </a:ext>
            </a:extLst>
          </p:cNvPr>
          <p:cNvSpPr txBox="1"/>
          <p:nvPr/>
        </p:nvSpPr>
        <p:spPr>
          <a:xfrm>
            <a:off x="272098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A2C6B8-130B-5F42-D10C-95ACA20AB83E}"/>
              </a:ext>
            </a:extLst>
          </p:cNvPr>
          <p:cNvSpPr txBox="1"/>
          <p:nvPr/>
        </p:nvSpPr>
        <p:spPr>
          <a:xfrm>
            <a:off x="221639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CD2F6-9578-3D70-3524-E7AC3986DA81}"/>
              </a:ext>
            </a:extLst>
          </p:cNvPr>
          <p:cNvSpPr txBox="1"/>
          <p:nvPr/>
        </p:nvSpPr>
        <p:spPr>
          <a:xfrm>
            <a:off x="272098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23E47F-B626-FBD1-4CD2-F7BC9C4A0F71}"/>
              </a:ext>
            </a:extLst>
          </p:cNvPr>
          <p:cNvSpPr txBox="1"/>
          <p:nvPr/>
        </p:nvSpPr>
        <p:spPr>
          <a:xfrm>
            <a:off x="221639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8F2A3-35D4-846C-8432-FBEA262168EF}"/>
              </a:ext>
            </a:extLst>
          </p:cNvPr>
          <p:cNvSpPr txBox="1"/>
          <p:nvPr/>
        </p:nvSpPr>
        <p:spPr>
          <a:xfrm>
            <a:off x="689983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60102F-3599-7564-5853-5BCEC285B3ED}"/>
              </a:ext>
            </a:extLst>
          </p:cNvPr>
          <p:cNvSpPr txBox="1"/>
          <p:nvPr/>
        </p:nvSpPr>
        <p:spPr>
          <a:xfrm>
            <a:off x="689983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F07DE2-8BD5-104F-750C-AD5A2A6F3A92}"/>
              </a:ext>
            </a:extLst>
          </p:cNvPr>
          <p:cNvSpPr txBox="1"/>
          <p:nvPr/>
        </p:nvSpPr>
        <p:spPr>
          <a:xfrm>
            <a:off x="689983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D6886F-6149-5D47-FB8F-19145E78EF8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176" y="773085"/>
            <a:ext cx="889420" cy="8894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888A8B-6D40-974B-D7E0-7E0644F757E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9763" y="712585"/>
            <a:ext cx="894042" cy="8940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AC5B0D2-0F1D-15F8-EE08-D8D725FBAC7E}"/>
              </a:ext>
            </a:extLst>
          </p:cNvPr>
          <p:cNvSpPr txBox="1"/>
          <p:nvPr/>
        </p:nvSpPr>
        <p:spPr>
          <a:xfrm>
            <a:off x="7442470" y="5471234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BED40E-A8EB-14EA-0F5F-11C0F590DC94}"/>
              </a:ext>
            </a:extLst>
          </p:cNvPr>
          <p:cNvSpPr txBox="1"/>
          <p:nvPr/>
        </p:nvSpPr>
        <p:spPr>
          <a:xfrm>
            <a:off x="2271954" y="5471234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3" name="Plus Sign 2">
            <a:extLst>
              <a:ext uri="{FF2B5EF4-FFF2-40B4-BE49-F238E27FC236}">
                <a16:creationId xmlns:a16="http://schemas.microsoft.com/office/drawing/2014/main" id="{4BFB0092-37DB-73B7-E56D-B8941B517130}"/>
              </a:ext>
            </a:extLst>
          </p:cNvPr>
          <p:cNvSpPr/>
          <p:nvPr/>
        </p:nvSpPr>
        <p:spPr>
          <a:xfrm>
            <a:off x="4698307" y="1512916"/>
            <a:ext cx="515159" cy="515159"/>
          </a:xfrm>
          <a:prstGeom prst="mathPlus">
            <a:avLst>
              <a:gd name="adj1" fmla="val 16247"/>
            </a:avLst>
          </a:prstGeom>
          <a:solidFill>
            <a:srgbClr val="2E6CA4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67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 animBg="1"/>
      <p:bldP spid="34" grpId="0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5" grpId="0"/>
      <p:bldP spid="46" grpId="0"/>
      <p:bldP spid="48" grpId="0"/>
      <p:bldP spid="49" grpId="0"/>
      <p:bldP spid="50" grpId="0"/>
      <p:bldP spid="52" grpId="0"/>
      <p:bldP spid="53" grpId="0"/>
      <p:bldP spid="56" grpId="0"/>
      <p:bldP spid="57" grpId="0"/>
      <p:bldP spid="58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0F0CFB-1A6A-88F3-6013-4E8BB4FF28D9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E507AE-D53A-21F9-658F-7976A6BA6865}"/>
              </a:ext>
            </a:extLst>
          </p:cNvPr>
          <p:cNvSpPr/>
          <p:nvPr/>
        </p:nvSpPr>
        <p:spPr>
          <a:xfrm>
            <a:off x="1437785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2,6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6921EA-66DE-4236-EA25-24685A400D39}"/>
              </a:ext>
            </a:extLst>
          </p:cNvPr>
          <p:cNvSpPr/>
          <p:nvPr/>
        </p:nvSpPr>
        <p:spPr>
          <a:xfrm>
            <a:off x="3707159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1,2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1" name="Plus Sign 20">
            <a:extLst>
              <a:ext uri="{FF2B5EF4-FFF2-40B4-BE49-F238E27FC236}">
                <a16:creationId xmlns:a16="http://schemas.microsoft.com/office/drawing/2014/main" id="{61539A16-9ED8-4344-1832-ADAA73F329E6}"/>
              </a:ext>
            </a:extLst>
          </p:cNvPr>
          <p:cNvSpPr/>
          <p:nvPr/>
        </p:nvSpPr>
        <p:spPr>
          <a:xfrm>
            <a:off x="2852881" y="1712191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4276B90-6D18-CB22-3DA0-0116BC2600F2}"/>
              </a:ext>
            </a:extLst>
          </p:cNvPr>
          <p:cNvSpPr/>
          <p:nvPr/>
        </p:nvSpPr>
        <p:spPr>
          <a:xfrm>
            <a:off x="5465879" y="1612134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3AE787-A772-4014-9DE4-07C4EFBDD25F}"/>
              </a:ext>
            </a:extLst>
          </p:cNvPr>
          <p:cNvSpPr/>
          <p:nvPr/>
        </p:nvSpPr>
        <p:spPr>
          <a:xfrm>
            <a:off x="7008004" y="1180177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3,8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823930-780A-5131-CBBF-A9168083741E}"/>
              </a:ext>
            </a:extLst>
          </p:cNvPr>
          <p:cNvSpPr txBox="1"/>
          <p:nvPr/>
        </p:nvSpPr>
        <p:spPr>
          <a:xfrm>
            <a:off x="2702134" y="375114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EE1007-1159-9C55-2D8C-2C40BE705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3" y="414178"/>
            <a:ext cx="972257" cy="12613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1431CA-657D-5425-81D0-0BF98427B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849" y="2043618"/>
            <a:ext cx="860514" cy="74114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986C27B-FE34-E51C-F7D9-95E86FBC77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21994">
            <a:off x="4049761" y="2091641"/>
            <a:ext cx="652355" cy="56186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0E8CFFF-171B-0A86-22FC-899AA1524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002" y="2043618"/>
            <a:ext cx="860514" cy="74114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0DD1024-98A2-5820-A9AE-2ED0183107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21994">
            <a:off x="8239375" y="2091641"/>
            <a:ext cx="652355" cy="56186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7FC0ABC-5543-E421-07DE-9177B98927B4}"/>
              </a:ext>
            </a:extLst>
          </p:cNvPr>
          <p:cNvSpPr/>
          <p:nvPr/>
        </p:nvSpPr>
        <p:spPr>
          <a:xfrm>
            <a:off x="1437785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4,13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20284A9-BF20-E3C4-AAF2-E5BE4E909D2C}"/>
              </a:ext>
            </a:extLst>
          </p:cNvPr>
          <p:cNvSpPr/>
          <p:nvPr/>
        </p:nvSpPr>
        <p:spPr>
          <a:xfrm>
            <a:off x="3707159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2,4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5" name="Plus Sign 44">
            <a:extLst>
              <a:ext uri="{FF2B5EF4-FFF2-40B4-BE49-F238E27FC236}">
                <a16:creationId xmlns:a16="http://schemas.microsoft.com/office/drawing/2014/main" id="{E146E972-8207-47C9-AA65-FF25DA84035E}"/>
              </a:ext>
            </a:extLst>
          </p:cNvPr>
          <p:cNvSpPr/>
          <p:nvPr/>
        </p:nvSpPr>
        <p:spPr>
          <a:xfrm>
            <a:off x="2852881" y="5270038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Equals 45">
            <a:extLst>
              <a:ext uri="{FF2B5EF4-FFF2-40B4-BE49-F238E27FC236}">
                <a16:creationId xmlns:a16="http://schemas.microsoft.com/office/drawing/2014/main" id="{80B32122-ED64-BCAE-5623-9B18DC7C6E3E}"/>
              </a:ext>
            </a:extLst>
          </p:cNvPr>
          <p:cNvSpPr/>
          <p:nvPr/>
        </p:nvSpPr>
        <p:spPr>
          <a:xfrm>
            <a:off x="5465879" y="5169981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8681936-4DC0-E4E0-E18A-C48138A08639}"/>
              </a:ext>
            </a:extLst>
          </p:cNvPr>
          <p:cNvSpPr/>
          <p:nvPr/>
        </p:nvSpPr>
        <p:spPr>
          <a:xfrm>
            <a:off x="7008004" y="4738024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6,53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F0E1DD-1391-98B5-FE00-9F38AFEC27E8}"/>
              </a:ext>
            </a:extLst>
          </p:cNvPr>
          <p:cNvSpPr txBox="1"/>
          <p:nvPr/>
        </p:nvSpPr>
        <p:spPr>
          <a:xfrm>
            <a:off x="2702134" y="3932961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AEAB7B8-CAD8-FB78-35CB-81A2E70B56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735" y="3840481"/>
            <a:ext cx="1049226" cy="136115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70DB208-8EE6-8F0D-709B-2F34FC58E0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14049">
            <a:off x="1468169" y="5627946"/>
            <a:ext cx="945964" cy="814417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CFFB96C7-8386-AC76-3613-41DC30093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693932">
            <a:off x="3983514" y="5646725"/>
            <a:ext cx="744424" cy="640903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09B1228D-CFDC-6B18-A5CA-2BB20A6382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14049">
            <a:off x="7004445" y="5627946"/>
            <a:ext cx="945964" cy="814417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84D9333-846F-6AAB-AECA-9FDC31C4AB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693932">
            <a:off x="8247942" y="5646725"/>
            <a:ext cx="744424" cy="640903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500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0F0CFB-1A6A-88F3-6013-4E8BB4FF28D9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E507AE-D53A-21F9-658F-7976A6BA6865}"/>
              </a:ext>
            </a:extLst>
          </p:cNvPr>
          <p:cNvSpPr/>
          <p:nvPr/>
        </p:nvSpPr>
        <p:spPr>
          <a:xfrm>
            <a:off x="1437785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0,13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6921EA-66DE-4236-EA25-24685A400D39}"/>
              </a:ext>
            </a:extLst>
          </p:cNvPr>
          <p:cNvSpPr/>
          <p:nvPr/>
        </p:nvSpPr>
        <p:spPr>
          <a:xfrm>
            <a:off x="3707159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2,25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1" name="Plus Sign 20">
            <a:extLst>
              <a:ext uri="{FF2B5EF4-FFF2-40B4-BE49-F238E27FC236}">
                <a16:creationId xmlns:a16="http://schemas.microsoft.com/office/drawing/2014/main" id="{61539A16-9ED8-4344-1832-ADAA73F329E6}"/>
              </a:ext>
            </a:extLst>
          </p:cNvPr>
          <p:cNvSpPr/>
          <p:nvPr/>
        </p:nvSpPr>
        <p:spPr>
          <a:xfrm>
            <a:off x="2852881" y="1712191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4276B90-6D18-CB22-3DA0-0116BC2600F2}"/>
              </a:ext>
            </a:extLst>
          </p:cNvPr>
          <p:cNvSpPr/>
          <p:nvPr/>
        </p:nvSpPr>
        <p:spPr>
          <a:xfrm>
            <a:off x="5465879" y="1612134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3AE787-A772-4014-9DE4-07C4EFBDD25F}"/>
              </a:ext>
            </a:extLst>
          </p:cNvPr>
          <p:cNvSpPr/>
          <p:nvPr/>
        </p:nvSpPr>
        <p:spPr>
          <a:xfrm>
            <a:off x="7008004" y="1180177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2,38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823930-780A-5131-CBBF-A9168083741E}"/>
              </a:ext>
            </a:extLst>
          </p:cNvPr>
          <p:cNvSpPr txBox="1"/>
          <p:nvPr/>
        </p:nvSpPr>
        <p:spPr>
          <a:xfrm>
            <a:off x="2702134" y="375114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EE1007-1159-9C55-2D8C-2C40BE705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3" y="414178"/>
            <a:ext cx="972257" cy="1261305"/>
          </a:xfrm>
          <a:prstGeom prst="rect">
            <a:avLst/>
          </a:prstGeom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7FC0ABC-5543-E421-07DE-9177B98927B4}"/>
              </a:ext>
            </a:extLst>
          </p:cNvPr>
          <p:cNvSpPr/>
          <p:nvPr/>
        </p:nvSpPr>
        <p:spPr>
          <a:xfrm>
            <a:off x="1437785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3,46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20284A9-BF20-E3C4-AAF2-E5BE4E909D2C}"/>
              </a:ext>
            </a:extLst>
          </p:cNvPr>
          <p:cNvSpPr/>
          <p:nvPr/>
        </p:nvSpPr>
        <p:spPr>
          <a:xfrm>
            <a:off x="3707159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1,27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5" name="Plus Sign 44">
            <a:extLst>
              <a:ext uri="{FF2B5EF4-FFF2-40B4-BE49-F238E27FC236}">
                <a16:creationId xmlns:a16="http://schemas.microsoft.com/office/drawing/2014/main" id="{E146E972-8207-47C9-AA65-FF25DA84035E}"/>
              </a:ext>
            </a:extLst>
          </p:cNvPr>
          <p:cNvSpPr/>
          <p:nvPr/>
        </p:nvSpPr>
        <p:spPr>
          <a:xfrm>
            <a:off x="2852881" y="5270038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Equals 45">
            <a:extLst>
              <a:ext uri="{FF2B5EF4-FFF2-40B4-BE49-F238E27FC236}">
                <a16:creationId xmlns:a16="http://schemas.microsoft.com/office/drawing/2014/main" id="{80B32122-ED64-BCAE-5623-9B18DC7C6E3E}"/>
              </a:ext>
            </a:extLst>
          </p:cNvPr>
          <p:cNvSpPr/>
          <p:nvPr/>
        </p:nvSpPr>
        <p:spPr>
          <a:xfrm>
            <a:off x="5465879" y="5169981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8681936-4DC0-E4E0-E18A-C48138A08639}"/>
              </a:ext>
            </a:extLst>
          </p:cNvPr>
          <p:cNvSpPr/>
          <p:nvPr/>
        </p:nvSpPr>
        <p:spPr>
          <a:xfrm>
            <a:off x="7008004" y="4738024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4,73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F0E1DD-1391-98B5-FE00-9F38AFEC27E8}"/>
              </a:ext>
            </a:extLst>
          </p:cNvPr>
          <p:cNvSpPr txBox="1"/>
          <p:nvPr/>
        </p:nvSpPr>
        <p:spPr>
          <a:xfrm>
            <a:off x="2702134" y="3932961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AEAB7B8-CAD8-FB78-35CB-81A2E70B56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735" y="3840481"/>
            <a:ext cx="1049226" cy="1361158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67B88CE-8ABF-7673-2E68-3106DF76A7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69252">
            <a:off x="1713583" y="2137003"/>
            <a:ext cx="541269" cy="46618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190F3F38-0105-7995-8B7F-C492DCB386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60500">
            <a:off x="3930335" y="1954305"/>
            <a:ext cx="965516" cy="83158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7CD20890-26E4-AE56-CF6D-FDB7F82AC6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69252">
            <a:off x="7247609" y="2137003"/>
            <a:ext cx="541269" cy="46618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D76FBDE4-B7A2-9C06-07B8-7AB429992C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60500">
            <a:off x="7987987" y="1954305"/>
            <a:ext cx="965516" cy="83158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8271B9C4-8EA5-DCA7-3162-E5B6B3C951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383">
            <a:off x="1448682" y="5486400"/>
            <a:ext cx="1085668" cy="93469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B36E3C1D-CB3A-9B54-76F3-23B2875DFA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4555">
            <a:off x="4077582" y="5657850"/>
            <a:ext cx="665254" cy="57274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26CDED4B-CFAB-B8F3-3F47-39833CF04D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383">
            <a:off x="7049383" y="5486400"/>
            <a:ext cx="1085668" cy="93469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746BFB41-905F-B1E6-EE63-2AB6826ADE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4555">
            <a:off x="8268583" y="5657850"/>
            <a:ext cx="665254" cy="57274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22210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0,27  +  0,11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942965" y="3769995"/>
            <a:ext cx="2930766" cy="538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74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 +  0,5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12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0,16  +  0,3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993339"/>
              </p:ext>
            </p:extLst>
          </p:nvPr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 flipV="1">
            <a:off x="5844877" y="3757353"/>
            <a:ext cx="2974927" cy="292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D0F488-926E-75F5-F136-DE6E3525FC8C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 +  0,5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C57577D6-A176-29C2-0C5F-60CB07CEEE4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669DAAD-82EE-405E-3081-410BE82A48D8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705297-0C18-F3F7-7B1F-1F3820A741E8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DCF0E61-9B38-1967-22A5-E68DEFBD20E2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B93A51-2170-EB99-7708-3295048B7B5D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1A69C6-66C7-B6CE-4DA8-70A6B1C59B27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4972C8-8326-7BAE-C6F3-DAD64BC1A58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63DC77-77A3-1385-395E-9CB4E228D520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9C6D07-A0D3-8C6E-1B08-833750238146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AC98C9-DFC2-97D2-8DF8-E819E69F2B7F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1E25B5A-66BF-4C37-C03A-A74C3EE7A931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C41AF3-A326-B945-39AC-D1B24649BC93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2E9962-D039-9BEC-8155-2DC3B3A02582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8C0E29-A66F-21DA-E379-F75C5B1FCC7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9132AB1-DAD3-D699-658B-4DA402218C03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3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  +  0,29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946884"/>
              </p:ext>
            </p:extLst>
          </p:nvPr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>
            <a:off x="5935288" y="3732415"/>
            <a:ext cx="3067396" cy="914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C79D50-8598-B9E2-9306-1F5C4B50E8B0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 +  0,5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BC8B3D63-F415-803B-FBC4-69DB26326A56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E405828-FE7C-B11A-BB41-817802FAACBA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3208221-EAA0-43A2-F65F-0C5F5D1EA8A7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84EA695-F9A4-3A4B-A795-67A6C697A6EF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DF09DA-8DD9-99DA-64B6-82D04144E8A6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DC4F5C-7B86-3361-4CDB-1B87D651804C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F99995-99BB-EDFE-4DE1-732182E1FDE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4006FF-D4D1-4B95-ADAD-4E16DB0BBDF6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17C550-7732-D7D1-B3E2-014DD6F44722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CF14D3-890D-E70E-E63D-4A3E26E40CE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B2232FA-5BCB-97CA-6D67-FCD7353B95A8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00DE54-11FC-73EA-8553-24F9DDB11CDE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2C7A57-344E-2022-0164-83A93E9361AA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BB2425-6E0D-819C-CD1A-8525CEA45948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63F0759-FC8D-46BB-CAF4-A9CCE0E84465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1B2AB4-82ED-CE9D-6517-651748FE0CC2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630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2,24  +  0,6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 flipV="1">
            <a:off x="6027757" y="3757353"/>
            <a:ext cx="2742170" cy="458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B48AEC-9180-E5E1-0E53-48577B0025CD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 +  0,5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19C6CA53-FBA1-C77B-2BAA-2C1F349D885F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C897691-E3A2-9E5C-DD53-923FD3A93094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0EE6C3-24A3-E8AB-B521-251C207DBA49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709C57A-F820-C3E5-9389-87CE3FAC08F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F39F7C-FBAD-AA3F-C07D-7B9794098378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877778D-5393-24A9-D666-A12B2E05D48A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A222ED-0A6A-46A9-5855-0D61983851A9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69FD97-C401-3F4E-8A1A-DE979BC21F21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04477B-9EFF-5BC4-21B3-1624026C8C99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592674-EDB4-27B1-BFC1-058507EC11D9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598DC23-5EAA-D1D0-C474-AF67F216FDD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2F6DF9-236F-39BA-7403-754AA77B1DA3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3E1987-CF0F-D385-8CC4-B42AFC2630ED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D2B3FE-1923-A78A-64C5-F12557B20F1A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549635D-20C4-B568-33F5-D0DDC0ACFB14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474E91-8669-07EA-57A0-179EB1D434A6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621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1,41  +  2,3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 flipV="1">
            <a:off x="5976851" y="3807229"/>
            <a:ext cx="2934393" cy="166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BC99AF-9F1A-0065-825D-00CFD63CBA11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 +  0,5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66045C8F-0AF9-C995-E715-57AF01604C0D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6857BB9-9705-2252-1906-561514D1C992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E5541D-1CFE-57D6-EF90-82062D8E56DB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1A90497-2ACB-DA97-FA45-0162CB63FB0D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5EFF5F-4360-0639-FF0D-F48F92DBCD19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98F47B4-97F4-BCEF-2057-35CE37B0A30D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9DDD4B-E42C-C05F-0DF8-8A0379BDC89F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FDC452-321D-6812-DDE4-D18843C12904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148E4B-832A-CB46-AEEE-0428E5C1BC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B93CAD-E9CB-59E4-778B-90767B422C26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E196919-E2FA-EA75-9493-F4BF7D99177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4BB554-59E6-B25B-67D6-BC985718F502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C25B64-3CD7-256E-11AA-294F9A31E5A1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D24FB7-AF03-7365-E46A-590BD4362BAA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30FFF4F-2497-7F93-2765-BD974799E3CB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A8C9CA-DA88-23F3-9D82-3A6BFEE9A864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33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3,5  +  1,6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885825" y="3752850"/>
            <a:ext cx="2209800" cy="666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44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0,36  +  0,27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633986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984529" y="3745057"/>
            <a:ext cx="2872576" cy="621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5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2,54  +  2,39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59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0D66B-5488-39AA-299D-59B87F92E681}"/>
              </a:ext>
            </a:extLst>
          </p:cNvPr>
          <p:cNvSpPr txBox="1"/>
          <p:nvPr/>
        </p:nvSpPr>
        <p:spPr>
          <a:xfrm>
            <a:off x="637879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0,25  +  0,18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6934E-B4C8-1265-DA3B-978646477411}"/>
              </a:ext>
            </a:extLst>
          </p:cNvPr>
          <p:cNvSpPr txBox="1"/>
          <p:nvPr/>
        </p:nvSpPr>
        <p:spPr>
          <a:xfrm>
            <a:off x="679910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AB16D3EE-D29A-D323-F3ED-E7DACD362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923455"/>
              </p:ext>
            </p:extLst>
          </p:nvPr>
        </p:nvGraphicFramePr>
        <p:xfrm>
          <a:off x="529292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67A65A6-8EF9-0A1D-2644-9D4A6978CF06}"/>
              </a:ext>
            </a:extLst>
          </p:cNvPr>
          <p:cNvSpPr txBox="1"/>
          <p:nvPr/>
        </p:nvSpPr>
        <p:spPr>
          <a:xfrm>
            <a:off x="803664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FFDC1-E9F1-090D-783B-379ED75DEBFE}"/>
              </a:ext>
            </a:extLst>
          </p:cNvPr>
          <p:cNvCxnSpPr>
            <a:cxnSpLocks/>
          </p:cNvCxnSpPr>
          <p:nvPr/>
        </p:nvCxnSpPr>
        <p:spPr>
          <a:xfrm flipV="1">
            <a:off x="6043170" y="3732415"/>
            <a:ext cx="2776634" cy="957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D7DD13-9B91-AAF1-87AC-A89AD1BF1063}"/>
              </a:ext>
            </a:extLst>
          </p:cNvPr>
          <p:cNvSpPr txBox="1"/>
          <p:nvPr/>
        </p:nvSpPr>
        <p:spPr>
          <a:xfrm>
            <a:off x="719497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5439D-7916-0FF5-2118-9DBA3DA0F5B4}"/>
              </a:ext>
            </a:extLst>
          </p:cNvPr>
          <p:cNvSpPr txBox="1"/>
          <p:nvPr/>
        </p:nvSpPr>
        <p:spPr>
          <a:xfrm>
            <a:off x="633651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EF72F1-710F-73AF-79F5-179A9AB5ECF2}"/>
              </a:ext>
            </a:extLst>
          </p:cNvPr>
          <p:cNvSpPr/>
          <p:nvPr/>
        </p:nvSpPr>
        <p:spPr>
          <a:xfrm>
            <a:off x="692050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ED837E-675C-6AD4-CCA3-990D366EC2C5}"/>
              </a:ext>
            </a:extLst>
          </p:cNvPr>
          <p:cNvSpPr txBox="1"/>
          <p:nvPr/>
        </p:nvSpPr>
        <p:spPr>
          <a:xfrm>
            <a:off x="545545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DDA4A8-FCEB-9229-B8AA-6492A1E5E63A}"/>
              </a:ext>
            </a:extLst>
          </p:cNvPr>
          <p:cNvSpPr txBox="1"/>
          <p:nvPr/>
        </p:nvSpPr>
        <p:spPr>
          <a:xfrm>
            <a:off x="721265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33951D-94C7-6FC9-8DF3-8B1912EBA668}"/>
              </a:ext>
            </a:extLst>
          </p:cNvPr>
          <p:cNvSpPr txBox="1"/>
          <p:nvPr/>
        </p:nvSpPr>
        <p:spPr>
          <a:xfrm>
            <a:off x="803664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BD656-8D47-A362-EA41-024263A320AC}"/>
              </a:ext>
            </a:extLst>
          </p:cNvPr>
          <p:cNvSpPr txBox="1"/>
          <p:nvPr/>
        </p:nvSpPr>
        <p:spPr>
          <a:xfrm>
            <a:off x="719497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8A299-DC9C-D968-63D9-73975364F963}"/>
              </a:ext>
            </a:extLst>
          </p:cNvPr>
          <p:cNvSpPr txBox="1"/>
          <p:nvPr/>
        </p:nvSpPr>
        <p:spPr>
          <a:xfrm>
            <a:off x="633651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3977E3-EFE8-FCCC-C917-75E178C24D76}"/>
              </a:ext>
            </a:extLst>
          </p:cNvPr>
          <p:cNvSpPr/>
          <p:nvPr/>
        </p:nvSpPr>
        <p:spPr>
          <a:xfrm>
            <a:off x="692050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4B46E-B27D-FEDD-C6FB-DD083DDF452B}"/>
              </a:ext>
            </a:extLst>
          </p:cNvPr>
          <p:cNvSpPr txBox="1"/>
          <p:nvPr/>
        </p:nvSpPr>
        <p:spPr>
          <a:xfrm>
            <a:off x="803664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E89A80-FF43-ACCA-A37B-FFBB883A8106}"/>
              </a:ext>
            </a:extLst>
          </p:cNvPr>
          <p:cNvSpPr txBox="1"/>
          <p:nvPr/>
        </p:nvSpPr>
        <p:spPr>
          <a:xfrm>
            <a:off x="719497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35335C-9D80-C13F-74FF-D364D5BAC9D1}"/>
              </a:ext>
            </a:extLst>
          </p:cNvPr>
          <p:cNvSpPr txBox="1"/>
          <p:nvPr/>
        </p:nvSpPr>
        <p:spPr>
          <a:xfrm>
            <a:off x="633651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9440576-FA49-FF4A-C2E9-A42AC01488C8}"/>
              </a:ext>
            </a:extLst>
          </p:cNvPr>
          <p:cNvSpPr/>
          <p:nvPr/>
        </p:nvSpPr>
        <p:spPr>
          <a:xfrm>
            <a:off x="692050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CAA197-DBA3-EC02-6B10-7BF275826781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2,54  +  2,39</a:t>
            </a:r>
          </a:p>
        </p:txBody>
      </p:sp>
      <p:graphicFrame>
        <p:nvGraphicFramePr>
          <p:cNvPr id="33" name="Table 6">
            <a:extLst>
              <a:ext uri="{FF2B5EF4-FFF2-40B4-BE49-F238E27FC236}">
                <a16:creationId xmlns:a16="http://schemas.microsoft.com/office/drawing/2014/main" id="{0D65D360-B573-6533-11EB-671D1A6CC33A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8A0D927A-C91C-B1D5-CB3B-A80A4C2A33A5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E6D2F1B-246E-A249-F3C7-782ED624B285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6FCE40A-53A6-30C7-DC96-9CE3B2801CD4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091D64-5F99-4C88-356D-5ABCB72F435D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E8AF872-C521-3E04-119A-A4F3C73A3709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6188C0-069B-6288-1694-6DA08FE59150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3B9616-2BA3-614F-A14D-A147B31273C7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7702DE-599E-1560-CAFB-85E8C59D845D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794389-B17E-3026-F849-FC4972DB4404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C286D6-BF22-DB5D-0477-ABA45A276F38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A50DA6E-7A43-85DA-DDD5-4694A9DF549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A5931A-9974-9D10-41D5-626D17FC3179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D1DAE5-EDDB-4943-E028-205470BA745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6594C2-E3A4-99F2-B842-039EBE3F28F6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51D8F8B-1589-A3DC-687A-04EE9479A1C4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37DF20-FCBD-3B2A-1424-1FF69E241F3B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90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 animBg="1"/>
      <p:bldP spid="24" grpId="0"/>
      <p:bldP spid="30" grpId="0"/>
      <p:bldP spid="31" grpId="0"/>
      <p:bldP spid="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0D66B-5488-39AA-299D-59B87F92E681}"/>
              </a:ext>
            </a:extLst>
          </p:cNvPr>
          <p:cNvSpPr txBox="1"/>
          <p:nvPr/>
        </p:nvSpPr>
        <p:spPr>
          <a:xfrm>
            <a:off x="637879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0,56  +  0,26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6934E-B4C8-1265-DA3B-978646477411}"/>
              </a:ext>
            </a:extLst>
          </p:cNvPr>
          <p:cNvSpPr txBox="1"/>
          <p:nvPr/>
        </p:nvSpPr>
        <p:spPr>
          <a:xfrm>
            <a:off x="679910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AB16D3EE-D29A-D323-F3ED-E7DACD362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186441"/>
              </p:ext>
            </p:extLst>
          </p:nvPr>
        </p:nvGraphicFramePr>
        <p:xfrm>
          <a:off x="529292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67A65A6-8EF9-0A1D-2644-9D4A6978CF06}"/>
              </a:ext>
            </a:extLst>
          </p:cNvPr>
          <p:cNvSpPr txBox="1"/>
          <p:nvPr/>
        </p:nvSpPr>
        <p:spPr>
          <a:xfrm>
            <a:off x="803664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FFDC1-E9F1-090D-783B-379ED75DEBFE}"/>
              </a:ext>
            </a:extLst>
          </p:cNvPr>
          <p:cNvCxnSpPr>
            <a:cxnSpLocks/>
          </p:cNvCxnSpPr>
          <p:nvPr/>
        </p:nvCxnSpPr>
        <p:spPr>
          <a:xfrm flipV="1">
            <a:off x="5984981" y="3724102"/>
            <a:ext cx="2859761" cy="8745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D7DD13-9B91-AAF1-87AC-A89AD1BF1063}"/>
              </a:ext>
            </a:extLst>
          </p:cNvPr>
          <p:cNvSpPr txBox="1"/>
          <p:nvPr/>
        </p:nvSpPr>
        <p:spPr>
          <a:xfrm>
            <a:off x="719497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5439D-7916-0FF5-2118-9DBA3DA0F5B4}"/>
              </a:ext>
            </a:extLst>
          </p:cNvPr>
          <p:cNvSpPr txBox="1"/>
          <p:nvPr/>
        </p:nvSpPr>
        <p:spPr>
          <a:xfrm>
            <a:off x="633651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EF72F1-710F-73AF-79F5-179A9AB5ECF2}"/>
              </a:ext>
            </a:extLst>
          </p:cNvPr>
          <p:cNvSpPr/>
          <p:nvPr/>
        </p:nvSpPr>
        <p:spPr>
          <a:xfrm>
            <a:off x="692050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ED837E-675C-6AD4-CCA3-990D366EC2C5}"/>
              </a:ext>
            </a:extLst>
          </p:cNvPr>
          <p:cNvSpPr txBox="1"/>
          <p:nvPr/>
        </p:nvSpPr>
        <p:spPr>
          <a:xfrm>
            <a:off x="545545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DDA4A8-FCEB-9229-B8AA-6492A1E5E63A}"/>
              </a:ext>
            </a:extLst>
          </p:cNvPr>
          <p:cNvSpPr txBox="1"/>
          <p:nvPr/>
        </p:nvSpPr>
        <p:spPr>
          <a:xfrm>
            <a:off x="721265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33951D-94C7-6FC9-8DF3-8B1912EBA668}"/>
              </a:ext>
            </a:extLst>
          </p:cNvPr>
          <p:cNvSpPr txBox="1"/>
          <p:nvPr/>
        </p:nvSpPr>
        <p:spPr>
          <a:xfrm>
            <a:off x="803664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BD656-8D47-A362-EA41-024263A320AC}"/>
              </a:ext>
            </a:extLst>
          </p:cNvPr>
          <p:cNvSpPr txBox="1"/>
          <p:nvPr/>
        </p:nvSpPr>
        <p:spPr>
          <a:xfrm>
            <a:off x="719497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8A299-DC9C-D968-63D9-73975364F963}"/>
              </a:ext>
            </a:extLst>
          </p:cNvPr>
          <p:cNvSpPr txBox="1"/>
          <p:nvPr/>
        </p:nvSpPr>
        <p:spPr>
          <a:xfrm>
            <a:off x="633651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3977E3-EFE8-FCCC-C917-75E178C24D76}"/>
              </a:ext>
            </a:extLst>
          </p:cNvPr>
          <p:cNvSpPr/>
          <p:nvPr/>
        </p:nvSpPr>
        <p:spPr>
          <a:xfrm>
            <a:off x="692050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4B46E-B27D-FEDD-C6FB-DD083DDF452B}"/>
              </a:ext>
            </a:extLst>
          </p:cNvPr>
          <p:cNvSpPr txBox="1"/>
          <p:nvPr/>
        </p:nvSpPr>
        <p:spPr>
          <a:xfrm>
            <a:off x="803664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E89A80-FF43-ACCA-A37B-FFBB883A8106}"/>
              </a:ext>
            </a:extLst>
          </p:cNvPr>
          <p:cNvSpPr txBox="1"/>
          <p:nvPr/>
        </p:nvSpPr>
        <p:spPr>
          <a:xfrm>
            <a:off x="719497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35335C-9D80-C13F-74FF-D364D5BAC9D1}"/>
              </a:ext>
            </a:extLst>
          </p:cNvPr>
          <p:cNvSpPr txBox="1"/>
          <p:nvPr/>
        </p:nvSpPr>
        <p:spPr>
          <a:xfrm>
            <a:off x="633651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9440576-FA49-FF4A-C2E9-A42AC01488C8}"/>
              </a:ext>
            </a:extLst>
          </p:cNvPr>
          <p:cNvSpPr/>
          <p:nvPr/>
        </p:nvSpPr>
        <p:spPr>
          <a:xfrm>
            <a:off x="692050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273267-9FC7-B8F8-F78E-22D709D691BC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2,54  +  2,39</a:t>
            </a:r>
          </a:p>
        </p:txBody>
      </p:sp>
      <p:graphicFrame>
        <p:nvGraphicFramePr>
          <p:cNvPr id="33" name="Table 6">
            <a:extLst>
              <a:ext uri="{FF2B5EF4-FFF2-40B4-BE49-F238E27FC236}">
                <a16:creationId xmlns:a16="http://schemas.microsoft.com/office/drawing/2014/main" id="{BBEFE0A4-DF6C-418A-3730-8E84A1DC7A6B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E3873EF0-8603-1272-B258-09573754461A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BEE21F2-D5C4-8AD1-3FE1-E9EDE53B0587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7D9C773-44F3-06A9-E407-2C03C50CD341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AF4214-7EAB-FD99-2271-3699B7E975FB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11B9221-340E-5904-7235-8B6583B0E196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A9CE7E-3510-3C5E-14D3-92D85531D2F5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76B364-83D6-5DEC-DF0A-D30836DD422E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B02A21-3FF4-1239-3F47-AD8BFA90E12A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C91781-5FFE-7D59-849E-417155185570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4CABF78-F470-D124-1607-235BD4095BFA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43667AD-6394-BA0F-C68A-B36B417A0779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D7F1F1-560D-2732-DD1B-3C2A5FBD2DB8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73F0D22-3B49-FE5C-9E86-FF56FE49BC3F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186C658-6D1D-D497-A45B-286783BDAA79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6FAE2AE-788F-0E34-A893-26E7E75FC3D1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CE527-8E36-30BE-7BA2-18D8C3C79DAF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87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 animBg="1"/>
      <p:bldP spid="24" grpId="0"/>
      <p:bldP spid="30" grpId="0"/>
      <p:bldP spid="31" grpId="0"/>
      <p:bldP spid="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0D66B-5488-39AA-299D-59B87F92E681}"/>
              </a:ext>
            </a:extLst>
          </p:cNvPr>
          <p:cNvSpPr txBox="1"/>
          <p:nvPr/>
        </p:nvSpPr>
        <p:spPr>
          <a:xfrm>
            <a:off x="6378797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3,47  +  1,33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6934E-B4C8-1265-DA3B-978646477411}"/>
              </a:ext>
            </a:extLst>
          </p:cNvPr>
          <p:cNvSpPr txBox="1"/>
          <p:nvPr/>
        </p:nvSpPr>
        <p:spPr>
          <a:xfrm>
            <a:off x="679910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AB16D3EE-D29A-D323-F3ED-E7DACD362401}"/>
              </a:ext>
            </a:extLst>
          </p:cNvPr>
          <p:cNvGraphicFramePr>
            <a:graphicFrameLocks noGrp="1"/>
          </p:cNvGraphicFramePr>
          <p:nvPr/>
        </p:nvGraphicFramePr>
        <p:xfrm>
          <a:off x="529292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67A65A6-8EF9-0A1D-2644-9D4A6978CF06}"/>
              </a:ext>
            </a:extLst>
          </p:cNvPr>
          <p:cNvSpPr txBox="1"/>
          <p:nvPr/>
        </p:nvSpPr>
        <p:spPr>
          <a:xfrm>
            <a:off x="803664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FFDC1-E9F1-090D-783B-379ED75DEBFE}"/>
              </a:ext>
            </a:extLst>
          </p:cNvPr>
          <p:cNvCxnSpPr>
            <a:cxnSpLocks/>
          </p:cNvCxnSpPr>
          <p:nvPr/>
        </p:nvCxnSpPr>
        <p:spPr>
          <a:xfrm>
            <a:off x="6035040" y="3749040"/>
            <a:ext cx="2834640" cy="997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D7DD13-9B91-AAF1-87AC-A89AD1BF1063}"/>
              </a:ext>
            </a:extLst>
          </p:cNvPr>
          <p:cNvSpPr txBox="1"/>
          <p:nvPr/>
        </p:nvSpPr>
        <p:spPr>
          <a:xfrm>
            <a:off x="719497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5439D-7916-0FF5-2118-9DBA3DA0F5B4}"/>
              </a:ext>
            </a:extLst>
          </p:cNvPr>
          <p:cNvSpPr txBox="1"/>
          <p:nvPr/>
        </p:nvSpPr>
        <p:spPr>
          <a:xfrm>
            <a:off x="633651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EF72F1-710F-73AF-79F5-179A9AB5ECF2}"/>
              </a:ext>
            </a:extLst>
          </p:cNvPr>
          <p:cNvSpPr/>
          <p:nvPr/>
        </p:nvSpPr>
        <p:spPr>
          <a:xfrm>
            <a:off x="692050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ED837E-675C-6AD4-CCA3-990D366EC2C5}"/>
              </a:ext>
            </a:extLst>
          </p:cNvPr>
          <p:cNvSpPr txBox="1"/>
          <p:nvPr/>
        </p:nvSpPr>
        <p:spPr>
          <a:xfrm>
            <a:off x="545545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DDA4A8-FCEB-9229-B8AA-6492A1E5E63A}"/>
              </a:ext>
            </a:extLst>
          </p:cNvPr>
          <p:cNvSpPr txBox="1"/>
          <p:nvPr/>
        </p:nvSpPr>
        <p:spPr>
          <a:xfrm>
            <a:off x="721265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33951D-94C7-6FC9-8DF3-8B1912EBA668}"/>
              </a:ext>
            </a:extLst>
          </p:cNvPr>
          <p:cNvSpPr txBox="1"/>
          <p:nvPr/>
        </p:nvSpPr>
        <p:spPr>
          <a:xfrm>
            <a:off x="803664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BD656-8D47-A362-EA41-024263A320AC}"/>
              </a:ext>
            </a:extLst>
          </p:cNvPr>
          <p:cNvSpPr txBox="1"/>
          <p:nvPr/>
        </p:nvSpPr>
        <p:spPr>
          <a:xfrm>
            <a:off x="719497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8A299-DC9C-D968-63D9-73975364F963}"/>
              </a:ext>
            </a:extLst>
          </p:cNvPr>
          <p:cNvSpPr txBox="1"/>
          <p:nvPr/>
        </p:nvSpPr>
        <p:spPr>
          <a:xfrm>
            <a:off x="633651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3977E3-EFE8-FCCC-C917-75E178C24D76}"/>
              </a:ext>
            </a:extLst>
          </p:cNvPr>
          <p:cNvSpPr/>
          <p:nvPr/>
        </p:nvSpPr>
        <p:spPr>
          <a:xfrm>
            <a:off x="692050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4B46E-B27D-FEDD-C6FB-DD083DDF452B}"/>
              </a:ext>
            </a:extLst>
          </p:cNvPr>
          <p:cNvSpPr txBox="1"/>
          <p:nvPr/>
        </p:nvSpPr>
        <p:spPr>
          <a:xfrm>
            <a:off x="803664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E89A80-FF43-ACCA-A37B-FFBB883A8106}"/>
              </a:ext>
            </a:extLst>
          </p:cNvPr>
          <p:cNvSpPr txBox="1"/>
          <p:nvPr/>
        </p:nvSpPr>
        <p:spPr>
          <a:xfrm>
            <a:off x="719497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35335C-9D80-C13F-74FF-D364D5BAC9D1}"/>
              </a:ext>
            </a:extLst>
          </p:cNvPr>
          <p:cNvSpPr txBox="1"/>
          <p:nvPr/>
        </p:nvSpPr>
        <p:spPr>
          <a:xfrm>
            <a:off x="633651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9440576-FA49-FF4A-C2E9-A42AC01488C8}"/>
              </a:ext>
            </a:extLst>
          </p:cNvPr>
          <p:cNvSpPr/>
          <p:nvPr/>
        </p:nvSpPr>
        <p:spPr>
          <a:xfrm>
            <a:off x="692050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B763B4-0B8A-C683-8552-572BA866A4AB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2,54  +  2,39</a:t>
            </a:r>
          </a:p>
        </p:txBody>
      </p:sp>
      <p:graphicFrame>
        <p:nvGraphicFramePr>
          <p:cNvPr id="33" name="Table 6">
            <a:extLst>
              <a:ext uri="{FF2B5EF4-FFF2-40B4-BE49-F238E27FC236}">
                <a16:creationId xmlns:a16="http://schemas.microsoft.com/office/drawing/2014/main" id="{15ED8349-198D-CB80-2C74-EBF47526F3EB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0675856F-2512-88CE-79CE-10A9B46B3BB9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66B61F2-C8FC-2F32-7D1F-85ED5DBE2194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B44956F-05D0-E916-A58D-E99B42984D2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517EE8-6264-8BC8-2AFD-3E234BDE5992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0BFC1D1-2EFD-7974-53C6-5FAC8A08AFFC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0BEA41-4428-7B15-A4D8-A3A37823BC41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9BF2EA-E641-2BC5-0256-2EB24FA446A2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F29540-E6DA-F434-4E1C-DF7CC9D5AF33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7A4AEFF-2119-0C81-7565-2DBDDDBF0985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2F4500-F29E-45A5-E894-738F236A3A5B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00C962D-3FC3-C26F-148E-FAF30ED045A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CBA6BC-B38D-C3BA-B6EA-C85EA0A5700E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554A36-FD67-609F-5CF3-566DC57440E9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0616DD2-9A75-4A5A-ECA1-4C6A46C4C3EE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7005537-33F7-14EF-9EF0-711A3043E797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348BF3-3153-4263-5038-063314ADC8E2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05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 animBg="1"/>
      <p:bldP spid="24" grpId="0"/>
      <p:bldP spid="30" grpId="0"/>
      <p:bldP spid="31" grpId="0"/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0,55  +  0,68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1100908" y="3740727"/>
            <a:ext cx="2764510" cy="708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619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1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719455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289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1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502042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2,37  +  0,9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911763" y="3769995"/>
            <a:ext cx="3130570" cy="446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4DEBB6-2E08-DCB3-EF1F-2D569C380405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95131436-78D2-3E8B-E466-043C4D1E3C90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87DCFBCB-2631-DE55-48ED-CECAD11323E2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4CADCB6-D4DB-13F5-56B9-E4784FFB9E94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E8CAF72-B8C1-B96B-E88C-48C89546D09C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4229B5-8351-64D6-A3D6-EDFAE1ED4E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C0E61D9-59A6-A588-587F-0FDB9219BCE7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000CD2-099F-B31C-D75F-4D12A0648876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BC19D4-3EA9-3D0D-B930-ADE63958507E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EE5EC8-74BE-F153-B797-EDCEA47AB3C3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89BE90-D9AD-A67D-7B5C-F765AF3A3EB0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8746A6-A316-9687-4CDE-49417E73E91A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2010D2-1C66-A2A9-449A-20B0F86B8A83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10CA7F6-EE94-0784-4660-46F989238A6D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0D117C-6C86-276B-202B-464B0E94E929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78121B-A916-FC29-E1AB-1B2D7ABAAAD6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FACA8C-725F-2E27-04C9-0B02EE92BDC3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DC157BAA-73EB-6A42-B2DD-A8DB67DCFBCD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E2C15B-E665-E5D5-734B-559F059B24F0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66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2,75  +  4,42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>
            <a:off x="5744095" y="3738305"/>
            <a:ext cx="3258589" cy="763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365969-5FA1-5E44-436B-5259899B21A8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17" name="Table 6">
            <a:extLst>
              <a:ext uri="{FF2B5EF4-FFF2-40B4-BE49-F238E27FC236}">
                <a16:creationId xmlns:a16="http://schemas.microsoft.com/office/drawing/2014/main" id="{1348FE9B-CC37-A090-D0ED-BC8C4AD2BEA3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1FD1ACE6-D4B5-EEAE-D33C-B745B25E7571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CB313A9-90B7-6216-9298-5C0FE463C173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72D638D-E9DF-3F67-F608-E47D72855441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2CC055-9EC4-4570-5A9B-BE8624FF6098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1CA0D37-4892-2415-9601-A102EE3E73A4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115796-D4A1-2F7E-CD10-F7E7EA950D59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2518FB-E320-7EEC-B192-A2F0ED2A1846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C022DB0-C2EB-ABEC-DF29-B2C2DB39CC1E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FE0EA1-0213-A659-2DA0-45DFD5F47D8D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024C0B-2711-9A92-2FBF-2863BA9050D2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1B85F46-E1EA-E55C-F526-DA7B6E012CAD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B210B91-10C7-52E4-8FBA-4855AAB92388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AB1A7CF-36C2-C9FE-FD4F-FE2646A742D1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140FC8F-E54B-4365-07A1-B2352892B517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B29FEBA-33E7-5C46-4032-59EC5D31BB74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0B6D7D9-E9D0-4BBF-994E-972C849796C0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120A0B-EB81-CA92-3C19-73AEF46DD2DF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502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0,73  +  0,68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193903"/>
              </p:ext>
            </p:extLst>
          </p:nvPr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752407" y="3769995"/>
            <a:ext cx="3289926" cy="446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4DB428-1668-18DB-C530-8FFA7F846BFE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9231C00F-6952-1C78-F07F-8B94CF4437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40371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A002ADB7-7AC0-0C4B-7C6B-F4945A79205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0FFD3EF-AC28-7FD8-F0E7-D478AAB71A96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C22E6D3-F469-F303-D528-FF98CCE5FAFA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2140CE-9D3E-7408-D84C-C206C4F583A5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0639568-CDF4-3758-B30D-D1F993D910EA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6A7FBFB-4F60-5F72-EAE6-A83AC89F5FFD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D21142-3B90-3B30-C597-367F7B0A599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F310EA2-3220-C164-8D53-DBD918FBF459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6818FB-C116-A47F-F878-ACC439BF39A2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AE10515-2175-7CF2-EA81-E39B48A17CD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C926DFA-8D79-B7BA-5B00-FB786602FD2C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A66AE92-DF68-3380-63C9-0B5AB4A1C6B2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7BDFFB3-DECF-4B22-8E8F-DEBFB90DF2D3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F0F963A-DFF3-120F-8ADB-2DDFBA11C5A3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2A83597-269A-8EC9-D2AE-A007D9C35846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08BAD79-4DA6-97B0-0B8A-8E10B03CFDD9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9C4A17-E661-FE6F-3CF5-D6C26292E2D0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62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0,84  +  0,78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>
            <a:off x="5944504" y="3738305"/>
            <a:ext cx="3097829" cy="316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94D323-1CE9-9EB6-199B-6067E653D7C3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294C1551-D2C5-7E30-B349-D00DD94A61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920376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DFD89E48-2F89-0C46-F3A7-8F83C39D1294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ADE395D-FA36-8698-B172-E3B443B1338C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11DD9F4-EB5A-70B4-EB13-94A27FF1905F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59DAC9-1A00-2DB3-97CC-EC9D052514A4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DAE2445-FE1B-C5DF-18A4-EC392D159A21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F53AE2-D629-4BE4-34CB-19BCF84758B6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574E879-D6E7-CDBB-63F5-675849B532B6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C710C6-835F-03AA-86DC-AAF9033B3517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56DB1F-FF3B-6DB1-09B3-AD910C9A7B1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0B5C4C-AB17-04BC-2125-C257A657EF63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46ED10-B31D-9EB1-1AD1-AE12C6446625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B7BA2F3-7A64-F357-0228-DC14DABF37FB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E73DA32-DC79-086A-C540-E4D4D1106F15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5F4CAF-D435-1531-9D2B-FCB79D22FD69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494109-4119-BE89-13C9-DE799E288BA1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F041A2E-750D-3FBC-4F34-206D8E026F21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4E210B-649D-4C3F-1C59-9889AED62C37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173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1,47  +  0,96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944504" y="3738305"/>
            <a:ext cx="2966740" cy="1354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4DEBB6-2E08-DCB3-EF1F-2D569C380405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95131436-78D2-3E8B-E466-043C4D1E3C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920376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87DCFBCB-2631-DE55-48ED-CECAD11323E2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4CADCB6-D4DB-13F5-56B9-E4784FFB9E94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E8CAF72-B8C1-B96B-E88C-48C89546D09C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4229B5-8351-64D6-A3D6-EDFAE1ED4E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C0E61D9-59A6-A588-587F-0FDB9219BCE7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000CD2-099F-B31C-D75F-4D12A0648876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BC19D4-3EA9-3D0D-B930-ADE63958507E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EE5EC8-74BE-F153-B797-EDCEA47AB3C3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89BE90-D9AD-A67D-7B5C-F765AF3A3EB0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8746A6-A316-9687-4CDE-49417E73E91A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2010D2-1C66-A2A9-449A-20B0F86B8A83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10CA7F6-EE94-0784-4660-46F989238A6D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0D117C-6C86-276B-202B-464B0E94E929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78121B-A916-FC29-E1AB-1B2D7ABAAAD6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FACA8C-725F-2E27-04C9-0B02EE92BDC3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DC157BAA-73EB-6A42-B2DD-A8DB67DCFBCD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0F101B-DD84-4C2E-181B-C139B0C17914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50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3,65  +  1,87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752407" y="3738305"/>
            <a:ext cx="3108960" cy="763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926DF-3AB3-1DF0-1CE8-B49DA08B2909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B54BF6A3-C74B-726D-EF1B-2072A7F34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920376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4660373A-0C0C-A8C2-DFFE-F2E415D98339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C59BB57-1F8A-07D9-352B-3CA98BDE3298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D432567-348A-9EC7-A422-83A3601351B9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C8E26E-163F-B594-4900-D98353990958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84BFE6D-1804-4C3C-2FE0-BA085E4D0FA9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9E5B21-DF5E-9C63-E84B-828D4FF5A9BE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AA628D-F91D-C260-69F3-7E00189A2937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13F0B6-EAA3-F942-3E0E-3A2895F38D47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95A09A1-3EA9-BC27-6747-5E6A070C0DB2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6C77AB-EE3C-59AA-2E7A-F7941D487513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D99AC5-004F-A732-C5E5-BB0B5FC6F582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CB0E4D6-68F0-542F-068D-588C349BC7D2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7B27013-C1C9-FE4D-D4D7-F2E636D6D417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66B448-9A09-5996-460B-3B4D3DE77DFC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3C7959-49C1-E004-7F0B-0E7B63AF91B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B59CC2A-F10C-F527-EDA1-602FD3C23800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F9C640-7314-3710-170C-5654BD5EC5B6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059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5101990" y="1085485"/>
            <a:ext cx="2927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1)    </a:t>
            </a:r>
            <a:r>
              <a:rPr lang="en-GB" sz="3200" dirty="0"/>
              <a:t>0,4  +  0,17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9E6F22-3470-E821-D41C-D13FB592E9A6}"/>
              </a:ext>
            </a:extLst>
          </p:cNvPr>
          <p:cNvSpPr txBox="1"/>
          <p:nvPr/>
        </p:nvSpPr>
        <p:spPr>
          <a:xfrm>
            <a:off x="8560465" y="10854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39CA06-2080-D06F-3D74-E2C503560078}"/>
              </a:ext>
            </a:extLst>
          </p:cNvPr>
          <p:cNvSpPr txBox="1"/>
          <p:nvPr/>
        </p:nvSpPr>
        <p:spPr>
          <a:xfrm>
            <a:off x="5101988" y="193003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2)    </a:t>
            </a:r>
            <a:r>
              <a:rPr lang="en-GB" sz="3200" dirty="0"/>
              <a:t>0,26  +  0,11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D385FF-6434-3CAD-F9E3-82112396D362}"/>
              </a:ext>
            </a:extLst>
          </p:cNvPr>
          <p:cNvSpPr txBox="1"/>
          <p:nvPr/>
        </p:nvSpPr>
        <p:spPr>
          <a:xfrm>
            <a:off x="8560465" y="19300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B411BF-F98D-56A6-D29D-B4F399C23C0B}"/>
              </a:ext>
            </a:extLst>
          </p:cNvPr>
          <p:cNvSpPr txBox="1"/>
          <p:nvPr/>
        </p:nvSpPr>
        <p:spPr>
          <a:xfrm>
            <a:off x="5101989" y="277458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3)    </a:t>
            </a:r>
            <a:r>
              <a:rPr lang="en-GB" sz="3200" dirty="0"/>
              <a:t>2,51  +  1,37 =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9402B4-9BE5-DADA-3A2C-E6160D1DB76B}"/>
              </a:ext>
            </a:extLst>
          </p:cNvPr>
          <p:cNvSpPr txBox="1"/>
          <p:nvPr/>
        </p:nvSpPr>
        <p:spPr>
          <a:xfrm>
            <a:off x="8560465" y="27745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3,88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1B64FE-6708-6A18-B3C9-5B9AE0413E50}"/>
              </a:ext>
            </a:extLst>
          </p:cNvPr>
          <p:cNvSpPr txBox="1"/>
          <p:nvPr/>
        </p:nvSpPr>
        <p:spPr>
          <a:xfrm>
            <a:off x="5101989" y="361913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4)    </a:t>
            </a:r>
            <a:r>
              <a:rPr lang="en-GB" sz="3200" dirty="0"/>
              <a:t>0,74  +  0,07 =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105299-B8F8-780C-29A1-887DC2A9259C}"/>
              </a:ext>
            </a:extLst>
          </p:cNvPr>
          <p:cNvSpPr txBox="1"/>
          <p:nvPr/>
        </p:nvSpPr>
        <p:spPr>
          <a:xfrm>
            <a:off x="8560465" y="36191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0,81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AA763F-89A0-7CFE-D620-14D2A2F54304}"/>
              </a:ext>
            </a:extLst>
          </p:cNvPr>
          <p:cNvSpPr txBox="1"/>
          <p:nvPr/>
        </p:nvSpPr>
        <p:spPr>
          <a:xfrm>
            <a:off x="5206185" y="4463685"/>
            <a:ext cx="2927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5)    </a:t>
            </a:r>
            <a:r>
              <a:rPr lang="en-GB" sz="3200" dirty="0"/>
              <a:t>0,5  +  0,63 =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8B74F0-2263-E5E1-06B7-2BFC1F2BEE4C}"/>
              </a:ext>
            </a:extLst>
          </p:cNvPr>
          <p:cNvSpPr txBox="1"/>
          <p:nvPr/>
        </p:nvSpPr>
        <p:spPr>
          <a:xfrm>
            <a:off x="8560465" y="44636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1,13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164EDD-419A-8FD1-59CB-5F35B014A741}"/>
              </a:ext>
            </a:extLst>
          </p:cNvPr>
          <p:cNvSpPr txBox="1"/>
          <p:nvPr/>
        </p:nvSpPr>
        <p:spPr>
          <a:xfrm>
            <a:off x="5101990" y="530823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6)    </a:t>
            </a:r>
            <a:r>
              <a:rPr lang="en-GB" sz="3200" dirty="0"/>
              <a:t>0,64  +  0,28 =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A6BBBE-141C-3DC2-143E-0C4C37175CB2}"/>
              </a:ext>
            </a:extLst>
          </p:cNvPr>
          <p:cNvSpPr txBox="1"/>
          <p:nvPr/>
        </p:nvSpPr>
        <p:spPr>
          <a:xfrm>
            <a:off x="8560465" y="53082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0,92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1B7E45-0612-0712-6FE0-2CD866093066}"/>
              </a:ext>
            </a:extLst>
          </p:cNvPr>
          <p:cNvSpPr txBox="1"/>
          <p:nvPr/>
        </p:nvSpPr>
        <p:spPr>
          <a:xfrm>
            <a:off x="5101989" y="615278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7)    </a:t>
            </a:r>
            <a:r>
              <a:rPr lang="en-GB" sz="3200" dirty="0"/>
              <a:t>1,36  +  0,87 =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A79EFF-4012-0096-66B1-C6B3CBA34FF0}"/>
              </a:ext>
            </a:extLst>
          </p:cNvPr>
          <p:cNvSpPr txBox="1"/>
          <p:nvPr/>
        </p:nvSpPr>
        <p:spPr>
          <a:xfrm>
            <a:off x="8560465" y="61527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2,23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1C5B90-2490-C063-1422-C932F83203D8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140B4E4F-B8BF-543E-4A48-3710F39223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661272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EDEAC61-3C1F-22BF-ADB8-BF3101D1EDBD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5E61E41-9B71-C3F8-A7B3-42D66FBF5D75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97CFA5A-6724-6458-C112-E545545204EE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A9273C-C534-6F48-3BFE-A2CB2F4CAC85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0B31D90-FDA1-705E-D16D-52DE1B2A5838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036E54-5E23-BCA7-9219-5FE7FAFBACAB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C171C1-482B-9D4B-89A1-A676E32A60CF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F54B08-FF92-FCD9-5808-F20C6FB3B88A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99B1AA-55DD-E57F-093C-0C719AAD4269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DB6791-2E7E-BCFA-76D4-4B3A10022F1E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012C43-B3BA-3D07-A1F7-AF76A77222C3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907FD47-FA4D-DE2E-9AF4-BF36B1BAE7D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DCA4E4-ED3D-3DAC-2C13-6DBCC06EC496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AB2E50-3689-C4E3-D925-3E4340BE26D5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950158-8347-7AAE-A049-1768AA41BC82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11AD214-F475-A0A8-00AD-6300D312C965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D60660-38BD-24D1-78BC-4F38C4F8B7BA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576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0" grpId="0" animBg="1"/>
      <p:bldP spid="53" grpId="0" animBg="1"/>
      <p:bldP spid="56" grpId="0" animBg="1"/>
      <p:bldP spid="62" grpId="0" animBg="1"/>
      <p:bldP spid="65" grpId="0" animBg="1"/>
      <p:bldP spid="6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CA9F68-6E55-31F8-21C8-6AD625FCA5E2}"/>
              </a:ext>
            </a:extLst>
          </p:cNvPr>
          <p:cNvSpPr txBox="1"/>
          <p:nvPr/>
        </p:nvSpPr>
        <p:spPr>
          <a:xfrm>
            <a:off x="2851605" y="149283"/>
            <a:ext cx="42028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жуптун жалпы баасы канча?</a:t>
            </a:r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596334-635E-DCFE-CD28-5903375ED69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106" y="800937"/>
            <a:ext cx="1300059" cy="13000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5301D9-6362-4A2B-3C61-A26A8EA7EFB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90" y="860806"/>
            <a:ext cx="1300059" cy="13000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6FF1A9-9BCD-5EFC-E781-821CE448CC4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982" y="4529673"/>
            <a:ext cx="1300059" cy="13000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E3D2BE-9F42-D6C6-8D49-9410C39E3BA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833" y="3539288"/>
            <a:ext cx="1300059" cy="1300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D18277-5FAD-5B73-EE6A-CE34B4441362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339" y="3590610"/>
            <a:ext cx="1300059" cy="13000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BDE48D-613E-BBE8-3F5B-D8B167EE1ED4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4707782"/>
            <a:ext cx="1300059" cy="13000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CDD3DC-30A4-3121-777C-D086E8B13230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574" y="1112623"/>
            <a:ext cx="1300059" cy="13000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82BB0A-3F85-20F7-AA74-739CB01262DD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949" y="577570"/>
            <a:ext cx="1300059" cy="1300059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96B4F5-0FA8-501A-BA1D-29237C875A23}"/>
              </a:ext>
            </a:extLst>
          </p:cNvPr>
          <p:cNvSpPr/>
          <p:nvPr/>
        </p:nvSpPr>
        <p:spPr>
          <a:xfrm>
            <a:off x="1102374" y="2016126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0,52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1E1A27D-069C-3552-09D7-1A5B4A264628}"/>
              </a:ext>
            </a:extLst>
          </p:cNvPr>
          <p:cNvSpPr/>
          <p:nvPr/>
        </p:nvSpPr>
        <p:spPr>
          <a:xfrm>
            <a:off x="2673480" y="1791682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0,24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1E5AD2-B912-A43C-9EA3-8D87435C1128}"/>
              </a:ext>
            </a:extLst>
          </p:cNvPr>
          <p:cNvSpPr/>
          <p:nvPr/>
        </p:nvSpPr>
        <p:spPr>
          <a:xfrm>
            <a:off x="2023181" y="2606156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= 0,76</a:t>
            </a:r>
            <a:r>
              <a:rPr lang="ky-KG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9DF4EDB-4E00-B7BF-4E47-2A7DB3DAD96A}"/>
              </a:ext>
            </a:extLst>
          </p:cNvPr>
          <p:cNvSpPr/>
          <p:nvPr/>
        </p:nvSpPr>
        <p:spPr>
          <a:xfrm>
            <a:off x="2663609" y="4645719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1,53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C29B8FE-CAF0-7268-0961-9CE1762A31E9}"/>
              </a:ext>
            </a:extLst>
          </p:cNvPr>
          <p:cNvSpPr/>
          <p:nvPr/>
        </p:nvSpPr>
        <p:spPr>
          <a:xfrm>
            <a:off x="1799086" y="5543493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0,82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122651E-BDA8-52AC-11D7-943245D3E19F}"/>
              </a:ext>
            </a:extLst>
          </p:cNvPr>
          <p:cNvSpPr/>
          <p:nvPr/>
        </p:nvSpPr>
        <p:spPr>
          <a:xfrm>
            <a:off x="6690952" y="5534660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2,68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6149DCA-4859-B4C3-A52F-0E736C4B91AD}"/>
              </a:ext>
            </a:extLst>
          </p:cNvPr>
          <p:cNvSpPr/>
          <p:nvPr/>
        </p:nvSpPr>
        <p:spPr>
          <a:xfrm>
            <a:off x="7538849" y="4678450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1,57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C03474C-57D0-D832-3AC8-80B9F0989C17}"/>
              </a:ext>
            </a:extLst>
          </p:cNvPr>
          <p:cNvSpPr/>
          <p:nvPr/>
        </p:nvSpPr>
        <p:spPr>
          <a:xfrm>
            <a:off x="2347724" y="6092133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= 2,35</a:t>
            </a:r>
            <a:r>
              <a:rPr lang="ky-KG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8112C5-8AA2-3A25-E491-193BA9EF780A}"/>
              </a:ext>
            </a:extLst>
          </p:cNvPr>
          <p:cNvSpPr/>
          <p:nvPr/>
        </p:nvSpPr>
        <p:spPr>
          <a:xfrm>
            <a:off x="6189590" y="1652791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0,28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B072757-EA11-FAE0-6E54-F8265C984BA3}"/>
              </a:ext>
            </a:extLst>
          </p:cNvPr>
          <p:cNvSpPr/>
          <p:nvPr/>
        </p:nvSpPr>
        <p:spPr>
          <a:xfrm>
            <a:off x="8068267" y="2226368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1,35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EF6FC62-83E8-32E6-094F-F6F9D1C4197B}"/>
              </a:ext>
            </a:extLst>
          </p:cNvPr>
          <p:cNvSpPr/>
          <p:nvPr/>
        </p:nvSpPr>
        <p:spPr>
          <a:xfrm>
            <a:off x="6305967" y="2533938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= 1,63</a:t>
            </a:r>
            <a:r>
              <a:rPr lang="ky-KG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EC93F46-8A17-A717-4A9D-483B40D292D4}"/>
              </a:ext>
            </a:extLst>
          </p:cNvPr>
          <p:cNvSpPr/>
          <p:nvPr/>
        </p:nvSpPr>
        <p:spPr>
          <a:xfrm>
            <a:off x="6740827" y="6058362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= 4,25</a:t>
            </a:r>
            <a:r>
              <a:rPr lang="ky-KG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B6D39F2-02C0-6277-20B0-D7DE8A828CA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690E13-74CA-E0A8-8B63-43BC87C576F2}"/>
              </a:ext>
            </a:extLst>
          </p:cNvPr>
          <p:cNvSpPr txBox="1"/>
          <p:nvPr/>
        </p:nvSpPr>
        <p:spPr>
          <a:xfrm>
            <a:off x="375787" y="70173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8FB3B6-50F0-5DEF-F0AB-A55E37DDCA63}"/>
              </a:ext>
            </a:extLst>
          </p:cNvPr>
          <p:cNvSpPr txBox="1"/>
          <p:nvPr/>
        </p:nvSpPr>
        <p:spPr>
          <a:xfrm>
            <a:off x="5685928" y="1016058"/>
            <a:ext cx="401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BE9642-F05B-1A2C-9631-19012ED83264}"/>
              </a:ext>
            </a:extLst>
          </p:cNvPr>
          <p:cNvSpPr txBox="1"/>
          <p:nvPr/>
        </p:nvSpPr>
        <p:spPr>
          <a:xfrm>
            <a:off x="861562" y="4102158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2E4F2F-082D-DD6E-DD47-19458B76CAAB}"/>
              </a:ext>
            </a:extLst>
          </p:cNvPr>
          <p:cNvSpPr txBox="1"/>
          <p:nvPr/>
        </p:nvSpPr>
        <p:spPr>
          <a:xfrm>
            <a:off x="5784570" y="3940233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79717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9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807544"/>
            <a:ext cx="8543925" cy="54002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 w="19050">
          <a:solidFill>
            <a:srgbClr val="0070C0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10716</TotalTime>
  <Words>1139</Words>
  <Application>Microsoft Office PowerPoint</Application>
  <PresentationFormat>A4 Paper (210x297 mm)</PresentationFormat>
  <Paragraphs>649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Calibri Light</vt:lpstr>
      <vt:lpstr>Stencil</vt:lpstr>
      <vt:lpstr>Bodoni MT Black</vt:lpstr>
      <vt:lpstr>Calibri</vt:lpstr>
      <vt:lpstr>Arial Black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521</cp:revision>
  <cp:lastPrinted>2017-12-31T22:38:51Z</cp:lastPrinted>
  <dcterms:created xsi:type="dcterms:W3CDTF">2017-01-17T16:57:04Z</dcterms:created>
  <dcterms:modified xsi:type="dcterms:W3CDTF">2024-05-18T16:15:26Z</dcterms:modified>
</cp:coreProperties>
</file>