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41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п слайд" id="{64359083-B3E9-405A-9580-F6203F6620FC}">
          <p14:sldIdLst>
            <p14:sldId id="947"/>
          </p14:sldIdLst>
        </p14:section>
        <p14:section name="Титулдук слайд" id="{4914ABC9-49F1-4FCB-B30E-E12F89EA76BF}">
          <p14:sldIdLst>
            <p14:sldId id="948"/>
          </p14:sldIdLst>
        </p14:section>
        <p14:section name="Оюн" id="{197FF5E7-57A8-40D7-8FA0-8A089C366947}">
          <p14:sldIdLst>
            <p14:sldId id="943"/>
          </p14:sldIdLst>
        </p14:section>
        <p14:section name="Жооп кагазы" id="{411D3605-D9E8-4479-810F-9FCE82E3AFDB}">
          <p14:sldIdLst>
            <p14:sldId id="941"/>
          </p14:sldIdLst>
        </p14:section>
        <p14:section name="Таркатма кагаздар" id="{627A7875-ACBC-4333-B580-4A1285613FDF}">
          <p14:sldIdLst>
            <p14:sldId id="946"/>
          </p14:sldIdLst>
        </p14:section>
        <p14:section name="Кайтарым байланыш" id="{AB07A4C2-769B-44EC-86CC-DF7BF6CEE6B9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16/09/2024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Ижарага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/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бөлүп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сатып алуу  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lang="en-US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баракчасы жана таратма материалдар камтылган.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 туура жооп бергенине жараша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басыңыз/тийип коюңуз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2650047" y="1201737"/>
            <a:ext cx="37160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b="1" dirty="0">
                <a:latin typeface="Comic Sans MS" panose="030F0702030302020204" pitchFamily="66" charset="0"/>
              </a:rPr>
              <a:t>Бөлүп төлөө</a:t>
            </a:r>
            <a:endParaRPr lang="en-GB" sz="4400" b="1" dirty="0">
              <a:latin typeface="Comic Sans MS" panose="030F0702030302020204" pitchFamily="66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120996"/>
            <a:ext cx="6751875" cy="4737004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DE2B6BB-3168-A74F-3E7D-F71288AA683F}"/>
              </a:ext>
            </a:extLst>
          </p:cNvPr>
          <p:cNvSpPr txBox="1"/>
          <p:nvPr/>
        </p:nvSpPr>
        <p:spPr>
          <a:xfrm>
            <a:off x="1934698" y="180226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600" b="1" dirty="0">
                <a:latin typeface="Comic Sans MS" panose="030F0702030302020204" pitchFamily="66" charset="0"/>
              </a:rPr>
              <a:t>Х жана О </a:t>
            </a:r>
            <a:endParaRPr lang="en-GB" sz="66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373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2">
            <a:extLst>
              <a:ext uri="{FF2B5EF4-FFF2-40B4-BE49-F238E27FC236}">
                <a16:creationId xmlns:a16="http://schemas.microsoft.com/office/drawing/2014/main" id="{10489448-8980-4F38-B1C3-A22D502C3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180767" y="4679566"/>
            <a:ext cx="869654" cy="696342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2696721C-1029-4C1F-B2A1-B334C5C40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1412" y="35168"/>
            <a:ext cx="722744" cy="677008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1DD8BEEE-D378-41D5-9BFE-63A5F3AFAA79}"/>
              </a:ext>
            </a:extLst>
          </p:cNvPr>
          <p:cNvSpPr txBox="1"/>
          <p:nvPr/>
        </p:nvSpPr>
        <p:spPr>
          <a:xfrm>
            <a:off x="-60893" y="553916"/>
            <a:ext cx="3369833" cy="1563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200" dirty="0"/>
              <a:t>6700 сом депозит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12 төлөм 4500 сом</a:t>
            </a:r>
            <a:r>
              <a:rPr lang="en-US" sz="2200" dirty="0"/>
              <a:t>/</a:t>
            </a:r>
            <a:r>
              <a:rPr lang="ky-KG" sz="2200" dirty="0"/>
              <a:t>айына</a:t>
            </a:r>
            <a:r>
              <a:rPr lang="en-GB" sz="2200" dirty="0"/>
              <a:t>.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Бардыгы = _____ сом</a:t>
            </a:r>
            <a:endParaRPr lang="en-GB" sz="2200" dirty="0">
              <a:solidFill>
                <a:schemeClr val="bg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D5ED372-0576-4E07-B76D-358EEA9ADBCF}"/>
              </a:ext>
            </a:extLst>
          </p:cNvPr>
          <p:cNvSpPr txBox="1"/>
          <p:nvPr/>
        </p:nvSpPr>
        <p:spPr>
          <a:xfrm>
            <a:off x="3345128" y="553916"/>
            <a:ext cx="3222357" cy="1563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200" dirty="0"/>
              <a:t>12295 сом депозит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24 төлөм ___ сом</a:t>
            </a:r>
            <a:r>
              <a:rPr lang="en-US" sz="2200" dirty="0"/>
              <a:t>/</a:t>
            </a:r>
            <a:r>
              <a:rPr lang="ky-KG" sz="2200" dirty="0"/>
              <a:t>айына</a:t>
            </a:r>
            <a:r>
              <a:rPr lang="en-GB" sz="2200" dirty="0"/>
              <a:t>.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Бардыгы = 14995 сом</a:t>
            </a:r>
            <a:endParaRPr lang="en-GB" sz="22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64D1BA0-7738-414C-AF0F-4A2F179CA283}"/>
              </a:ext>
            </a:extLst>
          </p:cNvPr>
          <p:cNvSpPr txBox="1"/>
          <p:nvPr/>
        </p:nvSpPr>
        <p:spPr>
          <a:xfrm>
            <a:off x="6515655" y="553916"/>
            <a:ext cx="3440365" cy="1563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200" dirty="0"/>
              <a:t>_____ сом депозит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12 төлөм 3999 сом</a:t>
            </a:r>
            <a:r>
              <a:rPr lang="en-US" sz="2200" dirty="0"/>
              <a:t>/</a:t>
            </a:r>
            <a:r>
              <a:rPr lang="ky-KG" sz="2200" dirty="0"/>
              <a:t>айына.</a:t>
            </a:r>
            <a:endParaRPr lang="en-GB" sz="2200" dirty="0"/>
          </a:p>
          <a:p>
            <a:pPr algn="ctr">
              <a:lnSpc>
                <a:spcPct val="150000"/>
              </a:lnSpc>
            </a:pPr>
            <a:r>
              <a:rPr lang="ky-KG" sz="2200" dirty="0"/>
              <a:t>Бардыгы = 55884.58 с</a:t>
            </a:r>
            <a:endParaRPr lang="en-GB" sz="22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2C4AA42-43C0-44AE-A29D-F2930087D1F6}"/>
              </a:ext>
            </a:extLst>
          </p:cNvPr>
          <p:cNvSpPr txBox="1"/>
          <p:nvPr/>
        </p:nvSpPr>
        <p:spPr>
          <a:xfrm>
            <a:off x="12844" y="2883878"/>
            <a:ext cx="3222357" cy="1563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200" dirty="0"/>
              <a:t>2795 сом депозит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20 төлөм ___ сом</a:t>
            </a:r>
            <a:r>
              <a:rPr lang="en-US" sz="2200" dirty="0"/>
              <a:t>/</a:t>
            </a:r>
            <a:r>
              <a:rPr lang="ky-KG" sz="2200" dirty="0"/>
              <a:t>айына</a:t>
            </a:r>
            <a:r>
              <a:rPr lang="en-GB" sz="2200" dirty="0"/>
              <a:t>.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Бардыгы = 36335 сом</a:t>
            </a:r>
            <a:endParaRPr lang="en-GB" sz="22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922B71E-0858-48CB-B806-846F63B22D43}"/>
              </a:ext>
            </a:extLst>
          </p:cNvPr>
          <p:cNvSpPr txBox="1"/>
          <p:nvPr/>
        </p:nvSpPr>
        <p:spPr>
          <a:xfrm>
            <a:off x="3271391" y="2883878"/>
            <a:ext cx="3369833" cy="1563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200" dirty="0"/>
              <a:t>10060 сом депозит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48 төлөм 5030 сом</a:t>
            </a:r>
            <a:r>
              <a:rPr lang="en-US" sz="2200" dirty="0"/>
              <a:t>/</a:t>
            </a:r>
            <a:r>
              <a:rPr lang="ky-KG" sz="2200" dirty="0"/>
              <a:t>айына</a:t>
            </a:r>
            <a:r>
              <a:rPr lang="en-GB" sz="2200" dirty="0"/>
              <a:t>.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Бардыгы = _____сом</a:t>
            </a:r>
            <a:endParaRPr lang="en-GB" sz="2200" dirty="0">
              <a:solidFill>
                <a:schemeClr val="bg1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6B1C773-F36D-460A-8600-436B80A8E4D3}"/>
              </a:ext>
            </a:extLst>
          </p:cNvPr>
          <p:cNvSpPr txBox="1"/>
          <p:nvPr/>
        </p:nvSpPr>
        <p:spPr>
          <a:xfrm>
            <a:off x="6488403" y="2883878"/>
            <a:ext cx="3494867" cy="1563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200" dirty="0"/>
              <a:t>16765</a:t>
            </a:r>
            <a:r>
              <a:rPr lang="en-US" sz="2200" dirty="0"/>
              <a:t> </a:t>
            </a:r>
            <a:r>
              <a:rPr lang="ky-KG" sz="2200" dirty="0"/>
              <a:t>сом депозит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  __ төлөм 3910 сом</a:t>
            </a:r>
            <a:r>
              <a:rPr lang="en-US" sz="2200" dirty="0"/>
              <a:t>/</a:t>
            </a:r>
            <a:r>
              <a:rPr lang="ky-KG" sz="2200" dirty="0"/>
              <a:t>айына</a:t>
            </a:r>
            <a:r>
              <a:rPr lang="en-GB" sz="2200" dirty="0"/>
              <a:t>.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Бардыгы = 157525 сом</a:t>
            </a:r>
            <a:endParaRPr lang="en-GB" sz="22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D3C8D44-02A2-4C4C-8BBC-A2FF25A99F2F}"/>
              </a:ext>
            </a:extLst>
          </p:cNvPr>
          <p:cNvSpPr txBox="1"/>
          <p:nvPr/>
        </p:nvSpPr>
        <p:spPr>
          <a:xfrm>
            <a:off x="-60894" y="5169878"/>
            <a:ext cx="3369833" cy="1563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200" dirty="0"/>
              <a:t>_____ сом депозит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24 төлөм 7265 сом</a:t>
            </a:r>
            <a:r>
              <a:rPr lang="en-US" sz="2200" dirty="0"/>
              <a:t>/</a:t>
            </a:r>
            <a:r>
              <a:rPr lang="ky-KG" sz="2200" dirty="0"/>
              <a:t>айына</a:t>
            </a:r>
            <a:r>
              <a:rPr lang="en-GB" sz="2200" dirty="0"/>
              <a:t>.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Бардыгы = 187772 сом</a:t>
            </a:r>
            <a:endParaRPr lang="en-GB" sz="22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02109D1-E3C5-4FC7-B738-77F02C3D4E3B}"/>
              </a:ext>
            </a:extLst>
          </p:cNvPr>
          <p:cNvSpPr txBox="1"/>
          <p:nvPr/>
        </p:nvSpPr>
        <p:spPr>
          <a:xfrm>
            <a:off x="3234522" y="5169878"/>
            <a:ext cx="3443571" cy="1563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200" dirty="0"/>
              <a:t>7824 сом депозит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___төлөм 5030 сом</a:t>
            </a:r>
            <a:r>
              <a:rPr lang="en-US" sz="2200" dirty="0"/>
              <a:t>/</a:t>
            </a:r>
            <a:r>
              <a:rPr lang="ky-KG" sz="2200" dirty="0"/>
              <a:t>айына</a:t>
            </a:r>
            <a:r>
              <a:rPr lang="en-GB" sz="2200" dirty="0"/>
              <a:t>.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Бардыгы = 68,184 сом</a:t>
            </a:r>
            <a:endParaRPr lang="en-GB" sz="22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665F56C-40BA-4A72-B2CD-EBBC3B362645}"/>
              </a:ext>
            </a:extLst>
          </p:cNvPr>
          <p:cNvSpPr txBox="1"/>
          <p:nvPr/>
        </p:nvSpPr>
        <p:spPr>
          <a:xfrm>
            <a:off x="6550921" y="5169878"/>
            <a:ext cx="3369833" cy="1563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200" dirty="0"/>
              <a:t>7265 сом депозит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18 төлөм 2235 сом</a:t>
            </a:r>
            <a:r>
              <a:rPr lang="en-US" sz="2200" dirty="0"/>
              <a:t>/</a:t>
            </a:r>
            <a:r>
              <a:rPr lang="ky-KG" sz="2200" dirty="0"/>
              <a:t>айына</a:t>
            </a:r>
            <a:r>
              <a:rPr lang="en-GB" sz="2200" dirty="0"/>
              <a:t>.</a:t>
            </a:r>
          </a:p>
          <a:p>
            <a:pPr algn="ctr">
              <a:lnSpc>
                <a:spcPct val="150000"/>
              </a:lnSpc>
            </a:pPr>
            <a:r>
              <a:rPr lang="ky-KG" sz="2200" dirty="0"/>
              <a:t>Бардыгы = _____ сом</a:t>
            </a:r>
            <a:endParaRPr lang="en-GB" sz="2200" dirty="0">
              <a:solidFill>
                <a:schemeClr val="bg1"/>
              </a:solidFill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2D3F51B3-D3F2-4794-A84C-EA772A3679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905" y="47761"/>
            <a:ext cx="1101635" cy="638040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5E97940F-D206-44A3-A4EA-285BF1D6178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84476" y="4607653"/>
            <a:ext cx="1201993" cy="768192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FCD1C489-209B-4193-AA58-461915934A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4542" y="2395491"/>
            <a:ext cx="1376915" cy="690609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906E5BDB-85DE-4FE2-BE06-A10DEFD574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7277" y="2320632"/>
            <a:ext cx="944872" cy="730299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09C513D3-8886-4ED9-9688-295DF5DCCE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6031" y="4655688"/>
            <a:ext cx="323508" cy="678508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99C3BEAF-BE5E-497C-8579-EC943BAE1A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06291" y="2386623"/>
            <a:ext cx="334586" cy="666348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EA22E7AB-48B0-4DFD-846D-F7F13FB18DB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89316" y="9525"/>
            <a:ext cx="605936" cy="71247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26707" y="-26436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0921" y="-13720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253208" y="9772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281496" y="2291044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11964" y="2263193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93765" y="4508952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5091" y="4399749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38087" y="4458716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82860" y="-39243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282774" y="2142548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253698" y="-24203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9077" y="2250268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86664" y="4487423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193736" y="4415523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505742" y="4403329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50949" y="-1932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12894" y="2250268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4538" y="2120373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442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u="sng" dirty="0"/>
              <a:t>Мугалимдин жооп баракчасы</a:t>
            </a:r>
            <a:endParaRPr lang="en-GB" sz="2000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C0B92A-714D-27F0-0C05-F715D459C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455"/>
            <a:ext cx="9906000" cy="649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1DD0799-7AEC-8974-1C3D-5F733D0EE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1" y="1"/>
            <a:ext cx="4854900" cy="3291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BBCE8F-01FD-A94A-6C3B-716F35B3F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587" y="0"/>
            <a:ext cx="4854901" cy="32918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F1A148-B54C-F5E0-7E73-28E61B4A6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3" y="3566160"/>
            <a:ext cx="4854900" cy="32918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09D77E-9140-D50D-585F-7B0C79179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099" y="3566159"/>
            <a:ext cx="4854901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8418</TotalTime>
  <Words>246</Words>
  <Application>Microsoft Office PowerPoint</Application>
  <PresentationFormat>A4 Paper (210x297 mm)</PresentationFormat>
  <Paragraphs>54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 Light</vt:lpstr>
      <vt:lpstr>Comic Sans MS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376</cp:revision>
  <cp:lastPrinted>2017-12-31T22:38:51Z</cp:lastPrinted>
  <dcterms:created xsi:type="dcterms:W3CDTF">2017-01-17T16:57:04Z</dcterms:created>
  <dcterms:modified xsi:type="dcterms:W3CDTF">2024-09-16T16:57:08Z</dcterms:modified>
</cp:coreProperties>
</file>