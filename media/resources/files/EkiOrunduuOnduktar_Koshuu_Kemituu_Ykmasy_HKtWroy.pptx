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4"/>
  </p:notesMasterIdLst>
  <p:sldIdLst>
    <p:sldId id="979" r:id="rId3"/>
    <p:sldId id="978" r:id="rId4"/>
    <p:sldId id="851" r:id="rId5"/>
    <p:sldId id="948" r:id="rId6"/>
    <p:sldId id="965" r:id="rId7"/>
    <p:sldId id="950" r:id="rId8"/>
    <p:sldId id="957" r:id="rId9"/>
    <p:sldId id="968" r:id="rId10"/>
    <p:sldId id="961" r:id="rId11"/>
    <p:sldId id="967" r:id="rId12"/>
    <p:sldId id="959" r:id="rId13"/>
    <p:sldId id="969" r:id="rId14"/>
    <p:sldId id="963" r:id="rId15"/>
    <p:sldId id="964" r:id="rId16"/>
    <p:sldId id="958" r:id="rId17"/>
    <p:sldId id="960" r:id="rId18"/>
    <p:sldId id="970" r:id="rId19"/>
    <p:sldId id="962" r:id="rId20"/>
    <p:sldId id="966" r:id="rId21"/>
    <p:sldId id="940" r:id="rId22"/>
    <p:sldId id="274" r:id="rId23"/>
  </p:sldIdLst>
  <p:sldSz cx="9906000" cy="6858000" type="A4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506" y="12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6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2835"/>
          </a:xfrm>
          <a:prstGeom prst="rect">
            <a:avLst/>
          </a:prstGeom>
        </p:spPr>
        <p:txBody>
          <a:bodyPr vert="horz" lIns="92310" tIns="46155" rIns="92310" bIns="46155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10" tIns="46155" rIns="92310" bIns="46155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254125"/>
            <a:ext cx="4883150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10" tIns="46155" rIns="92310" bIns="46155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5"/>
            <a:ext cx="5511800" cy="3946118"/>
          </a:xfrm>
          <a:prstGeom prst="rect">
            <a:avLst/>
          </a:prstGeom>
        </p:spPr>
        <p:txBody>
          <a:bodyPr vert="horz" lIns="92310" tIns="46155" rIns="92310" bIns="4615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9058"/>
            <a:ext cx="2985558" cy="502834"/>
          </a:xfrm>
          <a:prstGeom prst="rect">
            <a:avLst/>
          </a:prstGeom>
        </p:spPr>
        <p:txBody>
          <a:bodyPr vert="horz" lIns="92310" tIns="46155" rIns="92310" bIns="46155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10" tIns="46155" rIns="92310" bIns="46155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44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41709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52082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66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55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32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19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88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887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485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368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051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193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778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218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орундуу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 Кошуу &amp; Кемитүү –  Бинго, чыгаруу ыкмасы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515553" y="2508621"/>
            <a:ext cx="98119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кошуу жана кемитүү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030720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13.09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5.01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309.62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2.82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188.78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70.37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33.72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9.78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13.86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83.08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2.49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115.92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095B61E-8390-44AA-99CA-44D3D00A51FA}"/>
              </a:ext>
            </a:extLst>
          </p:cNvPr>
          <p:cNvSpPr/>
          <p:nvPr/>
        </p:nvSpPr>
        <p:spPr>
          <a:xfrm>
            <a:off x="93617" y="84853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765542" y="747207"/>
            <a:ext cx="4374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0.45 + 0.61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746293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4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7" y="2723342"/>
            <a:ext cx="1189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2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E0F476-BC6D-467D-9E7E-31DDEB766636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B3BFB5-A1A4-49DD-A2AC-57019150A591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B86AE90-B8EE-44D1-AD3B-15EE48EA400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53" y="425506"/>
            <a:ext cx="1313412" cy="147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21" grpId="0" animBg="1"/>
      <p:bldP spid="21" grpId="1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6956573-3B2D-4896-A0C6-E09166EC09E4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765542" y="747207"/>
            <a:ext cx="4374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7.76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2.75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566514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786343" y="2528963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813818" y="2424456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EF88E45-0D29-46CB-B9F6-D5920EA90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05" y="424884"/>
            <a:ext cx="1291825" cy="147769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957F4B6-EB83-499B-8910-655AD6F4C2EC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80310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AE60193-80FE-4445-924C-FEE9FB0B927E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765542" y="747207"/>
            <a:ext cx="4374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0.39 + 2.24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45742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BDA9053-C281-47ED-B7D1-35B50C51E9D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90" y="370594"/>
            <a:ext cx="1446036" cy="162504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0923FC8-4EDF-4C77-A1CA-8A49972942B9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35950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5" grpId="0" animBg="1"/>
      <p:bldP spid="2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87CE1F-9D9F-427F-87B9-A621EFFA51F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765542" y="747207"/>
            <a:ext cx="4374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2.78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0.29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232951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912559-D6B3-486A-A3DD-3BC042342A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73"/>
          <a:stretch/>
        </p:blipFill>
        <p:spPr>
          <a:xfrm>
            <a:off x="587045" y="451315"/>
            <a:ext cx="1229566" cy="140594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38069A4-D743-44E5-A0F9-944100A456EA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410770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D3DAE25-3A0E-49ED-95D8-7874D9C8D14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765541" y="747207"/>
            <a:ext cx="4374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14.4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4.62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405463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F41B2C7-69E6-4F2B-A874-8E121C8D2DE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22" y="489042"/>
            <a:ext cx="1139788" cy="130355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33057E2-3007-4147-8D61-81C136A3EB9A}"/>
              </a:ext>
            </a:extLst>
          </p:cNvPr>
          <p:cNvSpPr/>
          <p:nvPr/>
        </p:nvSpPr>
        <p:spPr>
          <a:xfrm>
            <a:off x="801989" y="5065533"/>
            <a:ext cx="6809385" cy="10354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15391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FBDD8B2-D430-4F13-BB38-2532A231CCCF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960307" y="747207"/>
            <a:ext cx="39853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5.19 + 7.9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691422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DE5A75-A98B-44A5-A80B-D01C572ABA5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46" y="467038"/>
            <a:ext cx="1719202" cy="136327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E5030F2-2593-4B24-9F3C-E3DD4FC1FD7C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80420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726D418-57C1-4180-A660-19005216BA1A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960307" y="747207"/>
            <a:ext cx="39853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0.8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0.34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493682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123AD3-840D-4A58-A504-0D12C5AF056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16" y="452057"/>
            <a:ext cx="1239411" cy="140393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BDB17C6-691B-4FDB-92EE-459D26D75279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183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D1758F-C79F-446F-BF9C-78E14374CCF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570777" y="747207"/>
            <a:ext cx="47644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10.78 + 3.08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018457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F036D77-DE7B-41E2-B61E-40BB83ABB75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8" y="344821"/>
            <a:ext cx="2429554" cy="169499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60C6831-1DFE-4F91-B4CE-7A5243301AEE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85634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4564305-44D7-4833-B268-096FC0DE7B7A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960307" y="747207"/>
            <a:ext cx="39853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7.42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4.6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901376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55F528B-A601-47C5-9CF1-1B4AC68DB7F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54" y="391457"/>
            <a:ext cx="1395648" cy="156841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20FB25B-0E46-4CC0-802A-4A68F23844FC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28086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B894A4E-45CF-4899-B977-AAE91A6DE6CE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483414" y="747207"/>
            <a:ext cx="49391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50. 5 + 32.58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267792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212B36B-4407-43FC-9D9F-AAFAC94F9E7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74" y="483683"/>
            <a:ext cx="1295440" cy="131809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D6BA25C-18FA-46DC-AA3C-34A00ABED451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73264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3CF85F4-7888-4B6D-AE95-A55385E2656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376013" y="747207"/>
            <a:ext cx="51539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50.33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16.61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762700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3F0E055-C521-4DFB-9C86-476A25CBCF2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04" y="410468"/>
            <a:ext cx="1816209" cy="151681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6F9B224-A54E-41A7-9CB5-91AF9B802348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6643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BDAE60C-210D-49DC-8F3B-7ABACAEDD711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765542" y="747207"/>
            <a:ext cx="4374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3.07 + 2.36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92421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endParaRPr lang="en-GB" sz="44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4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9EC408C-9D2A-46E5-8475-86012F5FD43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05" y="470067"/>
            <a:ext cx="1184614" cy="135505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62CCA02-2D3D-40C2-8A37-EAACD8193A2A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58640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4" grpId="0" animBg="1"/>
      <p:bldP spid="24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63607DA-DB73-4526-AC89-AD3E0052FDC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376013" y="747207"/>
            <a:ext cx="51539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100.12 + 15.8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585102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746F257-4332-4F80-8668-D58357C6637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12" y="488946"/>
            <a:ext cx="1139816" cy="130381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92DB20A-67AB-4ED1-9DBB-A647783507EF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46460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3" grpId="0" animBg="1"/>
      <p:bldP spid="2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64F2F99-3ACF-42A9-BDDC-163F6DC8FCA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376014" y="747207"/>
            <a:ext cx="51539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113.07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42.7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329438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F0FF620-9961-418D-A734-19FBAE12B72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86" y="491558"/>
            <a:ext cx="1614592" cy="129672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9ECD496-2B25-4560-A553-771C5BDE2EC8}"/>
              </a:ext>
            </a:extLst>
          </p:cNvPr>
          <p:cNvSpPr/>
          <p:nvPr/>
        </p:nvSpPr>
        <p:spPr>
          <a:xfrm>
            <a:off x="767796" y="4953329"/>
            <a:ext cx="6809385" cy="10354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35981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3" grpId="0" animBg="1"/>
      <p:bldP spid="2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4B816C4-39FD-4D68-81F4-991F139251A3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376013" y="747207"/>
            <a:ext cx="51539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48.8 + 260.82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747076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/>
              <a:t>+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C95B639-A6C0-428B-A294-55FBD66FD0E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69" y="466808"/>
            <a:ext cx="1698237" cy="136389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2FD0A2A-E34B-41FE-9FBC-860B53E677D7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93449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3" grpId="0" animBg="1"/>
      <p:bldP spid="2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05A1C96-A122-4DA0-9820-687564A9D884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47389" y="84853"/>
            <a:ext cx="36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Амалдарды аткаргыла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216E8-761C-49FA-9740-7498430D89FC}"/>
              </a:ext>
            </a:extLst>
          </p:cNvPr>
          <p:cNvSpPr txBox="1"/>
          <p:nvPr/>
        </p:nvSpPr>
        <p:spPr>
          <a:xfrm>
            <a:off x="2376013" y="747207"/>
            <a:ext cx="51539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198.15 </a:t>
            </a:r>
            <a:r>
              <a:rPr lang="en-GB" sz="6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6000" dirty="0"/>
              <a:t> 9.37 =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11374C-214A-4F2D-91ED-A687BE6C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364633"/>
              </p:ext>
            </p:extLst>
          </p:nvPr>
        </p:nvGraphicFramePr>
        <p:xfrm>
          <a:off x="1007374" y="3415823"/>
          <a:ext cx="6604000" cy="244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58009144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8916473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1131276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888562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22046327"/>
                    </a:ext>
                  </a:extLst>
                </a:gridCol>
              </a:tblGrid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947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714703"/>
                  </a:ext>
                </a:extLst>
              </a:tr>
              <a:tr h="815482"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67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6018-51E0-4C35-94F4-1482A0D9B069}"/>
              </a:ext>
            </a:extLst>
          </p:cNvPr>
          <p:cNvSpPr txBox="1"/>
          <p:nvPr/>
        </p:nvSpPr>
        <p:spPr>
          <a:xfrm rot="18800925">
            <a:off x="1532785" y="2485950"/>
            <a:ext cx="135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Жүздөр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482F2-906E-4A5E-82B8-42F4C1F94F3A}"/>
              </a:ext>
            </a:extLst>
          </p:cNvPr>
          <p:cNvSpPr txBox="1"/>
          <p:nvPr/>
        </p:nvSpPr>
        <p:spPr>
          <a:xfrm rot="18800925">
            <a:off x="2483736" y="2723342"/>
            <a:ext cx="118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Ондор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D257D-7602-4149-8DB4-4A8786EB6B85}"/>
              </a:ext>
            </a:extLst>
          </p:cNvPr>
          <p:cNvSpPr txBox="1"/>
          <p:nvPr/>
        </p:nvSpPr>
        <p:spPr>
          <a:xfrm rot="18800925">
            <a:off x="4969188" y="2556290"/>
            <a:ext cx="164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Ондуктар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023BA-0973-4EF2-92CB-6FE7806C1EA2}"/>
              </a:ext>
            </a:extLst>
          </p:cNvPr>
          <p:cNvSpPr txBox="1"/>
          <p:nvPr/>
        </p:nvSpPr>
        <p:spPr>
          <a:xfrm rot="18800925">
            <a:off x="6507003" y="2310103"/>
            <a:ext cx="1828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Жүздүктөр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9AFA-ED21-4B09-9CA3-2E594EF577AA}"/>
              </a:ext>
            </a:extLst>
          </p:cNvPr>
          <p:cNvSpPr txBox="1"/>
          <p:nvPr/>
        </p:nvSpPr>
        <p:spPr>
          <a:xfrm rot="18800925">
            <a:off x="3536282" y="2635419"/>
            <a:ext cx="181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Бирдиктер</a:t>
            </a:r>
            <a:endParaRPr lang="en-GB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A3C43F-938D-43EF-8C38-02AB6B856331}"/>
              </a:ext>
            </a:extLst>
          </p:cNvPr>
          <p:cNvCxnSpPr>
            <a:cxnSpLocks/>
          </p:cNvCxnSpPr>
          <p:nvPr/>
        </p:nvCxnSpPr>
        <p:spPr>
          <a:xfrm>
            <a:off x="2329961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FFC753-5751-46E6-B1CC-CDD23BB4F96C}"/>
              </a:ext>
            </a:extLst>
          </p:cNvPr>
          <p:cNvCxnSpPr>
            <a:cxnSpLocks/>
          </p:cNvCxnSpPr>
          <p:nvPr/>
        </p:nvCxnSpPr>
        <p:spPr>
          <a:xfrm>
            <a:off x="3651738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1A7241-C2ED-4952-93FA-330A1DD58B9C}"/>
              </a:ext>
            </a:extLst>
          </p:cNvPr>
          <p:cNvCxnSpPr>
            <a:cxnSpLocks/>
          </p:cNvCxnSpPr>
          <p:nvPr/>
        </p:nvCxnSpPr>
        <p:spPr>
          <a:xfrm>
            <a:off x="4964722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BA55-2F06-4570-8757-2DD6E55A2909}"/>
              </a:ext>
            </a:extLst>
          </p:cNvPr>
          <p:cNvCxnSpPr>
            <a:cxnSpLocks/>
          </p:cNvCxnSpPr>
          <p:nvPr/>
        </p:nvCxnSpPr>
        <p:spPr>
          <a:xfrm>
            <a:off x="6286499" y="3400361"/>
            <a:ext cx="0" cy="24619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B3E96D-EB38-4B23-BC5B-E46D1B6CEAEC}"/>
              </a:ext>
            </a:extLst>
          </p:cNvPr>
          <p:cNvSpPr/>
          <p:nvPr/>
        </p:nvSpPr>
        <p:spPr>
          <a:xfrm>
            <a:off x="4826977" y="3667922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55FCA3-1A1E-4638-BA4C-4EE9784813F1}"/>
              </a:ext>
            </a:extLst>
          </p:cNvPr>
          <p:cNvSpPr/>
          <p:nvPr/>
        </p:nvSpPr>
        <p:spPr>
          <a:xfrm>
            <a:off x="4812324" y="4514915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8A3B2C-1E5B-43E8-9F3F-7DF5DF6891D7}"/>
              </a:ext>
            </a:extLst>
          </p:cNvPr>
          <p:cNvSpPr/>
          <p:nvPr/>
        </p:nvSpPr>
        <p:spPr>
          <a:xfrm>
            <a:off x="4841632" y="5309154"/>
            <a:ext cx="278589" cy="278589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78A9A-BE42-4D03-A157-7F034796AF06}"/>
              </a:ext>
            </a:extLst>
          </p:cNvPr>
          <p:cNvSpPr/>
          <p:nvPr/>
        </p:nvSpPr>
        <p:spPr>
          <a:xfrm>
            <a:off x="689137" y="3999265"/>
            <a:ext cx="6447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endParaRPr lang="en-GB" sz="7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0513BA8-E2AC-4678-991A-13AE3E954A6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6" y="482872"/>
            <a:ext cx="1297608" cy="132030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7D46650-1630-44E8-877B-30C2129FAE4D}"/>
              </a:ext>
            </a:extLst>
          </p:cNvPr>
          <p:cNvSpPr/>
          <p:nvPr/>
        </p:nvSpPr>
        <p:spPr>
          <a:xfrm>
            <a:off x="826477" y="5025020"/>
            <a:ext cx="6809385" cy="10354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07567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 animBg="1"/>
      <p:bldP spid="19" grpId="0" animBg="1"/>
      <p:bldP spid="20" grpId="0" animBg="1"/>
      <p:bldP spid="11" grpId="0"/>
      <p:bldP spid="23" grpId="0" animBg="1"/>
      <p:bldP spid="2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8776</TotalTime>
  <Words>512</Words>
  <Application>Microsoft Office PowerPoint</Application>
  <PresentationFormat>A4 Paper (210x297 mm)</PresentationFormat>
  <Paragraphs>359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 Light</vt:lpstr>
      <vt:lpstr>Calibri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398</cp:revision>
  <cp:lastPrinted>2019-01-13T10:18:41Z</cp:lastPrinted>
  <dcterms:created xsi:type="dcterms:W3CDTF">2017-01-17T16:57:04Z</dcterms:created>
  <dcterms:modified xsi:type="dcterms:W3CDTF">2024-05-22T12:24:22Z</dcterms:modified>
</cp:coreProperties>
</file>