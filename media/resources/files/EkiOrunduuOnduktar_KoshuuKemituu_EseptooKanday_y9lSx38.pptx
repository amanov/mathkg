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2" r:id="rId3"/>
  </p:sldMasterIdLst>
  <p:notesMasterIdLst>
    <p:notesMasterId r:id="rId18"/>
  </p:notesMasterIdLst>
  <p:sldIdLst>
    <p:sldId id="257" r:id="rId4"/>
    <p:sldId id="981" r:id="rId5"/>
    <p:sldId id="982" r:id="rId6"/>
    <p:sldId id="971" r:id="rId7"/>
    <p:sldId id="983" r:id="rId8"/>
    <p:sldId id="984" r:id="rId9"/>
    <p:sldId id="979" r:id="rId10"/>
    <p:sldId id="980" r:id="rId11"/>
    <p:sldId id="972" r:id="rId12"/>
    <p:sldId id="973" r:id="rId13"/>
    <p:sldId id="977" r:id="rId14"/>
    <p:sldId id="978" r:id="rId15"/>
    <p:sldId id="976" r:id="rId16"/>
    <p:sldId id="274" r:id="rId17"/>
  </p:sldIdLst>
  <p:sldSz cx="9906000" cy="6858000" type="A4"/>
  <p:notesSz cx="7104063" cy="10234613"/>
  <p:embeddedFontLst>
    <p:embeddedFont>
      <p:font typeface="Gill Sans Ultra Bold" panose="020B0A02020104020203" pitchFamily="34" charset="0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97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91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22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49724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0254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72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5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97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8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685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78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526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7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89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674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3073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656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72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84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270000"/>
            <a:ext cx="8513763" cy="4402316"/>
          </a:xfrm>
        </p:spPr>
        <p:txBody>
          <a:bodyPr>
            <a:normAutofit/>
          </a:bodyPr>
          <a:lstStyle/>
          <a:p>
            <a:r>
              <a:rPr lang="ru-RU" dirty="0"/>
              <a:t>2 Орундуу  Ондуктар – Кошуу жана Кемитүү– Көнүгүү Б</a:t>
            </a:r>
          </a:p>
          <a:p>
            <a:endParaRPr lang="ru-RU" dirty="0"/>
          </a:p>
          <a:p>
            <a:r>
              <a:rPr lang="ru-RU" dirty="0"/>
              <a:t>Иш барагы 2 өлчөмдө.</a:t>
            </a:r>
            <a:endParaRPr lang="en-US" dirty="0"/>
          </a:p>
          <a:p>
            <a:endParaRPr lang="en-US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2720" y="18333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C1C974-3AB6-46AB-0900-00F5CEFA7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312" y="307050"/>
            <a:ext cx="6242728" cy="643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49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F8CA5B-97E9-577B-39A9-B91014437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59" y="191147"/>
            <a:ext cx="8278467" cy="647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160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6024" y="-55409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эсептөө кандай?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диаграммада бир эсептөө көрсөтүлгөн.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ондукту жазыңыз, диаграммаларды толтуруңуз,жоопту табыңыз!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5984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31505DE-03F4-B501-6C78-49E54E1B6FF5}"/>
              </a:ext>
            </a:extLst>
          </p:cNvPr>
          <p:cNvSpPr txBox="1"/>
          <p:nvPr/>
        </p:nvSpPr>
        <p:spPr>
          <a:xfrm>
            <a:off x="3936078" y="-59713"/>
            <a:ext cx="918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кемитүү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D615A-341A-35E1-8E33-77071BD0FC6A}"/>
              </a:ext>
            </a:extLst>
          </p:cNvPr>
          <p:cNvSpPr txBox="1"/>
          <p:nvPr/>
        </p:nvSpPr>
        <p:spPr>
          <a:xfrm>
            <a:off x="170529" y="-69730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эсептөө кандай?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3B1F3-4F92-67E0-71E1-7AC36D048875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диаграммада бир эсептөө көрсөтүлгөн.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ондукту жазыңыз, диаграммаларды толтуруңуз,жоопту табыңыз!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221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4505" y="-4906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эсептөө кандай?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0,5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947396C7-61F0-2435-B872-06F30278CCD6}"/>
              </a:ext>
            </a:extLst>
          </p:cNvPr>
          <p:cNvSpPr/>
          <p:nvPr/>
        </p:nvSpPr>
        <p:spPr>
          <a:xfrm>
            <a:off x="41933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54149DE-7859-C0D8-E542-5D043B2D92D7}"/>
              </a:ext>
            </a:extLst>
          </p:cNvPr>
          <p:cNvSpPr/>
          <p:nvPr/>
        </p:nvSpPr>
        <p:spPr>
          <a:xfrm>
            <a:off x="42650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079577C-1CDB-1D96-5258-C8D3CE1DE385}"/>
              </a:ext>
            </a:extLst>
          </p:cNvPr>
          <p:cNvSpPr/>
          <p:nvPr/>
        </p:nvSpPr>
        <p:spPr>
          <a:xfrm>
            <a:off x="43368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6F29B96D-3B21-A263-8A04-FA6FCAF49164}"/>
              </a:ext>
            </a:extLst>
          </p:cNvPr>
          <p:cNvSpPr/>
          <p:nvPr/>
        </p:nvSpPr>
        <p:spPr>
          <a:xfrm>
            <a:off x="44085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4" y="221299"/>
            <a:ext cx="4997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диаграммада бир эсептөө көрсөтүлгөн.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ондукту жазыңыз, диаграммаларды толтуруңуз,жоопту табыңыз!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0,34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1975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A2DD77BA-1775-5728-86D2-910A7DA0F3C5}"/>
              </a:ext>
            </a:extLst>
          </p:cNvPr>
          <p:cNvSpPr/>
          <p:nvPr/>
        </p:nvSpPr>
        <p:spPr>
          <a:xfrm>
            <a:off x="4197542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9BE4D82F-D8C0-956A-6AA1-363395D963B8}"/>
              </a:ext>
            </a:extLst>
          </p:cNvPr>
          <p:cNvSpPr/>
          <p:nvPr/>
        </p:nvSpPr>
        <p:spPr>
          <a:xfrm>
            <a:off x="4197542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4819E4C-ADF1-88FF-375A-D96A8EE77B56}"/>
              </a:ext>
            </a:extLst>
          </p:cNvPr>
          <p:cNvSpPr/>
          <p:nvPr/>
        </p:nvSpPr>
        <p:spPr>
          <a:xfrm>
            <a:off x="4049944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A13FF467-426F-88B3-9924-F9126D7DACFC}"/>
              </a:ext>
            </a:extLst>
          </p:cNvPr>
          <p:cNvSpPr/>
          <p:nvPr/>
        </p:nvSpPr>
        <p:spPr>
          <a:xfrm>
            <a:off x="4121660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0,21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0,15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0,36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913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9131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9131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F5AA1072-AD8B-42D0-E4E0-76964312B296}"/>
              </a:ext>
            </a:extLst>
          </p:cNvPr>
          <p:cNvSpPr/>
          <p:nvPr/>
        </p:nvSpPr>
        <p:spPr>
          <a:xfrm>
            <a:off x="419131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5DDB52E9-40D7-8DCF-814F-CFEF752FDD26}"/>
              </a:ext>
            </a:extLst>
          </p:cNvPr>
          <p:cNvSpPr/>
          <p:nvPr/>
        </p:nvSpPr>
        <p:spPr>
          <a:xfrm>
            <a:off x="419131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5454DDBD-6FF9-DC99-7283-1D6B9654E0FA}"/>
              </a:ext>
            </a:extLst>
          </p:cNvPr>
          <p:cNvSpPr/>
          <p:nvPr/>
        </p:nvSpPr>
        <p:spPr>
          <a:xfrm>
            <a:off x="4191319" y="439290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FBDF602B-51E3-A851-C330-6D5329393A1F}"/>
              </a:ext>
            </a:extLst>
          </p:cNvPr>
          <p:cNvSpPr/>
          <p:nvPr/>
        </p:nvSpPr>
        <p:spPr>
          <a:xfrm>
            <a:off x="397822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404994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121660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0,57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0,32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0,89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23" name="Rectangle 422">
            <a:extLst>
              <a:ext uri="{FF2B5EF4-FFF2-40B4-BE49-F238E27FC236}">
                <a16:creationId xmlns:a16="http://schemas.microsoft.com/office/drawing/2014/main" id="{C2396A56-C5C4-345E-A25D-3BB74D555FFE}"/>
              </a:ext>
            </a:extLst>
          </p:cNvPr>
          <p:cNvSpPr/>
          <p:nvPr/>
        </p:nvSpPr>
        <p:spPr>
          <a:xfrm>
            <a:off x="4551112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6A559D60-ABC0-9CD3-709E-4EACE5B01A27}"/>
              </a:ext>
            </a:extLst>
          </p:cNvPr>
          <p:cNvSpPr/>
          <p:nvPr/>
        </p:nvSpPr>
        <p:spPr>
          <a:xfrm>
            <a:off x="4551112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674272D7-D89C-6349-A4D3-C3BA3793695F}"/>
              </a:ext>
            </a:extLst>
          </p:cNvPr>
          <p:cNvSpPr/>
          <p:nvPr/>
        </p:nvSpPr>
        <p:spPr>
          <a:xfrm>
            <a:off x="4551112" y="58125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0EEEB743-73E3-DA76-31A2-200A57CEAB9A}"/>
              </a:ext>
            </a:extLst>
          </p:cNvPr>
          <p:cNvSpPr/>
          <p:nvPr/>
        </p:nvSpPr>
        <p:spPr>
          <a:xfrm>
            <a:off x="4551112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715A1BEE-0D64-F3C8-9B3D-BD95FD96E531}"/>
              </a:ext>
            </a:extLst>
          </p:cNvPr>
          <p:cNvSpPr/>
          <p:nvPr/>
        </p:nvSpPr>
        <p:spPr>
          <a:xfrm>
            <a:off x="4551112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4AA80AAB-6C2D-D4F9-F3A3-5EB8D7CD6E5C}"/>
              </a:ext>
            </a:extLst>
          </p:cNvPr>
          <p:cNvSpPr/>
          <p:nvPr/>
        </p:nvSpPr>
        <p:spPr>
          <a:xfrm>
            <a:off x="4551112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9AC13521-0AE4-E08C-6B4A-BD59D4293D78}"/>
              </a:ext>
            </a:extLst>
          </p:cNvPr>
          <p:cNvSpPr/>
          <p:nvPr/>
        </p:nvSpPr>
        <p:spPr>
          <a:xfrm>
            <a:off x="4551112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2093C470-DC26-25DB-5D19-C34F79DC8EAD}"/>
              </a:ext>
            </a:extLst>
          </p:cNvPr>
          <p:cNvSpPr/>
          <p:nvPr/>
        </p:nvSpPr>
        <p:spPr>
          <a:xfrm>
            <a:off x="4551112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E69D5697-1F5D-929B-267B-7D10F6B808EB}"/>
              </a:ext>
            </a:extLst>
          </p:cNvPr>
          <p:cNvSpPr/>
          <p:nvPr/>
        </p:nvSpPr>
        <p:spPr>
          <a:xfrm>
            <a:off x="4551112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96B43C60-446B-8BD7-9405-694B20F55604}"/>
              </a:ext>
            </a:extLst>
          </p:cNvPr>
          <p:cNvSpPr/>
          <p:nvPr/>
        </p:nvSpPr>
        <p:spPr>
          <a:xfrm>
            <a:off x="39782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6A3F4B06-DDB3-2B36-5E0B-E8BC6287592D}"/>
              </a:ext>
            </a:extLst>
          </p:cNvPr>
          <p:cNvSpPr/>
          <p:nvPr/>
        </p:nvSpPr>
        <p:spPr>
          <a:xfrm>
            <a:off x="40499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79FFC581-E38E-66C2-8C03-784C93AFA224}"/>
              </a:ext>
            </a:extLst>
          </p:cNvPr>
          <p:cNvSpPr/>
          <p:nvPr/>
        </p:nvSpPr>
        <p:spPr>
          <a:xfrm>
            <a:off x="412166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93D06BA8-481A-7BAF-8A3D-EAE5A12F3C5D}"/>
              </a:ext>
            </a:extLst>
          </p:cNvPr>
          <p:cNvSpPr/>
          <p:nvPr/>
        </p:nvSpPr>
        <p:spPr>
          <a:xfrm>
            <a:off x="41933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9AAC296A-F77B-9B0E-92D2-A70B9DE7BEEB}"/>
              </a:ext>
            </a:extLst>
          </p:cNvPr>
          <p:cNvSpPr/>
          <p:nvPr/>
        </p:nvSpPr>
        <p:spPr>
          <a:xfrm>
            <a:off x="42650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5AE55525-3060-3AE9-2D48-07A3D0C75C8E}"/>
              </a:ext>
            </a:extLst>
          </p:cNvPr>
          <p:cNvSpPr/>
          <p:nvPr/>
        </p:nvSpPr>
        <p:spPr>
          <a:xfrm>
            <a:off x="43368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9E3A998C-FBEB-C8C4-ECBC-E04B1DC74C89}"/>
              </a:ext>
            </a:extLst>
          </p:cNvPr>
          <p:cNvSpPr/>
          <p:nvPr/>
        </p:nvSpPr>
        <p:spPr>
          <a:xfrm>
            <a:off x="447939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2" name="TextBox 571">
            <a:extLst>
              <a:ext uri="{FF2B5EF4-FFF2-40B4-BE49-F238E27FC236}">
                <a16:creationId xmlns:a16="http://schemas.microsoft.com/office/drawing/2014/main" id="{9935D0A3-5F8B-2B56-AA2D-994323576033}"/>
              </a:ext>
            </a:extLst>
          </p:cNvPr>
          <p:cNvSpPr txBox="1"/>
          <p:nvPr/>
        </p:nvSpPr>
        <p:spPr>
          <a:xfrm>
            <a:off x="5679800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0,25</a:t>
            </a:r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3" name="TextBox 542">
            <a:extLst>
              <a:ext uri="{FF2B5EF4-FFF2-40B4-BE49-F238E27FC236}">
                <a16:creationId xmlns:a16="http://schemas.microsoft.com/office/drawing/2014/main" id="{BFAA5086-971C-278C-88D6-1CE79BC103BB}"/>
              </a:ext>
            </a:extLst>
          </p:cNvPr>
          <p:cNvSpPr txBox="1"/>
          <p:nvPr/>
        </p:nvSpPr>
        <p:spPr>
          <a:xfrm>
            <a:off x="7253964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0,05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4" name="TextBox 513">
            <a:extLst>
              <a:ext uri="{FF2B5EF4-FFF2-40B4-BE49-F238E27FC236}">
                <a16:creationId xmlns:a16="http://schemas.microsoft.com/office/drawing/2014/main" id="{4A04475D-674C-6617-20EB-CBCA6EB24DD0}"/>
              </a:ext>
            </a:extLst>
          </p:cNvPr>
          <p:cNvSpPr txBox="1"/>
          <p:nvPr/>
        </p:nvSpPr>
        <p:spPr>
          <a:xfrm>
            <a:off x="8888096" y="2282591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</a:t>
            </a:r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34" name="Rectangle 533">
            <a:extLst>
              <a:ext uri="{FF2B5EF4-FFF2-40B4-BE49-F238E27FC236}">
                <a16:creationId xmlns:a16="http://schemas.microsoft.com/office/drawing/2014/main" id="{3163FADC-0B17-25BD-6359-7B779BC8A2F3}"/>
              </a:ext>
            </a:extLst>
          </p:cNvPr>
          <p:cNvSpPr/>
          <p:nvPr/>
        </p:nvSpPr>
        <p:spPr>
          <a:xfrm>
            <a:off x="905730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35D689F8-547E-602C-6671-87816984AE44}"/>
              </a:ext>
            </a:extLst>
          </p:cNvPr>
          <p:cNvSpPr/>
          <p:nvPr/>
        </p:nvSpPr>
        <p:spPr>
          <a:xfrm>
            <a:off x="912902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B19D4EA4-67D5-0978-4516-6791B4C52B59}"/>
              </a:ext>
            </a:extLst>
          </p:cNvPr>
          <p:cNvSpPr/>
          <p:nvPr/>
        </p:nvSpPr>
        <p:spPr>
          <a:xfrm>
            <a:off x="9200736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6" name="TextBox 665">
            <a:extLst>
              <a:ext uri="{FF2B5EF4-FFF2-40B4-BE49-F238E27FC236}">
                <a16:creationId xmlns:a16="http://schemas.microsoft.com/office/drawing/2014/main" id="{88B95A6E-2943-E184-9515-4CD85CB69C0A}"/>
              </a:ext>
            </a:extLst>
          </p:cNvPr>
          <p:cNvSpPr txBox="1"/>
          <p:nvPr/>
        </p:nvSpPr>
        <p:spPr>
          <a:xfrm>
            <a:off x="567980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0,23</a:t>
            </a: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7" name="TextBox 636">
            <a:extLst>
              <a:ext uri="{FF2B5EF4-FFF2-40B4-BE49-F238E27FC236}">
                <a16:creationId xmlns:a16="http://schemas.microsoft.com/office/drawing/2014/main" id="{D258A318-88D0-1CA2-3829-08071101CB43}"/>
              </a:ext>
            </a:extLst>
          </p:cNvPr>
          <p:cNvSpPr txBox="1"/>
          <p:nvPr/>
        </p:nvSpPr>
        <p:spPr>
          <a:xfrm>
            <a:off x="7253965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0,18</a:t>
            </a:r>
          </a:p>
        </p:txBody>
      </p: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8" name="TextBox 607">
            <a:extLst>
              <a:ext uri="{FF2B5EF4-FFF2-40B4-BE49-F238E27FC236}">
                <a16:creationId xmlns:a16="http://schemas.microsoft.com/office/drawing/2014/main" id="{AC69A1BC-4E6E-ED35-4201-2B986BD71ED5}"/>
              </a:ext>
            </a:extLst>
          </p:cNvPr>
          <p:cNvSpPr txBox="1"/>
          <p:nvPr/>
        </p:nvSpPr>
        <p:spPr>
          <a:xfrm>
            <a:off x="881035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0,41</a:t>
            </a:r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11" name="Rectangle 610">
            <a:extLst>
              <a:ext uri="{FF2B5EF4-FFF2-40B4-BE49-F238E27FC236}">
                <a16:creationId xmlns:a16="http://schemas.microsoft.com/office/drawing/2014/main" id="{86DB94D8-C8F4-CCFC-BCDB-0B707F1CE466}"/>
              </a:ext>
            </a:extLst>
          </p:cNvPr>
          <p:cNvSpPr/>
          <p:nvPr/>
        </p:nvSpPr>
        <p:spPr>
          <a:xfrm>
            <a:off x="9344169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92A0C2A9-99EE-1A72-2EED-A68D55178302}"/>
              </a:ext>
            </a:extLst>
          </p:cNvPr>
          <p:cNvSpPr/>
          <p:nvPr/>
        </p:nvSpPr>
        <p:spPr>
          <a:xfrm>
            <a:off x="905730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8C4E4A12-4490-9C32-C914-45C525CCAAF4}"/>
              </a:ext>
            </a:extLst>
          </p:cNvPr>
          <p:cNvSpPr/>
          <p:nvPr/>
        </p:nvSpPr>
        <p:spPr>
          <a:xfrm>
            <a:off x="912902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C2015A97-FC62-7031-C162-07A633301D43}"/>
              </a:ext>
            </a:extLst>
          </p:cNvPr>
          <p:cNvSpPr/>
          <p:nvPr/>
        </p:nvSpPr>
        <p:spPr>
          <a:xfrm>
            <a:off x="9200736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DE8D1DCF-C9F1-6CAA-B74E-88EE7638890A}"/>
              </a:ext>
            </a:extLst>
          </p:cNvPr>
          <p:cNvSpPr/>
          <p:nvPr/>
        </p:nvSpPr>
        <p:spPr>
          <a:xfrm>
            <a:off x="92724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975FB052-06CC-E3E3-25DB-76B37DDA5435}"/>
              </a:ext>
            </a:extLst>
          </p:cNvPr>
          <p:cNvSpPr txBox="1"/>
          <p:nvPr/>
        </p:nvSpPr>
        <p:spPr>
          <a:xfrm>
            <a:off x="567980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0,46</a:t>
            </a:r>
          </a:p>
        </p:txBody>
      </p: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1" name="TextBox 730">
            <a:extLst>
              <a:ext uri="{FF2B5EF4-FFF2-40B4-BE49-F238E27FC236}">
                <a16:creationId xmlns:a16="http://schemas.microsoft.com/office/drawing/2014/main" id="{D1325A40-5040-079E-E0C7-907F919400C3}"/>
              </a:ext>
            </a:extLst>
          </p:cNvPr>
          <p:cNvSpPr txBox="1"/>
          <p:nvPr/>
        </p:nvSpPr>
        <p:spPr>
          <a:xfrm>
            <a:off x="7253964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0,39</a:t>
            </a:r>
          </a:p>
        </p:txBody>
      </p: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2" name="TextBox 701">
            <a:extLst>
              <a:ext uri="{FF2B5EF4-FFF2-40B4-BE49-F238E27FC236}">
                <a16:creationId xmlns:a16="http://schemas.microsoft.com/office/drawing/2014/main" id="{47D69766-193E-1295-3D77-2ACD8336CE45}"/>
              </a:ext>
            </a:extLst>
          </p:cNvPr>
          <p:cNvSpPr txBox="1"/>
          <p:nvPr/>
        </p:nvSpPr>
        <p:spPr>
          <a:xfrm>
            <a:off x="881035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0,85</a:t>
            </a:r>
          </a:p>
        </p:txBody>
      </p: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13" name="Rectangle 712">
            <a:extLst>
              <a:ext uri="{FF2B5EF4-FFF2-40B4-BE49-F238E27FC236}">
                <a16:creationId xmlns:a16="http://schemas.microsoft.com/office/drawing/2014/main" id="{4407B3A8-AAF6-8E43-997D-D709007E65D1}"/>
              </a:ext>
            </a:extLst>
          </p:cNvPr>
          <p:cNvSpPr/>
          <p:nvPr/>
        </p:nvSpPr>
        <p:spPr>
          <a:xfrm>
            <a:off x="9631036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5" name="Rectangle 714">
            <a:extLst>
              <a:ext uri="{FF2B5EF4-FFF2-40B4-BE49-F238E27FC236}">
                <a16:creationId xmlns:a16="http://schemas.microsoft.com/office/drawing/2014/main" id="{7A20E375-905D-7C2B-6E9C-5A2015E6681C}"/>
              </a:ext>
            </a:extLst>
          </p:cNvPr>
          <p:cNvSpPr/>
          <p:nvPr/>
        </p:nvSpPr>
        <p:spPr>
          <a:xfrm>
            <a:off x="9631036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7" name="Rectangle 716">
            <a:extLst>
              <a:ext uri="{FF2B5EF4-FFF2-40B4-BE49-F238E27FC236}">
                <a16:creationId xmlns:a16="http://schemas.microsoft.com/office/drawing/2014/main" id="{E862DADF-C409-753A-5C32-2A181605F266}"/>
              </a:ext>
            </a:extLst>
          </p:cNvPr>
          <p:cNvSpPr/>
          <p:nvPr/>
        </p:nvSpPr>
        <p:spPr>
          <a:xfrm>
            <a:off x="9631036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9" name="Rectangle 718">
            <a:extLst>
              <a:ext uri="{FF2B5EF4-FFF2-40B4-BE49-F238E27FC236}">
                <a16:creationId xmlns:a16="http://schemas.microsoft.com/office/drawing/2014/main" id="{F926A16E-CB9B-F418-93CF-7E8B8E1979E8}"/>
              </a:ext>
            </a:extLst>
          </p:cNvPr>
          <p:cNvSpPr/>
          <p:nvPr/>
        </p:nvSpPr>
        <p:spPr>
          <a:xfrm>
            <a:off x="9631036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9CFFFD6C-8DEB-D37D-2733-B99D639AECA1}"/>
              </a:ext>
            </a:extLst>
          </p:cNvPr>
          <p:cNvSpPr/>
          <p:nvPr/>
        </p:nvSpPr>
        <p:spPr>
          <a:xfrm>
            <a:off x="9631036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AF5D6A1E-3C94-110D-870A-32EC2742A68D}"/>
              </a:ext>
            </a:extLst>
          </p:cNvPr>
          <p:cNvSpPr/>
          <p:nvPr/>
        </p:nvSpPr>
        <p:spPr>
          <a:xfrm>
            <a:off x="905730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787CDD07-A6F9-8DD4-469D-9A4A37B62133}"/>
              </a:ext>
            </a:extLst>
          </p:cNvPr>
          <p:cNvSpPr/>
          <p:nvPr/>
        </p:nvSpPr>
        <p:spPr>
          <a:xfrm>
            <a:off x="9129020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EDEAB634-DF2A-5B9E-AFF8-229F8405849E}"/>
              </a:ext>
            </a:extLst>
          </p:cNvPr>
          <p:cNvSpPr/>
          <p:nvPr/>
        </p:nvSpPr>
        <p:spPr>
          <a:xfrm>
            <a:off x="9200736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F7629753-7003-E429-396D-653F53B9D7A2}"/>
              </a:ext>
            </a:extLst>
          </p:cNvPr>
          <p:cNvSpPr/>
          <p:nvPr/>
        </p:nvSpPr>
        <p:spPr>
          <a:xfrm>
            <a:off x="927245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1CF3FDEA-3521-0EBF-07FF-70D4DC1D89CD}"/>
              </a:ext>
            </a:extLst>
          </p:cNvPr>
          <p:cNvSpPr/>
          <p:nvPr/>
        </p:nvSpPr>
        <p:spPr>
          <a:xfrm>
            <a:off x="9344170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80046E24-4070-1756-BFA4-2685E5FD8565}"/>
              </a:ext>
            </a:extLst>
          </p:cNvPr>
          <p:cNvSpPr/>
          <p:nvPr/>
        </p:nvSpPr>
        <p:spPr>
          <a:xfrm>
            <a:off x="9415886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C261E67D-8CAA-05DE-19A4-E4F2DA9E7632}"/>
              </a:ext>
            </a:extLst>
          </p:cNvPr>
          <p:cNvSpPr/>
          <p:nvPr/>
        </p:nvSpPr>
        <p:spPr>
          <a:xfrm>
            <a:off x="948760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4" name="TextBox 853">
            <a:extLst>
              <a:ext uri="{FF2B5EF4-FFF2-40B4-BE49-F238E27FC236}">
                <a16:creationId xmlns:a16="http://schemas.microsoft.com/office/drawing/2014/main" id="{E134BD37-06D0-A7D3-AE70-EB2BFA94DB40}"/>
              </a:ext>
            </a:extLst>
          </p:cNvPr>
          <p:cNvSpPr txBox="1"/>
          <p:nvPr/>
        </p:nvSpPr>
        <p:spPr>
          <a:xfrm>
            <a:off x="5679800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0,67</a:t>
            </a:r>
          </a:p>
        </p:txBody>
      </p: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5" name="TextBox 824">
            <a:extLst>
              <a:ext uri="{FF2B5EF4-FFF2-40B4-BE49-F238E27FC236}">
                <a16:creationId xmlns:a16="http://schemas.microsoft.com/office/drawing/2014/main" id="{A23B0C17-0B46-CA74-A81A-9F0A29F7061F}"/>
              </a:ext>
            </a:extLst>
          </p:cNvPr>
          <p:cNvSpPr txBox="1"/>
          <p:nvPr/>
        </p:nvSpPr>
        <p:spPr>
          <a:xfrm>
            <a:off x="725396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0,58</a:t>
            </a:r>
          </a:p>
        </p:txBody>
      </p: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6" name="TextBox 795">
            <a:extLst>
              <a:ext uri="{FF2B5EF4-FFF2-40B4-BE49-F238E27FC236}">
                <a16:creationId xmlns:a16="http://schemas.microsoft.com/office/drawing/2014/main" id="{7B2C5A05-0823-017F-9284-8472E3A62FDD}"/>
              </a:ext>
            </a:extLst>
          </p:cNvPr>
          <p:cNvSpPr txBox="1"/>
          <p:nvPr/>
        </p:nvSpPr>
        <p:spPr>
          <a:xfrm>
            <a:off x="8810350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1,25</a:t>
            </a:r>
          </a:p>
        </p:txBody>
      </p: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06" name="Rectangle 805">
            <a:extLst>
              <a:ext uri="{FF2B5EF4-FFF2-40B4-BE49-F238E27FC236}">
                <a16:creationId xmlns:a16="http://schemas.microsoft.com/office/drawing/2014/main" id="{27CB8B72-8843-A340-8829-C44B5C21FB5D}"/>
              </a:ext>
            </a:extLst>
          </p:cNvPr>
          <p:cNvSpPr/>
          <p:nvPr/>
        </p:nvSpPr>
        <p:spPr>
          <a:xfrm>
            <a:off x="9200736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8" name="Rectangle 807">
            <a:extLst>
              <a:ext uri="{FF2B5EF4-FFF2-40B4-BE49-F238E27FC236}">
                <a16:creationId xmlns:a16="http://schemas.microsoft.com/office/drawing/2014/main" id="{DE5D392A-B02D-F14D-2B16-E099A2C5CAF3}"/>
              </a:ext>
            </a:extLst>
          </p:cNvPr>
          <p:cNvSpPr/>
          <p:nvPr/>
        </p:nvSpPr>
        <p:spPr>
          <a:xfrm>
            <a:off x="920073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0" name="Rectangle 809">
            <a:extLst>
              <a:ext uri="{FF2B5EF4-FFF2-40B4-BE49-F238E27FC236}">
                <a16:creationId xmlns:a16="http://schemas.microsoft.com/office/drawing/2014/main" id="{823148D1-D170-6D5C-95E2-5B9D1F539C29}"/>
              </a:ext>
            </a:extLst>
          </p:cNvPr>
          <p:cNvSpPr/>
          <p:nvPr/>
        </p:nvSpPr>
        <p:spPr>
          <a:xfrm>
            <a:off x="920073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2" name="Rectangle 811">
            <a:extLst>
              <a:ext uri="{FF2B5EF4-FFF2-40B4-BE49-F238E27FC236}">
                <a16:creationId xmlns:a16="http://schemas.microsoft.com/office/drawing/2014/main" id="{EF9767CC-9892-33EE-371F-1168EBFCCF9F}"/>
              </a:ext>
            </a:extLst>
          </p:cNvPr>
          <p:cNvSpPr/>
          <p:nvPr/>
        </p:nvSpPr>
        <p:spPr>
          <a:xfrm>
            <a:off x="920073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4" name="Rectangle 813">
            <a:extLst>
              <a:ext uri="{FF2B5EF4-FFF2-40B4-BE49-F238E27FC236}">
                <a16:creationId xmlns:a16="http://schemas.microsoft.com/office/drawing/2014/main" id="{25BE69BC-0D49-B547-BAFB-576D0422704E}"/>
              </a:ext>
            </a:extLst>
          </p:cNvPr>
          <p:cNvSpPr/>
          <p:nvPr/>
        </p:nvSpPr>
        <p:spPr>
          <a:xfrm>
            <a:off x="920073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6" name="Rectangle 815">
            <a:extLst>
              <a:ext uri="{FF2B5EF4-FFF2-40B4-BE49-F238E27FC236}">
                <a16:creationId xmlns:a16="http://schemas.microsoft.com/office/drawing/2014/main" id="{DF2F7DA3-75DD-F8F1-08E1-435F584DEF71}"/>
              </a:ext>
            </a:extLst>
          </p:cNvPr>
          <p:cNvSpPr/>
          <p:nvPr/>
        </p:nvSpPr>
        <p:spPr>
          <a:xfrm>
            <a:off x="90573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7" name="Rectangle 816">
            <a:extLst>
              <a:ext uri="{FF2B5EF4-FFF2-40B4-BE49-F238E27FC236}">
                <a16:creationId xmlns:a16="http://schemas.microsoft.com/office/drawing/2014/main" id="{1240F449-C860-282A-0012-1079EBAE63C2}"/>
              </a:ext>
            </a:extLst>
          </p:cNvPr>
          <p:cNvSpPr/>
          <p:nvPr/>
        </p:nvSpPr>
        <p:spPr>
          <a:xfrm>
            <a:off x="91290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8" name="TextBox 947">
            <a:extLst>
              <a:ext uri="{FF2B5EF4-FFF2-40B4-BE49-F238E27FC236}">
                <a16:creationId xmlns:a16="http://schemas.microsoft.com/office/drawing/2014/main" id="{BE988062-21E2-301A-F4A2-63848386AD53}"/>
              </a:ext>
            </a:extLst>
          </p:cNvPr>
          <p:cNvSpPr txBox="1"/>
          <p:nvPr/>
        </p:nvSpPr>
        <p:spPr>
          <a:xfrm>
            <a:off x="5679800" y="89020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0,07</a:t>
            </a:r>
          </a:p>
        </p:txBody>
      </p: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9" name="TextBox 918">
            <a:extLst>
              <a:ext uri="{FF2B5EF4-FFF2-40B4-BE49-F238E27FC236}">
                <a16:creationId xmlns:a16="http://schemas.microsoft.com/office/drawing/2014/main" id="{5234AD3F-38D8-CD1D-D195-8F18144BDEB0}"/>
              </a:ext>
            </a:extLst>
          </p:cNvPr>
          <p:cNvSpPr txBox="1"/>
          <p:nvPr/>
        </p:nvSpPr>
        <p:spPr>
          <a:xfrm>
            <a:off x="7253964" y="89020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0,04</a:t>
            </a:r>
          </a:p>
        </p:txBody>
      </p: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0" name="TextBox 889">
            <a:extLst>
              <a:ext uri="{FF2B5EF4-FFF2-40B4-BE49-F238E27FC236}">
                <a16:creationId xmlns:a16="http://schemas.microsoft.com/office/drawing/2014/main" id="{E847CDC5-FD36-9A69-2D67-9799EF12F8F3}"/>
              </a:ext>
            </a:extLst>
          </p:cNvPr>
          <p:cNvSpPr txBox="1"/>
          <p:nvPr/>
        </p:nvSpPr>
        <p:spPr>
          <a:xfrm>
            <a:off x="8810350" y="89020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0,11</a:t>
            </a:r>
          </a:p>
        </p:txBody>
      </p: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893" name="Rectangle 892">
            <a:extLst>
              <a:ext uri="{FF2B5EF4-FFF2-40B4-BE49-F238E27FC236}">
                <a16:creationId xmlns:a16="http://schemas.microsoft.com/office/drawing/2014/main" id="{85F9A8D1-6AF6-FC5D-CC6A-B840D3623397}"/>
              </a:ext>
            </a:extLst>
          </p:cNvPr>
          <p:cNvSpPr/>
          <p:nvPr/>
        </p:nvSpPr>
        <p:spPr>
          <a:xfrm>
            <a:off x="9126081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385DE886-CBAE-016B-DD04-F1102DDC6921}"/>
              </a:ext>
            </a:extLst>
          </p:cNvPr>
          <p:cNvSpPr/>
          <p:nvPr/>
        </p:nvSpPr>
        <p:spPr>
          <a:xfrm>
            <a:off x="9057303" y="9963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976" name="Rectangle 975">
            <a:extLst>
              <a:ext uri="{FF2B5EF4-FFF2-40B4-BE49-F238E27FC236}">
                <a16:creationId xmlns:a16="http://schemas.microsoft.com/office/drawing/2014/main" id="{EC268BBC-D98F-5637-5F76-8E9F4F118E2C}"/>
              </a:ext>
            </a:extLst>
          </p:cNvPr>
          <p:cNvSpPr/>
          <p:nvPr/>
        </p:nvSpPr>
        <p:spPr>
          <a:xfrm>
            <a:off x="4479685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7" name="Rectangle 976">
            <a:extLst>
              <a:ext uri="{FF2B5EF4-FFF2-40B4-BE49-F238E27FC236}">
                <a16:creationId xmlns:a16="http://schemas.microsoft.com/office/drawing/2014/main" id="{3B657A17-9606-CAD4-B799-6ED9E1FD6C86}"/>
              </a:ext>
            </a:extLst>
          </p:cNvPr>
          <p:cNvSpPr/>
          <p:nvPr/>
        </p:nvSpPr>
        <p:spPr>
          <a:xfrm>
            <a:off x="4551402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1" name="Rectangle 980">
            <a:extLst>
              <a:ext uri="{FF2B5EF4-FFF2-40B4-BE49-F238E27FC236}">
                <a16:creationId xmlns:a16="http://schemas.microsoft.com/office/drawing/2014/main" id="{E095CA3E-6599-E8FD-0EE1-0A65294092A5}"/>
              </a:ext>
            </a:extLst>
          </p:cNvPr>
          <p:cNvSpPr/>
          <p:nvPr/>
        </p:nvSpPr>
        <p:spPr>
          <a:xfrm>
            <a:off x="4197542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2" name="Rectangle 981">
            <a:extLst>
              <a:ext uri="{FF2B5EF4-FFF2-40B4-BE49-F238E27FC236}">
                <a16:creationId xmlns:a16="http://schemas.microsoft.com/office/drawing/2014/main" id="{998D39CE-33D0-A94E-E7CC-E12257814967}"/>
              </a:ext>
            </a:extLst>
          </p:cNvPr>
          <p:cNvSpPr/>
          <p:nvPr/>
        </p:nvSpPr>
        <p:spPr>
          <a:xfrm>
            <a:off x="44082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78926B9-34A2-4AF7-1ED7-21AA4423BC2D}"/>
              </a:ext>
            </a:extLst>
          </p:cNvPr>
          <p:cNvSpPr/>
          <p:nvPr/>
        </p:nvSpPr>
        <p:spPr>
          <a:xfrm>
            <a:off x="9559319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7E16753E-3BC9-856E-7871-CE8C2576CEBA}"/>
              </a:ext>
            </a:extLst>
          </p:cNvPr>
          <p:cNvSpPr txBox="1"/>
          <p:nvPr/>
        </p:nvSpPr>
        <p:spPr>
          <a:xfrm>
            <a:off x="8639982" y="5823944"/>
            <a:ext cx="228195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864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0,11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0451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0,25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0,02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0,23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22262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22262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22262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398088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052603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0,48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0,23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0,25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2" name="TextBox 571">
            <a:extLst>
              <a:ext uri="{FF2B5EF4-FFF2-40B4-BE49-F238E27FC236}">
                <a16:creationId xmlns:a16="http://schemas.microsoft.com/office/drawing/2014/main" id="{9935D0A3-5F8B-2B56-AA2D-994323576033}"/>
              </a:ext>
            </a:extLst>
          </p:cNvPr>
          <p:cNvSpPr txBox="1"/>
          <p:nvPr/>
        </p:nvSpPr>
        <p:spPr>
          <a:xfrm>
            <a:off x="5757546" y="2282591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0,6</a:t>
            </a:r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3" name="TextBox 542">
            <a:extLst>
              <a:ext uri="{FF2B5EF4-FFF2-40B4-BE49-F238E27FC236}">
                <a16:creationId xmlns:a16="http://schemas.microsoft.com/office/drawing/2014/main" id="{BFAA5086-971C-278C-88D6-1CE79BC103BB}"/>
              </a:ext>
            </a:extLst>
          </p:cNvPr>
          <p:cNvSpPr txBox="1"/>
          <p:nvPr/>
        </p:nvSpPr>
        <p:spPr>
          <a:xfrm>
            <a:off x="7253964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4" name="TextBox 513">
            <a:extLst>
              <a:ext uri="{FF2B5EF4-FFF2-40B4-BE49-F238E27FC236}">
                <a16:creationId xmlns:a16="http://schemas.microsoft.com/office/drawing/2014/main" id="{4A04475D-674C-6617-20EB-CBCA6EB24DD0}"/>
              </a:ext>
            </a:extLst>
          </p:cNvPr>
          <p:cNvSpPr txBox="1"/>
          <p:nvPr/>
        </p:nvSpPr>
        <p:spPr>
          <a:xfrm>
            <a:off x="8810350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0,47</a:t>
            </a:r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6" name="TextBox 665">
            <a:extLst>
              <a:ext uri="{FF2B5EF4-FFF2-40B4-BE49-F238E27FC236}">
                <a16:creationId xmlns:a16="http://schemas.microsoft.com/office/drawing/2014/main" id="{88B95A6E-2943-E184-9515-4CD85CB69C0A}"/>
              </a:ext>
            </a:extLst>
          </p:cNvPr>
          <p:cNvSpPr txBox="1"/>
          <p:nvPr/>
        </p:nvSpPr>
        <p:spPr>
          <a:xfrm>
            <a:off x="567980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0,33</a:t>
            </a: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7" name="TextBox 636">
            <a:extLst>
              <a:ext uri="{FF2B5EF4-FFF2-40B4-BE49-F238E27FC236}">
                <a16:creationId xmlns:a16="http://schemas.microsoft.com/office/drawing/2014/main" id="{D258A318-88D0-1CA2-3829-08071101CB43}"/>
              </a:ext>
            </a:extLst>
          </p:cNvPr>
          <p:cNvSpPr txBox="1"/>
          <p:nvPr/>
        </p:nvSpPr>
        <p:spPr>
          <a:xfrm>
            <a:off x="7253965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0,16</a:t>
            </a:r>
          </a:p>
        </p:txBody>
      </p: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8" name="TextBox 607">
            <a:extLst>
              <a:ext uri="{FF2B5EF4-FFF2-40B4-BE49-F238E27FC236}">
                <a16:creationId xmlns:a16="http://schemas.microsoft.com/office/drawing/2014/main" id="{AC69A1BC-4E6E-ED35-4201-2B986BD71ED5}"/>
              </a:ext>
            </a:extLst>
          </p:cNvPr>
          <p:cNvSpPr txBox="1"/>
          <p:nvPr/>
        </p:nvSpPr>
        <p:spPr>
          <a:xfrm>
            <a:off x="881035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0,17</a:t>
            </a:r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29" name="Rectangle 628">
            <a:extLst>
              <a:ext uri="{FF2B5EF4-FFF2-40B4-BE49-F238E27FC236}">
                <a16:creationId xmlns:a16="http://schemas.microsoft.com/office/drawing/2014/main" id="{8C4E4A12-4490-9C32-C914-45C525CCAAF4}"/>
              </a:ext>
            </a:extLst>
          </p:cNvPr>
          <p:cNvSpPr/>
          <p:nvPr/>
        </p:nvSpPr>
        <p:spPr>
          <a:xfrm>
            <a:off x="905996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975FB052-06CC-E3E3-25DB-76B37DDA5435}"/>
              </a:ext>
            </a:extLst>
          </p:cNvPr>
          <p:cNvSpPr txBox="1"/>
          <p:nvPr/>
        </p:nvSpPr>
        <p:spPr>
          <a:xfrm>
            <a:off x="567980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0,61</a:t>
            </a:r>
          </a:p>
        </p:txBody>
      </p: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1" name="TextBox 730">
            <a:extLst>
              <a:ext uri="{FF2B5EF4-FFF2-40B4-BE49-F238E27FC236}">
                <a16:creationId xmlns:a16="http://schemas.microsoft.com/office/drawing/2014/main" id="{D1325A40-5040-079E-E0C7-907F919400C3}"/>
              </a:ext>
            </a:extLst>
          </p:cNvPr>
          <p:cNvSpPr txBox="1"/>
          <p:nvPr/>
        </p:nvSpPr>
        <p:spPr>
          <a:xfrm>
            <a:off x="7253964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0,35</a:t>
            </a:r>
          </a:p>
        </p:txBody>
      </p: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2" name="TextBox 701">
            <a:extLst>
              <a:ext uri="{FF2B5EF4-FFF2-40B4-BE49-F238E27FC236}">
                <a16:creationId xmlns:a16="http://schemas.microsoft.com/office/drawing/2014/main" id="{47D69766-193E-1295-3D77-2ACD8336CE45}"/>
              </a:ext>
            </a:extLst>
          </p:cNvPr>
          <p:cNvSpPr txBox="1"/>
          <p:nvPr/>
        </p:nvSpPr>
        <p:spPr>
          <a:xfrm>
            <a:off x="881035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0,26</a:t>
            </a:r>
          </a:p>
        </p:txBody>
      </p: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4" name="Rectangle 723">
            <a:extLst>
              <a:ext uri="{FF2B5EF4-FFF2-40B4-BE49-F238E27FC236}">
                <a16:creationId xmlns:a16="http://schemas.microsoft.com/office/drawing/2014/main" id="{EDEAB634-DF2A-5B9E-AFF8-229F8405849E}"/>
              </a:ext>
            </a:extLst>
          </p:cNvPr>
          <p:cNvSpPr/>
          <p:nvPr/>
        </p:nvSpPr>
        <p:spPr>
          <a:xfrm>
            <a:off x="9061036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F7629753-7003-E429-396D-653F53B9D7A2}"/>
              </a:ext>
            </a:extLst>
          </p:cNvPr>
          <p:cNvSpPr/>
          <p:nvPr/>
        </p:nvSpPr>
        <p:spPr>
          <a:xfrm>
            <a:off x="913275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69C0BF4-A7EC-CD31-DFEF-B7BEDD30544E}"/>
              </a:ext>
            </a:extLst>
          </p:cNvPr>
          <p:cNvSpPr/>
          <p:nvPr/>
        </p:nvSpPr>
        <p:spPr>
          <a:xfrm>
            <a:off x="398246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3A3AD2F-256E-32B9-0799-C7F0529D4F8E}"/>
              </a:ext>
            </a:extLst>
          </p:cNvPr>
          <p:cNvSpPr/>
          <p:nvPr/>
        </p:nvSpPr>
        <p:spPr>
          <a:xfrm>
            <a:off x="405418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8192386-20F8-253D-929A-BE888FF21FFF}"/>
              </a:ext>
            </a:extLst>
          </p:cNvPr>
          <p:cNvSpPr/>
          <p:nvPr/>
        </p:nvSpPr>
        <p:spPr>
          <a:xfrm>
            <a:off x="4126059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83F8924-CC2E-CE9A-538E-2746262E6374}"/>
              </a:ext>
            </a:extLst>
          </p:cNvPr>
          <p:cNvSpPr/>
          <p:nvPr/>
        </p:nvSpPr>
        <p:spPr>
          <a:xfrm>
            <a:off x="4126059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27D4413-25EE-2D12-9369-D007FD0B6CFD}"/>
              </a:ext>
            </a:extLst>
          </p:cNvPr>
          <p:cNvSpPr/>
          <p:nvPr/>
        </p:nvSpPr>
        <p:spPr>
          <a:xfrm>
            <a:off x="4126059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5ECE55C-185A-EE63-E8AE-85DB33299276}"/>
              </a:ext>
            </a:extLst>
          </p:cNvPr>
          <p:cNvSpPr/>
          <p:nvPr/>
        </p:nvSpPr>
        <p:spPr>
          <a:xfrm>
            <a:off x="4126059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91903D8-2670-6712-5938-A86466C3F82F}"/>
              </a:ext>
            </a:extLst>
          </p:cNvPr>
          <p:cNvSpPr/>
          <p:nvPr/>
        </p:nvSpPr>
        <p:spPr>
          <a:xfrm>
            <a:off x="4126059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CAE0FE4D-F585-686F-BE6B-9028AF88901F}"/>
              </a:ext>
            </a:extLst>
          </p:cNvPr>
          <p:cNvSpPr txBox="1"/>
          <p:nvPr/>
        </p:nvSpPr>
        <p:spPr>
          <a:xfrm>
            <a:off x="5750532" y="889199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137E96CD-0B66-F814-91B1-EA1E4D8AC4BF}"/>
              </a:ext>
            </a:extLst>
          </p:cNvPr>
          <p:cNvSpPr txBox="1"/>
          <p:nvPr/>
        </p:nvSpPr>
        <p:spPr>
          <a:xfrm>
            <a:off x="7246950" y="88919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0,01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79D18354-7CA3-D858-83DC-27590AF5DD5C}"/>
              </a:ext>
            </a:extLst>
          </p:cNvPr>
          <p:cNvSpPr txBox="1"/>
          <p:nvPr/>
        </p:nvSpPr>
        <p:spPr>
          <a:xfrm>
            <a:off x="8803336" y="88919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0,09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188" name="Rectangle 187">
            <a:extLst>
              <a:ext uri="{FF2B5EF4-FFF2-40B4-BE49-F238E27FC236}">
                <a16:creationId xmlns:a16="http://schemas.microsoft.com/office/drawing/2014/main" id="{B6784607-96D8-69DA-C49F-FA56ED08791B}"/>
              </a:ext>
            </a:extLst>
          </p:cNvPr>
          <p:cNvSpPr/>
          <p:nvPr/>
        </p:nvSpPr>
        <p:spPr>
          <a:xfrm>
            <a:off x="9051690" y="1679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317A96A1-8207-60B2-E545-F6ECDCE43AA7}"/>
              </a:ext>
            </a:extLst>
          </p:cNvPr>
          <p:cNvSpPr/>
          <p:nvPr/>
        </p:nvSpPr>
        <p:spPr>
          <a:xfrm>
            <a:off x="9051690" y="23967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B4464422-6653-F15C-0231-1E99EAB9E5FF}"/>
              </a:ext>
            </a:extLst>
          </p:cNvPr>
          <p:cNvSpPr/>
          <p:nvPr/>
        </p:nvSpPr>
        <p:spPr>
          <a:xfrm>
            <a:off x="9051690" y="3113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7BFA7389-38B5-7AAA-1D45-0AFBA6343FAA}"/>
              </a:ext>
            </a:extLst>
          </p:cNvPr>
          <p:cNvSpPr/>
          <p:nvPr/>
        </p:nvSpPr>
        <p:spPr>
          <a:xfrm>
            <a:off x="9051690" y="3831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BA072842-853F-6A6C-7461-6F405913320E}"/>
              </a:ext>
            </a:extLst>
          </p:cNvPr>
          <p:cNvSpPr/>
          <p:nvPr/>
        </p:nvSpPr>
        <p:spPr>
          <a:xfrm>
            <a:off x="9051690" y="4548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D074CBB-0761-21F6-1044-95138FBEC8EB}"/>
              </a:ext>
            </a:extLst>
          </p:cNvPr>
          <p:cNvSpPr/>
          <p:nvPr/>
        </p:nvSpPr>
        <p:spPr>
          <a:xfrm>
            <a:off x="9051690" y="5265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F9E75BE-DE4A-BAFF-C9F8-2461EB38C90D}"/>
              </a:ext>
            </a:extLst>
          </p:cNvPr>
          <p:cNvSpPr/>
          <p:nvPr/>
        </p:nvSpPr>
        <p:spPr>
          <a:xfrm>
            <a:off x="9051690" y="598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C4AA243-AFB6-2B74-AA27-40A71FFC01ED}"/>
              </a:ext>
            </a:extLst>
          </p:cNvPr>
          <p:cNvSpPr/>
          <p:nvPr/>
        </p:nvSpPr>
        <p:spPr>
          <a:xfrm>
            <a:off x="9051690" y="66997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B91CBA0C-BED0-81EF-31A0-225CBF7E1434}"/>
              </a:ext>
            </a:extLst>
          </p:cNvPr>
          <p:cNvSpPr/>
          <p:nvPr/>
        </p:nvSpPr>
        <p:spPr>
          <a:xfrm>
            <a:off x="9051690" y="741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700D2B9-477A-8546-0586-A51C5F9ABB7D}"/>
              </a:ext>
            </a:extLst>
          </p:cNvPr>
          <p:cNvSpPr/>
          <p:nvPr/>
        </p:nvSpPr>
        <p:spPr>
          <a:xfrm>
            <a:off x="9057275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8E27071-461E-92DF-5AA1-1682EA19E816}"/>
              </a:ext>
            </a:extLst>
          </p:cNvPr>
          <p:cNvSpPr/>
          <p:nvPr/>
        </p:nvSpPr>
        <p:spPr>
          <a:xfrm>
            <a:off x="9128992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CDE9A2C0-23C0-C33C-6F6F-0BB4C7BAA040}"/>
              </a:ext>
            </a:extLst>
          </p:cNvPr>
          <p:cNvSpPr/>
          <p:nvPr/>
        </p:nvSpPr>
        <p:spPr>
          <a:xfrm>
            <a:off x="9343219" y="14953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0E67EAF7-4042-913E-35B1-7E01904D7920}"/>
              </a:ext>
            </a:extLst>
          </p:cNvPr>
          <p:cNvSpPr/>
          <p:nvPr/>
        </p:nvSpPr>
        <p:spPr>
          <a:xfrm>
            <a:off x="9343219" y="156702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BE10007-909A-969D-7384-C0E53FBA3E3A}"/>
              </a:ext>
            </a:extLst>
          </p:cNvPr>
          <p:cNvSpPr/>
          <p:nvPr/>
        </p:nvSpPr>
        <p:spPr>
          <a:xfrm>
            <a:off x="9343219" y="163873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C3C4BBE3-9250-C1D7-B89D-4259DDC52244}"/>
              </a:ext>
            </a:extLst>
          </p:cNvPr>
          <p:cNvSpPr/>
          <p:nvPr/>
        </p:nvSpPr>
        <p:spPr>
          <a:xfrm>
            <a:off x="9343219" y="171045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E253D67-0428-B5C8-CF7E-74DF1FC48F83}"/>
              </a:ext>
            </a:extLst>
          </p:cNvPr>
          <p:cNvSpPr/>
          <p:nvPr/>
        </p:nvSpPr>
        <p:spPr>
          <a:xfrm>
            <a:off x="9343219" y="178217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DDE66D24-E131-D61E-8951-5A5E23255B5C}"/>
              </a:ext>
            </a:extLst>
          </p:cNvPr>
          <p:cNvSpPr/>
          <p:nvPr/>
        </p:nvSpPr>
        <p:spPr>
          <a:xfrm>
            <a:off x="9343219" y="18538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FA2B25F4-B405-64AD-B30B-9B7522F04D83}"/>
              </a:ext>
            </a:extLst>
          </p:cNvPr>
          <p:cNvSpPr/>
          <p:nvPr/>
        </p:nvSpPr>
        <p:spPr>
          <a:xfrm>
            <a:off x="9343219" y="19256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FB25E3B-8DB4-0539-5DE7-01F63AFECF46}"/>
              </a:ext>
            </a:extLst>
          </p:cNvPr>
          <p:cNvSpPr/>
          <p:nvPr/>
        </p:nvSpPr>
        <p:spPr>
          <a:xfrm>
            <a:off x="9201214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755F2957-D390-1715-02A2-FA8C1DDA8D42}"/>
              </a:ext>
            </a:extLst>
          </p:cNvPr>
          <p:cNvSpPr/>
          <p:nvPr/>
        </p:nvSpPr>
        <p:spPr>
          <a:xfrm>
            <a:off x="9272931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3BD33BA8-EBEE-B836-ED30-6360FB9499A6}"/>
              </a:ext>
            </a:extLst>
          </p:cNvPr>
          <p:cNvSpPr/>
          <p:nvPr/>
        </p:nvSpPr>
        <p:spPr>
          <a:xfrm>
            <a:off x="9131680" y="28838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9249913-6690-4F2A-8127-0DF299E5B440}"/>
              </a:ext>
            </a:extLst>
          </p:cNvPr>
          <p:cNvSpPr/>
          <p:nvPr/>
        </p:nvSpPr>
        <p:spPr>
          <a:xfrm>
            <a:off x="9131680" y="29555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AD0636D3-F896-9D59-0919-787774582922}"/>
              </a:ext>
            </a:extLst>
          </p:cNvPr>
          <p:cNvSpPr/>
          <p:nvPr/>
        </p:nvSpPr>
        <p:spPr>
          <a:xfrm>
            <a:off x="9131680" y="30273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3AC7EEE8-E442-6F55-38EF-AE735591C4CB}"/>
              </a:ext>
            </a:extLst>
          </p:cNvPr>
          <p:cNvSpPr/>
          <p:nvPr/>
        </p:nvSpPr>
        <p:spPr>
          <a:xfrm>
            <a:off x="9131680" y="30990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98D52EC6-E392-3460-65B8-5C09D790285C}"/>
              </a:ext>
            </a:extLst>
          </p:cNvPr>
          <p:cNvSpPr/>
          <p:nvPr/>
        </p:nvSpPr>
        <p:spPr>
          <a:xfrm>
            <a:off x="9131680" y="31707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A9303C6A-76D4-B330-FA41-6D4C6A93876A}"/>
              </a:ext>
            </a:extLst>
          </p:cNvPr>
          <p:cNvSpPr/>
          <p:nvPr/>
        </p:nvSpPr>
        <p:spPr>
          <a:xfrm>
            <a:off x="9131680" y="32424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6FEA1AC8-E00A-1AEF-B30B-BBF8689967F9}"/>
              </a:ext>
            </a:extLst>
          </p:cNvPr>
          <p:cNvSpPr/>
          <p:nvPr/>
        </p:nvSpPr>
        <p:spPr>
          <a:xfrm>
            <a:off x="9131680" y="33141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DEAB0A68-426A-E9B2-75C9-909F2242CC8F}"/>
              </a:ext>
            </a:extLst>
          </p:cNvPr>
          <p:cNvSpPr/>
          <p:nvPr/>
        </p:nvSpPr>
        <p:spPr>
          <a:xfrm>
            <a:off x="9204277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9150E45E-432F-C7B7-48B0-28E3E7FF30C1}"/>
              </a:ext>
            </a:extLst>
          </p:cNvPr>
          <p:cNvSpPr/>
          <p:nvPr/>
        </p:nvSpPr>
        <p:spPr>
          <a:xfrm>
            <a:off x="9204277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F24A2DA0-E3AF-5813-4A73-9A9C78591E58}"/>
              </a:ext>
            </a:extLst>
          </p:cNvPr>
          <p:cNvSpPr/>
          <p:nvPr/>
        </p:nvSpPr>
        <p:spPr>
          <a:xfrm>
            <a:off x="9204277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23D05EB8-C141-9CA4-0A18-CBE6AD948345}"/>
              </a:ext>
            </a:extLst>
          </p:cNvPr>
          <p:cNvSpPr/>
          <p:nvPr/>
        </p:nvSpPr>
        <p:spPr>
          <a:xfrm>
            <a:off x="9204277" y="477879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9353FE59-F0E2-3189-D253-A927E8756234}"/>
              </a:ext>
            </a:extLst>
          </p:cNvPr>
          <p:cNvSpPr/>
          <p:nvPr/>
        </p:nvSpPr>
        <p:spPr>
          <a:xfrm>
            <a:off x="9204277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987B31E1-B295-AD04-E051-E09BB4F70823}"/>
              </a:ext>
            </a:extLst>
          </p:cNvPr>
          <p:cNvSpPr/>
          <p:nvPr/>
        </p:nvSpPr>
        <p:spPr>
          <a:xfrm>
            <a:off x="9204277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8" name="TextBox 407">
            <a:extLst>
              <a:ext uri="{FF2B5EF4-FFF2-40B4-BE49-F238E27FC236}">
                <a16:creationId xmlns:a16="http://schemas.microsoft.com/office/drawing/2014/main" id="{E7017E14-5D41-B2E2-52C3-7E71349BC6DC}"/>
              </a:ext>
            </a:extLst>
          </p:cNvPr>
          <p:cNvSpPr txBox="1"/>
          <p:nvPr/>
        </p:nvSpPr>
        <p:spPr>
          <a:xfrm>
            <a:off x="5679800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1,22</a:t>
            </a: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7" name="TextBox 416">
            <a:extLst>
              <a:ext uri="{FF2B5EF4-FFF2-40B4-BE49-F238E27FC236}">
                <a16:creationId xmlns:a16="http://schemas.microsoft.com/office/drawing/2014/main" id="{B2CD88AB-F2EC-6ABD-C100-EE34BDBA31A0}"/>
              </a:ext>
            </a:extLst>
          </p:cNvPr>
          <p:cNvSpPr txBox="1"/>
          <p:nvPr/>
        </p:nvSpPr>
        <p:spPr>
          <a:xfrm>
            <a:off x="7253964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0,46</a:t>
            </a:r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3" name="TextBox 432">
            <a:extLst>
              <a:ext uri="{FF2B5EF4-FFF2-40B4-BE49-F238E27FC236}">
                <a16:creationId xmlns:a16="http://schemas.microsoft.com/office/drawing/2014/main" id="{530160B5-F5CB-9250-ABA4-52D8AC279776}"/>
              </a:ext>
            </a:extLst>
          </p:cNvPr>
          <p:cNvSpPr txBox="1"/>
          <p:nvPr/>
        </p:nvSpPr>
        <p:spPr>
          <a:xfrm>
            <a:off x="8810350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0,76</a:t>
            </a:r>
          </a:p>
        </p:txBody>
      </p: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38" name="Rectangle 437">
            <a:extLst>
              <a:ext uri="{FF2B5EF4-FFF2-40B4-BE49-F238E27FC236}">
                <a16:creationId xmlns:a16="http://schemas.microsoft.com/office/drawing/2014/main" id="{E528347D-E8B3-1A2F-C759-43CD6A956AE7}"/>
              </a:ext>
            </a:extLst>
          </p:cNvPr>
          <p:cNvSpPr/>
          <p:nvPr/>
        </p:nvSpPr>
        <p:spPr>
          <a:xfrm>
            <a:off x="906103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B9F847C0-225C-6D39-0957-6303BD5E7D92}"/>
              </a:ext>
            </a:extLst>
          </p:cNvPr>
          <p:cNvSpPr/>
          <p:nvPr/>
        </p:nvSpPr>
        <p:spPr>
          <a:xfrm>
            <a:off x="9132753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E7247EF8-A004-E85A-16E3-D89A53A2A003}"/>
              </a:ext>
            </a:extLst>
          </p:cNvPr>
          <p:cNvSpPr/>
          <p:nvPr/>
        </p:nvSpPr>
        <p:spPr>
          <a:xfrm>
            <a:off x="9204470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E22DAD7B-4829-C340-75AB-99A1619B3206}"/>
              </a:ext>
            </a:extLst>
          </p:cNvPr>
          <p:cNvSpPr/>
          <p:nvPr/>
        </p:nvSpPr>
        <p:spPr>
          <a:xfrm>
            <a:off x="927618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C3BAD50C-E590-129A-8B79-11559C2006DC}"/>
              </a:ext>
            </a:extLst>
          </p:cNvPr>
          <p:cNvSpPr/>
          <p:nvPr/>
        </p:nvSpPr>
        <p:spPr>
          <a:xfrm>
            <a:off x="9347903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3F0C83E8-4A25-1987-424C-84405D1A65D6}"/>
              </a:ext>
            </a:extLst>
          </p:cNvPr>
          <p:cNvSpPr/>
          <p:nvPr/>
        </p:nvSpPr>
        <p:spPr>
          <a:xfrm>
            <a:off x="9419619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8DDFE749-7528-2FEE-85FC-B6C1790B06FB}"/>
              </a:ext>
            </a:extLst>
          </p:cNvPr>
          <p:cNvSpPr/>
          <p:nvPr/>
        </p:nvSpPr>
        <p:spPr>
          <a:xfrm>
            <a:off x="949133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4B287843-907E-A1FD-2FB9-17B28CB28DE9}"/>
              </a:ext>
            </a:extLst>
          </p:cNvPr>
          <p:cNvSpPr/>
          <p:nvPr/>
        </p:nvSpPr>
        <p:spPr>
          <a:xfrm>
            <a:off x="9563052" y="5960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E1DEE4C7-6726-4D20-F8A3-2C2C5C97DAC0}"/>
              </a:ext>
            </a:extLst>
          </p:cNvPr>
          <p:cNvSpPr/>
          <p:nvPr/>
        </p:nvSpPr>
        <p:spPr>
          <a:xfrm>
            <a:off x="9563052" y="6032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29EA552C-4AC1-4E14-5089-93C0F55E11B8}"/>
              </a:ext>
            </a:extLst>
          </p:cNvPr>
          <p:cNvSpPr/>
          <p:nvPr/>
        </p:nvSpPr>
        <p:spPr>
          <a:xfrm>
            <a:off x="9563052" y="6104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F8B6EE83-70ED-514E-47FE-8AA92E5FF3C1}"/>
              </a:ext>
            </a:extLst>
          </p:cNvPr>
          <p:cNvSpPr/>
          <p:nvPr/>
        </p:nvSpPr>
        <p:spPr>
          <a:xfrm>
            <a:off x="9563052" y="617579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3E338DFC-BFE8-D903-E122-093E51790F4C}"/>
              </a:ext>
            </a:extLst>
          </p:cNvPr>
          <p:cNvSpPr/>
          <p:nvPr/>
        </p:nvSpPr>
        <p:spPr>
          <a:xfrm>
            <a:off x="9563052" y="6247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0DE89FC4-1EF7-7F64-CED0-2F1E6E661932}"/>
              </a:ext>
            </a:extLst>
          </p:cNvPr>
          <p:cNvSpPr/>
          <p:nvPr/>
        </p:nvSpPr>
        <p:spPr>
          <a:xfrm>
            <a:off x="9563052" y="6319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1A9B9BEA-3D16-1100-9865-E439778A64CC}"/>
              </a:ext>
            </a:extLst>
          </p:cNvPr>
          <p:cNvSpPr txBox="1"/>
          <p:nvPr/>
        </p:nvSpPr>
        <p:spPr>
          <a:xfrm>
            <a:off x="8639982" y="5856964"/>
            <a:ext cx="228195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58ABF9-7C35-3483-18DC-5BBE13472D6D}"/>
              </a:ext>
            </a:extLst>
          </p:cNvPr>
          <p:cNvSpPr txBox="1"/>
          <p:nvPr/>
        </p:nvSpPr>
        <p:spPr>
          <a:xfrm>
            <a:off x="3936078" y="-59713"/>
            <a:ext cx="918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кемитүү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23AFC0-193A-1A90-20A3-62807B0241AB}"/>
              </a:ext>
            </a:extLst>
          </p:cNvPr>
          <p:cNvSpPr txBox="1"/>
          <p:nvPr/>
        </p:nvSpPr>
        <p:spPr>
          <a:xfrm>
            <a:off x="55538" y="-55287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эсептөө кандай?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3081C-013B-89B3-B4D0-43E1C89F8816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диаграммада бир эсептөө көрсөтүлгөн.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ондукту жазыңыз, диаграммаларды толтуруңуз,жоопту табыңыз!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3002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D62827-18DD-F4A6-63BF-BF9C1D79A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33973" y="1135683"/>
            <a:ext cx="6683835" cy="4690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9D4A77-492F-0F4C-B24C-9A5C31013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238562" y="1084083"/>
            <a:ext cx="6580633" cy="469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120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4505" y="-4906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3" y="221299"/>
            <a:ext cx="4997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F)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G)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H)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E)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0,14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1846292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31505DE-03F4-B501-6C78-49E54E1B6FF5}"/>
              </a:ext>
            </a:extLst>
          </p:cNvPr>
          <p:cNvSpPr txBox="1"/>
          <p:nvPr/>
        </p:nvSpPr>
        <p:spPr>
          <a:xfrm>
            <a:off x="3936078" y="-59713"/>
            <a:ext cx="918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кемитүү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D615A-341A-35E1-8E33-77071BD0FC6A}"/>
              </a:ext>
            </a:extLst>
          </p:cNvPr>
          <p:cNvSpPr txBox="1"/>
          <p:nvPr/>
        </p:nvSpPr>
        <p:spPr>
          <a:xfrm>
            <a:off x="170529" y="-69730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эсептөө кандай?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3B1F3-4F92-67E0-71E1-7AC36D048875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диаграммада бир эсептөө көрсөтүлгөн.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ондукту жазыңыз, диаграммаларды толтуруңуз,жоопту табыңыз!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9857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5AD832-905E-650B-13C8-0FCC05A27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10371" y="1053200"/>
            <a:ext cx="6575142" cy="4751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DAAEF3-A97D-ED51-23E5-EBC2BE8D6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46109" y="1053200"/>
            <a:ext cx="6575142" cy="475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53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2D1B23-30D8-3D86-3680-F0A63E29F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67004" y="1161357"/>
            <a:ext cx="6575143" cy="45352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EE5ECA-9109-739F-8F3C-83481225B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82516" y="1161357"/>
            <a:ext cx="6575143" cy="453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12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7C988C-B9A3-F2F8-CFA8-3379280532FB}"/>
              </a:ext>
            </a:extLst>
          </p:cNvPr>
          <p:cNvCxnSpPr>
            <a:cxnSpLocks/>
          </p:cNvCxnSpPr>
          <p:nvPr/>
        </p:nvCxnSpPr>
        <p:spPr>
          <a:xfrm>
            <a:off x="4953000" y="63500"/>
            <a:ext cx="0" cy="668020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848217F-E96E-1737-5E8F-64853B8CD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70235" y="1080329"/>
            <a:ext cx="6575142" cy="4751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110698-4832-3532-323B-B3D1037AE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82516" y="1161357"/>
            <a:ext cx="6575143" cy="453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222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467360"/>
            <a:ext cx="9256849" cy="58521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 w="12700">
          <a:noFill/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10712</TotalTime>
  <Words>523</Words>
  <Application>Microsoft Office PowerPoint</Application>
  <PresentationFormat>A4 Paper (210x297 mm)</PresentationFormat>
  <Paragraphs>313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 Light</vt:lpstr>
      <vt:lpstr>Gill Sans Ultra Bold</vt:lpstr>
      <vt:lpstr>Calibri</vt:lpstr>
      <vt:lpstr>Office Theme</vt:lpstr>
      <vt:lpstr>1_Office Theme</vt:lpstr>
      <vt:lpstr>2_Office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540</cp:revision>
  <cp:lastPrinted>2022-10-11T09:32:58Z</cp:lastPrinted>
  <dcterms:created xsi:type="dcterms:W3CDTF">2017-01-17T16:57:04Z</dcterms:created>
  <dcterms:modified xsi:type="dcterms:W3CDTF">2024-05-20T08:38:11Z</dcterms:modified>
</cp:coreProperties>
</file>