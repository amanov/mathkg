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20"/>
  </p:notesMasterIdLst>
  <p:sldIdLst>
    <p:sldId id="1004" r:id="rId2"/>
    <p:sldId id="961" r:id="rId3"/>
    <p:sldId id="979" r:id="rId4"/>
    <p:sldId id="980" r:id="rId5"/>
    <p:sldId id="981" r:id="rId6"/>
    <p:sldId id="982" r:id="rId7"/>
    <p:sldId id="983" r:id="rId8"/>
    <p:sldId id="984" r:id="rId9"/>
    <p:sldId id="985" r:id="rId10"/>
    <p:sldId id="986" r:id="rId11"/>
    <p:sldId id="987" r:id="rId12"/>
    <p:sldId id="988" r:id="rId13"/>
    <p:sldId id="989" r:id="rId14"/>
    <p:sldId id="990" r:id="rId15"/>
    <p:sldId id="992" r:id="rId16"/>
    <p:sldId id="991" r:id="rId17"/>
    <p:sldId id="978" r:id="rId18"/>
    <p:sldId id="1005" r:id="rId19"/>
  </p:sldIdLst>
  <p:sldSz cx="9906000" cy="6858000" type="A4"/>
  <p:notesSz cx="7104063" cy="10234613"/>
  <p:embeddedFontLst>
    <p:embeddedFont>
      <p:font typeface="Cambria Math" panose="02040503050406030204" pitchFamily="18" charset="0"/>
      <p:regular r:id="rId21"/>
    </p:embeddedFont>
    <p:embeddedFont>
      <p:font typeface="Stencil" panose="040409050D0802020404" pitchFamily="82" charset="0"/>
      <p:regular r:id="rId2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197FF5E7-57A8-40D7-8FA0-8A089C366947}">
          <p14:sldIdLst>
            <p14:sldId id="1004"/>
          </p14:sldIdLst>
        </p14:section>
        <p14:section name="Сабак-түшүндүрмөлөр" id="{059544AC-2C27-45B1-9F95-F87DF8854DD6}">
          <p14:sldIdLst>
            <p14:sldId id="961"/>
            <p14:sldId id="979"/>
            <p14:sldId id="980"/>
            <p14:sldId id="981"/>
            <p14:sldId id="982"/>
            <p14:sldId id="983"/>
            <p14:sldId id="984"/>
            <p14:sldId id="985"/>
            <p14:sldId id="986"/>
            <p14:sldId id="987"/>
            <p14:sldId id="988"/>
            <p14:sldId id="989"/>
            <p14:sldId id="990"/>
            <p14:sldId id="992"/>
            <p14:sldId id="991"/>
          </p14:sldIdLst>
        </p14:section>
        <p14:section name="Текшерүү иши" id="{1FEDB314-42DC-4694-9B04-D4A4AAE625F7}">
          <p14:sldIdLst>
            <p14:sldId id="978"/>
          </p14:sldIdLst>
        </p14:section>
        <p14:section name="Кайтарым байланыш" id="{F3D720CF-F566-46A6-9361-125255B68FA6}">
          <p14:sldIdLst>
            <p14:sldId id="100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91" autoAdjust="0"/>
    <p:restoredTop sz="92935" autoAdjust="0"/>
  </p:normalViewPr>
  <p:slideViewPr>
    <p:cSldViewPr snapToGrid="0" showGuides="1">
      <p:cViewPr varScale="1">
        <p:scale>
          <a:sx n="63" d="100"/>
          <a:sy n="63" d="100"/>
        </p:scale>
        <p:origin x="1380" y="76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1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22/10/2024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507202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  <p:sldLayoutId id="2147483717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10" Type="http://schemas.openxmlformats.org/officeDocument/2006/relationships/image" Target="../media/image16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9.png"/><Relationship Id="rId18" Type="http://schemas.openxmlformats.org/officeDocument/2006/relationships/image" Target="../media/image24.png"/><Relationship Id="rId3" Type="http://schemas.openxmlformats.org/officeDocument/2006/relationships/image" Target="../media/image3.png"/><Relationship Id="rId21" Type="http://schemas.openxmlformats.org/officeDocument/2006/relationships/image" Target="../media/image15.png"/><Relationship Id="rId7" Type="http://schemas.openxmlformats.org/officeDocument/2006/relationships/image" Target="../media/image7.png"/><Relationship Id="rId12" Type="http://schemas.openxmlformats.org/officeDocument/2006/relationships/image" Target="../media/image18.png"/><Relationship Id="rId17" Type="http://schemas.openxmlformats.org/officeDocument/2006/relationships/image" Target="../media/image23.png"/><Relationship Id="rId2" Type="http://schemas.openxmlformats.org/officeDocument/2006/relationships/image" Target="../media/image11.png"/><Relationship Id="rId16" Type="http://schemas.openxmlformats.org/officeDocument/2006/relationships/image" Target="../media/image2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15" Type="http://schemas.openxmlformats.org/officeDocument/2006/relationships/image" Target="../media/image21.png"/><Relationship Id="rId10" Type="http://schemas.openxmlformats.org/officeDocument/2006/relationships/image" Target="../media/image12.png"/><Relationship Id="rId19" Type="http://schemas.openxmlformats.org/officeDocument/2006/relationships/image" Target="../media/image25.png"/><Relationship Id="rId4" Type="http://schemas.openxmlformats.org/officeDocument/2006/relationships/image" Target="../media/image4.png"/><Relationship Id="rId9" Type="http://schemas.openxmlformats.org/officeDocument/2006/relationships/image" Target="../media/image16.png"/><Relationship Id="rId14" Type="http://schemas.openxmlformats.org/officeDocument/2006/relationships/image" Target="../media/image20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13" Type="http://schemas.openxmlformats.org/officeDocument/2006/relationships/image" Target="../media/image18.png"/><Relationship Id="rId18" Type="http://schemas.openxmlformats.org/officeDocument/2006/relationships/image" Target="../media/image31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7" Type="http://schemas.openxmlformats.org/officeDocument/2006/relationships/image" Target="../media/image22.png"/><Relationship Id="rId2" Type="http://schemas.openxmlformats.org/officeDocument/2006/relationships/image" Target="../media/image17.png"/><Relationship Id="rId16" Type="http://schemas.openxmlformats.org/officeDocument/2006/relationships/image" Target="../media/image30.png"/><Relationship Id="rId20" Type="http://schemas.openxmlformats.org/officeDocument/2006/relationships/image" Target="../media/image3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11" Type="http://schemas.openxmlformats.org/officeDocument/2006/relationships/image" Target="../media/image26.png"/><Relationship Id="rId5" Type="http://schemas.openxmlformats.org/officeDocument/2006/relationships/image" Target="../media/image13.png"/><Relationship Id="rId15" Type="http://schemas.openxmlformats.org/officeDocument/2006/relationships/image" Target="../media/image29.png"/><Relationship Id="rId10" Type="http://schemas.openxmlformats.org/officeDocument/2006/relationships/image" Target="../media/image16.png"/><Relationship Id="rId19" Type="http://schemas.openxmlformats.org/officeDocument/2006/relationships/image" Target="../media/image24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3.png"/><Relationship Id="rId7" Type="http://schemas.openxmlformats.org/officeDocument/2006/relationships/image" Target="../media/image37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11" Type="http://schemas.openxmlformats.org/officeDocument/2006/relationships/image" Target="../media/image39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Relationship Id="rId9" Type="http://schemas.openxmlformats.org/officeDocument/2006/relationships/image" Target="../media/image38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3.png"/><Relationship Id="rId7" Type="http://schemas.openxmlformats.org/officeDocument/2006/relationships/image" Target="../media/image37.png"/><Relationship Id="rId12" Type="http://schemas.openxmlformats.org/officeDocument/2006/relationships/image" Target="../media/image45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2.png"/><Relationship Id="rId11" Type="http://schemas.openxmlformats.org/officeDocument/2006/relationships/image" Target="../media/image44.png"/><Relationship Id="rId5" Type="http://schemas.openxmlformats.org/officeDocument/2006/relationships/image" Target="../media/image41.png"/><Relationship Id="rId4" Type="http://schemas.openxmlformats.org/officeDocument/2006/relationships/image" Target="../media/image34.png"/><Relationship Id="rId9" Type="http://schemas.openxmlformats.org/officeDocument/2006/relationships/image" Target="../media/image4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46.png"/><Relationship Id="rId18" Type="http://schemas.openxmlformats.org/officeDocument/2006/relationships/image" Target="../media/image51.png"/><Relationship Id="rId3" Type="http://schemas.openxmlformats.org/officeDocument/2006/relationships/image" Target="../media/image3.png"/><Relationship Id="rId7" Type="http://schemas.openxmlformats.org/officeDocument/2006/relationships/image" Target="../media/image37.png"/><Relationship Id="rId12" Type="http://schemas.openxmlformats.org/officeDocument/2006/relationships/image" Target="../media/image45.png"/><Relationship Id="rId17" Type="http://schemas.openxmlformats.org/officeDocument/2006/relationships/image" Target="../media/image50.png"/><Relationship Id="rId2" Type="http://schemas.openxmlformats.org/officeDocument/2006/relationships/image" Target="../media/image40.png"/><Relationship Id="rId16" Type="http://schemas.openxmlformats.org/officeDocument/2006/relationships/image" Target="../media/image49.png"/><Relationship Id="rId20" Type="http://schemas.openxmlformats.org/officeDocument/2006/relationships/image" Target="../media/image5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2.png"/><Relationship Id="rId11" Type="http://schemas.openxmlformats.org/officeDocument/2006/relationships/image" Target="../media/image44.png"/><Relationship Id="rId5" Type="http://schemas.openxmlformats.org/officeDocument/2006/relationships/image" Target="../media/image41.png"/><Relationship Id="rId15" Type="http://schemas.openxmlformats.org/officeDocument/2006/relationships/image" Target="../media/image48.png"/><Relationship Id="rId23" Type="http://schemas.openxmlformats.org/officeDocument/2006/relationships/image" Target="../media/image56.png"/><Relationship Id="rId19" Type="http://schemas.openxmlformats.org/officeDocument/2006/relationships/image" Target="../media/image52.png"/><Relationship Id="rId4" Type="http://schemas.openxmlformats.org/officeDocument/2006/relationships/image" Target="../media/image34.png"/><Relationship Id="rId9" Type="http://schemas.openxmlformats.org/officeDocument/2006/relationships/image" Target="../media/image43.png"/><Relationship Id="rId14" Type="http://schemas.openxmlformats.org/officeDocument/2006/relationships/image" Target="../media/image47.png"/><Relationship Id="rId22" Type="http://schemas.openxmlformats.org/officeDocument/2006/relationships/image" Target="../media/image55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57.png"/><Relationship Id="rId18" Type="http://schemas.openxmlformats.org/officeDocument/2006/relationships/image" Target="../media/image51.png"/><Relationship Id="rId3" Type="http://schemas.openxmlformats.org/officeDocument/2006/relationships/image" Target="../media/image3.png"/><Relationship Id="rId7" Type="http://schemas.openxmlformats.org/officeDocument/2006/relationships/image" Target="../media/image37.png"/><Relationship Id="rId12" Type="http://schemas.openxmlformats.org/officeDocument/2006/relationships/image" Target="../media/image45.png"/><Relationship Id="rId17" Type="http://schemas.openxmlformats.org/officeDocument/2006/relationships/image" Target="../media/image59.png"/><Relationship Id="rId2" Type="http://schemas.openxmlformats.org/officeDocument/2006/relationships/image" Target="../media/image54.png"/><Relationship Id="rId16" Type="http://schemas.openxmlformats.org/officeDocument/2006/relationships/image" Target="../media/image58.png"/><Relationship Id="rId20" Type="http://schemas.openxmlformats.org/officeDocument/2006/relationships/image" Target="../media/image6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2.png"/><Relationship Id="rId11" Type="http://schemas.openxmlformats.org/officeDocument/2006/relationships/image" Target="../media/image44.png"/><Relationship Id="rId5" Type="http://schemas.openxmlformats.org/officeDocument/2006/relationships/image" Target="../media/image41.png"/><Relationship Id="rId15" Type="http://schemas.openxmlformats.org/officeDocument/2006/relationships/image" Target="../media/image48.png"/><Relationship Id="rId23" Type="http://schemas.openxmlformats.org/officeDocument/2006/relationships/image" Target="../media/image62.png"/><Relationship Id="rId19" Type="http://schemas.openxmlformats.org/officeDocument/2006/relationships/image" Target="../media/image52.png"/><Relationship Id="rId4" Type="http://schemas.openxmlformats.org/officeDocument/2006/relationships/image" Target="../media/image34.png"/><Relationship Id="rId9" Type="http://schemas.openxmlformats.org/officeDocument/2006/relationships/image" Target="../media/image43.png"/><Relationship Id="rId14" Type="http://schemas.openxmlformats.org/officeDocument/2006/relationships/image" Target="../media/image47.png"/><Relationship Id="rId22" Type="http://schemas.openxmlformats.org/officeDocument/2006/relationships/image" Target="../media/image61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png"/><Relationship Id="rId3" Type="http://schemas.openxmlformats.org/officeDocument/2006/relationships/image" Target="../media/image64.png"/><Relationship Id="rId7" Type="http://schemas.openxmlformats.org/officeDocument/2006/relationships/image" Target="../media/image68.png"/><Relationship Id="rId12" Type="http://schemas.openxmlformats.org/officeDocument/2006/relationships/image" Target="../media/image73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7.png"/><Relationship Id="rId11" Type="http://schemas.openxmlformats.org/officeDocument/2006/relationships/image" Target="../media/image72.png"/><Relationship Id="rId5" Type="http://schemas.openxmlformats.org/officeDocument/2006/relationships/image" Target="../media/image66.png"/><Relationship Id="rId4" Type="http://schemas.openxmlformats.org/officeDocument/2006/relationships/image" Target="../media/image65.png"/><Relationship Id="rId9" Type="http://schemas.openxmlformats.org/officeDocument/2006/relationships/image" Target="../media/image70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png"/><Relationship Id="rId3" Type="http://schemas.openxmlformats.org/officeDocument/2006/relationships/image" Target="../media/image64.png"/><Relationship Id="rId7" Type="http://schemas.openxmlformats.org/officeDocument/2006/relationships/image" Target="../media/image68.png"/><Relationship Id="rId12" Type="http://schemas.openxmlformats.org/officeDocument/2006/relationships/image" Target="../media/image79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6.png"/><Relationship Id="rId11" Type="http://schemas.openxmlformats.org/officeDocument/2006/relationships/image" Target="../media/image78.png"/><Relationship Id="rId5" Type="http://schemas.openxmlformats.org/officeDocument/2006/relationships/image" Target="../media/image75.png"/><Relationship Id="rId4" Type="http://schemas.openxmlformats.org/officeDocument/2006/relationships/image" Target="../media/image65.png"/><Relationship Id="rId9" Type="http://schemas.openxmlformats.org/officeDocument/2006/relationships/image" Target="../media/image77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png"/><Relationship Id="rId13" Type="http://schemas.openxmlformats.org/officeDocument/2006/relationships/image" Target="../media/image80.png"/><Relationship Id="rId18" Type="http://schemas.openxmlformats.org/officeDocument/2006/relationships/image" Target="../media/image85.png"/><Relationship Id="rId3" Type="http://schemas.openxmlformats.org/officeDocument/2006/relationships/image" Target="../media/image64.png"/><Relationship Id="rId7" Type="http://schemas.openxmlformats.org/officeDocument/2006/relationships/image" Target="../media/image68.png"/><Relationship Id="rId12" Type="http://schemas.openxmlformats.org/officeDocument/2006/relationships/image" Target="../media/image79.png"/><Relationship Id="rId17" Type="http://schemas.openxmlformats.org/officeDocument/2006/relationships/image" Target="../media/image84.png"/><Relationship Id="rId2" Type="http://schemas.openxmlformats.org/officeDocument/2006/relationships/image" Target="../media/image74.png"/><Relationship Id="rId16" Type="http://schemas.openxmlformats.org/officeDocument/2006/relationships/image" Target="../media/image83.png"/><Relationship Id="rId20" Type="http://schemas.openxmlformats.org/officeDocument/2006/relationships/image" Target="../media/image8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6.png"/><Relationship Id="rId11" Type="http://schemas.openxmlformats.org/officeDocument/2006/relationships/image" Target="../media/image78.png"/><Relationship Id="rId5" Type="http://schemas.openxmlformats.org/officeDocument/2006/relationships/image" Target="../media/image75.png"/><Relationship Id="rId15" Type="http://schemas.openxmlformats.org/officeDocument/2006/relationships/image" Target="../media/image82.png"/><Relationship Id="rId19" Type="http://schemas.openxmlformats.org/officeDocument/2006/relationships/image" Target="../media/image86.png"/><Relationship Id="rId4" Type="http://schemas.openxmlformats.org/officeDocument/2006/relationships/image" Target="../media/image65.png"/><Relationship Id="rId9" Type="http://schemas.openxmlformats.org/officeDocument/2006/relationships/image" Target="../media/image77.png"/><Relationship Id="rId14" Type="http://schemas.openxmlformats.org/officeDocument/2006/relationships/image" Target="../media/image81.png"/><Relationship Id="rId22" Type="http://schemas.openxmlformats.org/officeDocument/2006/relationships/image" Target="../media/image89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png"/><Relationship Id="rId13" Type="http://schemas.openxmlformats.org/officeDocument/2006/relationships/image" Target="../media/image90.png"/><Relationship Id="rId18" Type="http://schemas.openxmlformats.org/officeDocument/2006/relationships/image" Target="../media/image85.png"/><Relationship Id="rId3" Type="http://schemas.openxmlformats.org/officeDocument/2006/relationships/image" Target="../media/image64.png"/><Relationship Id="rId7" Type="http://schemas.openxmlformats.org/officeDocument/2006/relationships/image" Target="../media/image68.png"/><Relationship Id="rId12" Type="http://schemas.openxmlformats.org/officeDocument/2006/relationships/image" Target="../media/image79.png"/><Relationship Id="rId17" Type="http://schemas.openxmlformats.org/officeDocument/2006/relationships/image" Target="../media/image92.png"/><Relationship Id="rId2" Type="http://schemas.openxmlformats.org/officeDocument/2006/relationships/image" Target="../media/image88.png"/><Relationship Id="rId16" Type="http://schemas.openxmlformats.org/officeDocument/2006/relationships/image" Target="../media/image91.png"/><Relationship Id="rId20" Type="http://schemas.openxmlformats.org/officeDocument/2006/relationships/image" Target="../media/image9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6.png"/><Relationship Id="rId11" Type="http://schemas.openxmlformats.org/officeDocument/2006/relationships/image" Target="../media/image78.png"/><Relationship Id="rId5" Type="http://schemas.openxmlformats.org/officeDocument/2006/relationships/image" Target="../media/image75.png"/><Relationship Id="rId15" Type="http://schemas.openxmlformats.org/officeDocument/2006/relationships/image" Target="../media/image82.png"/><Relationship Id="rId23" Type="http://schemas.openxmlformats.org/officeDocument/2006/relationships/image" Target="../media/image95.png"/><Relationship Id="rId19" Type="http://schemas.openxmlformats.org/officeDocument/2006/relationships/image" Target="../media/image86.png"/><Relationship Id="rId4" Type="http://schemas.openxmlformats.org/officeDocument/2006/relationships/image" Target="../media/image65.png"/><Relationship Id="rId9" Type="http://schemas.openxmlformats.org/officeDocument/2006/relationships/image" Target="../media/image77.png"/><Relationship Id="rId14" Type="http://schemas.openxmlformats.org/officeDocument/2006/relationships/image" Target="../media/image81.png"/><Relationship Id="rId22" Type="http://schemas.openxmlformats.org/officeDocument/2006/relationships/image" Target="../media/image94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9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01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8.png"/><Relationship Id="rId5" Type="http://schemas.openxmlformats.org/officeDocument/2006/relationships/image" Target="../media/image97.png"/><Relationship Id="rId10" Type="http://schemas.openxmlformats.org/officeDocument/2006/relationships/image" Target="../media/image10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3.png"/><Relationship Id="rId7" Type="http://schemas.openxmlformats.org/officeDocument/2006/relationships/image" Target="../media/image37.png"/><Relationship Id="rId12" Type="http://schemas.openxmlformats.org/officeDocument/2006/relationships/image" Target="../media/image107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4.png"/><Relationship Id="rId11" Type="http://schemas.openxmlformats.org/officeDocument/2006/relationships/image" Target="../media/image106.png"/><Relationship Id="rId5" Type="http://schemas.openxmlformats.org/officeDocument/2006/relationships/image" Target="../media/image103.png"/><Relationship Id="rId4" Type="http://schemas.openxmlformats.org/officeDocument/2006/relationships/image" Target="../media/image34.png"/><Relationship Id="rId9" Type="http://schemas.openxmlformats.org/officeDocument/2006/relationships/image" Target="../media/image105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1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13.png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0.png"/><Relationship Id="rId5" Type="http://schemas.openxmlformats.org/officeDocument/2006/relationships/image" Target="../media/image109.png"/><Relationship Id="rId10" Type="http://schemas.openxmlformats.org/officeDocument/2006/relationships/image" Target="../media/image112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0.png"/><Relationship Id="rId13" Type="http://schemas.openxmlformats.org/officeDocument/2006/relationships/image" Target="../media/image125.png"/><Relationship Id="rId18" Type="http://schemas.openxmlformats.org/officeDocument/2006/relationships/image" Target="../media/image42.png"/><Relationship Id="rId3" Type="http://schemas.openxmlformats.org/officeDocument/2006/relationships/image" Target="../media/image115.png"/><Relationship Id="rId21" Type="http://schemas.openxmlformats.org/officeDocument/2006/relationships/image" Target="../media/image43.png"/><Relationship Id="rId7" Type="http://schemas.openxmlformats.org/officeDocument/2006/relationships/image" Target="../media/image119.png"/><Relationship Id="rId12" Type="http://schemas.openxmlformats.org/officeDocument/2006/relationships/image" Target="../media/image124.png"/><Relationship Id="rId17" Type="http://schemas.openxmlformats.org/officeDocument/2006/relationships/image" Target="../media/image41.png"/><Relationship Id="rId2" Type="http://schemas.openxmlformats.org/officeDocument/2006/relationships/image" Target="../media/image114.png"/><Relationship Id="rId16" Type="http://schemas.openxmlformats.org/officeDocument/2006/relationships/image" Target="../media/image34.png"/><Relationship Id="rId20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8.png"/><Relationship Id="rId11" Type="http://schemas.openxmlformats.org/officeDocument/2006/relationships/image" Target="../media/image123.png"/><Relationship Id="rId24" Type="http://schemas.openxmlformats.org/officeDocument/2006/relationships/image" Target="../media/image45.png"/><Relationship Id="rId5" Type="http://schemas.openxmlformats.org/officeDocument/2006/relationships/image" Target="../media/image117.png"/><Relationship Id="rId15" Type="http://schemas.openxmlformats.org/officeDocument/2006/relationships/image" Target="../media/image3.png"/><Relationship Id="rId23" Type="http://schemas.openxmlformats.org/officeDocument/2006/relationships/image" Target="../media/image44.png"/><Relationship Id="rId10" Type="http://schemas.openxmlformats.org/officeDocument/2006/relationships/image" Target="../media/image122.png"/><Relationship Id="rId19" Type="http://schemas.openxmlformats.org/officeDocument/2006/relationships/image" Target="../media/image37.png"/><Relationship Id="rId4" Type="http://schemas.openxmlformats.org/officeDocument/2006/relationships/image" Target="../media/image116.png"/><Relationship Id="rId9" Type="http://schemas.openxmlformats.org/officeDocument/2006/relationships/image" Target="../media/image121.png"/><Relationship Id="rId14" Type="http://schemas.openxmlformats.org/officeDocument/2006/relationships/image" Target="../media/image126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670AB8EA-EE90-54AD-333F-C9B060BBDA87}"/>
              </a:ext>
            </a:extLst>
          </p:cNvPr>
          <p:cNvSpPr txBox="1">
            <a:spLocks/>
          </p:cNvSpPr>
          <p:nvPr/>
        </p:nvSpPr>
        <p:spPr>
          <a:xfrm>
            <a:off x="0" y="1903413"/>
            <a:ext cx="983107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Кайталануучу ондуктар – Айландыруу – Сабак</a:t>
            </a:r>
          </a:p>
          <a:p>
            <a:endParaRPr lang="ru-RU" dirty="0"/>
          </a:p>
          <a:p>
            <a:r>
              <a:rPr lang="ru-RU" dirty="0"/>
              <a:t>Бул ресурс математикалык ыкманын жандуу демонстрацияларын камсыз кылат.</a:t>
            </a:r>
          </a:p>
          <a:p>
            <a:endParaRPr lang="ru-RU" dirty="0"/>
          </a:p>
          <a:p>
            <a:r>
              <a:rPr lang="ru-RU" dirty="0"/>
              <a:t>Анимацияларды текшерип, </a:t>
            </a:r>
            <a:r>
              <a:rPr lang="ky-KG" dirty="0"/>
              <a:t>сабагы</a:t>
            </a:r>
            <a:r>
              <a:rPr lang="ru-RU" dirty="0"/>
              <a:t>ң</a:t>
            </a:r>
            <a:r>
              <a:rPr lang="ky-KG" dirty="0"/>
              <a:t>ызга </a:t>
            </a:r>
            <a:r>
              <a:rPr lang="ru-RU" b="1" dirty="0">
                <a:solidFill>
                  <a:srgbClr val="FF0000"/>
                </a:solidFill>
              </a:rPr>
              <a:t>КЕРЕГИ ЖОК </a:t>
            </a:r>
            <a:r>
              <a:rPr lang="ru-RU" dirty="0"/>
              <a:t>слайддарды </a:t>
            </a:r>
            <a:r>
              <a:rPr lang="ru-RU" sz="3200" b="1" dirty="0">
                <a:solidFill>
                  <a:srgbClr val="FF0000"/>
                </a:solidFill>
              </a:rPr>
              <a:t>ӨЧҮРҮ</a:t>
            </a:r>
            <a:r>
              <a:rPr lang="ky-KG" sz="3200" b="1" dirty="0">
                <a:solidFill>
                  <a:srgbClr val="FF0000"/>
                </a:solidFill>
              </a:rPr>
              <a:t>П САЛЫ</a:t>
            </a:r>
            <a:r>
              <a:rPr lang="ru-RU" sz="3200" b="1" dirty="0">
                <a:solidFill>
                  <a:srgbClr val="FF0000"/>
                </a:solidFill>
              </a:rPr>
              <a:t>ҢЫЗ.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33578990-6CDC-83E1-7E5A-C95904FE7CA7}"/>
              </a:ext>
            </a:extLst>
          </p:cNvPr>
          <p:cNvSpPr txBox="1">
            <a:spLocks/>
          </p:cNvSpPr>
          <p:nvPr/>
        </p:nvSpPr>
        <p:spPr>
          <a:xfrm>
            <a:off x="426720" y="503238"/>
            <a:ext cx="9404350" cy="1400175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6600" dirty="0" err="1">
                <a:solidFill>
                  <a:srgbClr val="00B0F0"/>
                </a:solidFill>
              </a:rPr>
              <a:t>MathKGZ</a:t>
            </a:r>
            <a:r>
              <a:rPr lang="en-US" sz="5200" dirty="0">
                <a:solidFill>
                  <a:srgbClr val="00B0F0"/>
                </a:solidFill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30468568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F67577D-9002-42AB-A2EE-EFEEEC305824}"/>
              </a:ext>
            </a:extLst>
          </p:cNvPr>
          <p:cNvSpPr txBox="1"/>
          <p:nvPr/>
        </p:nvSpPr>
        <p:spPr>
          <a:xfrm>
            <a:off x="2196523" y="-66839"/>
            <a:ext cx="551298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Кайталануучу ондуктарды бөлчөккө айландыруу</a:t>
            </a:r>
            <a:endParaRPr lang="en-GB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595A1FF-9261-4D1E-ACCA-F217A42E6D82}"/>
                  </a:ext>
                </a:extLst>
              </p:cNvPr>
              <p:cNvSpPr txBox="1"/>
              <p:nvPr/>
            </p:nvSpPr>
            <p:spPr>
              <a:xfrm>
                <a:off x="2065721" y="1046101"/>
                <a:ext cx="612860" cy="4456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0.</m:t>
                      </m:r>
                      <m:acc>
                        <m:accPr>
                          <m:chr m:val="̇"/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e>
                      </m:acc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595A1FF-9261-4D1E-ACCA-F217A42E6D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5721" y="1046101"/>
                <a:ext cx="612860" cy="44569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2427A18-029D-47DA-88FA-7F13FA044AF1}"/>
                  </a:ext>
                </a:extLst>
              </p:cNvPr>
              <p:cNvSpPr txBox="1"/>
              <p:nvPr/>
            </p:nvSpPr>
            <p:spPr>
              <a:xfrm>
                <a:off x="1866950" y="1694935"/>
                <a:ext cx="84965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2427A18-029D-47DA-88FA-7F13FA044A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6950" y="1694935"/>
                <a:ext cx="849655" cy="4308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B4CD253-D6D7-4AC5-9E7E-891121B9578A}"/>
                  </a:ext>
                </a:extLst>
              </p:cNvPr>
              <p:cNvSpPr txBox="1"/>
              <p:nvPr/>
            </p:nvSpPr>
            <p:spPr>
              <a:xfrm>
                <a:off x="1668177" y="2532091"/>
                <a:ext cx="1048428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10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B4CD253-D6D7-4AC5-9E7E-891121B957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8177" y="2532091"/>
                <a:ext cx="1048428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2F483C3-44B9-474A-A085-9885B37D4E30}"/>
                  </a:ext>
                </a:extLst>
              </p:cNvPr>
              <p:cNvSpPr txBox="1"/>
              <p:nvPr/>
            </p:nvSpPr>
            <p:spPr>
              <a:xfrm>
                <a:off x="2852870" y="1694935"/>
                <a:ext cx="167725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0.44444…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2F483C3-44B9-474A-A085-9885B37D4E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2870" y="1694935"/>
                <a:ext cx="1677254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C59C5EE4-1660-4A4D-9B44-29E44436D416}"/>
                  </a:ext>
                </a:extLst>
              </p:cNvPr>
              <p:cNvSpPr txBox="1"/>
              <p:nvPr/>
            </p:nvSpPr>
            <p:spPr>
              <a:xfrm>
                <a:off x="2852870" y="2532091"/>
                <a:ext cx="167725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4.44444…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C59C5EE4-1660-4A4D-9B44-29E44436D4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2870" y="2532091"/>
                <a:ext cx="1677254" cy="4308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5CC93464-65D6-4830-A767-F4C302AE341D}"/>
                  </a:ext>
                </a:extLst>
              </p:cNvPr>
              <p:cNvSpPr txBox="1"/>
              <p:nvPr/>
            </p:nvSpPr>
            <p:spPr>
              <a:xfrm>
                <a:off x="1866950" y="3901495"/>
                <a:ext cx="84965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5CC93464-65D6-4830-A767-F4C302AE34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6950" y="3901495"/>
                <a:ext cx="849655" cy="43088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AAD0FB4A-B710-45E4-8771-CEE9D2FF9077}"/>
                  </a:ext>
                </a:extLst>
              </p:cNvPr>
              <p:cNvSpPr txBox="1"/>
              <p:nvPr/>
            </p:nvSpPr>
            <p:spPr>
              <a:xfrm>
                <a:off x="2852870" y="3908817"/>
                <a:ext cx="280526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AAD0FB4A-B710-45E4-8771-CEE9D2FF90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2870" y="3908817"/>
                <a:ext cx="280526" cy="43088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2ADC062F-901B-4F5F-82C5-F57A9094AD34}"/>
                  </a:ext>
                </a:extLst>
              </p:cNvPr>
              <p:cNvSpPr txBox="1"/>
              <p:nvPr/>
            </p:nvSpPr>
            <p:spPr>
              <a:xfrm>
                <a:off x="2065721" y="5015289"/>
                <a:ext cx="65088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2ADC062F-901B-4F5F-82C5-F57A9094AD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5721" y="5015289"/>
                <a:ext cx="650884" cy="43088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E71685D5-62EC-4B65-B58E-8F466AA88062}"/>
                  </a:ext>
                </a:extLst>
              </p:cNvPr>
              <p:cNvSpPr txBox="1"/>
              <p:nvPr/>
            </p:nvSpPr>
            <p:spPr>
              <a:xfrm>
                <a:off x="2852870" y="4826776"/>
                <a:ext cx="280526" cy="80791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E71685D5-62EC-4B65-B58E-8F466AA880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2870" y="4826776"/>
                <a:ext cx="280526" cy="807913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TextBox 58">
            <a:extLst>
              <a:ext uri="{FF2B5EF4-FFF2-40B4-BE49-F238E27FC236}">
                <a16:creationId xmlns:a16="http://schemas.microsoft.com/office/drawing/2014/main" id="{93BF6F2D-AC40-473F-97F4-F95F81F25755}"/>
              </a:ext>
            </a:extLst>
          </p:cNvPr>
          <p:cNvSpPr txBox="1"/>
          <p:nvPr/>
        </p:nvSpPr>
        <p:spPr>
          <a:xfrm>
            <a:off x="1253009" y="242535"/>
            <a:ext cx="24384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Берилген ондукту </a:t>
            </a:r>
          </a:p>
          <a:p>
            <a:pPr algn="ctr"/>
            <a:r>
              <a:rPr lang="ky-KG" sz="2000" dirty="0"/>
              <a:t>бөлчөккө айландыр.</a:t>
            </a:r>
            <a:endParaRPr lang="en-GB" sz="2000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C5B89DC-DC4B-4FE5-B026-31E68AD1F023}"/>
              </a:ext>
            </a:extLst>
          </p:cNvPr>
          <p:cNvCxnSpPr>
            <a:cxnSpLocks/>
          </p:cNvCxnSpPr>
          <p:nvPr/>
        </p:nvCxnSpPr>
        <p:spPr>
          <a:xfrm flipH="1">
            <a:off x="3165981" y="1812175"/>
            <a:ext cx="1007008" cy="187683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904D4B4-B951-F085-A14E-81DE6988DCA7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Arc 7">
            <a:extLst>
              <a:ext uri="{FF2B5EF4-FFF2-40B4-BE49-F238E27FC236}">
                <a16:creationId xmlns:a16="http://schemas.microsoft.com/office/drawing/2014/main" id="{F9AFF36D-647A-F0BF-AFA1-7FE95DB5D5B7}"/>
              </a:ext>
            </a:extLst>
          </p:cNvPr>
          <p:cNvSpPr/>
          <p:nvPr/>
        </p:nvSpPr>
        <p:spPr>
          <a:xfrm>
            <a:off x="771698" y="1931725"/>
            <a:ext cx="890847" cy="787287"/>
          </a:xfrm>
          <a:prstGeom prst="arc">
            <a:avLst>
              <a:gd name="adj1" fmla="val 5496666"/>
              <a:gd name="adj2" fmla="val 16236304"/>
            </a:avLst>
          </a:prstGeom>
          <a:ln w="28575">
            <a:solidFill>
              <a:srgbClr val="0070C0"/>
            </a:solidFill>
            <a:headEnd type="triangle" w="lg" len="lg"/>
            <a:tailEnd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2963722-4BDB-A068-04D7-6FEC86DD9493}"/>
              </a:ext>
            </a:extLst>
          </p:cNvPr>
          <p:cNvSpPr txBox="1"/>
          <p:nvPr/>
        </p:nvSpPr>
        <p:spPr>
          <a:xfrm>
            <a:off x="147018" y="2125313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b="1" dirty="0">
                <a:solidFill>
                  <a:srgbClr val="0070C0"/>
                </a:solidFill>
              </a:rPr>
              <a:t>× 10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7E94078-E650-6D4D-FEB6-60A2B27BBE2B}"/>
              </a:ext>
            </a:extLst>
          </p:cNvPr>
          <p:cNvSpPr txBox="1"/>
          <p:nvPr/>
        </p:nvSpPr>
        <p:spPr>
          <a:xfrm>
            <a:off x="1826808" y="3260084"/>
            <a:ext cx="145796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b="1" dirty="0">
                <a:solidFill>
                  <a:srgbClr val="0070C0"/>
                </a:solidFill>
              </a:rPr>
              <a:t>𝟏𝒙 кемитүү</a:t>
            </a:r>
            <a:endParaRPr lang="en-GB" sz="2000" b="1" dirty="0">
              <a:solidFill>
                <a:srgbClr val="0070C0"/>
              </a:solidFill>
            </a:endParaRPr>
          </a:p>
        </p:txBody>
      </p:sp>
      <p:sp>
        <p:nvSpPr>
          <p:cNvPr id="14" name="Arc 13">
            <a:extLst>
              <a:ext uri="{FF2B5EF4-FFF2-40B4-BE49-F238E27FC236}">
                <a16:creationId xmlns:a16="http://schemas.microsoft.com/office/drawing/2014/main" id="{8326ECA6-78DF-4B07-8530-7B527436A5CF}"/>
              </a:ext>
            </a:extLst>
          </p:cNvPr>
          <p:cNvSpPr/>
          <p:nvPr/>
        </p:nvSpPr>
        <p:spPr>
          <a:xfrm>
            <a:off x="771698" y="4148395"/>
            <a:ext cx="890847" cy="787287"/>
          </a:xfrm>
          <a:prstGeom prst="arc">
            <a:avLst>
              <a:gd name="adj1" fmla="val 5496666"/>
              <a:gd name="adj2" fmla="val 16236304"/>
            </a:avLst>
          </a:prstGeom>
          <a:ln w="28575">
            <a:solidFill>
              <a:srgbClr val="0070C0"/>
            </a:solidFill>
            <a:headEnd type="triangle" w="lg" len="lg"/>
            <a:tailEnd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3641110-8E9C-B3F0-CDEE-8F3055114693}"/>
              </a:ext>
            </a:extLst>
          </p:cNvPr>
          <p:cNvSpPr txBox="1"/>
          <p:nvPr/>
        </p:nvSpPr>
        <p:spPr>
          <a:xfrm>
            <a:off x="276861" y="4341983"/>
            <a:ext cx="5004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b="1" dirty="0">
                <a:solidFill>
                  <a:srgbClr val="0070C0"/>
                </a:solidFill>
              </a:rPr>
              <a:t>÷ 9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03AE0DE-FA4A-5154-B7EA-5033EFC1498B}"/>
              </a:ext>
            </a:extLst>
          </p:cNvPr>
          <p:cNvCxnSpPr>
            <a:cxnSpLocks/>
          </p:cNvCxnSpPr>
          <p:nvPr/>
        </p:nvCxnSpPr>
        <p:spPr>
          <a:xfrm flipH="1">
            <a:off x="3165981" y="2635135"/>
            <a:ext cx="1007008" cy="187683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5C238931-4731-5285-C4F7-902E7C75D2C5}"/>
              </a:ext>
            </a:extLst>
          </p:cNvPr>
          <p:cNvSpPr txBox="1"/>
          <p:nvPr/>
        </p:nvSpPr>
        <p:spPr>
          <a:xfrm>
            <a:off x="-4717" y="-30715"/>
            <a:ext cx="923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800" b="1" dirty="0">
                <a:latin typeface="Stencil" panose="040409050D0802020404" pitchFamily="82" charset="0"/>
              </a:rPr>
              <a:t>САБАК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92478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  <p:bldP spid="50" grpId="0"/>
      <p:bldP spid="51" grpId="0"/>
      <p:bldP spid="52" grpId="0"/>
      <p:bldP spid="53" grpId="0"/>
      <p:bldP spid="54" grpId="0"/>
      <p:bldP spid="55" grpId="0"/>
      <p:bldP spid="56" grpId="0"/>
      <p:bldP spid="8" grpId="0" animBg="1"/>
      <p:bldP spid="9" grpId="0"/>
      <p:bldP spid="12" grpId="0"/>
      <p:bldP spid="14" grpId="0" animBg="1"/>
      <p:bldP spid="15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F67577D-9002-42AB-A2EE-EFEEEC305824}"/>
              </a:ext>
            </a:extLst>
          </p:cNvPr>
          <p:cNvSpPr txBox="1"/>
          <p:nvPr/>
        </p:nvSpPr>
        <p:spPr>
          <a:xfrm>
            <a:off x="2196523" y="-66839"/>
            <a:ext cx="551298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Кайталануучу ондуктарды бөлчөккө айландыруу</a:t>
            </a:r>
            <a:endParaRPr lang="en-GB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595A1FF-9261-4D1E-ACCA-F217A42E6D82}"/>
                  </a:ext>
                </a:extLst>
              </p:cNvPr>
              <p:cNvSpPr txBox="1"/>
              <p:nvPr/>
            </p:nvSpPr>
            <p:spPr>
              <a:xfrm>
                <a:off x="2065721" y="1031640"/>
                <a:ext cx="612860" cy="4456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0.</m:t>
                      </m:r>
                      <m:acc>
                        <m:accPr>
                          <m:chr m:val="̇"/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e>
                      </m:acc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595A1FF-9261-4D1E-ACCA-F217A42E6D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5721" y="1031640"/>
                <a:ext cx="612860" cy="44569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2427A18-029D-47DA-88FA-7F13FA044AF1}"/>
                  </a:ext>
                </a:extLst>
              </p:cNvPr>
              <p:cNvSpPr txBox="1"/>
              <p:nvPr/>
            </p:nvSpPr>
            <p:spPr>
              <a:xfrm>
                <a:off x="1866950" y="1694935"/>
                <a:ext cx="84965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2427A18-029D-47DA-88FA-7F13FA044A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6950" y="1694935"/>
                <a:ext cx="849655" cy="4308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B4CD253-D6D7-4AC5-9E7E-891121B9578A}"/>
                  </a:ext>
                </a:extLst>
              </p:cNvPr>
              <p:cNvSpPr txBox="1"/>
              <p:nvPr/>
            </p:nvSpPr>
            <p:spPr>
              <a:xfrm>
                <a:off x="1668177" y="2532091"/>
                <a:ext cx="1048428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10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B4CD253-D6D7-4AC5-9E7E-891121B957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8177" y="2532091"/>
                <a:ext cx="1048428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2F483C3-44B9-474A-A085-9885B37D4E30}"/>
                  </a:ext>
                </a:extLst>
              </p:cNvPr>
              <p:cNvSpPr txBox="1"/>
              <p:nvPr/>
            </p:nvSpPr>
            <p:spPr>
              <a:xfrm>
                <a:off x="2852870" y="1694935"/>
                <a:ext cx="167725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0.77777…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2F483C3-44B9-474A-A085-9885B37D4E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2870" y="1694935"/>
                <a:ext cx="1677254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C59C5EE4-1660-4A4D-9B44-29E44436D416}"/>
                  </a:ext>
                </a:extLst>
              </p:cNvPr>
              <p:cNvSpPr txBox="1"/>
              <p:nvPr/>
            </p:nvSpPr>
            <p:spPr>
              <a:xfrm>
                <a:off x="2852870" y="2532091"/>
                <a:ext cx="167725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7.77777…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C59C5EE4-1660-4A4D-9B44-29E44436D4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2870" y="2532091"/>
                <a:ext cx="1677254" cy="4308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5CC93464-65D6-4830-A767-F4C302AE341D}"/>
                  </a:ext>
                </a:extLst>
              </p:cNvPr>
              <p:cNvSpPr txBox="1"/>
              <p:nvPr/>
            </p:nvSpPr>
            <p:spPr>
              <a:xfrm>
                <a:off x="1866950" y="3901495"/>
                <a:ext cx="84965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5CC93464-65D6-4830-A767-F4C302AE34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6950" y="3901495"/>
                <a:ext cx="849655" cy="43088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AAD0FB4A-B710-45E4-8771-CEE9D2FF9077}"/>
                  </a:ext>
                </a:extLst>
              </p:cNvPr>
              <p:cNvSpPr txBox="1"/>
              <p:nvPr/>
            </p:nvSpPr>
            <p:spPr>
              <a:xfrm>
                <a:off x="2852870" y="3916437"/>
                <a:ext cx="280526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7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AAD0FB4A-B710-45E4-8771-CEE9D2FF90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2870" y="3916437"/>
                <a:ext cx="280526" cy="43088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2ADC062F-901B-4F5F-82C5-F57A9094AD34}"/>
                  </a:ext>
                </a:extLst>
              </p:cNvPr>
              <p:cNvSpPr txBox="1"/>
              <p:nvPr/>
            </p:nvSpPr>
            <p:spPr>
              <a:xfrm>
                <a:off x="2065721" y="5015289"/>
                <a:ext cx="65088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2ADC062F-901B-4F5F-82C5-F57A9094AD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5721" y="5015289"/>
                <a:ext cx="650884" cy="43088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E71685D5-62EC-4B65-B58E-8F466AA88062}"/>
                  </a:ext>
                </a:extLst>
              </p:cNvPr>
              <p:cNvSpPr txBox="1"/>
              <p:nvPr/>
            </p:nvSpPr>
            <p:spPr>
              <a:xfrm>
                <a:off x="2852870" y="4826776"/>
                <a:ext cx="280526" cy="80791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E71685D5-62EC-4B65-B58E-8F466AA880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2870" y="4826776"/>
                <a:ext cx="280526" cy="807913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TextBox 58">
            <a:extLst>
              <a:ext uri="{FF2B5EF4-FFF2-40B4-BE49-F238E27FC236}">
                <a16:creationId xmlns:a16="http://schemas.microsoft.com/office/drawing/2014/main" id="{93BF6F2D-AC40-473F-97F4-F95F81F25755}"/>
              </a:ext>
            </a:extLst>
          </p:cNvPr>
          <p:cNvSpPr txBox="1"/>
          <p:nvPr/>
        </p:nvSpPr>
        <p:spPr>
          <a:xfrm>
            <a:off x="1281599" y="249498"/>
            <a:ext cx="24384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Берилген ондукту </a:t>
            </a:r>
          </a:p>
          <a:p>
            <a:pPr algn="ctr"/>
            <a:r>
              <a:rPr lang="ky-KG" sz="2000" dirty="0"/>
              <a:t>бөлчөккө айландыр.</a:t>
            </a:r>
            <a:endParaRPr lang="en-GB" sz="2000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C5B89DC-DC4B-4FE5-B026-31E68AD1F023}"/>
              </a:ext>
            </a:extLst>
          </p:cNvPr>
          <p:cNvCxnSpPr>
            <a:cxnSpLocks/>
          </p:cNvCxnSpPr>
          <p:nvPr/>
        </p:nvCxnSpPr>
        <p:spPr>
          <a:xfrm flipH="1">
            <a:off x="3165981" y="1812175"/>
            <a:ext cx="1007008" cy="187683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904D4B4-B951-F085-A14E-81DE6988DCA7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Arc 7">
            <a:extLst>
              <a:ext uri="{FF2B5EF4-FFF2-40B4-BE49-F238E27FC236}">
                <a16:creationId xmlns:a16="http://schemas.microsoft.com/office/drawing/2014/main" id="{F9AFF36D-647A-F0BF-AFA1-7FE95DB5D5B7}"/>
              </a:ext>
            </a:extLst>
          </p:cNvPr>
          <p:cNvSpPr/>
          <p:nvPr/>
        </p:nvSpPr>
        <p:spPr>
          <a:xfrm>
            <a:off x="771698" y="1931725"/>
            <a:ext cx="890847" cy="787287"/>
          </a:xfrm>
          <a:prstGeom prst="arc">
            <a:avLst>
              <a:gd name="adj1" fmla="val 5496666"/>
              <a:gd name="adj2" fmla="val 16236304"/>
            </a:avLst>
          </a:prstGeom>
          <a:ln w="28575">
            <a:solidFill>
              <a:srgbClr val="0070C0"/>
            </a:solidFill>
            <a:headEnd type="triangle" w="lg" len="lg"/>
            <a:tailEnd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2963722-4BDB-A068-04D7-6FEC86DD9493}"/>
              </a:ext>
            </a:extLst>
          </p:cNvPr>
          <p:cNvSpPr txBox="1"/>
          <p:nvPr/>
        </p:nvSpPr>
        <p:spPr>
          <a:xfrm>
            <a:off x="147018" y="2125313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b="1" dirty="0">
                <a:solidFill>
                  <a:srgbClr val="0070C0"/>
                </a:solidFill>
              </a:rPr>
              <a:t>× 10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7E94078-E650-6D4D-FEB6-60A2B27BBE2B}"/>
              </a:ext>
            </a:extLst>
          </p:cNvPr>
          <p:cNvSpPr txBox="1"/>
          <p:nvPr/>
        </p:nvSpPr>
        <p:spPr>
          <a:xfrm>
            <a:off x="1826808" y="3260084"/>
            <a:ext cx="145796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b="1" dirty="0">
                <a:solidFill>
                  <a:srgbClr val="0070C0"/>
                </a:solidFill>
              </a:rPr>
              <a:t>𝟏𝒙 кемитүү</a:t>
            </a:r>
            <a:endParaRPr lang="en-GB" sz="2000" b="1" dirty="0">
              <a:solidFill>
                <a:srgbClr val="0070C0"/>
              </a:solidFill>
            </a:endParaRPr>
          </a:p>
        </p:txBody>
      </p:sp>
      <p:sp>
        <p:nvSpPr>
          <p:cNvPr id="14" name="Arc 13">
            <a:extLst>
              <a:ext uri="{FF2B5EF4-FFF2-40B4-BE49-F238E27FC236}">
                <a16:creationId xmlns:a16="http://schemas.microsoft.com/office/drawing/2014/main" id="{8326ECA6-78DF-4B07-8530-7B527436A5CF}"/>
              </a:ext>
            </a:extLst>
          </p:cNvPr>
          <p:cNvSpPr/>
          <p:nvPr/>
        </p:nvSpPr>
        <p:spPr>
          <a:xfrm>
            <a:off x="771698" y="4148395"/>
            <a:ext cx="890847" cy="787287"/>
          </a:xfrm>
          <a:prstGeom prst="arc">
            <a:avLst>
              <a:gd name="adj1" fmla="val 5496666"/>
              <a:gd name="adj2" fmla="val 16236304"/>
            </a:avLst>
          </a:prstGeom>
          <a:ln w="28575">
            <a:solidFill>
              <a:srgbClr val="0070C0"/>
            </a:solidFill>
            <a:headEnd type="triangle" w="lg" len="lg"/>
            <a:tailEnd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3641110-8E9C-B3F0-CDEE-8F3055114693}"/>
              </a:ext>
            </a:extLst>
          </p:cNvPr>
          <p:cNvSpPr txBox="1"/>
          <p:nvPr/>
        </p:nvSpPr>
        <p:spPr>
          <a:xfrm>
            <a:off x="276861" y="4341983"/>
            <a:ext cx="5004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b="1" dirty="0">
                <a:solidFill>
                  <a:srgbClr val="0070C0"/>
                </a:solidFill>
              </a:rPr>
              <a:t>÷ 9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03AE0DE-FA4A-5154-B7EA-5033EFC1498B}"/>
              </a:ext>
            </a:extLst>
          </p:cNvPr>
          <p:cNvCxnSpPr>
            <a:cxnSpLocks/>
          </p:cNvCxnSpPr>
          <p:nvPr/>
        </p:nvCxnSpPr>
        <p:spPr>
          <a:xfrm flipH="1">
            <a:off x="3165981" y="2635135"/>
            <a:ext cx="1007008" cy="187683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5AFC7BD-282C-1886-3E66-A5FCA8CAD72A}"/>
              </a:ext>
            </a:extLst>
          </p:cNvPr>
          <p:cNvSpPr txBox="1"/>
          <p:nvPr/>
        </p:nvSpPr>
        <p:spPr>
          <a:xfrm>
            <a:off x="-4717" y="-30715"/>
            <a:ext cx="923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800" b="1" dirty="0">
                <a:latin typeface="Stencil" panose="040409050D0802020404" pitchFamily="82" charset="0"/>
              </a:rPr>
              <a:t>САБАК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55679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  <p:bldP spid="50" grpId="0"/>
      <p:bldP spid="51" grpId="0"/>
      <p:bldP spid="52" grpId="0"/>
      <p:bldP spid="53" grpId="0"/>
      <p:bldP spid="54" grpId="0"/>
      <p:bldP spid="55" grpId="0"/>
      <p:bldP spid="56" grpId="0"/>
      <p:bldP spid="8" grpId="0" animBg="1"/>
      <p:bldP spid="9" grpId="0"/>
      <p:bldP spid="12" grpId="0"/>
      <p:bldP spid="14" grpId="0" animBg="1"/>
      <p:bldP spid="1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F67577D-9002-42AB-A2EE-EFEEEC305824}"/>
              </a:ext>
            </a:extLst>
          </p:cNvPr>
          <p:cNvSpPr txBox="1"/>
          <p:nvPr/>
        </p:nvSpPr>
        <p:spPr>
          <a:xfrm>
            <a:off x="2196523" y="-66839"/>
            <a:ext cx="551298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Кайталануучу ондуктарды бөлчөккө айландыруу</a:t>
            </a:r>
            <a:endParaRPr lang="en-GB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595A1FF-9261-4D1E-ACCA-F217A42E6D82}"/>
                  </a:ext>
                </a:extLst>
              </p:cNvPr>
              <p:cNvSpPr txBox="1"/>
              <p:nvPr/>
            </p:nvSpPr>
            <p:spPr>
              <a:xfrm>
                <a:off x="2065721" y="1039571"/>
                <a:ext cx="644920" cy="44441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GB" sz="2800" b="1" i="1" smtClean="0">
                          <a:latin typeface="Cambria Math" panose="02040503050406030204" pitchFamily="18" charset="0"/>
                        </a:rPr>
                        <m:t>.</m:t>
                      </m:r>
                      <m:acc>
                        <m:accPr>
                          <m:chr m:val="̇"/>
                          <m:ctrlPr>
                            <a:rPr lang="en-GB" sz="28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800" b="1" i="1" smtClean="0">
                              <a:latin typeface="Cambria Math" panose="02040503050406030204" pitchFamily="18" charset="0"/>
                            </a:rPr>
                            <m:t>𝟕</m:t>
                          </m:r>
                        </m:e>
                      </m:acc>
                    </m:oMath>
                  </m:oMathPara>
                </a14:m>
                <a:endParaRPr lang="en-GB" sz="2800" b="1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595A1FF-9261-4D1E-ACCA-F217A42E6D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5721" y="1039571"/>
                <a:ext cx="644920" cy="44441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2427A18-029D-47DA-88FA-7F13FA044AF1}"/>
                  </a:ext>
                </a:extLst>
              </p:cNvPr>
              <p:cNvSpPr txBox="1"/>
              <p:nvPr/>
            </p:nvSpPr>
            <p:spPr>
              <a:xfrm>
                <a:off x="1866950" y="1694935"/>
                <a:ext cx="84965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2427A18-029D-47DA-88FA-7F13FA044A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6950" y="1694935"/>
                <a:ext cx="849655" cy="4308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B4CD253-D6D7-4AC5-9E7E-891121B9578A}"/>
                  </a:ext>
                </a:extLst>
              </p:cNvPr>
              <p:cNvSpPr txBox="1"/>
              <p:nvPr/>
            </p:nvSpPr>
            <p:spPr>
              <a:xfrm>
                <a:off x="1668177" y="2532091"/>
                <a:ext cx="1048428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10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B4CD253-D6D7-4AC5-9E7E-891121B957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8177" y="2532091"/>
                <a:ext cx="1048428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2F483C3-44B9-474A-A085-9885B37D4E30}"/>
                  </a:ext>
                </a:extLst>
              </p:cNvPr>
              <p:cNvSpPr txBox="1"/>
              <p:nvPr/>
            </p:nvSpPr>
            <p:spPr>
              <a:xfrm>
                <a:off x="2852870" y="1694935"/>
                <a:ext cx="167725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0.77777…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2F483C3-44B9-474A-A085-9885B37D4E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2870" y="1694935"/>
                <a:ext cx="1677254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C59C5EE4-1660-4A4D-9B44-29E44436D416}"/>
                  </a:ext>
                </a:extLst>
              </p:cNvPr>
              <p:cNvSpPr txBox="1"/>
              <p:nvPr/>
            </p:nvSpPr>
            <p:spPr>
              <a:xfrm>
                <a:off x="2852870" y="2532091"/>
                <a:ext cx="167725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7.77777…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C59C5EE4-1660-4A4D-9B44-29E44436D4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2870" y="2532091"/>
                <a:ext cx="1677254" cy="4308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5CC93464-65D6-4830-A767-F4C302AE341D}"/>
                  </a:ext>
                </a:extLst>
              </p:cNvPr>
              <p:cNvSpPr txBox="1"/>
              <p:nvPr/>
            </p:nvSpPr>
            <p:spPr>
              <a:xfrm>
                <a:off x="1866950" y="3901495"/>
                <a:ext cx="84965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5CC93464-65D6-4830-A767-F4C302AE34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6950" y="3901495"/>
                <a:ext cx="849655" cy="43088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2ADC062F-901B-4F5F-82C5-F57A9094AD34}"/>
                  </a:ext>
                </a:extLst>
              </p:cNvPr>
              <p:cNvSpPr txBox="1"/>
              <p:nvPr/>
            </p:nvSpPr>
            <p:spPr>
              <a:xfrm>
                <a:off x="2065721" y="5015289"/>
                <a:ext cx="65088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2ADC062F-901B-4F5F-82C5-F57A9094AD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5721" y="5015289"/>
                <a:ext cx="650884" cy="43088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E71685D5-62EC-4B65-B58E-8F466AA88062}"/>
                  </a:ext>
                </a:extLst>
              </p:cNvPr>
              <p:cNvSpPr txBox="1"/>
              <p:nvPr/>
            </p:nvSpPr>
            <p:spPr>
              <a:xfrm>
                <a:off x="2852870" y="4826776"/>
                <a:ext cx="280526" cy="80791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E71685D5-62EC-4B65-B58E-8F466AA880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2870" y="4826776"/>
                <a:ext cx="280526" cy="807913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TextBox 58">
            <a:extLst>
              <a:ext uri="{FF2B5EF4-FFF2-40B4-BE49-F238E27FC236}">
                <a16:creationId xmlns:a16="http://schemas.microsoft.com/office/drawing/2014/main" id="{93BF6F2D-AC40-473F-97F4-F95F81F25755}"/>
              </a:ext>
            </a:extLst>
          </p:cNvPr>
          <p:cNvSpPr txBox="1"/>
          <p:nvPr/>
        </p:nvSpPr>
        <p:spPr>
          <a:xfrm>
            <a:off x="1260185" y="330930"/>
            <a:ext cx="24384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Берилген ондукту </a:t>
            </a:r>
          </a:p>
          <a:p>
            <a:pPr algn="ctr"/>
            <a:r>
              <a:rPr lang="ky-KG" sz="2000" dirty="0"/>
              <a:t>бөлчөккө айландыр.</a:t>
            </a:r>
            <a:endParaRPr lang="en-GB" sz="2000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C5B89DC-DC4B-4FE5-B026-31E68AD1F023}"/>
              </a:ext>
            </a:extLst>
          </p:cNvPr>
          <p:cNvCxnSpPr>
            <a:cxnSpLocks/>
          </p:cNvCxnSpPr>
          <p:nvPr/>
        </p:nvCxnSpPr>
        <p:spPr>
          <a:xfrm flipH="1">
            <a:off x="3165981" y="1812175"/>
            <a:ext cx="1007008" cy="187683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904D4B4-B951-F085-A14E-81DE6988DCA7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Arc 7">
            <a:extLst>
              <a:ext uri="{FF2B5EF4-FFF2-40B4-BE49-F238E27FC236}">
                <a16:creationId xmlns:a16="http://schemas.microsoft.com/office/drawing/2014/main" id="{F9AFF36D-647A-F0BF-AFA1-7FE95DB5D5B7}"/>
              </a:ext>
            </a:extLst>
          </p:cNvPr>
          <p:cNvSpPr/>
          <p:nvPr/>
        </p:nvSpPr>
        <p:spPr>
          <a:xfrm>
            <a:off x="771698" y="1931725"/>
            <a:ext cx="890847" cy="787287"/>
          </a:xfrm>
          <a:prstGeom prst="arc">
            <a:avLst>
              <a:gd name="adj1" fmla="val 5496666"/>
              <a:gd name="adj2" fmla="val 16236304"/>
            </a:avLst>
          </a:prstGeom>
          <a:ln w="28575">
            <a:solidFill>
              <a:srgbClr val="0070C0"/>
            </a:solidFill>
            <a:headEnd type="triangle" w="lg" len="lg"/>
            <a:tailEnd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2963722-4BDB-A068-04D7-6FEC86DD9493}"/>
              </a:ext>
            </a:extLst>
          </p:cNvPr>
          <p:cNvSpPr txBox="1"/>
          <p:nvPr/>
        </p:nvSpPr>
        <p:spPr>
          <a:xfrm>
            <a:off x="147018" y="2125313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b="1" dirty="0">
                <a:solidFill>
                  <a:srgbClr val="0070C0"/>
                </a:solidFill>
              </a:rPr>
              <a:t>× 10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7E94078-E650-6D4D-FEB6-60A2B27BBE2B}"/>
              </a:ext>
            </a:extLst>
          </p:cNvPr>
          <p:cNvSpPr txBox="1"/>
          <p:nvPr/>
        </p:nvSpPr>
        <p:spPr>
          <a:xfrm>
            <a:off x="1826808" y="3260084"/>
            <a:ext cx="145796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b="1" dirty="0">
                <a:solidFill>
                  <a:srgbClr val="0070C0"/>
                </a:solidFill>
              </a:rPr>
              <a:t>𝟏𝒙 кемитүү</a:t>
            </a:r>
            <a:endParaRPr lang="en-GB" sz="2000" b="1" dirty="0">
              <a:solidFill>
                <a:srgbClr val="0070C0"/>
              </a:solidFill>
            </a:endParaRPr>
          </a:p>
        </p:txBody>
      </p:sp>
      <p:sp>
        <p:nvSpPr>
          <p:cNvPr id="14" name="Arc 13">
            <a:extLst>
              <a:ext uri="{FF2B5EF4-FFF2-40B4-BE49-F238E27FC236}">
                <a16:creationId xmlns:a16="http://schemas.microsoft.com/office/drawing/2014/main" id="{8326ECA6-78DF-4B07-8530-7B527436A5CF}"/>
              </a:ext>
            </a:extLst>
          </p:cNvPr>
          <p:cNvSpPr/>
          <p:nvPr/>
        </p:nvSpPr>
        <p:spPr>
          <a:xfrm>
            <a:off x="771698" y="4148395"/>
            <a:ext cx="890847" cy="787287"/>
          </a:xfrm>
          <a:prstGeom prst="arc">
            <a:avLst>
              <a:gd name="adj1" fmla="val 5496666"/>
              <a:gd name="adj2" fmla="val 16236304"/>
            </a:avLst>
          </a:prstGeom>
          <a:ln w="28575">
            <a:solidFill>
              <a:srgbClr val="0070C0"/>
            </a:solidFill>
            <a:headEnd type="triangle" w="lg" len="lg"/>
            <a:tailEnd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3641110-8E9C-B3F0-CDEE-8F3055114693}"/>
              </a:ext>
            </a:extLst>
          </p:cNvPr>
          <p:cNvSpPr txBox="1"/>
          <p:nvPr/>
        </p:nvSpPr>
        <p:spPr>
          <a:xfrm>
            <a:off x="276861" y="4341983"/>
            <a:ext cx="5004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b="1" dirty="0">
                <a:solidFill>
                  <a:srgbClr val="0070C0"/>
                </a:solidFill>
              </a:rPr>
              <a:t>÷ 9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03AE0DE-FA4A-5154-B7EA-5033EFC1498B}"/>
              </a:ext>
            </a:extLst>
          </p:cNvPr>
          <p:cNvCxnSpPr>
            <a:cxnSpLocks/>
          </p:cNvCxnSpPr>
          <p:nvPr/>
        </p:nvCxnSpPr>
        <p:spPr>
          <a:xfrm flipH="1">
            <a:off x="3165981" y="2635135"/>
            <a:ext cx="1007008" cy="187683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31B2C70-8892-0EFA-1639-2347B97CE4BE}"/>
                  </a:ext>
                </a:extLst>
              </p:cNvPr>
              <p:cNvSpPr txBox="1"/>
              <p:nvPr/>
            </p:nvSpPr>
            <p:spPr>
              <a:xfrm>
                <a:off x="7185276" y="1068850"/>
                <a:ext cx="644920" cy="44723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GB" sz="2800" b="1" i="1" smtClean="0">
                          <a:latin typeface="Cambria Math" panose="02040503050406030204" pitchFamily="18" charset="0"/>
                        </a:rPr>
                        <m:t>.</m:t>
                      </m:r>
                      <m:acc>
                        <m:accPr>
                          <m:chr m:val="̇"/>
                          <m:ctrlPr>
                            <a:rPr lang="en-GB" sz="28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8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e>
                      </m:acc>
                    </m:oMath>
                  </m:oMathPara>
                </a14:m>
                <a:endParaRPr lang="en-GB" sz="2800" b="1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31B2C70-8892-0EFA-1639-2347B97CE4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5276" y="1068850"/>
                <a:ext cx="644920" cy="447238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55C5AC0-22E4-4705-1926-E0A7F7D82783}"/>
                  </a:ext>
                </a:extLst>
              </p:cNvPr>
              <p:cNvSpPr txBox="1"/>
              <p:nvPr/>
            </p:nvSpPr>
            <p:spPr>
              <a:xfrm>
                <a:off x="6827570" y="1694935"/>
                <a:ext cx="84965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55C5AC0-22E4-4705-1926-E0A7F7D827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7570" y="1694935"/>
                <a:ext cx="849655" cy="43088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0EF23FE-4338-7170-22B1-C30CD16670F5}"/>
                  </a:ext>
                </a:extLst>
              </p:cNvPr>
              <p:cNvSpPr txBox="1"/>
              <p:nvPr/>
            </p:nvSpPr>
            <p:spPr>
              <a:xfrm>
                <a:off x="6628797" y="2532091"/>
                <a:ext cx="1048428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10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0EF23FE-4338-7170-22B1-C30CD16670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8797" y="2532091"/>
                <a:ext cx="1048428" cy="43088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60E6534-6EB0-E2B2-0159-30EFD7A69065}"/>
                  </a:ext>
                </a:extLst>
              </p:cNvPr>
              <p:cNvSpPr txBox="1"/>
              <p:nvPr/>
            </p:nvSpPr>
            <p:spPr>
              <a:xfrm>
                <a:off x="7813490" y="1694935"/>
                <a:ext cx="167725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0.22222…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60E6534-6EB0-E2B2-0159-30EFD7A690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3490" y="1694935"/>
                <a:ext cx="1677254" cy="43088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1334337-2F1C-1A9E-E286-3CC074A68D36}"/>
                  </a:ext>
                </a:extLst>
              </p:cNvPr>
              <p:cNvSpPr txBox="1"/>
              <p:nvPr/>
            </p:nvSpPr>
            <p:spPr>
              <a:xfrm>
                <a:off x="7813490" y="2532091"/>
                <a:ext cx="167725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2.22222…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1334337-2F1C-1A9E-E286-3CC074A68D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3490" y="2532091"/>
                <a:ext cx="1677254" cy="430887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CFCFA7E-7E0A-BAF6-0D29-0A810DBB137C}"/>
                  </a:ext>
                </a:extLst>
              </p:cNvPr>
              <p:cNvSpPr txBox="1"/>
              <p:nvPr/>
            </p:nvSpPr>
            <p:spPr>
              <a:xfrm>
                <a:off x="6827570" y="3901495"/>
                <a:ext cx="84965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CFCFA7E-7E0A-BAF6-0D29-0A810DBB13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7570" y="3901495"/>
                <a:ext cx="849655" cy="430887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AA1E829-18C3-824E-F5EF-B9D4ECDF252E}"/>
                  </a:ext>
                </a:extLst>
              </p:cNvPr>
              <p:cNvSpPr txBox="1"/>
              <p:nvPr/>
            </p:nvSpPr>
            <p:spPr>
              <a:xfrm>
                <a:off x="7813490" y="3908817"/>
                <a:ext cx="280526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AA1E829-18C3-824E-F5EF-B9D4ECDF25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3490" y="3908817"/>
                <a:ext cx="280526" cy="430887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838C01D-FCED-F095-C0FC-CE4BF8F22946}"/>
                  </a:ext>
                </a:extLst>
              </p:cNvPr>
              <p:cNvSpPr txBox="1"/>
              <p:nvPr/>
            </p:nvSpPr>
            <p:spPr>
              <a:xfrm>
                <a:off x="7026341" y="5015289"/>
                <a:ext cx="65088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838C01D-FCED-F095-C0FC-CE4BF8F229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6341" y="5015289"/>
                <a:ext cx="650884" cy="430887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F784816-A81C-5825-1F44-183F757DDD1F}"/>
                  </a:ext>
                </a:extLst>
              </p:cNvPr>
              <p:cNvSpPr txBox="1"/>
              <p:nvPr/>
            </p:nvSpPr>
            <p:spPr>
              <a:xfrm>
                <a:off x="7813490" y="4826776"/>
                <a:ext cx="280526" cy="80791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F784816-A81C-5825-1F44-183F757DDD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3490" y="4826776"/>
                <a:ext cx="280526" cy="807913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Box 20">
            <a:extLst>
              <a:ext uri="{FF2B5EF4-FFF2-40B4-BE49-F238E27FC236}">
                <a16:creationId xmlns:a16="http://schemas.microsoft.com/office/drawing/2014/main" id="{20D6F1D8-C94B-38F9-4F7C-2ED727A1EF9B}"/>
              </a:ext>
            </a:extLst>
          </p:cNvPr>
          <p:cNvSpPr txBox="1"/>
          <p:nvPr/>
        </p:nvSpPr>
        <p:spPr>
          <a:xfrm>
            <a:off x="6220805" y="330930"/>
            <a:ext cx="24384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Берилген ондукту </a:t>
            </a:r>
          </a:p>
          <a:p>
            <a:pPr algn="ctr"/>
            <a:r>
              <a:rPr lang="ky-KG" sz="2000" dirty="0"/>
              <a:t>бөлчөккө айландыр.</a:t>
            </a:r>
            <a:endParaRPr lang="en-GB" sz="2000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DBBC898-F1C2-D4B3-909D-7E49D744F0E1}"/>
              </a:ext>
            </a:extLst>
          </p:cNvPr>
          <p:cNvCxnSpPr>
            <a:cxnSpLocks/>
          </p:cNvCxnSpPr>
          <p:nvPr/>
        </p:nvCxnSpPr>
        <p:spPr>
          <a:xfrm flipH="1">
            <a:off x="8126601" y="1812175"/>
            <a:ext cx="1007008" cy="187683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Arc 23">
            <a:extLst>
              <a:ext uri="{FF2B5EF4-FFF2-40B4-BE49-F238E27FC236}">
                <a16:creationId xmlns:a16="http://schemas.microsoft.com/office/drawing/2014/main" id="{1352830A-C158-1B97-412B-7E95F51DF524}"/>
              </a:ext>
            </a:extLst>
          </p:cNvPr>
          <p:cNvSpPr/>
          <p:nvPr/>
        </p:nvSpPr>
        <p:spPr>
          <a:xfrm>
            <a:off x="5732318" y="1931725"/>
            <a:ext cx="890847" cy="787287"/>
          </a:xfrm>
          <a:prstGeom prst="arc">
            <a:avLst>
              <a:gd name="adj1" fmla="val 5496666"/>
              <a:gd name="adj2" fmla="val 16236304"/>
            </a:avLst>
          </a:prstGeom>
          <a:ln w="28575">
            <a:solidFill>
              <a:srgbClr val="0070C0"/>
            </a:solidFill>
            <a:headEnd type="triangle" w="lg" len="lg"/>
            <a:tailEnd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7199FE8-8723-F0C1-7502-AC8BFBA2739D}"/>
              </a:ext>
            </a:extLst>
          </p:cNvPr>
          <p:cNvSpPr txBox="1"/>
          <p:nvPr/>
        </p:nvSpPr>
        <p:spPr>
          <a:xfrm>
            <a:off x="5107638" y="2125313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b="1" dirty="0">
                <a:solidFill>
                  <a:srgbClr val="0070C0"/>
                </a:solidFill>
              </a:rPr>
              <a:t>× 10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56A1937-3BF2-BCA0-75CD-922ED0A99F08}"/>
              </a:ext>
            </a:extLst>
          </p:cNvPr>
          <p:cNvSpPr txBox="1"/>
          <p:nvPr/>
        </p:nvSpPr>
        <p:spPr>
          <a:xfrm>
            <a:off x="6787428" y="3260084"/>
            <a:ext cx="145796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b="1" dirty="0">
                <a:solidFill>
                  <a:srgbClr val="0070C0"/>
                </a:solidFill>
              </a:rPr>
              <a:t>𝟏𝒙 кемитүү</a:t>
            </a:r>
            <a:endParaRPr lang="en-GB" sz="2000" b="1" dirty="0">
              <a:solidFill>
                <a:srgbClr val="0070C0"/>
              </a:solidFill>
            </a:endParaRPr>
          </a:p>
        </p:txBody>
      </p:sp>
      <p:sp>
        <p:nvSpPr>
          <p:cNvPr id="27" name="Arc 26">
            <a:extLst>
              <a:ext uri="{FF2B5EF4-FFF2-40B4-BE49-F238E27FC236}">
                <a16:creationId xmlns:a16="http://schemas.microsoft.com/office/drawing/2014/main" id="{4C6E3E17-635B-91CA-356E-1DA1D9152A39}"/>
              </a:ext>
            </a:extLst>
          </p:cNvPr>
          <p:cNvSpPr/>
          <p:nvPr/>
        </p:nvSpPr>
        <p:spPr>
          <a:xfrm>
            <a:off x="5732318" y="4148395"/>
            <a:ext cx="890847" cy="787287"/>
          </a:xfrm>
          <a:prstGeom prst="arc">
            <a:avLst>
              <a:gd name="adj1" fmla="val 5496666"/>
              <a:gd name="adj2" fmla="val 16236304"/>
            </a:avLst>
          </a:prstGeom>
          <a:ln w="28575">
            <a:solidFill>
              <a:srgbClr val="0070C0"/>
            </a:solidFill>
            <a:headEnd type="triangle" w="lg" len="lg"/>
            <a:tailEnd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F02A7AA-CD41-61BE-0CB8-5BF3134AD7A9}"/>
              </a:ext>
            </a:extLst>
          </p:cNvPr>
          <p:cNvSpPr txBox="1"/>
          <p:nvPr/>
        </p:nvSpPr>
        <p:spPr>
          <a:xfrm>
            <a:off x="5237481" y="4341983"/>
            <a:ext cx="5004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b="1" dirty="0">
                <a:solidFill>
                  <a:srgbClr val="0070C0"/>
                </a:solidFill>
              </a:rPr>
              <a:t>÷ 9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1D9C8926-89C0-D0E5-BCE4-4216B12D9ADA}"/>
              </a:ext>
            </a:extLst>
          </p:cNvPr>
          <p:cNvCxnSpPr>
            <a:cxnSpLocks/>
          </p:cNvCxnSpPr>
          <p:nvPr/>
        </p:nvCxnSpPr>
        <p:spPr>
          <a:xfrm flipH="1">
            <a:off x="8126601" y="2635135"/>
            <a:ext cx="1007008" cy="187683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DF14302B-D0A2-3726-DAD7-98BED1975E80}"/>
                  </a:ext>
                </a:extLst>
              </p:cNvPr>
              <p:cNvSpPr txBox="1"/>
              <p:nvPr/>
            </p:nvSpPr>
            <p:spPr>
              <a:xfrm>
                <a:off x="2852870" y="3916437"/>
                <a:ext cx="280526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7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DF14302B-D0A2-3726-DAD7-98BED1975E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2870" y="3916437"/>
                <a:ext cx="280526" cy="430887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Box 22">
            <a:extLst>
              <a:ext uri="{FF2B5EF4-FFF2-40B4-BE49-F238E27FC236}">
                <a16:creationId xmlns:a16="http://schemas.microsoft.com/office/drawing/2014/main" id="{AC13D6DE-6CBF-CD9D-A2EB-D88B077E2856}"/>
              </a:ext>
            </a:extLst>
          </p:cNvPr>
          <p:cNvSpPr txBox="1"/>
          <p:nvPr/>
        </p:nvSpPr>
        <p:spPr>
          <a:xfrm>
            <a:off x="-4717" y="-30715"/>
            <a:ext cx="923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800" b="1" dirty="0">
                <a:latin typeface="Stencil" panose="040409050D0802020404" pitchFamily="82" charset="0"/>
              </a:rPr>
              <a:t>САБАК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B4110B9-D730-912A-D412-680322BB07AF}"/>
              </a:ext>
            </a:extLst>
          </p:cNvPr>
          <p:cNvSpPr txBox="1"/>
          <p:nvPr/>
        </p:nvSpPr>
        <p:spPr>
          <a:xfrm>
            <a:off x="7826585" y="-30715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29781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7" grpId="0"/>
      <p:bldP spid="10" grpId="0"/>
      <p:bldP spid="13" grpId="0"/>
      <p:bldP spid="16" grpId="0"/>
      <p:bldP spid="17" grpId="0"/>
      <p:bldP spid="18" grpId="0"/>
      <p:bldP spid="20" grpId="0"/>
      <p:bldP spid="24" grpId="0" animBg="1"/>
      <p:bldP spid="25" grpId="0"/>
      <p:bldP spid="26" grpId="0"/>
      <p:bldP spid="27" grpId="0" animBg="1"/>
      <p:bldP spid="28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F67577D-9002-42AB-A2EE-EFEEEC305824}"/>
              </a:ext>
            </a:extLst>
          </p:cNvPr>
          <p:cNvSpPr txBox="1"/>
          <p:nvPr/>
        </p:nvSpPr>
        <p:spPr>
          <a:xfrm>
            <a:off x="2196523" y="-66839"/>
            <a:ext cx="551298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Кайталануучу ондуктарды бөлчөккө айландыруу</a:t>
            </a:r>
            <a:endParaRPr lang="en-GB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595A1FF-9261-4D1E-ACCA-F217A42E6D82}"/>
                  </a:ext>
                </a:extLst>
              </p:cNvPr>
              <p:cNvSpPr txBox="1"/>
              <p:nvPr/>
            </p:nvSpPr>
            <p:spPr>
              <a:xfrm>
                <a:off x="2065721" y="1065816"/>
                <a:ext cx="612860" cy="4456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0.</m:t>
                      </m:r>
                      <m:acc>
                        <m:accPr>
                          <m:chr m:val="̇"/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e>
                      </m:acc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595A1FF-9261-4D1E-ACCA-F217A42E6D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5721" y="1065816"/>
                <a:ext cx="612860" cy="44569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2427A18-029D-47DA-88FA-7F13FA044AF1}"/>
                  </a:ext>
                </a:extLst>
              </p:cNvPr>
              <p:cNvSpPr txBox="1"/>
              <p:nvPr/>
            </p:nvSpPr>
            <p:spPr>
              <a:xfrm>
                <a:off x="1866950" y="1694935"/>
                <a:ext cx="84965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2427A18-029D-47DA-88FA-7F13FA044A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6950" y="1694935"/>
                <a:ext cx="849655" cy="4308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B4CD253-D6D7-4AC5-9E7E-891121B9578A}"/>
                  </a:ext>
                </a:extLst>
              </p:cNvPr>
              <p:cNvSpPr txBox="1"/>
              <p:nvPr/>
            </p:nvSpPr>
            <p:spPr>
              <a:xfrm>
                <a:off x="1668177" y="2532091"/>
                <a:ext cx="1048428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10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B4CD253-D6D7-4AC5-9E7E-891121B957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8177" y="2532091"/>
                <a:ext cx="1048428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2F483C3-44B9-474A-A085-9885B37D4E30}"/>
                  </a:ext>
                </a:extLst>
              </p:cNvPr>
              <p:cNvSpPr txBox="1"/>
              <p:nvPr/>
            </p:nvSpPr>
            <p:spPr>
              <a:xfrm>
                <a:off x="2852870" y="1694935"/>
                <a:ext cx="167725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0.77777…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2F483C3-44B9-474A-A085-9885B37D4E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2870" y="1694935"/>
                <a:ext cx="1677254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C59C5EE4-1660-4A4D-9B44-29E44436D416}"/>
                  </a:ext>
                </a:extLst>
              </p:cNvPr>
              <p:cNvSpPr txBox="1"/>
              <p:nvPr/>
            </p:nvSpPr>
            <p:spPr>
              <a:xfrm>
                <a:off x="2852870" y="2532091"/>
                <a:ext cx="167725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7.77777…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C59C5EE4-1660-4A4D-9B44-29E44436D4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2870" y="2532091"/>
                <a:ext cx="1677254" cy="4308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5CC93464-65D6-4830-A767-F4C302AE341D}"/>
                  </a:ext>
                </a:extLst>
              </p:cNvPr>
              <p:cNvSpPr txBox="1"/>
              <p:nvPr/>
            </p:nvSpPr>
            <p:spPr>
              <a:xfrm>
                <a:off x="1866950" y="3901495"/>
                <a:ext cx="84965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5CC93464-65D6-4830-A767-F4C302AE34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6950" y="3901495"/>
                <a:ext cx="849655" cy="43088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AAD0FB4A-B710-45E4-8771-CEE9D2FF9077}"/>
                  </a:ext>
                </a:extLst>
              </p:cNvPr>
              <p:cNvSpPr txBox="1"/>
              <p:nvPr/>
            </p:nvSpPr>
            <p:spPr>
              <a:xfrm>
                <a:off x="2852870" y="3870717"/>
                <a:ext cx="320601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7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AAD0FB4A-B710-45E4-8771-CEE9D2FF90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2870" y="3870717"/>
                <a:ext cx="320601" cy="49244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2ADC062F-901B-4F5F-82C5-F57A9094AD34}"/>
                  </a:ext>
                </a:extLst>
              </p:cNvPr>
              <p:cNvSpPr txBox="1"/>
              <p:nvPr/>
            </p:nvSpPr>
            <p:spPr>
              <a:xfrm>
                <a:off x="2065721" y="5015289"/>
                <a:ext cx="65088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2ADC062F-901B-4F5F-82C5-F57A9094AD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5721" y="5015289"/>
                <a:ext cx="650884" cy="43088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E71685D5-62EC-4B65-B58E-8F466AA88062}"/>
                  </a:ext>
                </a:extLst>
              </p:cNvPr>
              <p:cNvSpPr txBox="1"/>
              <p:nvPr/>
            </p:nvSpPr>
            <p:spPr>
              <a:xfrm>
                <a:off x="2852870" y="4826776"/>
                <a:ext cx="280526" cy="80791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E71685D5-62EC-4B65-B58E-8F466AA880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2870" y="4826776"/>
                <a:ext cx="280526" cy="807913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TextBox 58">
            <a:extLst>
              <a:ext uri="{FF2B5EF4-FFF2-40B4-BE49-F238E27FC236}">
                <a16:creationId xmlns:a16="http://schemas.microsoft.com/office/drawing/2014/main" id="{93BF6F2D-AC40-473F-97F4-F95F81F25755}"/>
              </a:ext>
            </a:extLst>
          </p:cNvPr>
          <p:cNvSpPr txBox="1"/>
          <p:nvPr/>
        </p:nvSpPr>
        <p:spPr>
          <a:xfrm>
            <a:off x="1260185" y="330930"/>
            <a:ext cx="24384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Берилген ондукту </a:t>
            </a:r>
          </a:p>
          <a:p>
            <a:pPr algn="ctr"/>
            <a:r>
              <a:rPr lang="ky-KG" sz="2000" dirty="0"/>
              <a:t>бөлчөккө айландыр.</a:t>
            </a:r>
            <a:endParaRPr lang="en-GB" sz="2000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C5B89DC-DC4B-4FE5-B026-31E68AD1F023}"/>
              </a:ext>
            </a:extLst>
          </p:cNvPr>
          <p:cNvCxnSpPr>
            <a:cxnSpLocks/>
          </p:cNvCxnSpPr>
          <p:nvPr/>
        </p:nvCxnSpPr>
        <p:spPr>
          <a:xfrm flipH="1">
            <a:off x="3165981" y="1812175"/>
            <a:ext cx="1007008" cy="187683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904D4B4-B951-F085-A14E-81DE6988DCA7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Arc 7">
            <a:extLst>
              <a:ext uri="{FF2B5EF4-FFF2-40B4-BE49-F238E27FC236}">
                <a16:creationId xmlns:a16="http://schemas.microsoft.com/office/drawing/2014/main" id="{F9AFF36D-647A-F0BF-AFA1-7FE95DB5D5B7}"/>
              </a:ext>
            </a:extLst>
          </p:cNvPr>
          <p:cNvSpPr/>
          <p:nvPr/>
        </p:nvSpPr>
        <p:spPr>
          <a:xfrm>
            <a:off x="771698" y="1931725"/>
            <a:ext cx="890847" cy="787287"/>
          </a:xfrm>
          <a:prstGeom prst="arc">
            <a:avLst>
              <a:gd name="adj1" fmla="val 5496666"/>
              <a:gd name="adj2" fmla="val 16236304"/>
            </a:avLst>
          </a:prstGeom>
          <a:ln w="28575">
            <a:solidFill>
              <a:srgbClr val="0070C0"/>
            </a:solidFill>
            <a:headEnd type="triangle" w="lg" len="lg"/>
            <a:tailEnd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2963722-4BDB-A068-04D7-6FEC86DD9493}"/>
              </a:ext>
            </a:extLst>
          </p:cNvPr>
          <p:cNvSpPr txBox="1"/>
          <p:nvPr/>
        </p:nvSpPr>
        <p:spPr>
          <a:xfrm>
            <a:off x="147018" y="2125313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b="1" dirty="0">
                <a:solidFill>
                  <a:srgbClr val="0070C0"/>
                </a:solidFill>
              </a:rPr>
              <a:t>× 10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7E94078-E650-6D4D-FEB6-60A2B27BBE2B}"/>
              </a:ext>
            </a:extLst>
          </p:cNvPr>
          <p:cNvSpPr txBox="1"/>
          <p:nvPr/>
        </p:nvSpPr>
        <p:spPr>
          <a:xfrm>
            <a:off x="1826808" y="3260084"/>
            <a:ext cx="145796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b="1" dirty="0">
                <a:solidFill>
                  <a:srgbClr val="0070C0"/>
                </a:solidFill>
              </a:rPr>
              <a:t>𝟏𝒙 кемитүү</a:t>
            </a:r>
            <a:endParaRPr lang="en-GB" sz="2000" b="1" dirty="0">
              <a:solidFill>
                <a:srgbClr val="0070C0"/>
              </a:solidFill>
            </a:endParaRPr>
          </a:p>
        </p:txBody>
      </p:sp>
      <p:sp>
        <p:nvSpPr>
          <p:cNvPr id="14" name="Arc 13">
            <a:extLst>
              <a:ext uri="{FF2B5EF4-FFF2-40B4-BE49-F238E27FC236}">
                <a16:creationId xmlns:a16="http://schemas.microsoft.com/office/drawing/2014/main" id="{8326ECA6-78DF-4B07-8530-7B527436A5CF}"/>
              </a:ext>
            </a:extLst>
          </p:cNvPr>
          <p:cNvSpPr/>
          <p:nvPr/>
        </p:nvSpPr>
        <p:spPr>
          <a:xfrm>
            <a:off x="771698" y="4148395"/>
            <a:ext cx="890847" cy="787287"/>
          </a:xfrm>
          <a:prstGeom prst="arc">
            <a:avLst>
              <a:gd name="adj1" fmla="val 5496666"/>
              <a:gd name="adj2" fmla="val 16236304"/>
            </a:avLst>
          </a:prstGeom>
          <a:ln w="28575">
            <a:solidFill>
              <a:srgbClr val="0070C0"/>
            </a:solidFill>
            <a:headEnd type="triangle" w="lg" len="lg"/>
            <a:tailEnd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3641110-8E9C-B3F0-CDEE-8F3055114693}"/>
              </a:ext>
            </a:extLst>
          </p:cNvPr>
          <p:cNvSpPr txBox="1"/>
          <p:nvPr/>
        </p:nvSpPr>
        <p:spPr>
          <a:xfrm>
            <a:off x="276861" y="4341983"/>
            <a:ext cx="5004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b="1" dirty="0">
                <a:solidFill>
                  <a:srgbClr val="0070C0"/>
                </a:solidFill>
              </a:rPr>
              <a:t>÷ 9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03AE0DE-FA4A-5154-B7EA-5033EFC1498B}"/>
              </a:ext>
            </a:extLst>
          </p:cNvPr>
          <p:cNvCxnSpPr>
            <a:cxnSpLocks/>
          </p:cNvCxnSpPr>
          <p:nvPr/>
        </p:nvCxnSpPr>
        <p:spPr>
          <a:xfrm flipH="1">
            <a:off x="3165981" y="2635135"/>
            <a:ext cx="1007008" cy="187683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31B2C70-8892-0EFA-1639-2347B97CE4BE}"/>
                  </a:ext>
                </a:extLst>
              </p:cNvPr>
              <p:cNvSpPr txBox="1"/>
              <p:nvPr/>
            </p:nvSpPr>
            <p:spPr>
              <a:xfrm>
                <a:off x="7021654" y="1069435"/>
                <a:ext cx="612860" cy="4456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0.</m:t>
                      </m:r>
                      <m:acc>
                        <m:accPr>
                          <m:chr m:val="̇"/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e>
                      </m:acc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31B2C70-8892-0EFA-1639-2347B97CE4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1654" y="1069435"/>
                <a:ext cx="612860" cy="445699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55C5AC0-22E4-4705-1926-E0A7F7D82783}"/>
                  </a:ext>
                </a:extLst>
              </p:cNvPr>
              <p:cNvSpPr txBox="1"/>
              <p:nvPr/>
            </p:nvSpPr>
            <p:spPr>
              <a:xfrm>
                <a:off x="6827570" y="1694935"/>
                <a:ext cx="84965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55C5AC0-22E4-4705-1926-E0A7F7D827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7570" y="1694935"/>
                <a:ext cx="849655" cy="43088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0EF23FE-4338-7170-22B1-C30CD16670F5}"/>
                  </a:ext>
                </a:extLst>
              </p:cNvPr>
              <p:cNvSpPr txBox="1"/>
              <p:nvPr/>
            </p:nvSpPr>
            <p:spPr>
              <a:xfrm>
                <a:off x="6628797" y="2532091"/>
                <a:ext cx="1048428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10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0EF23FE-4338-7170-22B1-C30CD16670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8797" y="2532091"/>
                <a:ext cx="1048428" cy="43088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60E6534-6EB0-E2B2-0159-30EFD7A69065}"/>
                  </a:ext>
                </a:extLst>
              </p:cNvPr>
              <p:cNvSpPr txBox="1"/>
              <p:nvPr/>
            </p:nvSpPr>
            <p:spPr>
              <a:xfrm>
                <a:off x="7813490" y="1694935"/>
                <a:ext cx="167725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0.88888…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60E6534-6EB0-E2B2-0159-30EFD7A690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3490" y="1694935"/>
                <a:ext cx="1677254" cy="430887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1334337-2F1C-1A9E-E286-3CC074A68D36}"/>
                  </a:ext>
                </a:extLst>
              </p:cNvPr>
              <p:cNvSpPr txBox="1"/>
              <p:nvPr/>
            </p:nvSpPr>
            <p:spPr>
              <a:xfrm>
                <a:off x="7813490" y="2532091"/>
                <a:ext cx="167725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8.88888…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1334337-2F1C-1A9E-E286-3CC074A68D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3490" y="2532091"/>
                <a:ext cx="1677254" cy="430887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CFCFA7E-7E0A-BAF6-0D29-0A810DBB137C}"/>
                  </a:ext>
                </a:extLst>
              </p:cNvPr>
              <p:cNvSpPr txBox="1"/>
              <p:nvPr/>
            </p:nvSpPr>
            <p:spPr>
              <a:xfrm>
                <a:off x="6827570" y="3901495"/>
                <a:ext cx="84965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CFCFA7E-7E0A-BAF6-0D29-0A810DBB13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7570" y="3901495"/>
                <a:ext cx="849655" cy="430887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AA1E829-18C3-824E-F5EF-B9D4ECDF252E}"/>
                  </a:ext>
                </a:extLst>
              </p:cNvPr>
              <p:cNvSpPr txBox="1"/>
              <p:nvPr/>
            </p:nvSpPr>
            <p:spPr>
              <a:xfrm>
                <a:off x="7813490" y="3908817"/>
                <a:ext cx="280526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8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AA1E829-18C3-824E-F5EF-B9D4ECDF25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3490" y="3908817"/>
                <a:ext cx="280526" cy="430887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838C01D-FCED-F095-C0FC-CE4BF8F22946}"/>
                  </a:ext>
                </a:extLst>
              </p:cNvPr>
              <p:cNvSpPr txBox="1"/>
              <p:nvPr/>
            </p:nvSpPr>
            <p:spPr>
              <a:xfrm>
                <a:off x="7026341" y="5015289"/>
                <a:ext cx="65088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838C01D-FCED-F095-C0FC-CE4BF8F229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6341" y="5015289"/>
                <a:ext cx="650884" cy="430887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F784816-A81C-5825-1F44-183F757DDD1F}"/>
                  </a:ext>
                </a:extLst>
              </p:cNvPr>
              <p:cNvSpPr txBox="1"/>
              <p:nvPr/>
            </p:nvSpPr>
            <p:spPr>
              <a:xfrm>
                <a:off x="7813490" y="4826776"/>
                <a:ext cx="280526" cy="80791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num>
                        <m:den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F784816-A81C-5825-1F44-183F757DDD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3490" y="4826776"/>
                <a:ext cx="280526" cy="807913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Box 20">
            <a:extLst>
              <a:ext uri="{FF2B5EF4-FFF2-40B4-BE49-F238E27FC236}">
                <a16:creationId xmlns:a16="http://schemas.microsoft.com/office/drawing/2014/main" id="{20D6F1D8-C94B-38F9-4F7C-2ED727A1EF9B}"/>
              </a:ext>
            </a:extLst>
          </p:cNvPr>
          <p:cNvSpPr txBox="1"/>
          <p:nvPr/>
        </p:nvSpPr>
        <p:spPr>
          <a:xfrm>
            <a:off x="6220805" y="330930"/>
            <a:ext cx="24384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Берилген ондукту </a:t>
            </a:r>
          </a:p>
          <a:p>
            <a:pPr algn="ctr"/>
            <a:r>
              <a:rPr lang="ky-KG" sz="2000" dirty="0"/>
              <a:t>бөлчөккө айландыр.</a:t>
            </a:r>
            <a:endParaRPr lang="en-GB" sz="2000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DBBC898-F1C2-D4B3-909D-7E49D744F0E1}"/>
              </a:ext>
            </a:extLst>
          </p:cNvPr>
          <p:cNvCxnSpPr>
            <a:cxnSpLocks/>
          </p:cNvCxnSpPr>
          <p:nvPr/>
        </p:nvCxnSpPr>
        <p:spPr>
          <a:xfrm flipH="1">
            <a:off x="8126601" y="1812175"/>
            <a:ext cx="1007008" cy="187683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Arc 23">
            <a:extLst>
              <a:ext uri="{FF2B5EF4-FFF2-40B4-BE49-F238E27FC236}">
                <a16:creationId xmlns:a16="http://schemas.microsoft.com/office/drawing/2014/main" id="{1352830A-C158-1B97-412B-7E95F51DF524}"/>
              </a:ext>
            </a:extLst>
          </p:cNvPr>
          <p:cNvSpPr/>
          <p:nvPr/>
        </p:nvSpPr>
        <p:spPr>
          <a:xfrm>
            <a:off x="5732318" y="1931725"/>
            <a:ext cx="890847" cy="787287"/>
          </a:xfrm>
          <a:prstGeom prst="arc">
            <a:avLst>
              <a:gd name="adj1" fmla="val 5496666"/>
              <a:gd name="adj2" fmla="val 16236304"/>
            </a:avLst>
          </a:prstGeom>
          <a:ln w="28575">
            <a:solidFill>
              <a:srgbClr val="0070C0"/>
            </a:solidFill>
            <a:headEnd type="triangle" w="lg" len="lg"/>
            <a:tailEnd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7199FE8-8723-F0C1-7502-AC8BFBA2739D}"/>
              </a:ext>
            </a:extLst>
          </p:cNvPr>
          <p:cNvSpPr txBox="1"/>
          <p:nvPr/>
        </p:nvSpPr>
        <p:spPr>
          <a:xfrm>
            <a:off x="5107638" y="2125313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b="1" dirty="0">
                <a:solidFill>
                  <a:srgbClr val="0070C0"/>
                </a:solidFill>
              </a:rPr>
              <a:t>× 10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56A1937-3BF2-BCA0-75CD-922ED0A99F08}"/>
              </a:ext>
            </a:extLst>
          </p:cNvPr>
          <p:cNvSpPr txBox="1"/>
          <p:nvPr/>
        </p:nvSpPr>
        <p:spPr>
          <a:xfrm>
            <a:off x="6787428" y="3260084"/>
            <a:ext cx="145796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b="1" dirty="0">
                <a:solidFill>
                  <a:srgbClr val="0070C0"/>
                </a:solidFill>
              </a:rPr>
              <a:t>𝟏𝒙 кемитүү</a:t>
            </a:r>
            <a:endParaRPr lang="en-GB" sz="2000" b="1" dirty="0">
              <a:solidFill>
                <a:srgbClr val="0070C0"/>
              </a:solidFill>
            </a:endParaRPr>
          </a:p>
        </p:txBody>
      </p:sp>
      <p:sp>
        <p:nvSpPr>
          <p:cNvPr id="27" name="Arc 26">
            <a:extLst>
              <a:ext uri="{FF2B5EF4-FFF2-40B4-BE49-F238E27FC236}">
                <a16:creationId xmlns:a16="http://schemas.microsoft.com/office/drawing/2014/main" id="{4C6E3E17-635B-91CA-356E-1DA1D9152A39}"/>
              </a:ext>
            </a:extLst>
          </p:cNvPr>
          <p:cNvSpPr/>
          <p:nvPr/>
        </p:nvSpPr>
        <p:spPr>
          <a:xfrm>
            <a:off x="5732318" y="4148395"/>
            <a:ext cx="890847" cy="787287"/>
          </a:xfrm>
          <a:prstGeom prst="arc">
            <a:avLst>
              <a:gd name="adj1" fmla="val 5496666"/>
              <a:gd name="adj2" fmla="val 16236304"/>
            </a:avLst>
          </a:prstGeom>
          <a:ln w="28575">
            <a:solidFill>
              <a:srgbClr val="0070C0"/>
            </a:solidFill>
            <a:headEnd type="triangle" w="lg" len="lg"/>
            <a:tailEnd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F02A7AA-CD41-61BE-0CB8-5BF3134AD7A9}"/>
              </a:ext>
            </a:extLst>
          </p:cNvPr>
          <p:cNvSpPr txBox="1"/>
          <p:nvPr/>
        </p:nvSpPr>
        <p:spPr>
          <a:xfrm>
            <a:off x="5237481" y="4341983"/>
            <a:ext cx="5004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b="1" dirty="0">
                <a:solidFill>
                  <a:srgbClr val="0070C0"/>
                </a:solidFill>
              </a:rPr>
              <a:t>÷ 9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1D9C8926-89C0-D0E5-BCE4-4216B12D9ADA}"/>
              </a:ext>
            </a:extLst>
          </p:cNvPr>
          <p:cNvCxnSpPr>
            <a:cxnSpLocks/>
          </p:cNvCxnSpPr>
          <p:nvPr/>
        </p:nvCxnSpPr>
        <p:spPr>
          <a:xfrm flipH="1">
            <a:off x="8126601" y="2635135"/>
            <a:ext cx="1007008" cy="187683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D0646D09-63DD-786A-0BC6-C7FF82A08041}"/>
              </a:ext>
            </a:extLst>
          </p:cNvPr>
          <p:cNvSpPr txBox="1"/>
          <p:nvPr/>
        </p:nvSpPr>
        <p:spPr>
          <a:xfrm>
            <a:off x="-4717" y="-30715"/>
            <a:ext cx="923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800" b="1" dirty="0">
                <a:latin typeface="Stencil" panose="040409050D0802020404" pitchFamily="82" charset="0"/>
              </a:rPr>
              <a:t>САБАК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F0A2934-D86E-337E-1D69-7BD6A9FD54EA}"/>
              </a:ext>
            </a:extLst>
          </p:cNvPr>
          <p:cNvSpPr txBox="1"/>
          <p:nvPr/>
        </p:nvSpPr>
        <p:spPr>
          <a:xfrm>
            <a:off x="7826585" y="-30715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96069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7" grpId="0"/>
      <p:bldP spid="10" grpId="0"/>
      <p:bldP spid="13" grpId="0"/>
      <p:bldP spid="16" grpId="0"/>
      <p:bldP spid="17" grpId="0"/>
      <p:bldP spid="18" grpId="0"/>
      <p:bldP spid="20" grpId="0"/>
      <p:bldP spid="24" grpId="0" animBg="1"/>
      <p:bldP spid="25" grpId="0"/>
      <p:bldP spid="26" grpId="0"/>
      <p:bldP spid="27" grpId="0" animBg="1"/>
      <p:bldP spid="28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F67577D-9002-42AB-A2EE-EFEEEC305824}"/>
              </a:ext>
            </a:extLst>
          </p:cNvPr>
          <p:cNvSpPr txBox="1"/>
          <p:nvPr/>
        </p:nvSpPr>
        <p:spPr>
          <a:xfrm>
            <a:off x="2196523" y="-66839"/>
            <a:ext cx="551298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Кайталануучу ондуктарды бөлчөккө айландыруу</a:t>
            </a:r>
            <a:endParaRPr lang="en-GB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595A1FF-9261-4D1E-ACCA-F217A42E6D82}"/>
                  </a:ext>
                </a:extLst>
              </p:cNvPr>
              <p:cNvSpPr txBox="1"/>
              <p:nvPr/>
            </p:nvSpPr>
            <p:spPr>
              <a:xfrm>
                <a:off x="2065721" y="1071440"/>
                <a:ext cx="811632" cy="44723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i="1">
                          <a:latin typeface="Cambria Math" panose="02040503050406030204" pitchFamily="18" charset="0"/>
                        </a:rPr>
                        <m:t>0.</m:t>
                      </m:r>
                      <m:acc>
                        <m:accPr>
                          <m:chr m:val="̇"/>
                          <m:ctrlPr>
                            <a:rPr lang="en-GB" sz="2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800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acc>
                      <m:acc>
                        <m:accPr>
                          <m:chr m:val="̇"/>
                          <m:ctrlPr>
                            <a:rPr lang="en-GB" sz="2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800" i="1"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acc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595A1FF-9261-4D1E-ACCA-F217A42E6D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5721" y="1071440"/>
                <a:ext cx="811632" cy="44723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2427A18-029D-47DA-88FA-7F13FA044AF1}"/>
                  </a:ext>
                </a:extLst>
              </p:cNvPr>
              <p:cNvSpPr txBox="1"/>
              <p:nvPr/>
            </p:nvSpPr>
            <p:spPr>
              <a:xfrm>
                <a:off x="1866950" y="1694935"/>
                <a:ext cx="84965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2427A18-029D-47DA-88FA-7F13FA044A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6950" y="1694935"/>
                <a:ext cx="849655" cy="4308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B4CD253-D6D7-4AC5-9E7E-891121B9578A}"/>
                  </a:ext>
                </a:extLst>
              </p:cNvPr>
              <p:cNvSpPr txBox="1"/>
              <p:nvPr/>
            </p:nvSpPr>
            <p:spPr>
              <a:xfrm>
                <a:off x="1469404" y="2532091"/>
                <a:ext cx="1247201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100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B4CD253-D6D7-4AC5-9E7E-891121B957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9404" y="2532091"/>
                <a:ext cx="1247201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2F483C3-44B9-474A-A085-9885B37D4E30}"/>
                  </a:ext>
                </a:extLst>
              </p:cNvPr>
              <p:cNvSpPr txBox="1"/>
              <p:nvPr/>
            </p:nvSpPr>
            <p:spPr>
              <a:xfrm>
                <a:off x="3012890" y="1694935"/>
                <a:ext cx="167725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0.23232…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2F483C3-44B9-474A-A085-9885B37D4E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12890" y="1694935"/>
                <a:ext cx="1677254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C59C5EE4-1660-4A4D-9B44-29E44436D416}"/>
                  </a:ext>
                </a:extLst>
              </p:cNvPr>
              <p:cNvSpPr txBox="1"/>
              <p:nvPr/>
            </p:nvSpPr>
            <p:spPr>
              <a:xfrm>
                <a:off x="2814770" y="2532091"/>
                <a:ext cx="1876026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23.23232…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C59C5EE4-1660-4A4D-9B44-29E44436D4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4770" y="2532091"/>
                <a:ext cx="1876026" cy="4308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5CC93464-65D6-4830-A767-F4C302AE341D}"/>
                  </a:ext>
                </a:extLst>
              </p:cNvPr>
              <p:cNvSpPr txBox="1"/>
              <p:nvPr/>
            </p:nvSpPr>
            <p:spPr>
              <a:xfrm>
                <a:off x="1668176" y="3901495"/>
                <a:ext cx="1048429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99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5CC93464-65D6-4830-A767-F4C302AE34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8176" y="3901495"/>
                <a:ext cx="1048429" cy="43088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2ADC062F-901B-4F5F-82C5-F57A9094AD34}"/>
                  </a:ext>
                </a:extLst>
              </p:cNvPr>
              <p:cNvSpPr txBox="1"/>
              <p:nvPr/>
            </p:nvSpPr>
            <p:spPr>
              <a:xfrm>
                <a:off x="2065721" y="5015289"/>
                <a:ext cx="65088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2ADC062F-901B-4F5F-82C5-F57A9094AD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5721" y="5015289"/>
                <a:ext cx="650884" cy="43088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E71685D5-62EC-4B65-B58E-8F466AA88062}"/>
                  </a:ext>
                </a:extLst>
              </p:cNvPr>
              <p:cNvSpPr txBox="1"/>
              <p:nvPr/>
            </p:nvSpPr>
            <p:spPr>
              <a:xfrm>
                <a:off x="2852870" y="4826776"/>
                <a:ext cx="479298" cy="80791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num>
                        <m:den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99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E71685D5-62EC-4B65-B58E-8F466AA880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2870" y="4826776"/>
                <a:ext cx="479298" cy="807913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TextBox 58">
            <a:extLst>
              <a:ext uri="{FF2B5EF4-FFF2-40B4-BE49-F238E27FC236}">
                <a16:creationId xmlns:a16="http://schemas.microsoft.com/office/drawing/2014/main" id="{93BF6F2D-AC40-473F-97F4-F95F81F25755}"/>
              </a:ext>
            </a:extLst>
          </p:cNvPr>
          <p:cNvSpPr txBox="1"/>
          <p:nvPr/>
        </p:nvSpPr>
        <p:spPr>
          <a:xfrm>
            <a:off x="1260185" y="330930"/>
            <a:ext cx="24384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Берилген ондукту </a:t>
            </a:r>
          </a:p>
          <a:p>
            <a:pPr algn="ctr"/>
            <a:r>
              <a:rPr lang="ky-KG" sz="2000" dirty="0"/>
              <a:t>бөлчөккө айландыр.</a:t>
            </a:r>
            <a:endParaRPr lang="en-GB" sz="2000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C5B89DC-DC4B-4FE5-B026-31E68AD1F023}"/>
              </a:ext>
            </a:extLst>
          </p:cNvPr>
          <p:cNvCxnSpPr>
            <a:cxnSpLocks/>
          </p:cNvCxnSpPr>
          <p:nvPr/>
        </p:nvCxnSpPr>
        <p:spPr>
          <a:xfrm flipH="1">
            <a:off x="3326001" y="1781695"/>
            <a:ext cx="1007008" cy="187683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904D4B4-B951-F085-A14E-81DE6988DCA7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Arc 7">
            <a:extLst>
              <a:ext uri="{FF2B5EF4-FFF2-40B4-BE49-F238E27FC236}">
                <a16:creationId xmlns:a16="http://schemas.microsoft.com/office/drawing/2014/main" id="{F9AFF36D-647A-F0BF-AFA1-7FE95DB5D5B7}"/>
              </a:ext>
            </a:extLst>
          </p:cNvPr>
          <p:cNvSpPr/>
          <p:nvPr/>
        </p:nvSpPr>
        <p:spPr>
          <a:xfrm>
            <a:off x="771698" y="1931725"/>
            <a:ext cx="890847" cy="787287"/>
          </a:xfrm>
          <a:prstGeom prst="arc">
            <a:avLst>
              <a:gd name="adj1" fmla="val 5496666"/>
              <a:gd name="adj2" fmla="val 16236304"/>
            </a:avLst>
          </a:prstGeom>
          <a:ln w="28575">
            <a:solidFill>
              <a:srgbClr val="0070C0"/>
            </a:solidFill>
            <a:headEnd type="triangle" w="lg" len="lg"/>
            <a:tailEnd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2963722-4BDB-A068-04D7-6FEC86DD9493}"/>
              </a:ext>
            </a:extLst>
          </p:cNvPr>
          <p:cNvSpPr txBox="1"/>
          <p:nvPr/>
        </p:nvSpPr>
        <p:spPr>
          <a:xfrm>
            <a:off x="17175" y="2125313"/>
            <a:ext cx="76014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b="1" dirty="0">
                <a:solidFill>
                  <a:srgbClr val="0070C0"/>
                </a:solidFill>
              </a:rPr>
              <a:t>× 100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7E94078-E650-6D4D-FEB6-60A2B27BBE2B}"/>
              </a:ext>
            </a:extLst>
          </p:cNvPr>
          <p:cNvSpPr txBox="1"/>
          <p:nvPr/>
        </p:nvSpPr>
        <p:spPr>
          <a:xfrm>
            <a:off x="1826808" y="3260084"/>
            <a:ext cx="145796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b="1" dirty="0">
                <a:solidFill>
                  <a:srgbClr val="0070C0"/>
                </a:solidFill>
              </a:rPr>
              <a:t>𝟏𝒙 кемитүү</a:t>
            </a:r>
            <a:endParaRPr lang="en-GB" sz="2000" b="1" dirty="0">
              <a:solidFill>
                <a:srgbClr val="0070C0"/>
              </a:solidFill>
            </a:endParaRPr>
          </a:p>
        </p:txBody>
      </p:sp>
      <p:sp>
        <p:nvSpPr>
          <p:cNvPr id="14" name="Arc 13">
            <a:extLst>
              <a:ext uri="{FF2B5EF4-FFF2-40B4-BE49-F238E27FC236}">
                <a16:creationId xmlns:a16="http://schemas.microsoft.com/office/drawing/2014/main" id="{8326ECA6-78DF-4B07-8530-7B527436A5CF}"/>
              </a:ext>
            </a:extLst>
          </p:cNvPr>
          <p:cNvSpPr/>
          <p:nvPr/>
        </p:nvSpPr>
        <p:spPr>
          <a:xfrm>
            <a:off x="771698" y="4148395"/>
            <a:ext cx="890847" cy="787287"/>
          </a:xfrm>
          <a:prstGeom prst="arc">
            <a:avLst>
              <a:gd name="adj1" fmla="val 5496666"/>
              <a:gd name="adj2" fmla="val 16236304"/>
            </a:avLst>
          </a:prstGeom>
          <a:ln w="28575">
            <a:solidFill>
              <a:srgbClr val="0070C0"/>
            </a:solidFill>
            <a:headEnd type="triangle" w="lg" len="lg"/>
            <a:tailEnd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3641110-8E9C-B3F0-CDEE-8F3055114693}"/>
              </a:ext>
            </a:extLst>
          </p:cNvPr>
          <p:cNvSpPr txBox="1"/>
          <p:nvPr/>
        </p:nvSpPr>
        <p:spPr>
          <a:xfrm>
            <a:off x="147018" y="4341983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b="1" dirty="0">
                <a:solidFill>
                  <a:srgbClr val="0070C0"/>
                </a:solidFill>
              </a:rPr>
              <a:t>÷ 99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03AE0DE-FA4A-5154-B7EA-5033EFC1498B}"/>
              </a:ext>
            </a:extLst>
          </p:cNvPr>
          <p:cNvCxnSpPr>
            <a:cxnSpLocks/>
          </p:cNvCxnSpPr>
          <p:nvPr/>
        </p:nvCxnSpPr>
        <p:spPr>
          <a:xfrm flipH="1">
            <a:off x="3371721" y="2642755"/>
            <a:ext cx="1007008" cy="187683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88E0649-5EA7-276C-4F38-F76A270445C6}"/>
                  </a:ext>
                </a:extLst>
              </p:cNvPr>
              <p:cNvSpPr txBox="1"/>
              <p:nvPr/>
            </p:nvSpPr>
            <p:spPr>
              <a:xfrm>
                <a:off x="2852870" y="3916437"/>
                <a:ext cx="479298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23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88E0649-5EA7-276C-4F38-F76A270445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2870" y="3916437"/>
                <a:ext cx="479298" cy="43088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1C61BB1D-7997-4CEE-6824-4FA5FC13CC6F}"/>
              </a:ext>
            </a:extLst>
          </p:cNvPr>
          <p:cNvSpPr txBox="1"/>
          <p:nvPr/>
        </p:nvSpPr>
        <p:spPr>
          <a:xfrm>
            <a:off x="-4717" y="-30715"/>
            <a:ext cx="923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800" b="1" dirty="0">
                <a:latin typeface="Stencil" panose="040409050D0802020404" pitchFamily="82" charset="0"/>
              </a:rPr>
              <a:t>САБАК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89455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  <p:bldP spid="50" grpId="0"/>
      <p:bldP spid="51" grpId="0"/>
      <p:bldP spid="52" grpId="0"/>
      <p:bldP spid="53" grpId="0"/>
      <p:bldP spid="55" grpId="0"/>
      <p:bldP spid="56" grpId="0"/>
      <p:bldP spid="8" grpId="0" animBg="1"/>
      <p:bldP spid="9" grpId="0"/>
      <p:bldP spid="12" grpId="0"/>
      <p:bldP spid="14" grpId="0" animBg="1"/>
      <p:bldP spid="15" grpId="0"/>
      <p:bldP spid="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F67577D-9002-42AB-A2EE-EFEEEC305824}"/>
              </a:ext>
            </a:extLst>
          </p:cNvPr>
          <p:cNvSpPr txBox="1"/>
          <p:nvPr/>
        </p:nvSpPr>
        <p:spPr>
          <a:xfrm>
            <a:off x="2196523" y="-66839"/>
            <a:ext cx="551298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Кайталануучу ондуктарды бөлчөккө айландыруу</a:t>
            </a:r>
            <a:endParaRPr lang="en-GB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595A1FF-9261-4D1E-ACCA-F217A42E6D82}"/>
                  </a:ext>
                </a:extLst>
              </p:cNvPr>
              <p:cNvSpPr txBox="1"/>
              <p:nvPr/>
            </p:nvSpPr>
            <p:spPr>
              <a:xfrm>
                <a:off x="2065721" y="1090360"/>
                <a:ext cx="811632" cy="45602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i="1" smtClean="0">
                          <a:latin typeface="Cambria Math" panose="02040503050406030204" pitchFamily="18" charset="0"/>
                        </a:rPr>
                        <m:t>0.</m:t>
                      </m:r>
                      <m:acc>
                        <m:accPr>
                          <m:chr m:val="̇"/>
                          <m:ctrlPr>
                            <a:rPr lang="en-GB" sz="2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e>
                      </m:acc>
                      <m:acc>
                        <m:accPr>
                          <m:chr m:val="̇"/>
                          <m:ctrlPr>
                            <a:rPr lang="en-GB" sz="2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e>
                      </m:acc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595A1FF-9261-4D1E-ACCA-F217A42E6D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5721" y="1090360"/>
                <a:ext cx="811632" cy="45602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2427A18-029D-47DA-88FA-7F13FA044AF1}"/>
                  </a:ext>
                </a:extLst>
              </p:cNvPr>
              <p:cNvSpPr txBox="1"/>
              <p:nvPr/>
            </p:nvSpPr>
            <p:spPr>
              <a:xfrm>
                <a:off x="1866950" y="1694935"/>
                <a:ext cx="84965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2427A18-029D-47DA-88FA-7F13FA044A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6950" y="1694935"/>
                <a:ext cx="849655" cy="4308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B4CD253-D6D7-4AC5-9E7E-891121B9578A}"/>
                  </a:ext>
                </a:extLst>
              </p:cNvPr>
              <p:cNvSpPr txBox="1"/>
              <p:nvPr/>
            </p:nvSpPr>
            <p:spPr>
              <a:xfrm>
                <a:off x="1469404" y="2532091"/>
                <a:ext cx="1247201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100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B4CD253-D6D7-4AC5-9E7E-891121B957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9404" y="2532091"/>
                <a:ext cx="1247201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2F483C3-44B9-474A-A085-9885B37D4E30}"/>
                  </a:ext>
                </a:extLst>
              </p:cNvPr>
              <p:cNvSpPr txBox="1"/>
              <p:nvPr/>
            </p:nvSpPr>
            <p:spPr>
              <a:xfrm>
                <a:off x="3012890" y="1694935"/>
                <a:ext cx="167725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0.45454…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2F483C3-44B9-474A-A085-9885B37D4E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12890" y="1694935"/>
                <a:ext cx="1677254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C59C5EE4-1660-4A4D-9B44-29E44436D416}"/>
                  </a:ext>
                </a:extLst>
              </p:cNvPr>
              <p:cNvSpPr txBox="1"/>
              <p:nvPr/>
            </p:nvSpPr>
            <p:spPr>
              <a:xfrm>
                <a:off x="2814770" y="2532091"/>
                <a:ext cx="1876026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45.45454…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C59C5EE4-1660-4A4D-9B44-29E44436D4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4770" y="2532091"/>
                <a:ext cx="1876026" cy="4308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5CC93464-65D6-4830-A767-F4C302AE341D}"/>
                  </a:ext>
                </a:extLst>
              </p:cNvPr>
              <p:cNvSpPr txBox="1"/>
              <p:nvPr/>
            </p:nvSpPr>
            <p:spPr>
              <a:xfrm>
                <a:off x="1668176" y="3901495"/>
                <a:ext cx="1048429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99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5CC93464-65D6-4830-A767-F4C302AE34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8176" y="3901495"/>
                <a:ext cx="1048429" cy="43088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2ADC062F-901B-4F5F-82C5-F57A9094AD34}"/>
                  </a:ext>
                </a:extLst>
              </p:cNvPr>
              <p:cNvSpPr txBox="1"/>
              <p:nvPr/>
            </p:nvSpPr>
            <p:spPr>
              <a:xfrm>
                <a:off x="2065721" y="5015289"/>
                <a:ext cx="65088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2ADC062F-901B-4F5F-82C5-F57A9094AD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5721" y="5015289"/>
                <a:ext cx="650884" cy="43088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E71685D5-62EC-4B65-B58E-8F466AA88062}"/>
                  </a:ext>
                </a:extLst>
              </p:cNvPr>
              <p:cNvSpPr txBox="1"/>
              <p:nvPr/>
            </p:nvSpPr>
            <p:spPr>
              <a:xfrm>
                <a:off x="2852870" y="4826776"/>
                <a:ext cx="479297" cy="81823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45</m:t>
                          </m:r>
                        </m:num>
                        <m:den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99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E71685D5-62EC-4B65-B58E-8F466AA880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2870" y="4826776"/>
                <a:ext cx="479297" cy="81823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TextBox 58">
            <a:extLst>
              <a:ext uri="{FF2B5EF4-FFF2-40B4-BE49-F238E27FC236}">
                <a16:creationId xmlns:a16="http://schemas.microsoft.com/office/drawing/2014/main" id="{93BF6F2D-AC40-473F-97F4-F95F81F25755}"/>
              </a:ext>
            </a:extLst>
          </p:cNvPr>
          <p:cNvSpPr txBox="1"/>
          <p:nvPr/>
        </p:nvSpPr>
        <p:spPr>
          <a:xfrm>
            <a:off x="1260185" y="330930"/>
            <a:ext cx="24384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Берилген ондукту </a:t>
            </a:r>
          </a:p>
          <a:p>
            <a:pPr algn="ctr"/>
            <a:r>
              <a:rPr lang="ky-KG" sz="2000" dirty="0"/>
              <a:t>бөлчөккө айландыр.</a:t>
            </a:r>
            <a:endParaRPr lang="en-GB" sz="2000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C5B89DC-DC4B-4FE5-B026-31E68AD1F023}"/>
              </a:ext>
            </a:extLst>
          </p:cNvPr>
          <p:cNvCxnSpPr>
            <a:cxnSpLocks/>
          </p:cNvCxnSpPr>
          <p:nvPr/>
        </p:nvCxnSpPr>
        <p:spPr>
          <a:xfrm flipH="1">
            <a:off x="3326001" y="1781695"/>
            <a:ext cx="1007008" cy="187683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904D4B4-B951-F085-A14E-81DE6988DCA7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Arc 7">
            <a:extLst>
              <a:ext uri="{FF2B5EF4-FFF2-40B4-BE49-F238E27FC236}">
                <a16:creationId xmlns:a16="http://schemas.microsoft.com/office/drawing/2014/main" id="{F9AFF36D-647A-F0BF-AFA1-7FE95DB5D5B7}"/>
              </a:ext>
            </a:extLst>
          </p:cNvPr>
          <p:cNvSpPr/>
          <p:nvPr/>
        </p:nvSpPr>
        <p:spPr>
          <a:xfrm>
            <a:off x="771698" y="1931725"/>
            <a:ext cx="890847" cy="787287"/>
          </a:xfrm>
          <a:prstGeom prst="arc">
            <a:avLst>
              <a:gd name="adj1" fmla="val 5496666"/>
              <a:gd name="adj2" fmla="val 16236304"/>
            </a:avLst>
          </a:prstGeom>
          <a:ln w="28575">
            <a:solidFill>
              <a:srgbClr val="0070C0"/>
            </a:solidFill>
            <a:headEnd type="triangle" w="lg" len="lg"/>
            <a:tailEnd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2963722-4BDB-A068-04D7-6FEC86DD9493}"/>
              </a:ext>
            </a:extLst>
          </p:cNvPr>
          <p:cNvSpPr txBox="1"/>
          <p:nvPr/>
        </p:nvSpPr>
        <p:spPr>
          <a:xfrm>
            <a:off x="17175" y="2125313"/>
            <a:ext cx="76014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b="1" dirty="0">
                <a:solidFill>
                  <a:srgbClr val="0070C0"/>
                </a:solidFill>
              </a:rPr>
              <a:t>× 100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7E94078-E650-6D4D-FEB6-60A2B27BBE2B}"/>
              </a:ext>
            </a:extLst>
          </p:cNvPr>
          <p:cNvSpPr txBox="1"/>
          <p:nvPr/>
        </p:nvSpPr>
        <p:spPr>
          <a:xfrm>
            <a:off x="1826808" y="3260084"/>
            <a:ext cx="145796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b="1" dirty="0">
                <a:solidFill>
                  <a:srgbClr val="0070C0"/>
                </a:solidFill>
              </a:rPr>
              <a:t>𝟏𝒙 кемитүү</a:t>
            </a:r>
            <a:endParaRPr lang="en-GB" sz="2000" b="1" dirty="0">
              <a:solidFill>
                <a:srgbClr val="0070C0"/>
              </a:solidFill>
            </a:endParaRPr>
          </a:p>
        </p:txBody>
      </p:sp>
      <p:sp>
        <p:nvSpPr>
          <p:cNvPr id="14" name="Arc 13">
            <a:extLst>
              <a:ext uri="{FF2B5EF4-FFF2-40B4-BE49-F238E27FC236}">
                <a16:creationId xmlns:a16="http://schemas.microsoft.com/office/drawing/2014/main" id="{8326ECA6-78DF-4B07-8530-7B527436A5CF}"/>
              </a:ext>
            </a:extLst>
          </p:cNvPr>
          <p:cNvSpPr/>
          <p:nvPr/>
        </p:nvSpPr>
        <p:spPr>
          <a:xfrm>
            <a:off x="771698" y="4148395"/>
            <a:ext cx="890847" cy="787287"/>
          </a:xfrm>
          <a:prstGeom prst="arc">
            <a:avLst>
              <a:gd name="adj1" fmla="val 5496666"/>
              <a:gd name="adj2" fmla="val 16236304"/>
            </a:avLst>
          </a:prstGeom>
          <a:ln w="28575">
            <a:solidFill>
              <a:srgbClr val="0070C0"/>
            </a:solidFill>
            <a:headEnd type="triangle" w="lg" len="lg"/>
            <a:tailEnd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3641110-8E9C-B3F0-CDEE-8F3055114693}"/>
              </a:ext>
            </a:extLst>
          </p:cNvPr>
          <p:cNvSpPr txBox="1"/>
          <p:nvPr/>
        </p:nvSpPr>
        <p:spPr>
          <a:xfrm>
            <a:off x="147018" y="4341983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b="1" dirty="0">
                <a:solidFill>
                  <a:srgbClr val="0070C0"/>
                </a:solidFill>
              </a:rPr>
              <a:t>÷ 99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03AE0DE-FA4A-5154-B7EA-5033EFC1498B}"/>
              </a:ext>
            </a:extLst>
          </p:cNvPr>
          <p:cNvCxnSpPr>
            <a:cxnSpLocks/>
          </p:cNvCxnSpPr>
          <p:nvPr/>
        </p:nvCxnSpPr>
        <p:spPr>
          <a:xfrm flipH="1">
            <a:off x="3348013" y="2653692"/>
            <a:ext cx="1007008" cy="187683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88E0649-5EA7-276C-4F38-F76A270445C6}"/>
                  </a:ext>
                </a:extLst>
              </p:cNvPr>
              <p:cNvSpPr txBox="1"/>
              <p:nvPr/>
            </p:nvSpPr>
            <p:spPr>
              <a:xfrm>
                <a:off x="2852870" y="3916437"/>
                <a:ext cx="479297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45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88E0649-5EA7-276C-4F38-F76A270445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2870" y="3916437"/>
                <a:ext cx="479297" cy="43088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6C192B3-7279-0C77-0AEC-B40F3FD4D89D}"/>
                  </a:ext>
                </a:extLst>
              </p:cNvPr>
              <p:cNvSpPr txBox="1"/>
              <p:nvPr/>
            </p:nvSpPr>
            <p:spPr>
              <a:xfrm>
                <a:off x="3525135" y="4827706"/>
                <a:ext cx="846770" cy="81541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6C192B3-7279-0C77-0AEC-B40F3FD4D8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25135" y="4827706"/>
                <a:ext cx="846770" cy="815416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E91F2B64-43EF-4598-57E2-EF78DD6C6BD5}"/>
              </a:ext>
            </a:extLst>
          </p:cNvPr>
          <p:cNvSpPr txBox="1"/>
          <p:nvPr/>
        </p:nvSpPr>
        <p:spPr>
          <a:xfrm>
            <a:off x="-4717" y="-30715"/>
            <a:ext cx="923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800" b="1" dirty="0">
                <a:latin typeface="Stencil" panose="040409050D0802020404" pitchFamily="82" charset="0"/>
              </a:rPr>
              <a:t>САБАК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8549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  <p:bldP spid="50" grpId="0"/>
      <p:bldP spid="51" grpId="0"/>
      <p:bldP spid="52" grpId="0"/>
      <p:bldP spid="53" grpId="0"/>
      <p:bldP spid="55" grpId="0"/>
      <p:bldP spid="56" grpId="0"/>
      <p:bldP spid="8" grpId="0" animBg="1"/>
      <p:bldP spid="9" grpId="0"/>
      <p:bldP spid="12" grpId="0"/>
      <p:bldP spid="14" grpId="0" animBg="1"/>
      <p:bldP spid="15" grpId="0"/>
      <p:bldP spid="5" grpId="0"/>
      <p:bldP spid="3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F67577D-9002-42AB-A2EE-EFEEEC305824}"/>
              </a:ext>
            </a:extLst>
          </p:cNvPr>
          <p:cNvSpPr txBox="1"/>
          <p:nvPr/>
        </p:nvSpPr>
        <p:spPr>
          <a:xfrm>
            <a:off x="2196523" y="-66839"/>
            <a:ext cx="551298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Кайталануучу ондуктарды бөлчөккө айландыруу</a:t>
            </a:r>
            <a:endParaRPr lang="en-GB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595A1FF-9261-4D1E-ACCA-F217A42E6D82}"/>
                  </a:ext>
                </a:extLst>
              </p:cNvPr>
              <p:cNvSpPr txBox="1"/>
              <p:nvPr/>
            </p:nvSpPr>
            <p:spPr>
              <a:xfrm>
                <a:off x="2157849" y="1095686"/>
                <a:ext cx="811632" cy="45602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i="1" smtClean="0">
                          <a:latin typeface="Cambria Math" panose="02040503050406030204" pitchFamily="18" charset="0"/>
                        </a:rPr>
                        <m:t>0.</m:t>
                      </m:r>
                      <m:acc>
                        <m:accPr>
                          <m:chr m:val="̇"/>
                          <m:ctrlPr>
                            <a:rPr lang="en-GB" sz="2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e>
                      </m:acc>
                      <m:acc>
                        <m:accPr>
                          <m:chr m:val="̇"/>
                          <m:ctrlPr>
                            <a:rPr lang="en-GB" sz="2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e>
                      </m:acc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595A1FF-9261-4D1E-ACCA-F217A42E6D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7849" y="1095686"/>
                <a:ext cx="811632" cy="45602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2427A18-029D-47DA-88FA-7F13FA044AF1}"/>
                  </a:ext>
                </a:extLst>
              </p:cNvPr>
              <p:cNvSpPr txBox="1"/>
              <p:nvPr/>
            </p:nvSpPr>
            <p:spPr>
              <a:xfrm>
                <a:off x="1866950" y="1694935"/>
                <a:ext cx="84965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2427A18-029D-47DA-88FA-7F13FA044A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6950" y="1694935"/>
                <a:ext cx="849655" cy="4308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B4CD253-D6D7-4AC5-9E7E-891121B9578A}"/>
                  </a:ext>
                </a:extLst>
              </p:cNvPr>
              <p:cNvSpPr txBox="1"/>
              <p:nvPr/>
            </p:nvSpPr>
            <p:spPr>
              <a:xfrm>
                <a:off x="1469404" y="2532091"/>
                <a:ext cx="1247201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100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B4CD253-D6D7-4AC5-9E7E-891121B957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9404" y="2532091"/>
                <a:ext cx="1247201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2F483C3-44B9-474A-A085-9885B37D4E30}"/>
                  </a:ext>
                </a:extLst>
              </p:cNvPr>
              <p:cNvSpPr txBox="1"/>
              <p:nvPr/>
            </p:nvSpPr>
            <p:spPr>
              <a:xfrm>
                <a:off x="3012890" y="1694935"/>
                <a:ext cx="167725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0.45454…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2F483C3-44B9-474A-A085-9885B37D4E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12890" y="1694935"/>
                <a:ext cx="1677254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C59C5EE4-1660-4A4D-9B44-29E44436D416}"/>
                  </a:ext>
                </a:extLst>
              </p:cNvPr>
              <p:cNvSpPr txBox="1"/>
              <p:nvPr/>
            </p:nvSpPr>
            <p:spPr>
              <a:xfrm>
                <a:off x="2814770" y="2532091"/>
                <a:ext cx="1876026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45.45454…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C59C5EE4-1660-4A4D-9B44-29E44436D4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4770" y="2532091"/>
                <a:ext cx="1876026" cy="4308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5CC93464-65D6-4830-A767-F4C302AE341D}"/>
                  </a:ext>
                </a:extLst>
              </p:cNvPr>
              <p:cNvSpPr txBox="1"/>
              <p:nvPr/>
            </p:nvSpPr>
            <p:spPr>
              <a:xfrm>
                <a:off x="1668176" y="3901495"/>
                <a:ext cx="1048429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99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5CC93464-65D6-4830-A767-F4C302AE34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8176" y="3901495"/>
                <a:ext cx="1048429" cy="43088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2ADC062F-901B-4F5F-82C5-F57A9094AD34}"/>
                  </a:ext>
                </a:extLst>
              </p:cNvPr>
              <p:cNvSpPr txBox="1"/>
              <p:nvPr/>
            </p:nvSpPr>
            <p:spPr>
              <a:xfrm>
                <a:off x="2065721" y="5015289"/>
                <a:ext cx="65088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2ADC062F-901B-4F5F-82C5-F57A9094AD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5721" y="5015289"/>
                <a:ext cx="650884" cy="43088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E71685D5-62EC-4B65-B58E-8F466AA88062}"/>
                  </a:ext>
                </a:extLst>
              </p:cNvPr>
              <p:cNvSpPr txBox="1"/>
              <p:nvPr/>
            </p:nvSpPr>
            <p:spPr>
              <a:xfrm>
                <a:off x="2852870" y="4826776"/>
                <a:ext cx="479297" cy="81823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45</m:t>
                          </m:r>
                        </m:num>
                        <m:den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99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E71685D5-62EC-4B65-B58E-8F466AA880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2870" y="4826776"/>
                <a:ext cx="479297" cy="81823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TextBox 58">
            <a:extLst>
              <a:ext uri="{FF2B5EF4-FFF2-40B4-BE49-F238E27FC236}">
                <a16:creationId xmlns:a16="http://schemas.microsoft.com/office/drawing/2014/main" id="{93BF6F2D-AC40-473F-97F4-F95F81F25755}"/>
              </a:ext>
            </a:extLst>
          </p:cNvPr>
          <p:cNvSpPr txBox="1"/>
          <p:nvPr/>
        </p:nvSpPr>
        <p:spPr>
          <a:xfrm>
            <a:off x="1260185" y="330930"/>
            <a:ext cx="24384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Берилген ондукту </a:t>
            </a:r>
          </a:p>
          <a:p>
            <a:pPr algn="ctr"/>
            <a:r>
              <a:rPr lang="ky-KG" sz="2000" dirty="0"/>
              <a:t>бөлчөккө айландыр.</a:t>
            </a:r>
            <a:endParaRPr lang="en-GB" sz="2000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C5B89DC-DC4B-4FE5-B026-31E68AD1F023}"/>
              </a:ext>
            </a:extLst>
          </p:cNvPr>
          <p:cNvCxnSpPr>
            <a:cxnSpLocks/>
          </p:cNvCxnSpPr>
          <p:nvPr/>
        </p:nvCxnSpPr>
        <p:spPr>
          <a:xfrm flipH="1">
            <a:off x="3326001" y="1781695"/>
            <a:ext cx="1007008" cy="187683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904D4B4-B951-F085-A14E-81DE6988DCA7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Arc 7">
            <a:extLst>
              <a:ext uri="{FF2B5EF4-FFF2-40B4-BE49-F238E27FC236}">
                <a16:creationId xmlns:a16="http://schemas.microsoft.com/office/drawing/2014/main" id="{F9AFF36D-647A-F0BF-AFA1-7FE95DB5D5B7}"/>
              </a:ext>
            </a:extLst>
          </p:cNvPr>
          <p:cNvSpPr/>
          <p:nvPr/>
        </p:nvSpPr>
        <p:spPr>
          <a:xfrm>
            <a:off x="771698" y="1931725"/>
            <a:ext cx="890847" cy="787287"/>
          </a:xfrm>
          <a:prstGeom prst="arc">
            <a:avLst>
              <a:gd name="adj1" fmla="val 5496666"/>
              <a:gd name="adj2" fmla="val 16236304"/>
            </a:avLst>
          </a:prstGeom>
          <a:ln w="28575">
            <a:solidFill>
              <a:srgbClr val="0070C0"/>
            </a:solidFill>
            <a:headEnd type="triangle" w="lg" len="lg"/>
            <a:tailEnd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2963722-4BDB-A068-04D7-6FEC86DD9493}"/>
              </a:ext>
            </a:extLst>
          </p:cNvPr>
          <p:cNvSpPr txBox="1"/>
          <p:nvPr/>
        </p:nvSpPr>
        <p:spPr>
          <a:xfrm>
            <a:off x="17175" y="2125313"/>
            <a:ext cx="76014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b="1" dirty="0">
                <a:solidFill>
                  <a:srgbClr val="0070C0"/>
                </a:solidFill>
              </a:rPr>
              <a:t>× 100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7E94078-E650-6D4D-FEB6-60A2B27BBE2B}"/>
              </a:ext>
            </a:extLst>
          </p:cNvPr>
          <p:cNvSpPr txBox="1"/>
          <p:nvPr/>
        </p:nvSpPr>
        <p:spPr>
          <a:xfrm>
            <a:off x="1826808" y="3260084"/>
            <a:ext cx="145796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b="1" dirty="0">
                <a:solidFill>
                  <a:srgbClr val="0070C0"/>
                </a:solidFill>
              </a:rPr>
              <a:t>𝟏𝒙 кемитүү</a:t>
            </a:r>
            <a:endParaRPr lang="en-GB" sz="2000" b="1" dirty="0">
              <a:solidFill>
                <a:srgbClr val="0070C0"/>
              </a:solidFill>
            </a:endParaRPr>
          </a:p>
        </p:txBody>
      </p:sp>
      <p:sp>
        <p:nvSpPr>
          <p:cNvPr id="14" name="Arc 13">
            <a:extLst>
              <a:ext uri="{FF2B5EF4-FFF2-40B4-BE49-F238E27FC236}">
                <a16:creationId xmlns:a16="http://schemas.microsoft.com/office/drawing/2014/main" id="{8326ECA6-78DF-4B07-8530-7B527436A5CF}"/>
              </a:ext>
            </a:extLst>
          </p:cNvPr>
          <p:cNvSpPr/>
          <p:nvPr/>
        </p:nvSpPr>
        <p:spPr>
          <a:xfrm>
            <a:off x="771698" y="4148395"/>
            <a:ext cx="890847" cy="787287"/>
          </a:xfrm>
          <a:prstGeom prst="arc">
            <a:avLst>
              <a:gd name="adj1" fmla="val 5496666"/>
              <a:gd name="adj2" fmla="val 16236304"/>
            </a:avLst>
          </a:prstGeom>
          <a:ln w="28575">
            <a:solidFill>
              <a:srgbClr val="0070C0"/>
            </a:solidFill>
            <a:headEnd type="triangle" w="lg" len="lg"/>
            <a:tailEnd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3641110-8E9C-B3F0-CDEE-8F3055114693}"/>
              </a:ext>
            </a:extLst>
          </p:cNvPr>
          <p:cNvSpPr txBox="1"/>
          <p:nvPr/>
        </p:nvSpPr>
        <p:spPr>
          <a:xfrm>
            <a:off x="147018" y="4341983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b="1" dirty="0">
                <a:solidFill>
                  <a:srgbClr val="0070C0"/>
                </a:solidFill>
              </a:rPr>
              <a:t>÷ 99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03AE0DE-FA4A-5154-B7EA-5033EFC1498B}"/>
              </a:ext>
            </a:extLst>
          </p:cNvPr>
          <p:cNvCxnSpPr>
            <a:cxnSpLocks/>
          </p:cNvCxnSpPr>
          <p:nvPr/>
        </p:nvCxnSpPr>
        <p:spPr>
          <a:xfrm flipH="1">
            <a:off x="3348013" y="2653692"/>
            <a:ext cx="1007008" cy="187683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88E0649-5EA7-276C-4F38-F76A270445C6}"/>
                  </a:ext>
                </a:extLst>
              </p:cNvPr>
              <p:cNvSpPr txBox="1"/>
              <p:nvPr/>
            </p:nvSpPr>
            <p:spPr>
              <a:xfrm>
                <a:off x="2852870" y="3916437"/>
                <a:ext cx="479297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45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88E0649-5EA7-276C-4F38-F76A270445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2870" y="3916437"/>
                <a:ext cx="479297" cy="43088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6C192B3-7279-0C77-0AEC-B40F3FD4D89D}"/>
                  </a:ext>
                </a:extLst>
              </p:cNvPr>
              <p:cNvSpPr txBox="1"/>
              <p:nvPr/>
            </p:nvSpPr>
            <p:spPr>
              <a:xfrm>
                <a:off x="3525135" y="4827706"/>
                <a:ext cx="846770" cy="81541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6C192B3-7279-0C77-0AEC-B40F3FD4D8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25135" y="4827706"/>
                <a:ext cx="846770" cy="815416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DFB28A8-1597-5DB2-D2D4-EB0A059C98B2}"/>
                  </a:ext>
                </a:extLst>
              </p:cNvPr>
              <p:cNvSpPr txBox="1"/>
              <p:nvPr/>
            </p:nvSpPr>
            <p:spPr>
              <a:xfrm>
                <a:off x="7155643" y="1069772"/>
                <a:ext cx="811632" cy="45602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i="1" smtClean="0">
                          <a:latin typeface="Cambria Math" panose="02040503050406030204" pitchFamily="18" charset="0"/>
                        </a:rPr>
                        <m:t>0.</m:t>
                      </m:r>
                      <m:acc>
                        <m:accPr>
                          <m:chr m:val="̇"/>
                          <m:ctrlPr>
                            <a:rPr lang="en-GB" sz="2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e>
                      </m:acc>
                      <m:acc>
                        <m:accPr>
                          <m:chr m:val="̇"/>
                          <m:ctrlPr>
                            <a:rPr lang="en-GB" sz="2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acc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DFB28A8-1597-5DB2-D2D4-EB0A059C98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55643" y="1069772"/>
                <a:ext cx="811632" cy="45602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090C471-B646-3087-9CDA-B743A690A34A}"/>
                  </a:ext>
                </a:extLst>
              </p:cNvPr>
              <p:cNvSpPr txBox="1"/>
              <p:nvPr/>
            </p:nvSpPr>
            <p:spPr>
              <a:xfrm>
                <a:off x="6821335" y="1694935"/>
                <a:ext cx="84965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090C471-B646-3087-9CDA-B743A690A3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1335" y="1694935"/>
                <a:ext cx="849655" cy="43088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3C5ED92-ACF7-CF4E-D17F-314D6706461B}"/>
                  </a:ext>
                </a:extLst>
              </p:cNvPr>
              <p:cNvSpPr txBox="1"/>
              <p:nvPr/>
            </p:nvSpPr>
            <p:spPr>
              <a:xfrm>
                <a:off x="6423789" y="2532091"/>
                <a:ext cx="1247201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100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3C5ED92-ACF7-CF4E-D17F-314D670646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3789" y="2532091"/>
                <a:ext cx="1247201" cy="430887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2890982-C2F9-1CDD-77B1-E5E024654F21}"/>
                  </a:ext>
                </a:extLst>
              </p:cNvPr>
              <p:cNvSpPr txBox="1"/>
              <p:nvPr/>
            </p:nvSpPr>
            <p:spPr>
              <a:xfrm>
                <a:off x="7967275" y="1694935"/>
                <a:ext cx="167725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0.51515…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2890982-C2F9-1CDD-77B1-E5E024654F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67275" y="1694935"/>
                <a:ext cx="1677254" cy="430887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22A5A5E-6BE4-0B60-B568-50D790423012}"/>
                  </a:ext>
                </a:extLst>
              </p:cNvPr>
              <p:cNvSpPr txBox="1"/>
              <p:nvPr/>
            </p:nvSpPr>
            <p:spPr>
              <a:xfrm>
                <a:off x="7769155" y="2532091"/>
                <a:ext cx="1876026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51.51515…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22A5A5E-6BE4-0B60-B568-50D7904230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69155" y="2532091"/>
                <a:ext cx="1876026" cy="430887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5FA96A1-4DA6-E58A-EF9E-1CDE22720E94}"/>
                  </a:ext>
                </a:extLst>
              </p:cNvPr>
              <p:cNvSpPr txBox="1"/>
              <p:nvPr/>
            </p:nvSpPr>
            <p:spPr>
              <a:xfrm>
                <a:off x="6622561" y="3901495"/>
                <a:ext cx="1048429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99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5FA96A1-4DA6-E58A-EF9E-1CDE22720E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2561" y="3901495"/>
                <a:ext cx="1048429" cy="430887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0613BCA-4671-0E6D-D38D-A952F2DFAED1}"/>
                  </a:ext>
                </a:extLst>
              </p:cNvPr>
              <p:cNvSpPr txBox="1"/>
              <p:nvPr/>
            </p:nvSpPr>
            <p:spPr>
              <a:xfrm>
                <a:off x="7020106" y="5015289"/>
                <a:ext cx="65088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0613BCA-4671-0E6D-D38D-A952F2DFAE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0106" y="5015289"/>
                <a:ext cx="650884" cy="430887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19EC3D3-73BC-0D00-EBEB-91CDC50D4FF9}"/>
                  </a:ext>
                </a:extLst>
              </p:cNvPr>
              <p:cNvSpPr txBox="1"/>
              <p:nvPr/>
            </p:nvSpPr>
            <p:spPr>
              <a:xfrm>
                <a:off x="7807255" y="4826776"/>
                <a:ext cx="479297" cy="81823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51</m:t>
                          </m:r>
                        </m:num>
                        <m:den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99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19EC3D3-73BC-0D00-EBEB-91CDC50D4F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07255" y="4826776"/>
                <a:ext cx="479297" cy="818237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TextBox 21">
            <a:extLst>
              <a:ext uri="{FF2B5EF4-FFF2-40B4-BE49-F238E27FC236}">
                <a16:creationId xmlns:a16="http://schemas.microsoft.com/office/drawing/2014/main" id="{C8428F1C-1485-B095-759B-4E5F2C4D7256}"/>
              </a:ext>
            </a:extLst>
          </p:cNvPr>
          <p:cNvSpPr txBox="1"/>
          <p:nvPr/>
        </p:nvSpPr>
        <p:spPr>
          <a:xfrm>
            <a:off x="6214570" y="330930"/>
            <a:ext cx="24384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Берилген ондукту </a:t>
            </a:r>
          </a:p>
          <a:p>
            <a:pPr algn="ctr"/>
            <a:r>
              <a:rPr lang="ky-KG" sz="2000" dirty="0"/>
              <a:t>бөлчөккө айландыр.</a:t>
            </a:r>
            <a:endParaRPr lang="en-GB" sz="2000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4DDF744A-304E-59A6-5271-9B7D21DD7015}"/>
              </a:ext>
            </a:extLst>
          </p:cNvPr>
          <p:cNvCxnSpPr>
            <a:cxnSpLocks/>
          </p:cNvCxnSpPr>
          <p:nvPr/>
        </p:nvCxnSpPr>
        <p:spPr>
          <a:xfrm flipH="1">
            <a:off x="8280386" y="1781695"/>
            <a:ext cx="1007008" cy="187683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Arc 24">
            <a:extLst>
              <a:ext uri="{FF2B5EF4-FFF2-40B4-BE49-F238E27FC236}">
                <a16:creationId xmlns:a16="http://schemas.microsoft.com/office/drawing/2014/main" id="{7DE692EF-37E5-4E1B-8986-F78B68DCC8E1}"/>
              </a:ext>
            </a:extLst>
          </p:cNvPr>
          <p:cNvSpPr/>
          <p:nvPr/>
        </p:nvSpPr>
        <p:spPr>
          <a:xfrm>
            <a:off x="5726083" y="1931725"/>
            <a:ext cx="890847" cy="787287"/>
          </a:xfrm>
          <a:prstGeom prst="arc">
            <a:avLst>
              <a:gd name="adj1" fmla="val 5496666"/>
              <a:gd name="adj2" fmla="val 16236304"/>
            </a:avLst>
          </a:prstGeom>
          <a:ln w="28575">
            <a:solidFill>
              <a:srgbClr val="0070C0"/>
            </a:solidFill>
            <a:headEnd type="triangle" w="lg" len="lg"/>
            <a:tailEnd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67DBA20-2854-FA54-E8C2-8F5A8F1AD2CC}"/>
              </a:ext>
            </a:extLst>
          </p:cNvPr>
          <p:cNvSpPr txBox="1"/>
          <p:nvPr/>
        </p:nvSpPr>
        <p:spPr>
          <a:xfrm>
            <a:off x="4971560" y="2125313"/>
            <a:ext cx="76014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b="1" dirty="0">
                <a:solidFill>
                  <a:srgbClr val="0070C0"/>
                </a:solidFill>
              </a:rPr>
              <a:t>× 100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9661027-F9BB-213A-902A-8627B4BED8E4}"/>
              </a:ext>
            </a:extLst>
          </p:cNvPr>
          <p:cNvSpPr txBox="1"/>
          <p:nvPr/>
        </p:nvSpPr>
        <p:spPr>
          <a:xfrm>
            <a:off x="6781193" y="3260084"/>
            <a:ext cx="145796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b="1" dirty="0">
                <a:solidFill>
                  <a:srgbClr val="0070C0"/>
                </a:solidFill>
              </a:rPr>
              <a:t>𝟏𝒙 кемитүү</a:t>
            </a:r>
            <a:endParaRPr lang="en-GB" sz="2000" b="1" dirty="0">
              <a:solidFill>
                <a:srgbClr val="0070C0"/>
              </a:solidFill>
            </a:endParaRPr>
          </a:p>
        </p:txBody>
      </p:sp>
      <p:sp>
        <p:nvSpPr>
          <p:cNvPr id="28" name="Arc 27">
            <a:extLst>
              <a:ext uri="{FF2B5EF4-FFF2-40B4-BE49-F238E27FC236}">
                <a16:creationId xmlns:a16="http://schemas.microsoft.com/office/drawing/2014/main" id="{C405DEDF-6578-A6FC-2582-D5F87F6FD3EC}"/>
              </a:ext>
            </a:extLst>
          </p:cNvPr>
          <p:cNvSpPr/>
          <p:nvPr/>
        </p:nvSpPr>
        <p:spPr>
          <a:xfrm>
            <a:off x="5726083" y="4148395"/>
            <a:ext cx="890847" cy="787287"/>
          </a:xfrm>
          <a:prstGeom prst="arc">
            <a:avLst>
              <a:gd name="adj1" fmla="val 5496666"/>
              <a:gd name="adj2" fmla="val 16236304"/>
            </a:avLst>
          </a:prstGeom>
          <a:ln w="28575">
            <a:solidFill>
              <a:srgbClr val="0070C0"/>
            </a:solidFill>
            <a:headEnd type="triangle" w="lg" len="lg"/>
            <a:tailEnd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CAC5247-8CBC-4E09-B0CF-051C226A1E0B}"/>
              </a:ext>
            </a:extLst>
          </p:cNvPr>
          <p:cNvSpPr txBox="1"/>
          <p:nvPr/>
        </p:nvSpPr>
        <p:spPr>
          <a:xfrm>
            <a:off x="5101403" y="4341983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b="1" dirty="0">
                <a:solidFill>
                  <a:srgbClr val="0070C0"/>
                </a:solidFill>
              </a:rPr>
              <a:t>÷ 99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CEB1B10-3A3C-1B09-C2FC-67F81250E4F3}"/>
              </a:ext>
            </a:extLst>
          </p:cNvPr>
          <p:cNvCxnSpPr>
            <a:cxnSpLocks/>
          </p:cNvCxnSpPr>
          <p:nvPr/>
        </p:nvCxnSpPr>
        <p:spPr>
          <a:xfrm flipH="1">
            <a:off x="8302398" y="2653692"/>
            <a:ext cx="1007008" cy="187683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ED3CEB16-CDA9-7831-8E0E-28D3556368FD}"/>
                  </a:ext>
                </a:extLst>
              </p:cNvPr>
              <p:cNvSpPr txBox="1"/>
              <p:nvPr/>
            </p:nvSpPr>
            <p:spPr>
              <a:xfrm>
                <a:off x="7807255" y="3916437"/>
                <a:ext cx="479297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51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ED3CEB16-CDA9-7831-8E0E-28D3556368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07255" y="3916437"/>
                <a:ext cx="479297" cy="430887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E25FA445-0E95-FA17-E058-B00115293F96}"/>
                  </a:ext>
                </a:extLst>
              </p:cNvPr>
              <p:cNvSpPr txBox="1"/>
              <p:nvPr/>
            </p:nvSpPr>
            <p:spPr>
              <a:xfrm>
                <a:off x="8479520" y="4827706"/>
                <a:ext cx="846770" cy="80945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17</m:t>
                          </m:r>
                        </m:num>
                        <m:den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E25FA445-0E95-FA17-E058-B00115293F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9520" y="4827706"/>
                <a:ext cx="846770" cy="809452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TextBox 23">
            <a:extLst>
              <a:ext uri="{FF2B5EF4-FFF2-40B4-BE49-F238E27FC236}">
                <a16:creationId xmlns:a16="http://schemas.microsoft.com/office/drawing/2014/main" id="{6827B376-D59D-6E0E-EED3-BABC372FDF49}"/>
              </a:ext>
            </a:extLst>
          </p:cNvPr>
          <p:cNvSpPr txBox="1"/>
          <p:nvPr/>
        </p:nvSpPr>
        <p:spPr>
          <a:xfrm>
            <a:off x="-4717" y="-30715"/>
            <a:ext cx="923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800" b="1" dirty="0">
                <a:latin typeface="Stencil" panose="040409050D0802020404" pitchFamily="82" charset="0"/>
              </a:rPr>
              <a:t>САБАК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3C5577A-7452-62F1-0969-6FD071CABDCD}"/>
              </a:ext>
            </a:extLst>
          </p:cNvPr>
          <p:cNvSpPr txBox="1"/>
          <p:nvPr/>
        </p:nvSpPr>
        <p:spPr>
          <a:xfrm>
            <a:off x="7826585" y="-30715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38012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7" grpId="0"/>
      <p:bldP spid="18" grpId="0"/>
      <p:bldP spid="20" grpId="0"/>
      <p:bldP spid="21" grpId="0"/>
      <p:bldP spid="25" grpId="0" animBg="1"/>
      <p:bldP spid="26" grpId="0"/>
      <p:bldP spid="27" grpId="0"/>
      <p:bldP spid="28" grpId="0" animBg="1"/>
      <p:bldP spid="30" grpId="0"/>
      <p:bldP spid="32" grpId="0"/>
      <p:bldP spid="33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F67577D-9002-42AB-A2EE-EFEEEC305824}"/>
              </a:ext>
            </a:extLst>
          </p:cNvPr>
          <p:cNvSpPr txBox="1"/>
          <p:nvPr/>
        </p:nvSpPr>
        <p:spPr>
          <a:xfrm>
            <a:off x="2196523" y="-66839"/>
            <a:ext cx="551298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Кайталануучу ондуктарды бөлчөккө айландыруу</a:t>
            </a:r>
            <a:endParaRPr lang="en-GB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595A1FF-9261-4D1E-ACCA-F217A42E6D82}"/>
                  </a:ext>
                </a:extLst>
              </p:cNvPr>
              <p:cNvSpPr txBox="1"/>
              <p:nvPr/>
            </p:nvSpPr>
            <p:spPr>
              <a:xfrm>
                <a:off x="2065443" y="1073619"/>
                <a:ext cx="811632" cy="45602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i="1" smtClean="0">
                          <a:latin typeface="Cambria Math" panose="02040503050406030204" pitchFamily="18" charset="0"/>
                        </a:rPr>
                        <m:t>0.</m:t>
                      </m:r>
                      <m:acc>
                        <m:accPr>
                          <m:chr m:val="̇"/>
                          <m:ctrlPr>
                            <a:rPr lang="en-GB" sz="2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e>
                      </m:acc>
                      <m:acc>
                        <m:accPr>
                          <m:chr m:val="̇"/>
                          <m:ctrlPr>
                            <a:rPr lang="en-GB" sz="2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e>
                      </m:acc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595A1FF-9261-4D1E-ACCA-F217A42E6D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5443" y="1073619"/>
                <a:ext cx="811632" cy="45602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2427A18-029D-47DA-88FA-7F13FA044AF1}"/>
                  </a:ext>
                </a:extLst>
              </p:cNvPr>
              <p:cNvSpPr txBox="1"/>
              <p:nvPr/>
            </p:nvSpPr>
            <p:spPr>
              <a:xfrm>
                <a:off x="1866950" y="1694935"/>
                <a:ext cx="84965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2427A18-029D-47DA-88FA-7F13FA044A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6950" y="1694935"/>
                <a:ext cx="849655" cy="4308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B4CD253-D6D7-4AC5-9E7E-891121B9578A}"/>
                  </a:ext>
                </a:extLst>
              </p:cNvPr>
              <p:cNvSpPr txBox="1"/>
              <p:nvPr/>
            </p:nvSpPr>
            <p:spPr>
              <a:xfrm>
                <a:off x="1469404" y="2532091"/>
                <a:ext cx="1247201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100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B4CD253-D6D7-4AC5-9E7E-891121B957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9404" y="2532091"/>
                <a:ext cx="1247201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2F483C3-44B9-474A-A085-9885B37D4E30}"/>
                  </a:ext>
                </a:extLst>
              </p:cNvPr>
              <p:cNvSpPr txBox="1"/>
              <p:nvPr/>
            </p:nvSpPr>
            <p:spPr>
              <a:xfrm>
                <a:off x="3012890" y="1694935"/>
                <a:ext cx="167725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0.45454…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2F483C3-44B9-474A-A085-9885B37D4E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12890" y="1694935"/>
                <a:ext cx="1677254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C59C5EE4-1660-4A4D-9B44-29E44436D416}"/>
                  </a:ext>
                </a:extLst>
              </p:cNvPr>
              <p:cNvSpPr txBox="1"/>
              <p:nvPr/>
            </p:nvSpPr>
            <p:spPr>
              <a:xfrm>
                <a:off x="2814770" y="2532091"/>
                <a:ext cx="1876026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45.45454…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C59C5EE4-1660-4A4D-9B44-29E44436D4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4770" y="2532091"/>
                <a:ext cx="1876026" cy="4308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5CC93464-65D6-4830-A767-F4C302AE341D}"/>
                  </a:ext>
                </a:extLst>
              </p:cNvPr>
              <p:cNvSpPr txBox="1"/>
              <p:nvPr/>
            </p:nvSpPr>
            <p:spPr>
              <a:xfrm>
                <a:off x="1668176" y="3901495"/>
                <a:ext cx="1048429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99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5CC93464-65D6-4830-A767-F4C302AE34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8176" y="3901495"/>
                <a:ext cx="1048429" cy="43088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2ADC062F-901B-4F5F-82C5-F57A9094AD34}"/>
                  </a:ext>
                </a:extLst>
              </p:cNvPr>
              <p:cNvSpPr txBox="1"/>
              <p:nvPr/>
            </p:nvSpPr>
            <p:spPr>
              <a:xfrm>
                <a:off x="2065721" y="5015289"/>
                <a:ext cx="65088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2ADC062F-901B-4F5F-82C5-F57A9094AD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5721" y="5015289"/>
                <a:ext cx="650884" cy="43088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E71685D5-62EC-4B65-B58E-8F466AA88062}"/>
                  </a:ext>
                </a:extLst>
              </p:cNvPr>
              <p:cNvSpPr txBox="1"/>
              <p:nvPr/>
            </p:nvSpPr>
            <p:spPr>
              <a:xfrm>
                <a:off x="2852870" y="4826776"/>
                <a:ext cx="479297" cy="81823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45</m:t>
                          </m:r>
                        </m:num>
                        <m:den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99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E71685D5-62EC-4B65-B58E-8F466AA880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2870" y="4826776"/>
                <a:ext cx="479297" cy="81823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TextBox 58">
            <a:extLst>
              <a:ext uri="{FF2B5EF4-FFF2-40B4-BE49-F238E27FC236}">
                <a16:creationId xmlns:a16="http://schemas.microsoft.com/office/drawing/2014/main" id="{93BF6F2D-AC40-473F-97F4-F95F81F25755}"/>
              </a:ext>
            </a:extLst>
          </p:cNvPr>
          <p:cNvSpPr txBox="1"/>
          <p:nvPr/>
        </p:nvSpPr>
        <p:spPr>
          <a:xfrm>
            <a:off x="1260185" y="330930"/>
            <a:ext cx="24384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Берилген ондукту </a:t>
            </a:r>
          </a:p>
          <a:p>
            <a:pPr algn="ctr"/>
            <a:r>
              <a:rPr lang="ky-KG" sz="2000" dirty="0"/>
              <a:t>бөлчөккө айландыр.</a:t>
            </a:r>
            <a:endParaRPr lang="en-GB" sz="2000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C5B89DC-DC4B-4FE5-B026-31E68AD1F023}"/>
              </a:ext>
            </a:extLst>
          </p:cNvPr>
          <p:cNvCxnSpPr>
            <a:cxnSpLocks/>
          </p:cNvCxnSpPr>
          <p:nvPr/>
        </p:nvCxnSpPr>
        <p:spPr>
          <a:xfrm flipH="1">
            <a:off x="3326001" y="1781695"/>
            <a:ext cx="1007008" cy="187683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904D4B4-B951-F085-A14E-81DE6988DCA7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Arc 7">
            <a:extLst>
              <a:ext uri="{FF2B5EF4-FFF2-40B4-BE49-F238E27FC236}">
                <a16:creationId xmlns:a16="http://schemas.microsoft.com/office/drawing/2014/main" id="{F9AFF36D-647A-F0BF-AFA1-7FE95DB5D5B7}"/>
              </a:ext>
            </a:extLst>
          </p:cNvPr>
          <p:cNvSpPr/>
          <p:nvPr/>
        </p:nvSpPr>
        <p:spPr>
          <a:xfrm>
            <a:off x="771698" y="1931725"/>
            <a:ext cx="890847" cy="787287"/>
          </a:xfrm>
          <a:prstGeom prst="arc">
            <a:avLst>
              <a:gd name="adj1" fmla="val 5496666"/>
              <a:gd name="adj2" fmla="val 16236304"/>
            </a:avLst>
          </a:prstGeom>
          <a:ln w="28575">
            <a:solidFill>
              <a:srgbClr val="0070C0"/>
            </a:solidFill>
            <a:headEnd type="triangle" w="lg" len="lg"/>
            <a:tailEnd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2963722-4BDB-A068-04D7-6FEC86DD9493}"/>
              </a:ext>
            </a:extLst>
          </p:cNvPr>
          <p:cNvSpPr txBox="1"/>
          <p:nvPr/>
        </p:nvSpPr>
        <p:spPr>
          <a:xfrm>
            <a:off x="17175" y="2125313"/>
            <a:ext cx="76014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b="1" dirty="0">
                <a:solidFill>
                  <a:srgbClr val="0070C0"/>
                </a:solidFill>
              </a:rPr>
              <a:t>× 100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7E94078-E650-6D4D-FEB6-60A2B27BBE2B}"/>
              </a:ext>
            </a:extLst>
          </p:cNvPr>
          <p:cNvSpPr txBox="1"/>
          <p:nvPr/>
        </p:nvSpPr>
        <p:spPr>
          <a:xfrm>
            <a:off x="1826808" y="3260084"/>
            <a:ext cx="145796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b="1" dirty="0">
                <a:solidFill>
                  <a:srgbClr val="0070C0"/>
                </a:solidFill>
              </a:rPr>
              <a:t>𝟏𝒙 кемитүү</a:t>
            </a:r>
            <a:endParaRPr lang="en-GB" sz="2000" b="1" dirty="0">
              <a:solidFill>
                <a:srgbClr val="0070C0"/>
              </a:solidFill>
            </a:endParaRPr>
          </a:p>
        </p:txBody>
      </p:sp>
      <p:sp>
        <p:nvSpPr>
          <p:cNvPr id="14" name="Arc 13">
            <a:extLst>
              <a:ext uri="{FF2B5EF4-FFF2-40B4-BE49-F238E27FC236}">
                <a16:creationId xmlns:a16="http://schemas.microsoft.com/office/drawing/2014/main" id="{8326ECA6-78DF-4B07-8530-7B527436A5CF}"/>
              </a:ext>
            </a:extLst>
          </p:cNvPr>
          <p:cNvSpPr/>
          <p:nvPr/>
        </p:nvSpPr>
        <p:spPr>
          <a:xfrm>
            <a:off x="771698" y="4148395"/>
            <a:ext cx="890847" cy="787287"/>
          </a:xfrm>
          <a:prstGeom prst="arc">
            <a:avLst>
              <a:gd name="adj1" fmla="val 5496666"/>
              <a:gd name="adj2" fmla="val 16236304"/>
            </a:avLst>
          </a:prstGeom>
          <a:ln w="28575">
            <a:solidFill>
              <a:srgbClr val="0070C0"/>
            </a:solidFill>
            <a:headEnd type="triangle" w="lg" len="lg"/>
            <a:tailEnd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3641110-8E9C-B3F0-CDEE-8F3055114693}"/>
              </a:ext>
            </a:extLst>
          </p:cNvPr>
          <p:cNvSpPr txBox="1"/>
          <p:nvPr/>
        </p:nvSpPr>
        <p:spPr>
          <a:xfrm>
            <a:off x="147018" y="4341983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b="1" dirty="0">
                <a:solidFill>
                  <a:srgbClr val="0070C0"/>
                </a:solidFill>
              </a:rPr>
              <a:t>÷ 99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03AE0DE-FA4A-5154-B7EA-5033EFC1498B}"/>
              </a:ext>
            </a:extLst>
          </p:cNvPr>
          <p:cNvCxnSpPr>
            <a:cxnSpLocks/>
          </p:cNvCxnSpPr>
          <p:nvPr/>
        </p:nvCxnSpPr>
        <p:spPr>
          <a:xfrm flipH="1">
            <a:off x="3348013" y="2653692"/>
            <a:ext cx="1007008" cy="187683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88E0649-5EA7-276C-4F38-F76A270445C6}"/>
                  </a:ext>
                </a:extLst>
              </p:cNvPr>
              <p:cNvSpPr txBox="1"/>
              <p:nvPr/>
            </p:nvSpPr>
            <p:spPr>
              <a:xfrm>
                <a:off x="2852870" y="3916437"/>
                <a:ext cx="479297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45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88E0649-5EA7-276C-4F38-F76A270445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2870" y="3916437"/>
                <a:ext cx="479297" cy="43088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6C192B3-7279-0C77-0AEC-B40F3FD4D89D}"/>
                  </a:ext>
                </a:extLst>
              </p:cNvPr>
              <p:cNvSpPr txBox="1"/>
              <p:nvPr/>
            </p:nvSpPr>
            <p:spPr>
              <a:xfrm>
                <a:off x="3525135" y="4827706"/>
                <a:ext cx="846770" cy="81541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6C192B3-7279-0C77-0AEC-B40F3FD4D8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25135" y="4827706"/>
                <a:ext cx="846770" cy="815416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DFB28A8-1597-5DB2-D2D4-EB0A059C98B2}"/>
                  </a:ext>
                </a:extLst>
              </p:cNvPr>
              <p:cNvSpPr txBox="1"/>
              <p:nvPr/>
            </p:nvSpPr>
            <p:spPr>
              <a:xfrm>
                <a:off x="7028925" y="1112455"/>
                <a:ext cx="811632" cy="45602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i="1" smtClean="0">
                          <a:latin typeface="Cambria Math" panose="02040503050406030204" pitchFamily="18" charset="0"/>
                        </a:rPr>
                        <m:t>0.</m:t>
                      </m:r>
                      <m:acc>
                        <m:accPr>
                          <m:chr m:val="̇"/>
                          <m:ctrlPr>
                            <a:rPr lang="en-GB" sz="2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acc>
                      <m:acc>
                        <m:accPr>
                          <m:chr m:val="̇"/>
                          <m:ctrlPr>
                            <a:rPr lang="en-GB" sz="2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e>
                      </m:acc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DFB28A8-1597-5DB2-D2D4-EB0A059C98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8925" y="1112455"/>
                <a:ext cx="811632" cy="45602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090C471-B646-3087-9CDA-B743A690A34A}"/>
                  </a:ext>
                </a:extLst>
              </p:cNvPr>
              <p:cNvSpPr txBox="1"/>
              <p:nvPr/>
            </p:nvSpPr>
            <p:spPr>
              <a:xfrm>
                <a:off x="6821335" y="1694935"/>
                <a:ext cx="84965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090C471-B646-3087-9CDA-B743A690A3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1335" y="1694935"/>
                <a:ext cx="849655" cy="43088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3C5ED92-ACF7-CF4E-D17F-314D6706461B}"/>
                  </a:ext>
                </a:extLst>
              </p:cNvPr>
              <p:cNvSpPr txBox="1"/>
              <p:nvPr/>
            </p:nvSpPr>
            <p:spPr>
              <a:xfrm>
                <a:off x="6423789" y="2532091"/>
                <a:ext cx="1247201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100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3C5ED92-ACF7-CF4E-D17F-314D670646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3789" y="2532091"/>
                <a:ext cx="1247201" cy="430887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2890982-C2F9-1CDD-77B1-E5E024654F21}"/>
                  </a:ext>
                </a:extLst>
              </p:cNvPr>
              <p:cNvSpPr txBox="1"/>
              <p:nvPr/>
            </p:nvSpPr>
            <p:spPr>
              <a:xfrm>
                <a:off x="7967275" y="1694935"/>
                <a:ext cx="167725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0.39393…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2890982-C2F9-1CDD-77B1-E5E024654F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67275" y="1694935"/>
                <a:ext cx="1677254" cy="430887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22A5A5E-6BE4-0B60-B568-50D790423012}"/>
                  </a:ext>
                </a:extLst>
              </p:cNvPr>
              <p:cNvSpPr txBox="1"/>
              <p:nvPr/>
            </p:nvSpPr>
            <p:spPr>
              <a:xfrm>
                <a:off x="7769155" y="2532091"/>
                <a:ext cx="1876026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39.39393…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22A5A5E-6BE4-0B60-B568-50D7904230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69155" y="2532091"/>
                <a:ext cx="1876026" cy="430887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5FA96A1-4DA6-E58A-EF9E-1CDE22720E94}"/>
                  </a:ext>
                </a:extLst>
              </p:cNvPr>
              <p:cNvSpPr txBox="1"/>
              <p:nvPr/>
            </p:nvSpPr>
            <p:spPr>
              <a:xfrm>
                <a:off x="6622561" y="3901495"/>
                <a:ext cx="1048429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99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5FA96A1-4DA6-E58A-EF9E-1CDE22720E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2561" y="3901495"/>
                <a:ext cx="1048429" cy="430887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0613BCA-4671-0E6D-D38D-A952F2DFAED1}"/>
                  </a:ext>
                </a:extLst>
              </p:cNvPr>
              <p:cNvSpPr txBox="1"/>
              <p:nvPr/>
            </p:nvSpPr>
            <p:spPr>
              <a:xfrm>
                <a:off x="7020106" y="5015289"/>
                <a:ext cx="65088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0613BCA-4671-0E6D-D38D-A952F2DFAE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0106" y="5015289"/>
                <a:ext cx="650884" cy="430887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19EC3D3-73BC-0D00-EBEB-91CDC50D4FF9}"/>
                  </a:ext>
                </a:extLst>
              </p:cNvPr>
              <p:cNvSpPr txBox="1"/>
              <p:nvPr/>
            </p:nvSpPr>
            <p:spPr>
              <a:xfrm>
                <a:off x="7807255" y="4826776"/>
                <a:ext cx="479297" cy="80945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39</m:t>
                          </m:r>
                        </m:num>
                        <m:den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99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19EC3D3-73BC-0D00-EBEB-91CDC50D4F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07255" y="4826776"/>
                <a:ext cx="479297" cy="809452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TextBox 21">
            <a:extLst>
              <a:ext uri="{FF2B5EF4-FFF2-40B4-BE49-F238E27FC236}">
                <a16:creationId xmlns:a16="http://schemas.microsoft.com/office/drawing/2014/main" id="{C8428F1C-1485-B095-759B-4E5F2C4D7256}"/>
              </a:ext>
            </a:extLst>
          </p:cNvPr>
          <p:cNvSpPr txBox="1"/>
          <p:nvPr/>
        </p:nvSpPr>
        <p:spPr>
          <a:xfrm>
            <a:off x="6214570" y="330930"/>
            <a:ext cx="24384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Берилген ондукту </a:t>
            </a:r>
          </a:p>
          <a:p>
            <a:pPr algn="ctr"/>
            <a:r>
              <a:rPr lang="ky-KG" sz="2000" dirty="0"/>
              <a:t>бөлчөккө айландыр.</a:t>
            </a:r>
            <a:endParaRPr lang="en-GB" sz="2000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4DDF744A-304E-59A6-5271-9B7D21DD7015}"/>
              </a:ext>
            </a:extLst>
          </p:cNvPr>
          <p:cNvCxnSpPr>
            <a:cxnSpLocks/>
          </p:cNvCxnSpPr>
          <p:nvPr/>
        </p:nvCxnSpPr>
        <p:spPr>
          <a:xfrm flipH="1">
            <a:off x="8280386" y="1781695"/>
            <a:ext cx="1007008" cy="187683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Arc 24">
            <a:extLst>
              <a:ext uri="{FF2B5EF4-FFF2-40B4-BE49-F238E27FC236}">
                <a16:creationId xmlns:a16="http://schemas.microsoft.com/office/drawing/2014/main" id="{7DE692EF-37E5-4E1B-8986-F78B68DCC8E1}"/>
              </a:ext>
            </a:extLst>
          </p:cNvPr>
          <p:cNvSpPr/>
          <p:nvPr/>
        </p:nvSpPr>
        <p:spPr>
          <a:xfrm>
            <a:off x="5726083" y="1931725"/>
            <a:ext cx="890847" cy="787287"/>
          </a:xfrm>
          <a:prstGeom prst="arc">
            <a:avLst>
              <a:gd name="adj1" fmla="val 5496666"/>
              <a:gd name="adj2" fmla="val 16236304"/>
            </a:avLst>
          </a:prstGeom>
          <a:ln w="28575">
            <a:solidFill>
              <a:srgbClr val="0070C0"/>
            </a:solidFill>
            <a:headEnd type="triangle" w="lg" len="lg"/>
            <a:tailEnd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67DBA20-2854-FA54-E8C2-8F5A8F1AD2CC}"/>
              </a:ext>
            </a:extLst>
          </p:cNvPr>
          <p:cNvSpPr txBox="1"/>
          <p:nvPr/>
        </p:nvSpPr>
        <p:spPr>
          <a:xfrm>
            <a:off x="4971560" y="2125313"/>
            <a:ext cx="76014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b="1" dirty="0">
                <a:solidFill>
                  <a:srgbClr val="0070C0"/>
                </a:solidFill>
              </a:rPr>
              <a:t>× 100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9661027-F9BB-213A-902A-8627B4BED8E4}"/>
              </a:ext>
            </a:extLst>
          </p:cNvPr>
          <p:cNvSpPr txBox="1"/>
          <p:nvPr/>
        </p:nvSpPr>
        <p:spPr>
          <a:xfrm>
            <a:off x="6781193" y="3260084"/>
            <a:ext cx="145796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b="1" dirty="0">
                <a:solidFill>
                  <a:srgbClr val="0070C0"/>
                </a:solidFill>
              </a:rPr>
              <a:t>𝟏𝒙 кемитүү</a:t>
            </a:r>
            <a:endParaRPr lang="en-GB" sz="2000" b="1" dirty="0">
              <a:solidFill>
                <a:srgbClr val="0070C0"/>
              </a:solidFill>
            </a:endParaRPr>
          </a:p>
        </p:txBody>
      </p:sp>
      <p:sp>
        <p:nvSpPr>
          <p:cNvPr id="28" name="Arc 27">
            <a:extLst>
              <a:ext uri="{FF2B5EF4-FFF2-40B4-BE49-F238E27FC236}">
                <a16:creationId xmlns:a16="http://schemas.microsoft.com/office/drawing/2014/main" id="{C405DEDF-6578-A6FC-2582-D5F87F6FD3EC}"/>
              </a:ext>
            </a:extLst>
          </p:cNvPr>
          <p:cNvSpPr/>
          <p:nvPr/>
        </p:nvSpPr>
        <p:spPr>
          <a:xfrm>
            <a:off x="5726083" y="4148395"/>
            <a:ext cx="890847" cy="787287"/>
          </a:xfrm>
          <a:prstGeom prst="arc">
            <a:avLst>
              <a:gd name="adj1" fmla="val 5496666"/>
              <a:gd name="adj2" fmla="val 16236304"/>
            </a:avLst>
          </a:prstGeom>
          <a:ln w="28575">
            <a:solidFill>
              <a:srgbClr val="0070C0"/>
            </a:solidFill>
            <a:headEnd type="triangle" w="lg" len="lg"/>
            <a:tailEnd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CAC5247-8CBC-4E09-B0CF-051C226A1E0B}"/>
              </a:ext>
            </a:extLst>
          </p:cNvPr>
          <p:cNvSpPr txBox="1"/>
          <p:nvPr/>
        </p:nvSpPr>
        <p:spPr>
          <a:xfrm>
            <a:off x="5101403" y="4341983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b="1" dirty="0">
                <a:solidFill>
                  <a:srgbClr val="0070C0"/>
                </a:solidFill>
              </a:rPr>
              <a:t>÷ 99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CEB1B10-3A3C-1B09-C2FC-67F81250E4F3}"/>
              </a:ext>
            </a:extLst>
          </p:cNvPr>
          <p:cNvCxnSpPr>
            <a:cxnSpLocks/>
          </p:cNvCxnSpPr>
          <p:nvPr/>
        </p:nvCxnSpPr>
        <p:spPr>
          <a:xfrm flipH="1">
            <a:off x="8302398" y="2653692"/>
            <a:ext cx="1007008" cy="187683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ED3CEB16-CDA9-7831-8E0E-28D3556368FD}"/>
                  </a:ext>
                </a:extLst>
              </p:cNvPr>
              <p:cNvSpPr txBox="1"/>
              <p:nvPr/>
            </p:nvSpPr>
            <p:spPr>
              <a:xfrm>
                <a:off x="7807255" y="3916437"/>
                <a:ext cx="479297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39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ED3CEB16-CDA9-7831-8E0E-28D3556368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07255" y="3916437"/>
                <a:ext cx="479297" cy="430887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E25FA445-0E95-FA17-E058-B00115293F96}"/>
                  </a:ext>
                </a:extLst>
              </p:cNvPr>
              <p:cNvSpPr txBox="1"/>
              <p:nvPr/>
            </p:nvSpPr>
            <p:spPr>
              <a:xfrm>
                <a:off x="8479520" y="4827706"/>
                <a:ext cx="846770" cy="80945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num>
                        <m:den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E25FA445-0E95-FA17-E058-B00115293F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9520" y="4827706"/>
                <a:ext cx="846770" cy="809452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TextBox 23">
            <a:extLst>
              <a:ext uri="{FF2B5EF4-FFF2-40B4-BE49-F238E27FC236}">
                <a16:creationId xmlns:a16="http://schemas.microsoft.com/office/drawing/2014/main" id="{F0D10EDC-EAE0-35B8-43C9-8ED42156E61F}"/>
              </a:ext>
            </a:extLst>
          </p:cNvPr>
          <p:cNvSpPr txBox="1"/>
          <p:nvPr/>
        </p:nvSpPr>
        <p:spPr>
          <a:xfrm>
            <a:off x="-4717" y="-30715"/>
            <a:ext cx="923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800" b="1" dirty="0">
                <a:latin typeface="Stencil" panose="040409050D0802020404" pitchFamily="82" charset="0"/>
              </a:rPr>
              <a:t>САБАК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A384D75-80D6-CCB9-91E3-525D0196B534}"/>
              </a:ext>
            </a:extLst>
          </p:cNvPr>
          <p:cNvSpPr txBox="1"/>
          <p:nvPr/>
        </p:nvSpPr>
        <p:spPr>
          <a:xfrm>
            <a:off x="7826585" y="-30715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634693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7" grpId="0"/>
      <p:bldP spid="18" grpId="0"/>
      <p:bldP spid="20" grpId="0"/>
      <p:bldP spid="21" grpId="0"/>
      <p:bldP spid="25" grpId="0" animBg="1"/>
      <p:bldP spid="26" grpId="0"/>
      <p:bldP spid="27" grpId="0"/>
      <p:bldP spid="28" grpId="0" animBg="1"/>
      <p:bldP spid="30" grpId="0"/>
      <p:bldP spid="32" grpId="0"/>
      <p:bldP spid="33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F67577D-9002-42AB-A2EE-EFEEEC305824}"/>
              </a:ext>
            </a:extLst>
          </p:cNvPr>
          <p:cNvSpPr txBox="1"/>
          <p:nvPr/>
        </p:nvSpPr>
        <p:spPr>
          <a:xfrm>
            <a:off x="2196523" y="-66839"/>
            <a:ext cx="551298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Кайталануучу ондуктарды бөлчөккө айландыруу</a:t>
            </a:r>
            <a:endParaRPr lang="en-GB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595A1FF-9261-4D1E-ACCA-F217A42E6D82}"/>
                  </a:ext>
                </a:extLst>
              </p:cNvPr>
              <p:cNvSpPr txBox="1"/>
              <p:nvPr/>
            </p:nvSpPr>
            <p:spPr>
              <a:xfrm>
                <a:off x="2010797" y="1071440"/>
                <a:ext cx="1010405" cy="44723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i="1" smtClean="0">
                          <a:latin typeface="Cambria Math" panose="02040503050406030204" pitchFamily="18" charset="0"/>
                        </a:rPr>
                        <m:t>0.</m:t>
                      </m:r>
                      <m:acc>
                        <m:accPr>
                          <m:chr m:val="̇"/>
                          <m:ctrlPr>
                            <a:rPr lang="en-GB" sz="2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acc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2</m:t>
                      </m:r>
                      <m:acc>
                        <m:accPr>
                          <m:chr m:val="̇"/>
                          <m:ctrlPr>
                            <a:rPr lang="en-GB" sz="2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e>
                      </m:acc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595A1FF-9261-4D1E-ACCA-F217A42E6D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10797" y="1071440"/>
                <a:ext cx="1010405" cy="44723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2427A18-029D-47DA-88FA-7F13FA044AF1}"/>
                  </a:ext>
                </a:extLst>
              </p:cNvPr>
              <p:cNvSpPr txBox="1"/>
              <p:nvPr/>
            </p:nvSpPr>
            <p:spPr>
              <a:xfrm>
                <a:off x="1783822" y="1694935"/>
                <a:ext cx="84965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2427A18-029D-47DA-88FA-7F13FA044A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3822" y="1694935"/>
                <a:ext cx="849655" cy="4308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B4CD253-D6D7-4AC5-9E7E-891121B9578A}"/>
                  </a:ext>
                </a:extLst>
              </p:cNvPr>
              <p:cNvSpPr txBox="1"/>
              <p:nvPr/>
            </p:nvSpPr>
            <p:spPr>
              <a:xfrm>
                <a:off x="1187504" y="2532091"/>
                <a:ext cx="1445973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1000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B4CD253-D6D7-4AC5-9E7E-891121B957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7504" y="2532091"/>
                <a:ext cx="1445973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2F483C3-44B9-474A-A085-9885B37D4E30}"/>
                  </a:ext>
                </a:extLst>
              </p:cNvPr>
              <p:cNvSpPr txBox="1"/>
              <p:nvPr/>
            </p:nvSpPr>
            <p:spPr>
              <a:xfrm>
                <a:off x="3021202" y="1694935"/>
                <a:ext cx="1876026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0.327327…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2F483C3-44B9-474A-A085-9885B37D4E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21202" y="1694935"/>
                <a:ext cx="1876026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C59C5EE4-1660-4A4D-9B44-29E44436D416}"/>
                  </a:ext>
                </a:extLst>
              </p:cNvPr>
              <p:cNvSpPr txBox="1"/>
              <p:nvPr/>
            </p:nvSpPr>
            <p:spPr>
              <a:xfrm>
                <a:off x="2631889" y="2532091"/>
                <a:ext cx="167725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327.327…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C59C5EE4-1660-4A4D-9B44-29E44436D4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1889" y="2532091"/>
                <a:ext cx="1677254" cy="4308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5CC93464-65D6-4830-A767-F4C302AE341D}"/>
                  </a:ext>
                </a:extLst>
              </p:cNvPr>
              <p:cNvSpPr txBox="1"/>
              <p:nvPr/>
            </p:nvSpPr>
            <p:spPr>
              <a:xfrm>
                <a:off x="1386276" y="3901495"/>
                <a:ext cx="1247201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999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5CC93464-65D6-4830-A767-F4C302AE34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6276" y="3901495"/>
                <a:ext cx="1247201" cy="43088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2ADC062F-901B-4F5F-82C5-F57A9094AD34}"/>
                  </a:ext>
                </a:extLst>
              </p:cNvPr>
              <p:cNvSpPr txBox="1"/>
              <p:nvPr/>
            </p:nvSpPr>
            <p:spPr>
              <a:xfrm>
                <a:off x="1982593" y="5015289"/>
                <a:ext cx="65088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2ADC062F-901B-4F5F-82C5-F57A9094AD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2593" y="5015289"/>
                <a:ext cx="650884" cy="43088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E71685D5-62EC-4B65-B58E-8F466AA88062}"/>
                  </a:ext>
                </a:extLst>
              </p:cNvPr>
              <p:cNvSpPr txBox="1"/>
              <p:nvPr/>
            </p:nvSpPr>
            <p:spPr>
              <a:xfrm>
                <a:off x="2669989" y="4826776"/>
                <a:ext cx="678071" cy="80945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327</m:t>
                          </m:r>
                        </m:num>
                        <m:den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999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E71685D5-62EC-4B65-B58E-8F466AA880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9989" y="4826776"/>
                <a:ext cx="678071" cy="80945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TextBox 58">
            <a:extLst>
              <a:ext uri="{FF2B5EF4-FFF2-40B4-BE49-F238E27FC236}">
                <a16:creationId xmlns:a16="http://schemas.microsoft.com/office/drawing/2014/main" id="{93BF6F2D-AC40-473F-97F4-F95F81F25755}"/>
              </a:ext>
            </a:extLst>
          </p:cNvPr>
          <p:cNvSpPr txBox="1"/>
          <p:nvPr/>
        </p:nvSpPr>
        <p:spPr>
          <a:xfrm>
            <a:off x="1260185" y="330930"/>
            <a:ext cx="24384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Берилген ондукту </a:t>
            </a:r>
          </a:p>
          <a:p>
            <a:pPr algn="ctr"/>
            <a:r>
              <a:rPr lang="ky-KG" sz="2000" dirty="0"/>
              <a:t>бөлчөккө айландыр.</a:t>
            </a:r>
            <a:endParaRPr lang="en-GB" sz="2000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C5B89DC-DC4B-4FE5-B026-31E68AD1F023}"/>
              </a:ext>
            </a:extLst>
          </p:cNvPr>
          <p:cNvCxnSpPr>
            <a:cxnSpLocks/>
          </p:cNvCxnSpPr>
          <p:nvPr/>
        </p:nvCxnSpPr>
        <p:spPr>
          <a:xfrm flipH="1">
            <a:off x="3384189" y="1820487"/>
            <a:ext cx="1112995" cy="157203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904D4B4-B951-F085-A14E-81DE6988DCA7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Arc 7">
            <a:extLst>
              <a:ext uri="{FF2B5EF4-FFF2-40B4-BE49-F238E27FC236}">
                <a16:creationId xmlns:a16="http://schemas.microsoft.com/office/drawing/2014/main" id="{F9AFF36D-647A-F0BF-AFA1-7FE95DB5D5B7}"/>
              </a:ext>
            </a:extLst>
          </p:cNvPr>
          <p:cNvSpPr/>
          <p:nvPr/>
        </p:nvSpPr>
        <p:spPr>
          <a:xfrm>
            <a:off x="913014" y="1898130"/>
            <a:ext cx="693707" cy="613064"/>
          </a:xfrm>
          <a:prstGeom prst="arc">
            <a:avLst>
              <a:gd name="adj1" fmla="val 7661979"/>
              <a:gd name="adj2" fmla="val 16236304"/>
            </a:avLst>
          </a:prstGeom>
          <a:ln w="28575">
            <a:solidFill>
              <a:srgbClr val="0070C0"/>
            </a:solidFill>
            <a:headEnd type="triangle" w="lg" len="lg"/>
            <a:tailEnd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2963722-4BDB-A068-04D7-6FEC86DD9493}"/>
              </a:ext>
            </a:extLst>
          </p:cNvPr>
          <p:cNvSpPr txBox="1"/>
          <p:nvPr/>
        </p:nvSpPr>
        <p:spPr>
          <a:xfrm>
            <a:off x="28647" y="1992309"/>
            <a:ext cx="8899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b="1" dirty="0">
                <a:solidFill>
                  <a:srgbClr val="0070C0"/>
                </a:solidFill>
              </a:rPr>
              <a:t>× 1000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7E94078-E650-6D4D-FEB6-60A2B27BBE2B}"/>
              </a:ext>
            </a:extLst>
          </p:cNvPr>
          <p:cNvSpPr txBox="1"/>
          <p:nvPr/>
        </p:nvSpPr>
        <p:spPr>
          <a:xfrm>
            <a:off x="1743680" y="3260084"/>
            <a:ext cx="145796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b="1" dirty="0">
                <a:solidFill>
                  <a:srgbClr val="0070C0"/>
                </a:solidFill>
              </a:rPr>
              <a:t>𝟏𝒙 кемитүү</a:t>
            </a:r>
            <a:endParaRPr lang="en-GB" sz="2000" b="1" dirty="0">
              <a:solidFill>
                <a:srgbClr val="0070C0"/>
              </a:solidFill>
            </a:endParaRPr>
          </a:p>
        </p:txBody>
      </p:sp>
      <p:sp>
        <p:nvSpPr>
          <p:cNvPr id="14" name="Arc 13">
            <a:extLst>
              <a:ext uri="{FF2B5EF4-FFF2-40B4-BE49-F238E27FC236}">
                <a16:creationId xmlns:a16="http://schemas.microsoft.com/office/drawing/2014/main" id="{8326ECA6-78DF-4B07-8530-7B527436A5CF}"/>
              </a:ext>
            </a:extLst>
          </p:cNvPr>
          <p:cNvSpPr/>
          <p:nvPr/>
        </p:nvSpPr>
        <p:spPr>
          <a:xfrm>
            <a:off x="913014" y="4114800"/>
            <a:ext cx="693707" cy="613064"/>
          </a:xfrm>
          <a:prstGeom prst="arc">
            <a:avLst>
              <a:gd name="adj1" fmla="val 7922145"/>
              <a:gd name="adj2" fmla="val 16236304"/>
            </a:avLst>
          </a:prstGeom>
          <a:ln w="28575">
            <a:solidFill>
              <a:srgbClr val="0070C0"/>
            </a:solidFill>
            <a:headEnd type="triangle" w="lg" len="lg"/>
            <a:tailEnd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3641110-8E9C-B3F0-CDEE-8F3055114693}"/>
              </a:ext>
            </a:extLst>
          </p:cNvPr>
          <p:cNvSpPr txBox="1"/>
          <p:nvPr/>
        </p:nvSpPr>
        <p:spPr>
          <a:xfrm>
            <a:off x="158491" y="4208979"/>
            <a:ext cx="76014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b="1" dirty="0">
                <a:solidFill>
                  <a:srgbClr val="0070C0"/>
                </a:solidFill>
              </a:rPr>
              <a:t>÷ 999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03AE0DE-FA4A-5154-B7EA-5033EFC1498B}"/>
              </a:ext>
            </a:extLst>
          </p:cNvPr>
          <p:cNvCxnSpPr>
            <a:cxnSpLocks/>
          </p:cNvCxnSpPr>
          <p:nvPr/>
        </p:nvCxnSpPr>
        <p:spPr>
          <a:xfrm flipH="1">
            <a:off x="3333941" y="2668385"/>
            <a:ext cx="764234" cy="106264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88E0649-5EA7-276C-4F38-F76A270445C6}"/>
                  </a:ext>
                </a:extLst>
              </p:cNvPr>
              <p:cNvSpPr txBox="1"/>
              <p:nvPr/>
            </p:nvSpPr>
            <p:spPr>
              <a:xfrm>
                <a:off x="2669989" y="3916437"/>
                <a:ext cx="678071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327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88E0649-5EA7-276C-4F38-F76A270445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9989" y="3916437"/>
                <a:ext cx="678071" cy="43088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6C192B3-7279-0C77-0AEC-B40F3FD4D89D}"/>
                  </a:ext>
                </a:extLst>
              </p:cNvPr>
              <p:cNvSpPr txBox="1"/>
              <p:nvPr/>
            </p:nvSpPr>
            <p:spPr>
              <a:xfrm>
                <a:off x="3442007" y="4827706"/>
                <a:ext cx="1045543" cy="8066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109</m:t>
                          </m:r>
                        </m:num>
                        <m:den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333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6C192B3-7279-0C77-0AEC-B40F3FD4D8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42007" y="4827706"/>
                <a:ext cx="1045543" cy="806631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5A54FE75-AB6A-44F1-280D-4C2C756EC43B}"/>
              </a:ext>
            </a:extLst>
          </p:cNvPr>
          <p:cNvSpPr txBox="1"/>
          <p:nvPr/>
        </p:nvSpPr>
        <p:spPr>
          <a:xfrm>
            <a:off x="-4717" y="-30715"/>
            <a:ext cx="923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800" b="1" dirty="0">
                <a:latin typeface="Stencil" panose="040409050D0802020404" pitchFamily="82" charset="0"/>
              </a:rPr>
              <a:t>САБАК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79321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  <p:bldP spid="50" grpId="0"/>
      <p:bldP spid="51" grpId="0"/>
      <p:bldP spid="52" grpId="0"/>
      <p:bldP spid="53" grpId="0"/>
      <p:bldP spid="55" grpId="0"/>
      <p:bldP spid="56" grpId="0"/>
      <p:bldP spid="8" grpId="0" animBg="1"/>
      <p:bldP spid="9" grpId="0"/>
      <p:bldP spid="12" grpId="0"/>
      <p:bldP spid="14" grpId="0" animBg="1"/>
      <p:bldP spid="15" grpId="0"/>
      <p:bldP spid="5" grpId="0"/>
      <p:bldP spid="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F67577D-9002-42AB-A2EE-EFEEEC305824}"/>
              </a:ext>
            </a:extLst>
          </p:cNvPr>
          <p:cNvSpPr txBox="1"/>
          <p:nvPr/>
        </p:nvSpPr>
        <p:spPr>
          <a:xfrm>
            <a:off x="2196523" y="-66839"/>
            <a:ext cx="551298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Кайталануучу ондуктарды бөлчөккө айландыруу</a:t>
            </a:r>
            <a:endParaRPr lang="en-GB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595A1FF-9261-4D1E-ACCA-F217A42E6D82}"/>
                  </a:ext>
                </a:extLst>
              </p:cNvPr>
              <p:cNvSpPr txBox="1"/>
              <p:nvPr/>
            </p:nvSpPr>
            <p:spPr>
              <a:xfrm>
                <a:off x="2010797" y="1143256"/>
                <a:ext cx="1010405" cy="44723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i="1" smtClean="0">
                          <a:latin typeface="Cambria Math" panose="02040503050406030204" pitchFamily="18" charset="0"/>
                        </a:rPr>
                        <m:t>0.</m:t>
                      </m:r>
                      <m:acc>
                        <m:accPr>
                          <m:chr m:val="̇"/>
                          <m:ctrlPr>
                            <a:rPr lang="en-GB" sz="2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e>
                      </m:acc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3</m:t>
                      </m:r>
                      <m:acc>
                        <m:accPr>
                          <m:chr m:val="̇"/>
                          <m:ctrlPr>
                            <a:rPr lang="en-GB" sz="2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acc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595A1FF-9261-4D1E-ACCA-F217A42E6D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10797" y="1143256"/>
                <a:ext cx="1010405" cy="44723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2427A18-029D-47DA-88FA-7F13FA044AF1}"/>
                  </a:ext>
                </a:extLst>
              </p:cNvPr>
              <p:cNvSpPr txBox="1"/>
              <p:nvPr/>
            </p:nvSpPr>
            <p:spPr>
              <a:xfrm>
                <a:off x="1783822" y="1694935"/>
                <a:ext cx="84965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2427A18-029D-47DA-88FA-7F13FA044A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3822" y="1694935"/>
                <a:ext cx="849655" cy="4308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B4CD253-D6D7-4AC5-9E7E-891121B9578A}"/>
                  </a:ext>
                </a:extLst>
              </p:cNvPr>
              <p:cNvSpPr txBox="1"/>
              <p:nvPr/>
            </p:nvSpPr>
            <p:spPr>
              <a:xfrm>
                <a:off x="1187504" y="2532091"/>
                <a:ext cx="1445973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1000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B4CD253-D6D7-4AC5-9E7E-891121B957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7504" y="2532091"/>
                <a:ext cx="1445973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2F483C3-44B9-474A-A085-9885B37D4E30}"/>
                  </a:ext>
                </a:extLst>
              </p:cNvPr>
              <p:cNvSpPr txBox="1"/>
              <p:nvPr/>
            </p:nvSpPr>
            <p:spPr>
              <a:xfrm>
                <a:off x="3021202" y="1694935"/>
                <a:ext cx="1876026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0.633633…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2F483C3-44B9-474A-A085-9885B37D4E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21202" y="1694935"/>
                <a:ext cx="1876026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C59C5EE4-1660-4A4D-9B44-29E44436D416}"/>
                  </a:ext>
                </a:extLst>
              </p:cNvPr>
              <p:cNvSpPr txBox="1"/>
              <p:nvPr/>
            </p:nvSpPr>
            <p:spPr>
              <a:xfrm>
                <a:off x="2631889" y="2532091"/>
                <a:ext cx="167725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633.633…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C59C5EE4-1660-4A4D-9B44-29E44436D4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1889" y="2532091"/>
                <a:ext cx="1677254" cy="4308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5CC93464-65D6-4830-A767-F4C302AE341D}"/>
                  </a:ext>
                </a:extLst>
              </p:cNvPr>
              <p:cNvSpPr txBox="1"/>
              <p:nvPr/>
            </p:nvSpPr>
            <p:spPr>
              <a:xfrm>
                <a:off x="1386276" y="3901495"/>
                <a:ext cx="1247201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999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5CC93464-65D6-4830-A767-F4C302AE34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6276" y="3901495"/>
                <a:ext cx="1247201" cy="43088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2ADC062F-901B-4F5F-82C5-F57A9094AD34}"/>
                  </a:ext>
                </a:extLst>
              </p:cNvPr>
              <p:cNvSpPr txBox="1"/>
              <p:nvPr/>
            </p:nvSpPr>
            <p:spPr>
              <a:xfrm>
                <a:off x="1982593" y="5015289"/>
                <a:ext cx="65088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2ADC062F-901B-4F5F-82C5-F57A9094AD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2593" y="5015289"/>
                <a:ext cx="650884" cy="43088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E71685D5-62EC-4B65-B58E-8F466AA88062}"/>
                  </a:ext>
                </a:extLst>
              </p:cNvPr>
              <p:cNvSpPr txBox="1"/>
              <p:nvPr/>
            </p:nvSpPr>
            <p:spPr>
              <a:xfrm>
                <a:off x="2669989" y="4826776"/>
                <a:ext cx="678071" cy="80945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633</m:t>
                          </m:r>
                        </m:num>
                        <m:den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999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E71685D5-62EC-4B65-B58E-8F466AA880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9989" y="4826776"/>
                <a:ext cx="678071" cy="80945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TextBox 58">
            <a:extLst>
              <a:ext uri="{FF2B5EF4-FFF2-40B4-BE49-F238E27FC236}">
                <a16:creationId xmlns:a16="http://schemas.microsoft.com/office/drawing/2014/main" id="{93BF6F2D-AC40-473F-97F4-F95F81F25755}"/>
              </a:ext>
            </a:extLst>
          </p:cNvPr>
          <p:cNvSpPr txBox="1"/>
          <p:nvPr/>
        </p:nvSpPr>
        <p:spPr>
          <a:xfrm>
            <a:off x="1260185" y="330930"/>
            <a:ext cx="24384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Берилген ондукту </a:t>
            </a:r>
          </a:p>
          <a:p>
            <a:pPr algn="ctr"/>
            <a:r>
              <a:rPr lang="ky-KG" sz="2000" dirty="0"/>
              <a:t>бөлчөккө айландыр.</a:t>
            </a:r>
            <a:endParaRPr lang="en-GB" sz="2000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C5B89DC-DC4B-4FE5-B026-31E68AD1F023}"/>
              </a:ext>
            </a:extLst>
          </p:cNvPr>
          <p:cNvCxnSpPr>
            <a:cxnSpLocks/>
          </p:cNvCxnSpPr>
          <p:nvPr/>
        </p:nvCxnSpPr>
        <p:spPr>
          <a:xfrm flipH="1">
            <a:off x="3384189" y="1820487"/>
            <a:ext cx="1112995" cy="157203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904D4B4-B951-F085-A14E-81DE6988DCA7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Arc 7">
            <a:extLst>
              <a:ext uri="{FF2B5EF4-FFF2-40B4-BE49-F238E27FC236}">
                <a16:creationId xmlns:a16="http://schemas.microsoft.com/office/drawing/2014/main" id="{F9AFF36D-647A-F0BF-AFA1-7FE95DB5D5B7}"/>
              </a:ext>
            </a:extLst>
          </p:cNvPr>
          <p:cNvSpPr/>
          <p:nvPr/>
        </p:nvSpPr>
        <p:spPr>
          <a:xfrm>
            <a:off x="913014" y="1898130"/>
            <a:ext cx="693707" cy="613064"/>
          </a:xfrm>
          <a:prstGeom prst="arc">
            <a:avLst>
              <a:gd name="adj1" fmla="val 7661979"/>
              <a:gd name="adj2" fmla="val 16236304"/>
            </a:avLst>
          </a:prstGeom>
          <a:ln w="28575">
            <a:solidFill>
              <a:srgbClr val="0070C0"/>
            </a:solidFill>
            <a:headEnd type="triangle" w="lg" len="lg"/>
            <a:tailEnd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2963722-4BDB-A068-04D7-6FEC86DD9493}"/>
              </a:ext>
            </a:extLst>
          </p:cNvPr>
          <p:cNvSpPr txBox="1"/>
          <p:nvPr/>
        </p:nvSpPr>
        <p:spPr>
          <a:xfrm>
            <a:off x="28647" y="1992309"/>
            <a:ext cx="8899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b="1" dirty="0">
                <a:solidFill>
                  <a:srgbClr val="0070C0"/>
                </a:solidFill>
              </a:rPr>
              <a:t>× 1000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7E94078-E650-6D4D-FEB6-60A2B27BBE2B}"/>
              </a:ext>
            </a:extLst>
          </p:cNvPr>
          <p:cNvSpPr txBox="1"/>
          <p:nvPr/>
        </p:nvSpPr>
        <p:spPr>
          <a:xfrm>
            <a:off x="1743680" y="3260084"/>
            <a:ext cx="145796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b="1" dirty="0">
                <a:solidFill>
                  <a:srgbClr val="0070C0"/>
                </a:solidFill>
              </a:rPr>
              <a:t>𝟏𝒙 кемитүү</a:t>
            </a:r>
            <a:endParaRPr lang="en-GB" sz="2000" b="1" dirty="0">
              <a:solidFill>
                <a:srgbClr val="0070C0"/>
              </a:solidFill>
            </a:endParaRPr>
          </a:p>
        </p:txBody>
      </p:sp>
      <p:sp>
        <p:nvSpPr>
          <p:cNvPr id="14" name="Arc 13">
            <a:extLst>
              <a:ext uri="{FF2B5EF4-FFF2-40B4-BE49-F238E27FC236}">
                <a16:creationId xmlns:a16="http://schemas.microsoft.com/office/drawing/2014/main" id="{8326ECA6-78DF-4B07-8530-7B527436A5CF}"/>
              </a:ext>
            </a:extLst>
          </p:cNvPr>
          <p:cNvSpPr/>
          <p:nvPr/>
        </p:nvSpPr>
        <p:spPr>
          <a:xfrm>
            <a:off x="913014" y="4114800"/>
            <a:ext cx="693707" cy="613064"/>
          </a:xfrm>
          <a:prstGeom prst="arc">
            <a:avLst>
              <a:gd name="adj1" fmla="val 7922145"/>
              <a:gd name="adj2" fmla="val 16236304"/>
            </a:avLst>
          </a:prstGeom>
          <a:ln w="28575">
            <a:solidFill>
              <a:srgbClr val="0070C0"/>
            </a:solidFill>
            <a:headEnd type="triangle" w="lg" len="lg"/>
            <a:tailEnd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3641110-8E9C-B3F0-CDEE-8F3055114693}"/>
              </a:ext>
            </a:extLst>
          </p:cNvPr>
          <p:cNvSpPr txBox="1"/>
          <p:nvPr/>
        </p:nvSpPr>
        <p:spPr>
          <a:xfrm>
            <a:off x="158491" y="4208979"/>
            <a:ext cx="76014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b="1" dirty="0">
                <a:solidFill>
                  <a:srgbClr val="0070C0"/>
                </a:solidFill>
              </a:rPr>
              <a:t>÷ 999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03AE0DE-FA4A-5154-B7EA-5033EFC1498B}"/>
              </a:ext>
            </a:extLst>
          </p:cNvPr>
          <p:cNvCxnSpPr>
            <a:cxnSpLocks/>
          </p:cNvCxnSpPr>
          <p:nvPr/>
        </p:nvCxnSpPr>
        <p:spPr>
          <a:xfrm flipH="1">
            <a:off x="3333941" y="2668385"/>
            <a:ext cx="764234" cy="106264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88E0649-5EA7-276C-4F38-F76A270445C6}"/>
                  </a:ext>
                </a:extLst>
              </p:cNvPr>
              <p:cNvSpPr txBox="1"/>
              <p:nvPr/>
            </p:nvSpPr>
            <p:spPr>
              <a:xfrm>
                <a:off x="2669989" y="3916437"/>
                <a:ext cx="678071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633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88E0649-5EA7-276C-4F38-F76A270445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9989" y="3916437"/>
                <a:ext cx="678071" cy="43088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6C192B3-7279-0C77-0AEC-B40F3FD4D89D}"/>
                  </a:ext>
                </a:extLst>
              </p:cNvPr>
              <p:cNvSpPr txBox="1"/>
              <p:nvPr/>
            </p:nvSpPr>
            <p:spPr>
              <a:xfrm>
                <a:off x="3442007" y="4827706"/>
                <a:ext cx="1045543" cy="80945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211</m:t>
                          </m:r>
                        </m:num>
                        <m:den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333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6C192B3-7279-0C77-0AEC-B40F3FD4D8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42007" y="4827706"/>
                <a:ext cx="1045543" cy="80945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58CD7FE0-5D2F-D6A1-3CED-811E9D7860E2}"/>
              </a:ext>
            </a:extLst>
          </p:cNvPr>
          <p:cNvSpPr txBox="1"/>
          <p:nvPr/>
        </p:nvSpPr>
        <p:spPr>
          <a:xfrm>
            <a:off x="-4717" y="-30715"/>
            <a:ext cx="923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800" b="1" dirty="0">
                <a:latin typeface="Stencil" panose="040409050D0802020404" pitchFamily="82" charset="0"/>
              </a:rPr>
              <a:t>САБАК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43584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  <p:bldP spid="50" grpId="0"/>
      <p:bldP spid="51" grpId="0"/>
      <p:bldP spid="52" grpId="0"/>
      <p:bldP spid="53" grpId="0"/>
      <p:bldP spid="55" grpId="0"/>
      <p:bldP spid="56" grpId="0"/>
      <p:bldP spid="8" grpId="0" animBg="1"/>
      <p:bldP spid="9" grpId="0"/>
      <p:bldP spid="12" grpId="0"/>
      <p:bldP spid="14" grpId="0" animBg="1"/>
      <p:bldP spid="15" grpId="0"/>
      <p:bldP spid="5" grpId="0"/>
      <p:bldP spid="3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F67577D-9002-42AB-A2EE-EFEEEC305824}"/>
              </a:ext>
            </a:extLst>
          </p:cNvPr>
          <p:cNvSpPr txBox="1"/>
          <p:nvPr/>
        </p:nvSpPr>
        <p:spPr>
          <a:xfrm>
            <a:off x="2196523" y="-66839"/>
            <a:ext cx="551298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Кайталануучу ондуктарды бөлчөккө айландыруу</a:t>
            </a:r>
            <a:endParaRPr lang="en-GB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595A1FF-9261-4D1E-ACCA-F217A42E6D82}"/>
                  </a:ext>
                </a:extLst>
              </p:cNvPr>
              <p:cNvSpPr txBox="1"/>
              <p:nvPr/>
            </p:nvSpPr>
            <p:spPr>
              <a:xfrm>
                <a:off x="2126686" y="1063111"/>
                <a:ext cx="1010405" cy="44723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i="1" smtClean="0">
                          <a:latin typeface="Cambria Math" panose="02040503050406030204" pitchFamily="18" charset="0"/>
                        </a:rPr>
                        <m:t>0.</m:t>
                      </m:r>
                      <m:acc>
                        <m:accPr>
                          <m:chr m:val="̇"/>
                          <m:ctrlPr>
                            <a:rPr lang="en-GB" sz="2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e>
                      </m:acc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3</m:t>
                      </m:r>
                      <m:acc>
                        <m:accPr>
                          <m:chr m:val="̇"/>
                          <m:ctrlPr>
                            <a:rPr lang="en-GB" sz="2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acc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595A1FF-9261-4D1E-ACCA-F217A42E6D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26686" y="1063111"/>
                <a:ext cx="1010405" cy="44723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2427A18-029D-47DA-88FA-7F13FA044AF1}"/>
                  </a:ext>
                </a:extLst>
              </p:cNvPr>
              <p:cNvSpPr txBox="1"/>
              <p:nvPr/>
            </p:nvSpPr>
            <p:spPr>
              <a:xfrm>
                <a:off x="1783822" y="1694935"/>
                <a:ext cx="84965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2427A18-029D-47DA-88FA-7F13FA044A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3822" y="1694935"/>
                <a:ext cx="849655" cy="4308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B4CD253-D6D7-4AC5-9E7E-891121B9578A}"/>
                  </a:ext>
                </a:extLst>
              </p:cNvPr>
              <p:cNvSpPr txBox="1"/>
              <p:nvPr/>
            </p:nvSpPr>
            <p:spPr>
              <a:xfrm>
                <a:off x="1187504" y="2532091"/>
                <a:ext cx="1445973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1000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B4CD253-D6D7-4AC5-9E7E-891121B957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7504" y="2532091"/>
                <a:ext cx="1445973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2F483C3-44B9-474A-A085-9885B37D4E30}"/>
                  </a:ext>
                </a:extLst>
              </p:cNvPr>
              <p:cNvSpPr txBox="1"/>
              <p:nvPr/>
            </p:nvSpPr>
            <p:spPr>
              <a:xfrm>
                <a:off x="3021202" y="1694935"/>
                <a:ext cx="1876026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0.633633…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2F483C3-44B9-474A-A085-9885B37D4E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21202" y="1694935"/>
                <a:ext cx="1876026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C59C5EE4-1660-4A4D-9B44-29E44436D416}"/>
                  </a:ext>
                </a:extLst>
              </p:cNvPr>
              <p:cNvSpPr txBox="1"/>
              <p:nvPr/>
            </p:nvSpPr>
            <p:spPr>
              <a:xfrm>
                <a:off x="2631889" y="2532091"/>
                <a:ext cx="167725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633.633…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C59C5EE4-1660-4A4D-9B44-29E44436D4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1889" y="2532091"/>
                <a:ext cx="1677254" cy="4308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5CC93464-65D6-4830-A767-F4C302AE341D}"/>
                  </a:ext>
                </a:extLst>
              </p:cNvPr>
              <p:cNvSpPr txBox="1"/>
              <p:nvPr/>
            </p:nvSpPr>
            <p:spPr>
              <a:xfrm>
                <a:off x="1386276" y="3901495"/>
                <a:ext cx="1247201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999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5CC93464-65D6-4830-A767-F4C302AE34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6276" y="3901495"/>
                <a:ext cx="1247201" cy="43088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2ADC062F-901B-4F5F-82C5-F57A9094AD34}"/>
                  </a:ext>
                </a:extLst>
              </p:cNvPr>
              <p:cNvSpPr txBox="1"/>
              <p:nvPr/>
            </p:nvSpPr>
            <p:spPr>
              <a:xfrm>
                <a:off x="1982593" y="5015289"/>
                <a:ext cx="65088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2ADC062F-901B-4F5F-82C5-F57A9094AD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2593" y="5015289"/>
                <a:ext cx="650884" cy="43088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E71685D5-62EC-4B65-B58E-8F466AA88062}"/>
                  </a:ext>
                </a:extLst>
              </p:cNvPr>
              <p:cNvSpPr txBox="1"/>
              <p:nvPr/>
            </p:nvSpPr>
            <p:spPr>
              <a:xfrm>
                <a:off x="2669989" y="4826776"/>
                <a:ext cx="678071" cy="80945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633</m:t>
                          </m:r>
                        </m:num>
                        <m:den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999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E71685D5-62EC-4B65-B58E-8F466AA880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9989" y="4826776"/>
                <a:ext cx="678071" cy="80945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TextBox 58">
            <a:extLst>
              <a:ext uri="{FF2B5EF4-FFF2-40B4-BE49-F238E27FC236}">
                <a16:creationId xmlns:a16="http://schemas.microsoft.com/office/drawing/2014/main" id="{93BF6F2D-AC40-473F-97F4-F95F81F25755}"/>
              </a:ext>
            </a:extLst>
          </p:cNvPr>
          <p:cNvSpPr txBox="1"/>
          <p:nvPr/>
        </p:nvSpPr>
        <p:spPr>
          <a:xfrm>
            <a:off x="1260185" y="330930"/>
            <a:ext cx="24384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Берилген ондукту </a:t>
            </a:r>
          </a:p>
          <a:p>
            <a:pPr algn="ctr"/>
            <a:r>
              <a:rPr lang="ky-KG" sz="2000" dirty="0"/>
              <a:t>бөлчөккө айландыр.</a:t>
            </a:r>
            <a:endParaRPr lang="en-GB" sz="2000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C5B89DC-DC4B-4FE5-B026-31E68AD1F023}"/>
              </a:ext>
            </a:extLst>
          </p:cNvPr>
          <p:cNvCxnSpPr>
            <a:cxnSpLocks/>
          </p:cNvCxnSpPr>
          <p:nvPr/>
        </p:nvCxnSpPr>
        <p:spPr>
          <a:xfrm flipH="1">
            <a:off x="3384189" y="1820487"/>
            <a:ext cx="1112995" cy="157203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904D4B4-B951-F085-A14E-81DE6988DCA7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Arc 7">
            <a:extLst>
              <a:ext uri="{FF2B5EF4-FFF2-40B4-BE49-F238E27FC236}">
                <a16:creationId xmlns:a16="http://schemas.microsoft.com/office/drawing/2014/main" id="{F9AFF36D-647A-F0BF-AFA1-7FE95DB5D5B7}"/>
              </a:ext>
            </a:extLst>
          </p:cNvPr>
          <p:cNvSpPr/>
          <p:nvPr/>
        </p:nvSpPr>
        <p:spPr>
          <a:xfrm>
            <a:off x="913014" y="1898130"/>
            <a:ext cx="693707" cy="613064"/>
          </a:xfrm>
          <a:prstGeom prst="arc">
            <a:avLst>
              <a:gd name="adj1" fmla="val 7661979"/>
              <a:gd name="adj2" fmla="val 16236304"/>
            </a:avLst>
          </a:prstGeom>
          <a:ln w="28575">
            <a:solidFill>
              <a:srgbClr val="0070C0"/>
            </a:solidFill>
            <a:headEnd type="triangle" w="lg" len="lg"/>
            <a:tailEnd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2963722-4BDB-A068-04D7-6FEC86DD9493}"/>
              </a:ext>
            </a:extLst>
          </p:cNvPr>
          <p:cNvSpPr txBox="1"/>
          <p:nvPr/>
        </p:nvSpPr>
        <p:spPr>
          <a:xfrm>
            <a:off x="28647" y="1992309"/>
            <a:ext cx="8899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b="1" dirty="0">
                <a:solidFill>
                  <a:srgbClr val="0070C0"/>
                </a:solidFill>
              </a:rPr>
              <a:t>× 1000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7E94078-E650-6D4D-FEB6-60A2B27BBE2B}"/>
              </a:ext>
            </a:extLst>
          </p:cNvPr>
          <p:cNvSpPr txBox="1"/>
          <p:nvPr/>
        </p:nvSpPr>
        <p:spPr>
          <a:xfrm>
            <a:off x="1743680" y="3260084"/>
            <a:ext cx="145796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b="1" dirty="0">
                <a:solidFill>
                  <a:srgbClr val="0070C0"/>
                </a:solidFill>
              </a:rPr>
              <a:t>𝟏𝒙 кемитүү</a:t>
            </a:r>
            <a:endParaRPr lang="en-GB" sz="2000" b="1" dirty="0">
              <a:solidFill>
                <a:srgbClr val="0070C0"/>
              </a:solidFill>
            </a:endParaRPr>
          </a:p>
        </p:txBody>
      </p:sp>
      <p:sp>
        <p:nvSpPr>
          <p:cNvPr id="14" name="Arc 13">
            <a:extLst>
              <a:ext uri="{FF2B5EF4-FFF2-40B4-BE49-F238E27FC236}">
                <a16:creationId xmlns:a16="http://schemas.microsoft.com/office/drawing/2014/main" id="{8326ECA6-78DF-4B07-8530-7B527436A5CF}"/>
              </a:ext>
            </a:extLst>
          </p:cNvPr>
          <p:cNvSpPr/>
          <p:nvPr/>
        </p:nvSpPr>
        <p:spPr>
          <a:xfrm>
            <a:off x="913014" y="4114800"/>
            <a:ext cx="693707" cy="613064"/>
          </a:xfrm>
          <a:prstGeom prst="arc">
            <a:avLst>
              <a:gd name="adj1" fmla="val 7922145"/>
              <a:gd name="adj2" fmla="val 16236304"/>
            </a:avLst>
          </a:prstGeom>
          <a:ln w="28575">
            <a:solidFill>
              <a:srgbClr val="0070C0"/>
            </a:solidFill>
            <a:headEnd type="triangle" w="lg" len="lg"/>
            <a:tailEnd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3641110-8E9C-B3F0-CDEE-8F3055114693}"/>
              </a:ext>
            </a:extLst>
          </p:cNvPr>
          <p:cNvSpPr txBox="1"/>
          <p:nvPr/>
        </p:nvSpPr>
        <p:spPr>
          <a:xfrm>
            <a:off x="158491" y="4208979"/>
            <a:ext cx="76014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b="1" dirty="0">
                <a:solidFill>
                  <a:srgbClr val="0070C0"/>
                </a:solidFill>
              </a:rPr>
              <a:t>÷ 999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03AE0DE-FA4A-5154-B7EA-5033EFC1498B}"/>
              </a:ext>
            </a:extLst>
          </p:cNvPr>
          <p:cNvCxnSpPr>
            <a:cxnSpLocks/>
          </p:cNvCxnSpPr>
          <p:nvPr/>
        </p:nvCxnSpPr>
        <p:spPr>
          <a:xfrm flipH="1">
            <a:off x="3333941" y="2668385"/>
            <a:ext cx="764234" cy="106264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88E0649-5EA7-276C-4F38-F76A270445C6}"/>
                  </a:ext>
                </a:extLst>
              </p:cNvPr>
              <p:cNvSpPr txBox="1"/>
              <p:nvPr/>
            </p:nvSpPr>
            <p:spPr>
              <a:xfrm>
                <a:off x="2669989" y="3916437"/>
                <a:ext cx="678071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633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88E0649-5EA7-276C-4F38-F76A270445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9989" y="3916437"/>
                <a:ext cx="678071" cy="43088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6C192B3-7279-0C77-0AEC-B40F3FD4D89D}"/>
                  </a:ext>
                </a:extLst>
              </p:cNvPr>
              <p:cNvSpPr txBox="1"/>
              <p:nvPr/>
            </p:nvSpPr>
            <p:spPr>
              <a:xfrm>
                <a:off x="3442007" y="4827706"/>
                <a:ext cx="1045543" cy="80945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211</m:t>
                          </m:r>
                        </m:num>
                        <m:den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333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6C192B3-7279-0C77-0AEC-B40F3FD4D8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42007" y="4827706"/>
                <a:ext cx="1045543" cy="80945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E2289E7-F449-369F-D885-9331279D3395}"/>
                  </a:ext>
                </a:extLst>
              </p:cNvPr>
              <p:cNvSpPr txBox="1"/>
              <p:nvPr/>
            </p:nvSpPr>
            <p:spPr>
              <a:xfrm>
                <a:off x="7081072" y="1075834"/>
                <a:ext cx="1010405" cy="44723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i="1" smtClean="0">
                          <a:latin typeface="Cambria Math" panose="02040503050406030204" pitchFamily="18" charset="0"/>
                        </a:rPr>
                        <m:t>0.</m:t>
                      </m:r>
                      <m:acc>
                        <m:accPr>
                          <m:chr m:val="̇"/>
                          <m:ctrlPr>
                            <a:rPr lang="en-GB" sz="2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acc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9</m:t>
                      </m:r>
                      <m:acc>
                        <m:accPr>
                          <m:chr m:val="̇"/>
                          <m:ctrlPr>
                            <a:rPr lang="en-GB" sz="2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e>
                      </m:acc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E2289E7-F449-369F-D885-9331279D33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81072" y="1075834"/>
                <a:ext cx="1010405" cy="447238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D575527-C8B3-71D7-0496-BC8A2C81A48B}"/>
                  </a:ext>
                </a:extLst>
              </p:cNvPr>
              <p:cNvSpPr txBox="1"/>
              <p:nvPr/>
            </p:nvSpPr>
            <p:spPr>
              <a:xfrm>
                <a:off x="6738208" y="1694935"/>
                <a:ext cx="84965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D575527-C8B3-71D7-0496-BC8A2C81A4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8208" y="1694935"/>
                <a:ext cx="849655" cy="43088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E87E5FB-176B-DD9E-ADD0-B3E2A7C50C79}"/>
                  </a:ext>
                </a:extLst>
              </p:cNvPr>
              <p:cNvSpPr txBox="1"/>
              <p:nvPr/>
            </p:nvSpPr>
            <p:spPr>
              <a:xfrm>
                <a:off x="6141890" y="2532091"/>
                <a:ext cx="1445973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1000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E87E5FB-176B-DD9E-ADD0-B3E2A7C50C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41890" y="2532091"/>
                <a:ext cx="1445973" cy="430887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9CF1C15-662E-D8E1-5DB0-7CF0A9E8B803}"/>
                  </a:ext>
                </a:extLst>
              </p:cNvPr>
              <p:cNvSpPr txBox="1"/>
              <p:nvPr/>
            </p:nvSpPr>
            <p:spPr>
              <a:xfrm>
                <a:off x="7975588" y="1694935"/>
                <a:ext cx="1876026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0.298298…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9CF1C15-662E-D8E1-5DB0-7CF0A9E8B8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75588" y="1694935"/>
                <a:ext cx="1876026" cy="430887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CC53620-8C00-B822-12BA-E821D9CA66C9}"/>
                  </a:ext>
                </a:extLst>
              </p:cNvPr>
              <p:cNvSpPr txBox="1"/>
              <p:nvPr/>
            </p:nvSpPr>
            <p:spPr>
              <a:xfrm>
                <a:off x="7586275" y="2532091"/>
                <a:ext cx="167725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298.298…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CC53620-8C00-B822-12BA-E821D9CA66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6275" y="2532091"/>
                <a:ext cx="1677254" cy="430887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6665F05-5743-6396-6E9E-5EA9320A715E}"/>
                  </a:ext>
                </a:extLst>
              </p:cNvPr>
              <p:cNvSpPr txBox="1"/>
              <p:nvPr/>
            </p:nvSpPr>
            <p:spPr>
              <a:xfrm>
                <a:off x="6340662" y="3901495"/>
                <a:ext cx="1247201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999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6665F05-5743-6396-6E9E-5EA9320A71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40662" y="3901495"/>
                <a:ext cx="1247201" cy="430887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FCB2FBD-A5B8-B197-FED1-CB284D68D177}"/>
                  </a:ext>
                </a:extLst>
              </p:cNvPr>
              <p:cNvSpPr txBox="1"/>
              <p:nvPr/>
            </p:nvSpPr>
            <p:spPr>
              <a:xfrm>
                <a:off x="6936979" y="5015289"/>
                <a:ext cx="65088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FCB2FBD-A5B8-B197-FED1-CB284D68D1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6979" y="5015289"/>
                <a:ext cx="650884" cy="430887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639DDCF9-BB5E-F397-DFA0-497E1F3D7762}"/>
                  </a:ext>
                </a:extLst>
              </p:cNvPr>
              <p:cNvSpPr txBox="1"/>
              <p:nvPr/>
            </p:nvSpPr>
            <p:spPr>
              <a:xfrm>
                <a:off x="7624375" y="4826776"/>
                <a:ext cx="678071" cy="80945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298</m:t>
                          </m:r>
                        </m:num>
                        <m:den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999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639DDCF9-BB5E-F397-DFA0-497E1F3D77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4375" y="4826776"/>
                <a:ext cx="678071" cy="809452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TextBox 21">
            <a:extLst>
              <a:ext uri="{FF2B5EF4-FFF2-40B4-BE49-F238E27FC236}">
                <a16:creationId xmlns:a16="http://schemas.microsoft.com/office/drawing/2014/main" id="{DD32AEB7-4AFA-3133-8918-9BBC18135A66}"/>
              </a:ext>
            </a:extLst>
          </p:cNvPr>
          <p:cNvSpPr txBox="1"/>
          <p:nvPr/>
        </p:nvSpPr>
        <p:spPr>
          <a:xfrm>
            <a:off x="6214571" y="330930"/>
            <a:ext cx="24384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Берилген ондукту </a:t>
            </a:r>
          </a:p>
          <a:p>
            <a:pPr algn="ctr"/>
            <a:r>
              <a:rPr lang="ky-KG" sz="2000" dirty="0"/>
              <a:t>бөлчөккө айландыр.</a:t>
            </a:r>
            <a:endParaRPr lang="en-GB" sz="2000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7B8F5F9-E2AD-A1CE-1DC3-C4F5AC3DF92D}"/>
              </a:ext>
            </a:extLst>
          </p:cNvPr>
          <p:cNvCxnSpPr>
            <a:cxnSpLocks/>
          </p:cNvCxnSpPr>
          <p:nvPr/>
        </p:nvCxnSpPr>
        <p:spPr>
          <a:xfrm flipH="1">
            <a:off x="8338575" y="1820487"/>
            <a:ext cx="1112995" cy="157203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Arc 24">
            <a:extLst>
              <a:ext uri="{FF2B5EF4-FFF2-40B4-BE49-F238E27FC236}">
                <a16:creationId xmlns:a16="http://schemas.microsoft.com/office/drawing/2014/main" id="{C20FEA0A-EA05-EF6F-14A3-41ED1EAB7D93}"/>
              </a:ext>
            </a:extLst>
          </p:cNvPr>
          <p:cNvSpPr/>
          <p:nvPr/>
        </p:nvSpPr>
        <p:spPr>
          <a:xfrm>
            <a:off x="5867400" y="1898130"/>
            <a:ext cx="693707" cy="613064"/>
          </a:xfrm>
          <a:prstGeom prst="arc">
            <a:avLst>
              <a:gd name="adj1" fmla="val 7661979"/>
              <a:gd name="adj2" fmla="val 16236304"/>
            </a:avLst>
          </a:prstGeom>
          <a:ln w="28575">
            <a:solidFill>
              <a:srgbClr val="0070C0"/>
            </a:solidFill>
            <a:headEnd type="triangle" w="lg" len="lg"/>
            <a:tailEnd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90F7E62-EF3B-7245-7249-884C0F3E7ABA}"/>
              </a:ext>
            </a:extLst>
          </p:cNvPr>
          <p:cNvSpPr txBox="1"/>
          <p:nvPr/>
        </p:nvSpPr>
        <p:spPr>
          <a:xfrm>
            <a:off x="4983033" y="1992309"/>
            <a:ext cx="8899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b="1" dirty="0">
                <a:solidFill>
                  <a:srgbClr val="0070C0"/>
                </a:solidFill>
              </a:rPr>
              <a:t>× 1000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9EFBFA9-8DE2-2D58-2C32-D0372E17A157}"/>
              </a:ext>
            </a:extLst>
          </p:cNvPr>
          <p:cNvSpPr txBox="1"/>
          <p:nvPr/>
        </p:nvSpPr>
        <p:spPr>
          <a:xfrm>
            <a:off x="6698066" y="3260084"/>
            <a:ext cx="145796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b="1" dirty="0">
                <a:solidFill>
                  <a:srgbClr val="0070C0"/>
                </a:solidFill>
              </a:rPr>
              <a:t>𝟏𝒙 кемитүү</a:t>
            </a:r>
            <a:endParaRPr lang="en-GB" sz="2000" b="1" dirty="0">
              <a:solidFill>
                <a:srgbClr val="0070C0"/>
              </a:solidFill>
            </a:endParaRPr>
          </a:p>
        </p:txBody>
      </p:sp>
      <p:sp>
        <p:nvSpPr>
          <p:cNvPr id="28" name="Arc 27">
            <a:extLst>
              <a:ext uri="{FF2B5EF4-FFF2-40B4-BE49-F238E27FC236}">
                <a16:creationId xmlns:a16="http://schemas.microsoft.com/office/drawing/2014/main" id="{FF63E196-540C-DF93-0D2D-56F3C9F42696}"/>
              </a:ext>
            </a:extLst>
          </p:cNvPr>
          <p:cNvSpPr/>
          <p:nvPr/>
        </p:nvSpPr>
        <p:spPr>
          <a:xfrm>
            <a:off x="5867400" y="4114800"/>
            <a:ext cx="693707" cy="613064"/>
          </a:xfrm>
          <a:prstGeom prst="arc">
            <a:avLst>
              <a:gd name="adj1" fmla="val 7922145"/>
              <a:gd name="adj2" fmla="val 16236304"/>
            </a:avLst>
          </a:prstGeom>
          <a:ln w="28575">
            <a:solidFill>
              <a:srgbClr val="0070C0"/>
            </a:solidFill>
            <a:headEnd type="triangle" w="lg" len="lg"/>
            <a:tailEnd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3438136-0386-9400-2D1E-6B6B69289D79}"/>
              </a:ext>
            </a:extLst>
          </p:cNvPr>
          <p:cNvSpPr txBox="1"/>
          <p:nvPr/>
        </p:nvSpPr>
        <p:spPr>
          <a:xfrm>
            <a:off x="5112877" y="4208979"/>
            <a:ext cx="76014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b="1" dirty="0">
                <a:solidFill>
                  <a:srgbClr val="0070C0"/>
                </a:solidFill>
              </a:rPr>
              <a:t>÷ 999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D70A23E1-76D0-63E4-5590-AF35D1EA3DFD}"/>
              </a:ext>
            </a:extLst>
          </p:cNvPr>
          <p:cNvCxnSpPr>
            <a:cxnSpLocks/>
          </p:cNvCxnSpPr>
          <p:nvPr/>
        </p:nvCxnSpPr>
        <p:spPr>
          <a:xfrm flipH="1">
            <a:off x="8288327" y="2668385"/>
            <a:ext cx="764234" cy="106264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269B112-C91C-DA69-48EE-8D11F33BA28E}"/>
                  </a:ext>
                </a:extLst>
              </p:cNvPr>
              <p:cNvSpPr txBox="1"/>
              <p:nvPr/>
            </p:nvSpPr>
            <p:spPr>
              <a:xfrm>
                <a:off x="7624375" y="3916437"/>
                <a:ext cx="678071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298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269B112-C91C-DA69-48EE-8D11F33BA2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4375" y="3916437"/>
                <a:ext cx="678071" cy="430887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TextBox 23">
            <a:extLst>
              <a:ext uri="{FF2B5EF4-FFF2-40B4-BE49-F238E27FC236}">
                <a16:creationId xmlns:a16="http://schemas.microsoft.com/office/drawing/2014/main" id="{1B86D60D-176E-DA44-B18B-0AA6401D4785}"/>
              </a:ext>
            </a:extLst>
          </p:cNvPr>
          <p:cNvSpPr txBox="1"/>
          <p:nvPr/>
        </p:nvSpPr>
        <p:spPr>
          <a:xfrm>
            <a:off x="-4717" y="-30715"/>
            <a:ext cx="923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800" b="1" dirty="0">
                <a:latin typeface="Stencil" panose="040409050D0802020404" pitchFamily="82" charset="0"/>
              </a:rPr>
              <a:t>САБАК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204A648-A06B-62A2-C913-BBFC10A23538}"/>
              </a:ext>
            </a:extLst>
          </p:cNvPr>
          <p:cNvSpPr txBox="1"/>
          <p:nvPr/>
        </p:nvSpPr>
        <p:spPr>
          <a:xfrm>
            <a:off x="7826585" y="-30715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84627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7" grpId="0"/>
      <p:bldP spid="18" grpId="0"/>
      <p:bldP spid="20" grpId="0"/>
      <p:bldP spid="21" grpId="0"/>
      <p:bldP spid="25" grpId="0" animBg="1"/>
      <p:bldP spid="26" grpId="0"/>
      <p:bldP spid="27" grpId="0"/>
      <p:bldP spid="28" grpId="0" animBg="1"/>
      <p:bldP spid="30" grpId="0"/>
      <p:bldP spid="3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F67577D-9002-42AB-A2EE-EFEEEC305824}"/>
              </a:ext>
            </a:extLst>
          </p:cNvPr>
          <p:cNvSpPr txBox="1"/>
          <p:nvPr/>
        </p:nvSpPr>
        <p:spPr>
          <a:xfrm>
            <a:off x="2196523" y="-66839"/>
            <a:ext cx="551298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Кайталануучу ондуктарды бөлчөккө айландыруу</a:t>
            </a:r>
            <a:endParaRPr lang="en-GB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595A1FF-9261-4D1E-ACCA-F217A42E6D82}"/>
                  </a:ext>
                </a:extLst>
              </p:cNvPr>
              <p:cNvSpPr txBox="1"/>
              <p:nvPr/>
            </p:nvSpPr>
            <p:spPr>
              <a:xfrm>
                <a:off x="2010797" y="1174210"/>
                <a:ext cx="1010405" cy="44723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i="1" smtClean="0">
                          <a:latin typeface="Cambria Math" panose="02040503050406030204" pitchFamily="18" charset="0"/>
                        </a:rPr>
                        <m:t>0.</m:t>
                      </m:r>
                      <m:acc>
                        <m:accPr>
                          <m:chr m:val="̇"/>
                          <m:ctrlPr>
                            <a:rPr lang="en-GB" sz="2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e>
                      </m:acc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3</m:t>
                      </m:r>
                      <m:acc>
                        <m:accPr>
                          <m:chr m:val="̇"/>
                          <m:ctrlPr>
                            <a:rPr lang="en-GB" sz="2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acc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595A1FF-9261-4D1E-ACCA-F217A42E6D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10797" y="1174210"/>
                <a:ext cx="1010405" cy="44723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2427A18-029D-47DA-88FA-7F13FA044AF1}"/>
                  </a:ext>
                </a:extLst>
              </p:cNvPr>
              <p:cNvSpPr txBox="1"/>
              <p:nvPr/>
            </p:nvSpPr>
            <p:spPr>
              <a:xfrm>
                <a:off x="1783822" y="1694935"/>
                <a:ext cx="84965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2427A18-029D-47DA-88FA-7F13FA044A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3822" y="1694935"/>
                <a:ext cx="849655" cy="4308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B4CD253-D6D7-4AC5-9E7E-891121B9578A}"/>
                  </a:ext>
                </a:extLst>
              </p:cNvPr>
              <p:cNvSpPr txBox="1"/>
              <p:nvPr/>
            </p:nvSpPr>
            <p:spPr>
              <a:xfrm>
                <a:off x="1187504" y="2532091"/>
                <a:ext cx="1445973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1000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B4CD253-D6D7-4AC5-9E7E-891121B957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7504" y="2532091"/>
                <a:ext cx="1445973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2F483C3-44B9-474A-A085-9885B37D4E30}"/>
                  </a:ext>
                </a:extLst>
              </p:cNvPr>
              <p:cNvSpPr txBox="1"/>
              <p:nvPr/>
            </p:nvSpPr>
            <p:spPr>
              <a:xfrm>
                <a:off x="3021202" y="1694935"/>
                <a:ext cx="1876026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0.633633…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2F483C3-44B9-474A-A085-9885B37D4E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21202" y="1694935"/>
                <a:ext cx="1876026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C59C5EE4-1660-4A4D-9B44-29E44436D416}"/>
                  </a:ext>
                </a:extLst>
              </p:cNvPr>
              <p:cNvSpPr txBox="1"/>
              <p:nvPr/>
            </p:nvSpPr>
            <p:spPr>
              <a:xfrm>
                <a:off x="2631889" y="2532091"/>
                <a:ext cx="167725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633.633…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C59C5EE4-1660-4A4D-9B44-29E44436D4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1889" y="2532091"/>
                <a:ext cx="1677254" cy="4308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5CC93464-65D6-4830-A767-F4C302AE341D}"/>
                  </a:ext>
                </a:extLst>
              </p:cNvPr>
              <p:cNvSpPr txBox="1"/>
              <p:nvPr/>
            </p:nvSpPr>
            <p:spPr>
              <a:xfrm>
                <a:off x="1386276" y="3901495"/>
                <a:ext cx="1247201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999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5CC93464-65D6-4830-A767-F4C302AE34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6276" y="3901495"/>
                <a:ext cx="1247201" cy="43088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2ADC062F-901B-4F5F-82C5-F57A9094AD34}"/>
                  </a:ext>
                </a:extLst>
              </p:cNvPr>
              <p:cNvSpPr txBox="1"/>
              <p:nvPr/>
            </p:nvSpPr>
            <p:spPr>
              <a:xfrm>
                <a:off x="1982593" y="5015289"/>
                <a:ext cx="65088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2ADC062F-901B-4F5F-82C5-F57A9094AD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2593" y="5015289"/>
                <a:ext cx="650884" cy="43088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E71685D5-62EC-4B65-B58E-8F466AA88062}"/>
                  </a:ext>
                </a:extLst>
              </p:cNvPr>
              <p:cNvSpPr txBox="1"/>
              <p:nvPr/>
            </p:nvSpPr>
            <p:spPr>
              <a:xfrm>
                <a:off x="2669989" y="4826776"/>
                <a:ext cx="678071" cy="80945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633</m:t>
                          </m:r>
                        </m:num>
                        <m:den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999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E71685D5-62EC-4B65-B58E-8F466AA880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9989" y="4826776"/>
                <a:ext cx="678071" cy="80945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TextBox 58">
            <a:extLst>
              <a:ext uri="{FF2B5EF4-FFF2-40B4-BE49-F238E27FC236}">
                <a16:creationId xmlns:a16="http://schemas.microsoft.com/office/drawing/2014/main" id="{93BF6F2D-AC40-473F-97F4-F95F81F25755}"/>
              </a:ext>
            </a:extLst>
          </p:cNvPr>
          <p:cNvSpPr txBox="1"/>
          <p:nvPr/>
        </p:nvSpPr>
        <p:spPr>
          <a:xfrm>
            <a:off x="1260185" y="330930"/>
            <a:ext cx="24384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Берилген ондукту </a:t>
            </a:r>
          </a:p>
          <a:p>
            <a:pPr algn="ctr"/>
            <a:r>
              <a:rPr lang="ky-KG" sz="2000" dirty="0"/>
              <a:t>бөлчөккө айландыр.</a:t>
            </a:r>
            <a:endParaRPr lang="en-GB" sz="2000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C5B89DC-DC4B-4FE5-B026-31E68AD1F023}"/>
              </a:ext>
            </a:extLst>
          </p:cNvPr>
          <p:cNvCxnSpPr>
            <a:cxnSpLocks/>
          </p:cNvCxnSpPr>
          <p:nvPr/>
        </p:nvCxnSpPr>
        <p:spPr>
          <a:xfrm flipH="1">
            <a:off x="3384189" y="1820487"/>
            <a:ext cx="1112995" cy="157203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904D4B4-B951-F085-A14E-81DE6988DCA7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Arc 7">
            <a:extLst>
              <a:ext uri="{FF2B5EF4-FFF2-40B4-BE49-F238E27FC236}">
                <a16:creationId xmlns:a16="http://schemas.microsoft.com/office/drawing/2014/main" id="{F9AFF36D-647A-F0BF-AFA1-7FE95DB5D5B7}"/>
              </a:ext>
            </a:extLst>
          </p:cNvPr>
          <p:cNvSpPr/>
          <p:nvPr/>
        </p:nvSpPr>
        <p:spPr>
          <a:xfrm>
            <a:off x="913014" y="1898130"/>
            <a:ext cx="693707" cy="613064"/>
          </a:xfrm>
          <a:prstGeom prst="arc">
            <a:avLst>
              <a:gd name="adj1" fmla="val 7661979"/>
              <a:gd name="adj2" fmla="val 16236304"/>
            </a:avLst>
          </a:prstGeom>
          <a:ln w="28575">
            <a:solidFill>
              <a:srgbClr val="0070C0"/>
            </a:solidFill>
            <a:headEnd type="triangle" w="lg" len="lg"/>
            <a:tailEnd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2963722-4BDB-A068-04D7-6FEC86DD9493}"/>
              </a:ext>
            </a:extLst>
          </p:cNvPr>
          <p:cNvSpPr txBox="1"/>
          <p:nvPr/>
        </p:nvSpPr>
        <p:spPr>
          <a:xfrm>
            <a:off x="28647" y="1992309"/>
            <a:ext cx="8899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b="1" dirty="0">
                <a:solidFill>
                  <a:srgbClr val="0070C0"/>
                </a:solidFill>
              </a:rPr>
              <a:t>× 1000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7E94078-E650-6D4D-FEB6-60A2B27BBE2B}"/>
              </a:ext>
            </a:extLst>
          </p:cNvPr>
          <p:cNvSpPr txBox="1"/>
          <p:nvPr/>
        </p:nvSpPr>
        <p:spPr>
          <a:xfrm>
            <a:off x="1743680" y="3260084"/>
            <a:ext cx="145796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b="1" dirty="0">
                <a:solidFill>
                  <a:srgbClr val="0070C0"/>
                </a:solidFill>
              </a:rPr>
              <a:t>𝟏𝒙 кемитүү</a:t>
            </a:r>
            <a:endParaRPr lang="en-GB" sz="2000" b="1" dirty="0">
              <a:solidFill>
                <a:srgbClr val="0070C0"/>
              </a:solidFill>
            </a:endParaRPr>
          </a:p>
        </p:txBody>
      </p:sp>
      <p:sp>
        <p:nvSpPr>
          <p:cNvPr id="14" name="Arc 13">
            <a:extLst>
              <a:ext uri="{FF2B5EF4-FFF2-40B4-BE49-F238E27FC236}">
                <a16:creationId xmlns:a16="http://schemas.microsoft.com/office/drawing/2014/main" id="{8326ECA6-78DF-4B07-8530-7B527436A5CF}"/>
              </a:ext>
            </a:extLst>
          </p:cNvPr>
          <p:cNvSpPr/>
          <p:nvPr/>
        </p:nvSpPr>
        <p:spPr>
          <a:xfrm>
            <a:off x="913014" y="4114800"/>
            <a:ext cx="693707" cy="613064"/>
          </a:xfrm>
          <a:prstGeom prst="arc">
            <a:avLst>
              <a:gd name="adj1" fmla="val 7922145"/>
              <a:gd name="adj2" fmla="val 16236304"/>
            </a:avLst>
          </a:prstGeom>
          <a:ln w="28575">
            <a:solidFill>
              <a:srgbClr val="0070C0"/>
            </a:solidFill>
            <a:headEnd type="triangle" w="lg" len="lg"/>
            <a:tailEnd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3641110-8E9C-B3F0-CDEE-8F3055114693}"/>
              </a:ext>
            </a:extLst>
          </p:cNvPr>
          <p:cNvSpPr txBox="1"/>
          <p:nvPr/>
        </p:nvSpPr>
        <p:spPr>
          <a:xfrm>
            <a:off x="158491" y="4208979"/>
            <a:ext cx="76014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b="1" dirty="0">
                <a:solidFill>
                  <a:srgbClr val="0070C0"/>
                </a:solidFill>
              </a:rPr>
              <a:t>÷ 999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03AE0DE-FA4A-5154-B7EA-5033EFC1498B}"/>
              </a:ext>
            </a:extLst>
          </p:cNvPr>
          <p:cNvCxnSpPr>
            <a:cxnSpLocks/>
          </p:cNvCxnSpPr>
          <p:nvPr/>
        </p:nvCxnSpPr>
        <p:spPr>
          <a:xfrm flipH="1">
            <a:off x="3333941" y="2668385"/>
            <a:ext cx="764234" cy="106264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88E0649-5EA7-276C-4F38-F76A270445C6}"/>
                  </a:ext>
                </a:extLst>
              </p:cNvPr>
              <p:cNvSpPr txBox="1"/>
              <p:nvPr/>
            </p:nvSpPr>
            <p:spPr>
              <a:xfrm>
                <a:off x="2669989" y="3916437"/>
                <a:ext cx="678071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633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88E0649-5EA7-276C-4F38-F76A270445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9989" y="3916437"/>
                <a:ext cx="678071" cy="43088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6C192B3-7279-0C77-0AEC-B40F3FD4D89D}"/>
                  </a:ext>
                </a:extLst>
              </p:cNvPr>
              <p:cNvSpPr txBox="1"/>
              <p:nvPr/>
            </p:nvSpPr>
            <p:spPr>
              <a:xfrm>
                <a:off x="3442007" y="4827706"/>
                <a:ext cx="1045543" cy="80945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211</m:t>
                          </m:r>
                        </m:num>
                        <m:den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333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6C192B3-7279-0C77-0AEC-B40F3FD4D8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42007" y="4827706"/>
                <a:ext cx="1045543" cy="80945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E2289E7-F449-369F-D885-9331279D3395}"/>
                  </a:ext>
                </a:extLst>
              </p:cNvPr>
              <p:cNvSpPr txBox="1"/>
              <p:nvPr/>
            </p:nvSpPr>
            <p:spPr>
              <a:xfrm>
                <a:off x="7072469" y="1099144"/>
                <a:ext cx="1010405" cy="44723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i="1" smtClean="0">
                          <a:latin typeface="Cambria Math" panose="02040503050406030204" pitchFamily="18" charset="0"/>
                        </a:rPr>
                        <m:t>0.</m:t>
                      </m:r>
                      <m:acc>
                        <m:accPr>
                          <m:chr m:val="̇"/>
                          <m:ctrlPr>
                            <a:rPr lang="en-GB" sz="28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acc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8</m:t>
                      </m:r>
                      <m:acc>
                        <m:accPr>
                          <m:chr m:val="̇"/>
                          <m:ctrlPr>
                            <a:rPr lang="en-GB" sz="2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e>
                      </m:acc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E2289E7-F449-369F-D885-9331279D33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72469" y="1099144"/>
                <a:ext cx="1010405" cy="447238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D575527-C8B3-71D7-0496-BC8A2C81A48B}"/>
                  </a:ext>
                </a:extLst>
              </p:cNvPr>
              <p:cNvSpPr txBox="1"/>
              <p:nvPr/>
            </p:nvSpPr>
            <p:spPr>
              <a:xfrm>
                <a:off x="6738208" y="1694935"/>
                <a:ext cx="84965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D575527-C8B3-71D7-0496-BC8A2C81A4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8208" y="1694935"/>
                <a:ext cx="849655" cy="43088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E87E5FB-176B-DD9E-ADD0-B3E2A7C50C79}"/>
                  </a:ext>
                </a:extLst>
              </p:cNvPr>
              <p:cNvSpPr txBox="1"/>
              <p:nvPr/>
            </p:nvSpPr>
            <p:spPr>
              <a:xfrm>
                <a:off x="6141890" y="2532091"/>
                <a:ext cx="1445973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1000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E87E5FB-176B-DD9E-ADD0-B3E2A7C50C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41890" y="2532091"/>
                <a:ext cx="1445973" cy="430887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9CF1C15-662E-D8E1-5DB0-7CF0A9E8B803}"/>
                  </a:ext>
                </a:extLst>
              </p:cNvPr>
              <p:cNvSpPr txBox="1"/>
              <p:nvPr/>
            </p:nvSpPr>
            <p:spPr>
              <a:xfrm>
                <a:off x="7975588" y="1694935"/>
                <a:ext cx="1876026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0.189189…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9CF1C15-662E-D8E1-5DB0-7CF0A9E8B8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75588" y="1694935"/>
                <a:ext cx="1876026" cy="430887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CC53620-8C00-B822-12BA-E821D9CA66C9}"/>
                  </a:ext>
                </a:extLst>
              </p:cNvPr>
              <p:cNvSpPr txBox="1"/>
              <p:nvPr/>
            </p:nvSpPr>
            <p:spPr>
              <a:xfrm>
                <a:off x="7586275" y="2532091"/>
                <a:ext cx="167725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189.189…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CC53620-8C00-B822-12BA-E821D9CA66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6275" y="2532091"/>
                <a:ext cx="1677254" cy="430887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6665F05-5743-6396-6E9E-5EA9320A715E}"/>
                  </a:ext>
                </a:extLst>
              </p:cNvPr>
              <p:cNvSpPr txBox="1"/>
              <p:nvPr/>
            </p:nvSpPr>
            <p:spPr>
              <a:xfrm>
                <a:off x="6340662" y="3901495"/>
                <a:ext cx="1247201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999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6665F05-5743-6396-6E9E-5EA9320A71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40662" y="3901495"/>
                <a:ext cx="1247201" cy="430887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FCB2FBD-A5B8-B197-FED1-CB284D68D177}"/>
                  </a:ext>
                </a:extLst>
              </p:cNvPr>
              <p:cNvSpPr txBox="1"/>
              <p:nvPr/>
            </p:nvSpPr>
            <p:spPr>
              <a:xfrm>
                <a:off x="6936979" y="5015289"/>
                <a:ext cx="65088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FCB2FBD-A5B8-B197-FED1-CB284D68D1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6979" y="5015289"/>
                <a:ext cx="650884" cy="430887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639DDCF9-BB5E-F397-DFA0-497E1F3D7762}"/>
                  </a:ext>
                </a:extLst>
              </p:cNvPr>
              <p:cNvSpPr txBox="1"/>
              <p:nvPr/>
            </p:nvSpPr>
            <p:spPr>
              <a:xfrm>
                <a:off x="7624375" y="4826776"/>
                <a:ext cx="678071" cy="80945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189</m:t>
                          </m:r>
                        </m:num>
                        <m:den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999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639DDCF9-BB5E-F397-DFA0-497E1F3D77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4375" y="4826776"/>
                <a:ext cx="678071" cy="809452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TextBox 21">
            <a:extLst>
              <a:ext uri="{FF2B5EF4-FFF2-40B4-BE49-F238E27FC236}">
                <a16:creationId xmlns:a16="http://schemas.microsoft.com/office/drawing/2014/main" id="{DD32AEB7-4AFA-3133-8918-9BBC18135A66}"/>
              </a:ext>
            </a:extLst>
          </p:cNvPr>
          <p:cNvSpPr txBox="1"/>
          <p:nvPr/>
        </p:nvSpPr>
        <p:spPr>
          <a:xfrm>
            <a:off x="6214571" y="330930"/>
            <a:ext cx="24384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Берилген ондукту </a:t>
            </a:r>
          </a:p>
          <a:p>
            <a:pPr algn="ctr"/>
            <a:r>
              <a:rPr lang="ky-KG" sz="2000" dirty="0"/>
              <a:t>бөлчөккө айландыр.</a:t>
            </a:r>
            <a:endParaRPr lang="en-GB" sz="2000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7B8F5F9-E2AD-A1CE-1DC3-C4F5AC3DF92D}"/>
              </a:ext>
            </a:extLst>
          </p:cNvPr>
          <p:cNvCxnSpPr>
            <a:cxnSpLocks/>
          </p:cNvCxnSpPr>
          <p:nvPr/>
        </p:nvCxnSpPr>
        <p:spPr>
          <a:xfrm flipH="1">
            <a:off x="8338575" y="1820487"/>
            <a:ext cx="1112995" cy="157203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Arc 24">
            <a:extLst>
              <a:ext uri="{FF2B5EF4-FFF2-40B4-BE49-F238E27FC236}">
                <a16:creationId xmlns:a16="http://schemas.microsoft.com/office/drawing/2014/main" id="{C20FEA0A-EA05-EF6F-14A3-41ED1EAB7D93}"/>
              </a:ext>
            </a:extLst>
          </p:cNvPr>
          <p:cNvSpPr/>
          <p:nvPr/>
        </p:nvSpPr>
        <p:spPr>
          <a:xfrm>
            <a:off x="5867400" y="1898130"/>
            <a:ext cx="693707" cy="613064"/>
          </a:xfrm>
          <a:prstGeom prst="arc">
            <a:avLst>
              <a:gd name="adj1" fmla="val 7661979"/>
              <a:gd name="adj2" fmla="val 16236304"/>
            </a:avLst>
          </a:prstGeom>
          <a:ln w="28575">
            <a:solidFill>
              <a:srgbClr val="0070C0"/>
            </a:solidFill>
            <a:headEnd type="triangle" w="lg" len="lg"/>
            <a:tailEnd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90F7E62-EF3B-7245-7249-884C0F3E7ABA}"/>
              </a:ext>
            </a:extLst>
          </p:cNvPr>
          <p:cNvSpPr txBox="1"/>
          <p:nvPr/>
        </p:nvSpPr>
        <p:spPr>
          <a:xfrm>
            <a:off x="4983033" y="1992309"/>
            <a:ext cx="8899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b="1" dirty="0">
                <a:solidFill>
                  <a:srgbClr val="0070C0"/>
                </a:solidFill>
              </a:rPr>
              <a:t>× 1000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9EFBFA9-8DE2-2D58-2C32-D0372E17A157}"/>
              </a:ext>
            </a:extLst>
          </p:cNvPr>
          <p:cNvSpPr txBox="1"/>
          <p:nvPr/>
        </p:nvSpPr>
        <p:spPr>
          <a:xfrm>
            <a:off x="6698066" y="3260084"/>
            <a:ext cx="145796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b="1" dirty="0">
                <a:solidFill>
                  <a:srgbClr val="0070C0"/>
                </a:solidFill>
              </a:rPr>
              <a:t>𝟏𝒙 кемитүү</a:t>
            </a:r>
            <a:endParaRPr lang="en-GB" sz="2000" b="1" dirty="0">
              <a:solidFill>
                <a:srgbClr val="0070C0"/>
              </a:solidFill>
            </a:endParaRPr>
          </a:p>
        </p:txBody>
      </p:sp>
      <p:sp>
        <p:nvSpPr>
          <p:cNvPr id="28" name="Arc 27">
            <a:extLst>
              <a:ext uri="{FF2B5EF4-FFF2-40B4-BE49-F238E27FC236}">
                <a16:creationId xmlns:a16="http://schemas.microsoft.com/office/drawing/2014/main" id="{FF63E196-540C-DF93-0D2D-56F3C9F42696}"/>
              </a:ext>
            </a:extLst>
          </p:cNvPr>
          <p:cNvSpPr/>
          <p:nvPr/>
        </p:nvSpPr>
        <p:spPr>
          <a:xfrm>
            <a:off x="5867400" y="4114800"/>
            <a:ext cx="693707" cy="613064"/>
          </a:xfrm>
          <a:prstGeom prst="arc">
            <a:avLst>
              <a:gd name="adj1" fmla="val 7922145"/>
              <a:gd name="adj2" fmla="val 16236304"/>
            </a:avLst>
          </a:prstGeom>
          <a:ln w="28575">
            <a:solidFill>
              <a:srgbClr val="0070C0"/>
            </a:solidFill>
            <a:headEnd type="triangle" w="lg" len="lg"/>
            <a:tailEnd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3438136-0386-9400-2D1E-6B6B69289D79}"/>
              </a:ext>
            </a:extLst>
          </p:cNvPr>
          <p:cNvSpPr txBox="1"/>
          <p:nvPr/>
        </p:nvSpPr>
        <p:spPr>
          <a:xfrm>
            <a:off x="5112877" y="4208979"/>
            <a:ext cx="76014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b="1" dirty="0">
                <a:solidFill>
                  <a:srgbClr val="0070C0"/>
                </a:solidFill>
              </a:rPr>
              <a:t>÷ 999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D70A23E1-76D0-63E4-5590-AF35D1EA3DFD}"/>
              </a:ext>
            </a:extLst>
          </p:cNvPr>
          <p:cNvCxnSpPr>
            <a:cxnSpLocks/>
          </p:cNvCxnSpPr>
          <p:nvPr/>
        </p:nvCxnSpPr>
        <p:spPr>
          <a:xfrm flipH="1">
            <a:off x="8288327" y="2668385"/>
            <a:ext cx="764234" cy="106264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269B112-C91C-DA69-48EE-8D11F33BA28E}"/>
                  </a:ext>
                </a:extLst>
              </p:cNvPr>
              <p:cNvSpPr txBox="1"/>
              <p:nvPr/>
            </p:nvSpPr>
            <p:spPr>
              <a:xfrm>
                <a:off x="7624375" y="3916437"/>
                <a:ext cx="678071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189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269B112-C91C-DA69-48EE-8D11F33BA2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4375" y="3916437"/>
                <a:ext cx="678071" cy="430887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0F5AF6C-8F2F-71B6-8702-7AE098C0F8B1}"/>
                  </a:ext>
                </a:extLst>
              </p:cNvPr>
              <p:cNvSpPr txBox="1"/>
              <p:nvPr/>
            </p:nvSpPr>
            <p:spPr>
              <a:xfrm>
                <a:off x="8396393" y="4827706"/>
                <a:ext cx="846770" cy="8066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37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0F5AF6C-8F2F-71B6-8702-7AE098C0F8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6393" y="4827706"/>
                <a:ext cx="846770" cy="806631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TextBox 23">
            <a:extLst>
              <a:ext uri="{FF2B5EF4-FFF2-40B4-BE49-F238E27FC236}">
                <a16:creationId xmlns:a16="http://schemas.microsoft.com/office/drawing/2014/main" id="{FCB61E6C-B93E-658E-3104-41C1B8E97FA7}"/>
              </a:ext>
            </a:extLst>
          </p:cNvPr>
          <p:cNvSpPr txBox="1"/>
          <p:nvPr/>
        </p:nvSpPr>
        <p:spPr>
          <a:xfrm>
            <a:off x="-4717" y="-30715"/>
            <a:ext cx="923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800" b="1" dirty="0">
                <a:latin typeface="Stencil" panose="040409050D0802020404" pitchFamily="82" charset="0"/>
              </a:rPr>
              <a:t>САБАК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5A3E71A-15B9-1691-5977-1ACE58AA6ADE}"/>
              </a:ext>
            </a:extLst>
          </p:cNvPr>
          <p:cNvSpPr txBox="1"/>
          <p:nvPr/>
        </p:nvSpPr>
        <p:spPr>
          <a:xfrm>
            <a:off x="7826585" y="-30715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819878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7" grpId="0"/>
      <p:bldP spid="18" grpId="0"/>
      <p:bldP spid="20" grpId="0"/>
      <p:bldP spid="21" grpId="0"/>
      <p:bldP spid="25" grpId="0" animBg="1"/>
      <p:bldP spid="26" grpId="0"/>
      <p:bldP spid="27" grpId="0"/>
      <p:bldP spid="28" grpId="0" animBg="1"/>
      <p:bldP spid="30" grpId="0"/>
      <p:bldP spid="32" grpId="0"/>
      <p:bldP spid="33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F67577D-9002-42AB-A2EE-EFEEEC305824}"/>
              </a:ext>
            </a:extLst>
          </p:cNvPr>
          <p:cNvSpPr txBox="1"/>
          <p:nvPr/>
        </p:nvSpPr>
        <p:spPr>
          <a:xfrm>
            <a:off x="2196523" y="-66839"/>
            <a:ext cx="551298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Кайталануучу ондуктарды бөлчөккө айландыруу</a:t>
            </a:r>
            <a:endParaRPr lang="en-GB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595A1FF-9261-4D1E-ACCA-F217A42E6D82}"/>
                  </a:ext>
                </a:extLst>
              </p:cNvPr>
              <p:cNvSpPr txBox="1"/>
              <p:nvPr/>
            </p:nvSpPr>
            <p:spPr>
              <a:xfrm>
                <a:off x="2065721" y="1143256"/>
                <a:ext cx="751809" cy="44723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0.1</m:t>
                      </m:r>
                      <m:acc>
                        <m:accPr>
                          <m:chr m:val="̇"/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e>
                      </m:acc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595A1FF-9261-4D1E-ACCA-F217A42E6D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5721" y="1143256"/>
                <a:ext cx="751809" cy="44723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2427A18-029D-47DA-88FA-7F13FA044AF1}"/>
                  </a:ext>
                </a:extLst>
              </p:cNvPr>
              <p:cNvSpPr txBox="1"/>
              <p:nvPr/>
            </p:nvSpPr>
            <p:spPr>
              <a:xfrm>
                <a:off x="1866950" y="1694935"/>
                <a:ext cx="84965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2427A18-029D-47DA-88FA-7F13FA044A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6950" y="1694935"/>
                <a:ext cx="849655" cy="4308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B4CD253-D6D7-4AC5-9E7E-891121B9578A}"/>
                  </a:ext>
                </a:extLst>
              </p:cNvPr>
              <p:cNvSpPr txBox="1"/>
              <p:nvPr/>
            </p:nvSpPr>
            <p:spPr>
              <a:xfrm>
                <a:off x="1668177" y="2532091"/>
                <a:ext cx="1048428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10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B4CD253-D6D7-4AC5-9E7E-891121B957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8177" y="2532091"/>
                <a:ext cx="1048428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2F483C3-44B9-474A-A085-9885B37D4E30}"/>
                  </a:ext>
                </a:extLst>
              </p:cNvPr>
              <p:cNvSpPr txBox="1"/>
              <p:nvPr/>
            </p:nvSpPr>
            <p:spPr>
              <a:xfrm>
                <a:off x="2852870" y="1694935"/>
                <a:ext cx="167725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0.16666…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2F483C3-44B9-474A-A085-9885B37D4E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2870" y="1694935"/>
                <a:ext cx="1677254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C59C5EE4-1660-4A4D-9B44-29E44436D416}"/>
                  </a:ext>
                </a:extLst>
              </p:cNvPr>
              <p:cNvSpPr txBox="1"/>
              <p:nvPr/>
            </p:nvSpPr>
            <p:spPr>
              <a:xfrm>
                <a:off x="2852870" y="2532091"/>
                <a:ext cx="167725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1.66666…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C59C5EE4-1660-4A4D-9B44-29E44436D4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2870" y="2532091"/>
                <a:ext cx="1677254" cy="4308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5CC93464-65D6-4830-A767-F4C302AE341D}"/>
                  </a:ext>
                </a:extLst>
              </p:cNvPr>
              <p:cNvSpPr txBox="1"/>
              <p:nvPr/>
            </p:nvSpPr>
            <p:spPr>
              <a:xfrm>
                <a:off x="1866950" y="3901495"/>
                <a:ext cx="84965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5CC93464-65D6-4830-A767-F4C302AE34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6950" y="3901495"/>
                <a:ext cx="849655" cy="43088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AAD0FB4A-B710-45E4-8771-CEE9D2FF9077}"/>
                  </a:ext>
                </a:extLst>
              </p:cNvPr>
              <p:cNvSpPr txBox="1"/>
              <p:nvPr/>
            </p:nvSpPr>
            <p:spPr>
              <a:xfrm>
                <a:off x="2852870" y="3908817"/>
                <a:ext cx="553037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1.5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AAD0FB4A-B710-45E4-8771-CEE9D2FF90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2870" y="3908817"/>
                <a:ext cx="553037" cy="43088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2ADC062F-901B-4F5F-82C5-F57A9094AD34}"/>
                  </a:ext>
                </a:extLst>
              </p:cNvPr>
              <p:cNvSpPr txBox="1"/>
              <p:nvPr/>
            </p:nvSpPr>
            <p:spPr>
              <a:xfrm>
                <a:off x="2065721" y="5015289"/>
                <a:ext cx="65088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2ADC062F-901B-4F5F-82C5-F57A9094AD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5721" y="5015289"/>
                <a:ext cx="650884" cy="43088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E71685D5-62EC-4B65-B58E-8F466AA88062}"/>
                  </a:ext>
                </a:extLst>
              </p:cNvPr>
              <p:cNvSpPr txBox="1"/>
              <p:nvPr/>
            </p:nvSpPr>
            <p:spPr>
              <a:xfrm>
                <a:off x="2852870" y="4826776"/>
                <a:ext cx="553037" cy="81823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1.5</m:t>
                          </m:r>
                        </m:num>
                        <m:den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E71685D5-62EC-4B65-B58E-8F466AA880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2870" y="4826776"/>
                <a:ext cx="553037" cy="81823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TextBox 58">
            <a:extLst>
              <a:ext uri="{FF2B5EF4-FFF2-40B4-BE49-F238E27FC236}">
                <a16:creationId xmlns:a16="http://schemas.microsoft.com/office/drawing/2014/main" id="{93BF6F2D-AC40-473F-97F4-F95F81F25755}"/>
              </a:ext>
            </a:extLst>
          </p:cNvPr>
          <p:cNvSpPr txBox="1"/>
          <p:nvPr/>
        </p:nvSpPr>
        <p:spPr>
          <a:xfrm>
            <a:off x="1260185" y="330930"/>
            <a:ext cx="24384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Берилген ондукту </a:t>
            </a:r>
          </a:p>
          <a:p>
            <a:pPr algn="ctr"/>
            <a:r>
              <a:rPr lang="ky-KG" sz="2000" dirty="0"/>
              <a:t>бөлчөккө айландыр.</a:t>
            </a:r>
            <a:endParaRPr lang="en-GB" sz="2000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C5B89DC-DC4B-4FE5-B026-31E68AD1F023}"/>
              </a:ext>
            </a:extLst>
          </p:cNvPr>
          <p:cNvCxnSpPr>
            <a:cxnSpLocks/>
          </p:cNvCxnSpPr>
          <p:nvPr/>
        </p:nvCxnSpPr>
        <p:spPr>
          <a:xfrm flipH="1">
            <a:off x="3365487" y="1837113"/>
            <a:ext cx="815815" cy="146119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904D4B4-B951-F085-A14E-81DE6988DCA7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Arc 7">
            <a:extLst>
              <a:ext uri="{FF2B5EF4-FFF2-40B4-BE49-F238E27FC236}">
                <a16:creationId xmlns:a16="http://schemas.microsoft.com/office/drawing/2014/main" id="{F9AFF36D-647A-F0BF-AFA1-7FE95DB5D5B7}"/>
              </a:ext>
            </a:extLst>
          </p:cNvPr>
          <p:cNvSpPr/>
          <p:nvPr/>
        </p:nvSpPr>
        <p:spPr>
          <a:xfrm>
            <a:off x="771698" y="1931725"/>
            <a:ext cx="890847" cy="787287"/>
          </a:xfrm>
          <a:prstGeom prst="arc">
            <a:avLst>
              <a:gd name="adj1" fmla="val 5496666"/>
              <a:gd name="adj2" fmla="val 16236304"/>
            </a:avLst>
          </a:prstGeom>
          <a:ln w="28575">
            <a:solidFill>
              <a:srgbClr val="0070C0"/>
            </a:solidFill>
            <a:headEnd type="triangle" w="lg" len="lg"/>
            <a:tailEnd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2963722-4BDB-A068-04D7-6FEC86DD9493}"/>
              </a:ext>
            </a:extLst>
          </p:cNvPr>
          <p:cNvSpPr txBox="1"/>
          <p:nvPr/>
        </p:nvSpPr>
        <p:spPr>
          <a:xfrm>
            <a:off x="147018" y="2125313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b="1" dirty="0">
                <a:solidFill>
                  <a:srgbClr val="0070C0"/>
                </a:solidFill>
              </a:rPr>
              <a:t>× 10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7E94078-E650-6D4D-FEB6-60A2B27BBE2B}"/>
              </a:ext>
            </a:extLst>
          </p:cNvPr>
          <p:cNvSpPr txBox="1"/>
          <p:nvPr/>
        </p:nvSpPr>
        <p:spPr>
          <a:xfrm>
            <a:off x="1826808" y="3260084"/>
            <a:ext cx="145796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b="1" dirty="0">
                <a:solidFill>
                  <a:srgbClr val="0070C0"/>
                </a:solidFill>
              </a:rPr>
              <a:t>𝟏𝒙 кемитүү</a:t>
            </a:r>
            <a:endParaRPr lang="en-GB" sz="2000" b="1" dirty="0">
              <a:solidFill>
                <a:srgbClr val="0070C0"/>
              </a:solidFill>
            </a:endParaRPr>
          </a:p>
        </p:txBody>
      </p:sp>
      <p:sp>
        <p:nvSpPr>
          <p:cNvPr id="14" name="Arc 13">
            <a:extLst>
              <a:ext uri="{FF2B5EF4-FFF2-40B4-BE49-F238E27FC236}">
                <a16:creationId xmlns:a16="http://schemas.microsoft.com/office/drawing/2014/main" id="{8326ECA6-78DF-4B07-8530-7B527436A5CF}"/>
              </a:ext>
            </a:extLst>
          </p:cNvPr>
          <p:cNvSpPr/>
          <p:nvPr/>
        </p:nvSpPr>
        <p:spPr>
          <a:xfrm>
            <a:off x="771698" y="4148395"/>
            <a:ext cx="890847" cy="787287"/>
          </a:xfrm>
          <a:prstGeom prst="arc">
            <a:avLst>
              <a:gd name="adj1" fmla="val 5496666"/>
              <a:gd name="adj2" fmla="val 16236304"/>
            </a:avLst>
          </a:prstGeom>
          <a:ln w="28575">
            <a:solidFill>
              <a:srgbClr val="0070C0"/>
            </a:solidFill>
            <a:headEnd type="triangle" w="lg" len="lg"/>
            <a:tailEnd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3641110-8E9C-B3F0-CDEE-8F3055114693}"/>
              </a:ext>
            </a:extLst>
          </p:cNvPr>
          <p:cNvSpPr txBox="1"/>
          <p:nvPr/>
        </p:nvSpPr>
        <p:spPr>
          <a:xfrm>
            <a:off x="276861" y="4341983"/>
            <a:ext cx="5004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b="1" dirty="0">
                <a:solidFill>
                  <a:srgbClr val="0070C0"/>
                </a:solidFill>
              </a:rPr>
              <a:t>÷ 9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03AE0DE-FA4A-5154-B7EA-5033EFC1498B}"/>
              </a:ext>
            </a:extLst>
          </p:cNvPr>
          <p:cNvCxnSpPr>
            <a:cxnSpLocks/>
          </p:cNvCxnSpPr>
          <p:nvPr/>
        </p:nvCxnSpPr>
        <p:spPr>
          <a:xfrm flipH="1">
            <a:off x="3390424" y="2660073"/>
            <a:ext cx="799191" cy="129494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860610F-31B9-CB74-EBF5-4623B0BA1A82}"/>
                  </a:ext>
                </a:extLst>
              </p:cNvPr>
              <p:cNvSpPr txBox="1"/>
              <p:nvPr/>
            </p:nvSpPr>
            <p:spPr>
              <a:xfrm>
                <a:off x="3567764" y="4826776"/>
                <a:ext cx="647998" cy="80945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860610F-31B9-CB74-EBF5-4623B0BA1A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67764" y="4826776"/>
                <a:ext cx="647998" cy="80945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267619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  <p:bldP spid="50" grpId="0"/>
      <p:bldP spid="51" grpId="0"/>
      <p:bldP spid="52" grpId="0"/>
      <p:bldP spid="53" grpId="0"/>
      <p:bldP spid="54" grpId="0"/>
      <p:bldP spid="55" grpId="0"/>
      <p:bldP spid="56" grpId="0"/>
      <p:bldP spid="8" grpId="0" animBg="1"/>
      <p:bldP spid="9" grpId="0"/>
      <p:bldP spid="12" grpId="0"/>
      <p:bldP spid="14" grpId="0" animBg="1"/>
      <p:bldP spid="15" grpId="0"/>
      <p:bldP spid="7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F67577D-9002-42AB-A2EE-EFEEEC305824}"/>
              </a:ext>
            </a:extLst>
          </p:cNvPr>
          <p:cNvSpPr txBox="1"/>
          <p:nvPr/>
        </p:nvSpPr>
        <p:spPr>
          <a:xfrm>
            <a:off x="2196523" y="-66839"/>
            <a:ext cx="551298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Кайталануучу ондуктарды бөлчөккө айландыруу</a:t>
            </a:r>
            <a:endParaRPr lang="en-GB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595A1FF-9261-4D1E-ACCA-F217A42E6D82}"/>
                  </a:ext>
                </a:extLst>
              </p:cNvPr>
              <p:cNvSpPr txBox="1"/>
              <p:nvPr/>
            </p:nvSpPr>
            <p:spPr>
              <a:xfrm>
                <a:off x="2083951" y="1091635"/>
                <a:ext cx="950580" cy="44723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i="1" smtClean="0">
                          <a:latin typeface="Cambria Math" panose="02040503050406030204" pitchFamily="18" charset="0"/>
                        </a:rPr>
                        <m:t>0.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0</m:t>
                      </m:r>
                      <m:acc>
                        <m:accPr>
                          <m:chr m:val="̇"/>
                          <m:ctrlPr>
                            <a:rPr lang="en-GB" sz="2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acc>
                      <m:acc>
                        <m:accPr>
                          <m:chr m:val="̇"/>
                          <m:ctrlPr>
                            <a:rPr lang="en-GB" sz="2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e>
                      </m:acc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595A1FF-9261-4D1E-ACCA-F217A42E6D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83951" y="1091635"/>
                <a:ext cx="950580" cy="44723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2427A18-029D-47DA-88FA-7F13FA044AF1}"/>
                  </a:ext>
                </a:extLst>
              </p:cNvPr>
              <p:cNvSpPr txBox="1"/>
              <p:nvPr/>
            </p:nvSpPr>
            <p:spPr>
              <a:xfrm>
                <a:off x="1866950" y="1694935"/>
                <a:ext cx="84965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2427A18-029D-47DA-88FA-7F13FA044A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6950" y="1694935"/>
                <a:ext cx="849655" cy="4308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B4CD253-D6D7-4AC5-9E7E-891121B9578A}"/>
                  </a:ext>
                </a:extLst>
              </p:cNvPr>
              <p:cNvSpPr txBox="1"/>
              <p:nvPr/>
            </p:nvSpPr>
            <p:spPr>
              <a:xfrm>
                <a:off x="1469404" y="2532091"/>
                <a:ext cx="1247201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100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B4CD253-D6D7-4AC5-9E7E-891121B957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9404" y="2532091"/>
                <a:ext cx="1247201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2F483C3-44B9-474A-A085-9885B37D4E30}"/>
                  </a:ext>
                </a:extLst>
              </p:cNvPr>
              <p:cNvSpPr txBox="1"/>
              <p:nvPr/>
            </p:nvSpPr>
            <p:spPr>
              <a:xfrm>
                <a:off x="3012890" y="1694935"/>
                <a:ext cx="167725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0.03636…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2F483C3-44B9-474A-A085-9885B37D4E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12890" y="1694935"/>
                <a:ext cx="1677254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C59C5EE4-1660-4A4D-9B44-29E44436D416}"/>
                  </a:ext>
                </a:extLst>
              </p:cNvPr>
              <p:cNvSpPr txBox="1"/>
              <p:nvPr/>
            </p:nvSpPr>
            <p:spPr>
              <a:xfrm>
                <a:off x="2997650" y="2532091"/>
                <a:ext cx="167725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3.63636…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C59C5EE4-1660-4A4D-9B44-29E44436D4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7650" y="2532091"/>
                <a:ext cx="1677254" cy="4308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5CC93464-65D6-4830-A767-F4C302AE341D}"/>
                  </a:ext>
                </a:extLst>
              </p:cNvPr>
              <p:cNvSpPr txBox="1"/>
              <p:nvPr/>
            </p:nvSpPr>
            <p:spPr>
              <a:xfrm>
                <a:off x="1668176" y="3901495"/>
                <a:ext cx="1048429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99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5CC93464-65D6-4830-A767-F4C302AE34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8176" y="3901495"/>
                <a:ext cx="1048429" cy="43088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2ADC062F-901B-4F5F-82C5-F57A9094AD34}"/>
                  </a:ext>
                </a:extLst>
              </p:cNvPr>
              <p:cNvSpPr txBox="1"/>
              <p:nvPr/>
            </p:nvSpPr>
            <p:spPr>
              <a:xfrm>
                <a:off x="2065721" y="5015289"/>
                <a:ext cx="65088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2ADC062F-901B-4F5F-82C5-F57A9094AD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5721" y="5015289"/>
                <a:ext cx="650884" cy="43088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E71685D5-62EC-4B65-B58E-8F466AA88062}"/>
                  </a:ext>
                </a:extLst>
              </p:cNvPr>
              <p:cNvSpPr txBox="1"/>
              <p:nvPr/>
            </p:nvSpPr>
            <p:spPr>
              <a:xfrm>
                <a:off x="2852870" y="4826776"/>
                <a:ext cx="553036" cy="80945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3.6</m:t>
                          </m:r>
                        </m:num>
                        <m:den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99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E71685D5-62EC-4B65-B58E-8F466AA880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2870" y="4826776"/>
                <a:ext cx="553036" cy="80945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TextBox 58">
            <a:extLst>
              <a:ext uri="{FF2B5EF4-FFF2-40B4-BE49-F238E27FC236}">
                <a16:creationId xmlns:a16="http://schemas.microsoft.com/office/drawing/2014/main" id="{93BF6F2D-AC40-473F-97F4-F95F81F25755}"/>
              </a:ext>
            </a:extLst>
          </p:cNvPr>
          <p:cNvSpPr txBox="1"/>
          <p:nvPr/>
        </p:nvSpPr>
        <p:spPr>
          <a:xfrm>
            <a:off x="1260185" y="330930"/>
            <a:ext cx="24384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Берилген ондукту </a:t>
            </a:r>
          </a:p>
          <a:p>
            <a:pPr algn="ctr"/>
            <a:r>
              <a:rPr lang="ky-KG" sz="2000" dirty="0"/>
              <a:t>бөлчөккө айландыр.</a:t>
            </a:r>
            <a:endParaRPr lang="en-GB" sz="2000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C5B89DC-DC4B-4FE5-B026-31E68AD1F023}"/>
              </a:ext>
            </a:extLst>
          </p:cNvPr>
          <p:cNvCxnSpPr>
            <a:cxnSpLocks/>
          </p:cNvCxnSpPr>
          <p:nvPr/>
        </p:nvCxnSpPr>
        <p:spPr>
          <a:xfrm flipH="1">
            <a:off x="3550445" y="1845425"/>
            <a:ext cx="772173" cy="123953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904D4B4-B951-F085-A14E-81DE6988DCA7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Arc 7">
            <a:extLst>
              <a:ext uri="{FF2B5EF4-FFF2-40B4-BE49-F238E27FC236}">
                <a16:creationId xmlns:a16="http://schemas.microsoft.com/office/drawing/2014/main" id="{F9AFF36D-647A-F0BF-AFA1-7FE95DB5D5B7}"/>
              </a:ext>
            </a:extLst>
          </p:cNvPr>
          <p:cNvSpPr/>
          <p:nvPr/>
        </p:nvSpPr>
        <p:spPr>
          <a:xfrm>
            <a:off x="771698" y="1931725"/>
            <a:ext cx="890847" cy="787287"/>
          </a:xfrm>
          <a:prstGeom prst="arc">
            <a:avLst>
              <a:gd name="adj1" fmla="val 5496666"/>
              <a:gd name="adj2" fmla="val 16236304"/>
            </a:avLst>
          </a:prstGeom>
          <a:ln w="28575">
            <a:solidFill>
              <a:srgbClr val="0070C0"/>
            </a:solidFill>
            <a:headEnd type="triangle" w="lg" len="lg"/>
            <a:tailEnd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2963722-4BDB-A068-04D7-6FEC86DD9493}"/>
              </a:ext>
            </a:extLst>
          </p:cNvPr>
          <p:cNvSpPr txBox="1"/>
          <p:nvPr/>
        </p:nvSpPr>
        <p:spPr>
          <a:xfrm>
            <a:off x="17175" y="2125313"/>
            <a:ext cx="76014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b="1" dirty="0">
                <a:solidFill>
                  <a:srgbClr val="0070C0"/>
                </a:solidFill>
              </a:rPr>
              <a:t>× 100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7E94078-E650-6D4D-FEB6-60A2B27BBE2B}"/>
              </a:ext>
            </a:extLst>
          </p:cNvPr>
          <p:cNvSpPr txBox="1"/>
          <p:nvPr/>
        </p:nvSpPr>
        <p:spPr>
          <a:xfrm>
            <a:off x="1826808" y="3260084"/>
            <a:ext cx="145796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b="1" dirty="0">
                <a:solidFill>
                  <a:srgbClr val="0070C0"/>
                </a:solidFill>
              </a:rPr>
              <a:t>𝟏𝒙 кемитүү</a:t>
            </a:r>
            <a:endParaRPr lang="en-GB" sz="2000" b="1" dirty="0">
              <a:solidFill>
                <a:srgbClr val="0070C0"/>
              </a:solidFill>
            </a:endParaRPr>
          </a:p>
        </p:txBody>
      </p:sp>
      <p:sp>
        <p:nvSpPr>
          <p:cNvPr id="14" name="Arc 13">
            <a:extLst>
              <a:ext uri="{FF2B5EF4-FFF2-40B4-BE49-F238E27FC236}">
                <a16:creationId xmlns:a16="http://schemas.microsoft.com/office/drawing/2014/main" id="{8326ECA6-78DF-4B07-8530-7B527436A5CF}"/>
              </a:ext>
            </a:extLst>
          </p:cNvPr>
          <p:cNvSpPr/>
          <p:nvPr/>
        </p:nvSpPr>
        <p:spPr>
          <a:xfrm>
            <a:off x="771698" y="4148395"/>
            <a:ext cx="890847" cy="787287"/>
          </a:xfrm>
          <a:prstGeom prst="arc">
            <a:avLst>
              <a:gd name="adj1" fmla="val 5496666"/>
              <a:gd name="adj2" fmla="val 16236304"/>
            </a:avLst>
          </a:prstGeom>
          <a:ln w="28575">
            <a:solidFill>
              <a:srgbClr val="0070C0"/>
            </a:solidFill>
            <a:headEnd type="triangle" w="lg" len="lg"/>
            <a:tailEnd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3641110-8E9C-B3F0-CDEE-8F3055114693}"/>
              </a:ext>
            </a:extLst>
          </p:cNvPr>
          <p:cNvSpPr txBox="1"/>
          <p:nvPr/>
        </p:nvSpPr>
        <p:spPr>
          <a:xfrm>
            <a:off x="147018" y="4341983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b="1" dirty="0">
                <a:solidFill>
                  <a:srgbClr val="0070C0"/>
                </a:solidFill>
              </a:rPr>
              <a:t>÷ 99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03AE0DE-FA4A-5154-B7EA-5033EFC1498B}"/>
              </a:ext>
            </a:extLst>
          </p:cNvPr>
          <p:cNvCxnSpPr>
            <a:cxnSpLocks/>
          </p:cNvCxnSpPr>
          <p:nvPr/>
        </p:nvCxnSpPr>
        <p:spPr>
          <a:xfrm flipH="1">
            <a:off x="3547518" y="2676698"/>
            <a:ext cx="775100" cy="139738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88E0649-5EA7-276C-4F38-F76A270445C6}"/>
                  </a:ext>
                </a:extLst>
              </p:cNvPr>
              <p:cNvSpPr txBox="1"/>
              <p:nvPr/>
            </p:nvSpPr>
            <p:spPr>
              <a:xfrm>
                <a:off x="2852870" y="3916437"/>
                <a:ext cx="553036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3.6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88E0649-5EA7-276C-4F38-F76A270445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2870" y="3916437"/>
                <a:ext cx="553036" cy="43088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6C192B3-7279-0C77-0AEC-B40F3FD4D89D}"/>
                  </a:ext>
                </a:extLst>
              </p:cNvPr>
              <p:cNvSpPr txBox="1"/>
              <p:nvPr/>
            </p:nvSpPr>
            <p:spPr>
              <a:xfrm>
                <a:off x="3525135" y="4827706"/>
                <a:ext cx="846770" cy="80945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55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6C192B3-7279-0C77-0AEC-B40F3FD4D8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25135" y="4827706"/>
                <a:ext cx="846770" cy="80945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24660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  <p:bldP spid="50" grpId="0"/>
      <p:bldP spid="51" grpId="0"/>
      <p:bldP spid="52" grpId="0"/>
      <p:bldP spid="53" grpId="0"/>
      <p:bldP spid="55" grpId="0"/>
      <p:bldP spid="56" grpId="0"/>
      <p:bldP spid="8" grpId="0" animBg="1"/>
      <p:bldP spid="9" grpId="0"/>
      <p:bldP spid="12" grpId="0"/>
      <p:bldP spid="14" grpId="0" animBg="1"/>
      <p:bldP spid="15" grpId="0"/>
      <p:bldP spid="5" grpId="0"/>
      <p:bldP spid="3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F67577D-9002-42AB-A2EE-EFEEEC305824}"/>
              </a:ext>
            </a:extLst>
          </p:cNvPr>
          <p:cNvSpPr txBox="1"/>
          <p:nvPr/>
        </p:nvSpPr>
        <p:spPr>
          <a:xfrm>
            <a:off x="2196523" y="-66839"/>
            <a:ext cx="551298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Кайталануучу ондуктарды бөлчөккө айландыруу</a:t>
            </a:r>
            <a:endParaRPr lang="en-GB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595A1FF-9261-4D1E-ACCA-F217A42E6D82}"/>
                  </a:ext>
                </a:extLst>
              </p:cNvPr>
              <p:cNvSpPr txBox="1"/>
              <p:nvPr/>
            </p:nvSpPr>
            <p:spPr>
              <a:xfrm>
                <a:off x="2004139" y="1099144"/>
                <a:ext cx="950580" cy="44723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0.20</m:t>
                      </m:r>
                      <m:acc>
                        <m:accPr>
                          <m:chr m:val="̇"/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e>
                      </m:acc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595A1FF-9261-4D1E-ACCA-F217A42E6D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4139" y="1099144"/>
                <a:ext cx="950580" cy="44723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2427A18-029D-47DA-88FA-7F13FA044AF1}"/>
                  </a:ext>
                </a:extLst>
              </p:cNvPr>
              <p:cNvSpPr txBox="1"/>
              <p:nvPr/>
            </p:nvSpPr>
            <p:spPr>
              <a:xfrm>
                <a:off x="1866950" y="1694935"/>
                <a:ext cx="84965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2427A18-029D-47DA-88FA-7F13FA044A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6950" y="1694935"/>
                <a:ext cx="849655" cy="4308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B4CD253-D6D7-4AC5-9E7E-891121B9578A}"/>
                  </a:ext>
                </a:extLst>
              </p:cNvPr>
              <p:cNvSpPr txBox="1"/>
              <p:nvPr/>
            </p:nvSpPr>
            <p:spPr>
              <a:xfrm>
                <a:off x="1668177" y="2532091"/>
                <a:ext cx="1048428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10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B4CD253-D6D7-4AC5-9E7E-891121B957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8177" y="2532091"/>
                <a:ext cx="1048428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2F483C3-44B9-474A-A085-9885B37D4E30}"/>
                  </a:ext>
                </a:extLst>
              </p:cNvPr>
              <p:cNvSpPr txBox="1"/>
              <p:nvPr/>
            </p:nvSpPr>
            <p:spPr>
              <a:xfrm>
                <a:off x="2852870" y="1694935"/>
                <a:ext cx="167725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0.20888…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2F483C3-44B9-474A-A085-9885B37D4E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2870" y="1694935"/>
                <a:ext cx="1677254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C59C5EE4-1660-4A4D-9B44-29E44436D416}"/>
                  </a:ext>
                </a:extLst>
              </p:cNvPr>
              <p:cNvSpPr txBox="1"/>
              <p:nvPr/>
            </p:nvSpPr>
            <p:spPr>
              <a:xfrm>
                <a:off x="2852870" y="2532091"/>
                <a:ext cx="167725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2.08888…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C59C5EE4-1660-4A4D-9B44-29E44436D4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2870" y="2532091"/>
                <a:ext cx="1677254" cy="4308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5CC93464-65D6-4830-A767-F4C302AE341D}"/>
                  </a:ext>
                </a:extLst>
              </p:cNvPr>
              <p:cNvSpPr txBox="1"/>
              <p:nvPr/>
            </p:nvSpPr>
            <p:spPr>
              <a:xfrm>
                <a:off x="1866950" y="3901495"/>
                <a:ext cx="84965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5CC93464-65D6-4830-A767-F4C302AE34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6950" y="3901495"/>
                <a:ext cx="849655" cy="43088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AAD0FB4A-B710-45E4-8771-CEE9D2FF9077}"/>
                  </a:ext>
                </a:extLst>
              </p:cNvPr>
              <p:cNvSpPr txBox="1"/>
              <p:nvPr/>
            </p:nvSpPr>
            <p:spPr>
              <a:xfrm>
                <a:off x="2852870" y="3908817"/>
                <a:ext cx="751809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1.88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AAD0FB4A-B710-45E4-8771-CEE9D2FF90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2870" y="3908817"/>
                <a:ext cx="751809" cy="43088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2ADC062F-901B-4F5F-82C5-F57A9094AD34}"/>
                  </a:ext>
                </a:extLst>
              </p:cNvPr>
              <p:cNvSpPr txBox="1"/>
              <p:nvPr/>
            </p:nvSpPr>
            <p:spPr>
              <a:xfrm>
                <a:off x="2065721" y="5015289"/>
                <a:ext cx="65088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2ADC062F-901B-4F5F-82C5-F57A9094AD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5721" y="5015289"/>
                <a:ext cx="650884" cy="43088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E71685D5-62EC-4B65-B58E-8F466AA88062}"/>
                  </a:ext>
                </a:extLst>
              </p:cNvPr>
              <p:cNvSpPr txBox="1"/>
              <p:nvPr/>
            </p:nvSpPr>
            <p:spPr>
              <a:xfrm>
                <a:off x="2852870" y="4826776"/>
                <a:ext cx="751809" cy="80945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1.88</m:t>
                          </m:r>
                        </m:num>
                        <m:den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E71685D5-62EC-4B65-B58E-8F466AA880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2870" y="4826776"/>
                <a:ext cx="751809" cy="80945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TextBox 58">
            <a:extLst>
              <a:ext uri="{FF2B5EF4-FFF2-40B4-BE49-F238E27FC236}">
                <a16:creationId xmlns:a16="http://schemas.microsoft.com/office/drawing/2014/main" id="{93BF6F2D-AC40-473F-97F4-F95F81F25755}"/>
              </a:ext>
            </a:extLst>
          </p:cNvPr>
          <p:cNvSpPr txBox="1"/>
          <p:nvPr/>
        </p:nvSpPr>
        <p:spPr>
          <a:xfrm>
            <a:off x="1260185" y="330930"/>
            <a:ext cx="24384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Берилген ондукту </a:t>
            </a:r>
          </a:p>
          <a:p>
            <a:pPr algn="ctr"/>
            <a:r>
              <a:rPr lang="ky-KG" sz="2000" dirty="0"/>
              <a:t>бөлчөккө айландыр.</a:t>
            </a:r>
            <a:endParaRPr lang="en-GB" sz="2000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C5B89DC-DC4B-4FE5-B026-31E68AD1F023}"/>
              </a:ext>
            </a:extLst>
          </p:cNvPr>
          <p:cNvCxnSpPr>
            <a:cxnSpLocks/>
          </p:cNvCxnSpPr>
          <p:nvPr/>
        </p:nvCxnSpPr>
        <p:spPr>
          <a:xfrm flipH="1">
            <a:off x="3564659" y="1816100"/>
            <a:ext cx="604116" cy="154016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904D4B4-B951-F085-A14E-81DE6988DCA7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Arc 7">
            <a:extLst>
              <a:ext uri="{FF2B5EF4-FFF2-40B4-BE49-F238E27FC236}">
                <a16:creationId xmlns:a16="http://schemas.microsoft.com/office/drawing/2014/main" id="{F9AFF36D-647A-F0BF-AFA1-7FE95DB5D5B7}"/>
              </a:ext>
            </a:extLst>
          </p:cNvPr>
          <p:cNvSpPr/>
          <p:nvPr/>
        </p:nvSpPr>
        <p:spPr>
          <a:xfrm>
            <a:off x="771698" y="1931725"/>
            <a:ext cx="890847" cy="787287"/>
          </a:xfrm>
          <a:prstGeom prst="arc">
            <a:avLst>
              <a:gd name="adj1" fmla="val 5496666"/>
              <a:gd name="adj2" fmla="val 16236304"/>
            </a:avLst>
          </a:prstGeom>
          <a:ln w="28575">
            <a:solidFill>
              <a:srgbClr val="0070C0"/>
            </a:solidFill>
            <a:headEnd type="triangle" w="lg" len="lg"/>
            <a:tailEnd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2963722-4BDB-A068-04D7-6FEC86DD9493}"/>
              </a:ext>
            </a:extLst>
          </p:cNvPr>
          <p:cNvSpPr txBox="1"/>
          <p:nvPr/>
        </p:nvSpPr>
        <p:spPr>
          <a:xfrm>
            <a:off x="147018" y="2125313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b="1" dirty="0">
                <a:solidFill>
                  <a:srgbClr val="0070C0"/>
                </a:solidFill>
              </a:rPr>
              <a:t>× 10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7E94078-E650-6D4D-FEB6-60A2B27BBE2B}"/>
              </a:ext>
            </a:extLst>
          </p:cNvPr>
          <p:cNvSpPr txBox="1"/>
          <p:nvPr/>
        </p:nvSpPr>
        <p:spPr>
          <a:xfrm>
            <a:off x="1826808" y="3260084"/>
            <a:ext cx="145796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b="1" dirty="0">
                <a:solidFill>
                  <a:srgbClr val="0070C0"/>
                </a:solidFill>
              </a:rPr>
              <a:t>𝟏𝒙 кемитүү</a:t>
            </a:r>
            <a:endParaRPr lang="en-GB" sz="2000" b="1" dirty="0">
              <a:solidFill>
                <a:srgbClr val="0070C0"/>
              </a:solidFill>
            </a:endParaRPr>
          </a:p>
        </p:txBody>
      </p:sp>
      <p:sp>
        <p:nvSpPr>
          <p:cNvPr id="14" name="Arc 13">
            <a:extLst>
              <a:ext uri="{FF2B5EF4-FFF2-40B4-BE49-F238E27FC236}">
                <a16:creationId xmlns:a16="http://schemas.microsoft.com/office/drawing/2014/main" id="{8326ECA6-78DF-4B07-8530-7B527436A5CF}"/>
              </a:ext>
            </a:extLst>
          </p:cNvPr>
          <p:cNvSpPr/>
          <p:nvPr/>
        </p:nvSpPr>
        <p:spPr>
          <a:xfrm>
            <a:off x="771698" y="4148395"/>
            <a:ext cx="890847" cy="787287"/>
          </a:xfrm>
          <a:prstGeom prst="arc">
            <a:avLst>
              <a:gd name="adj1" fmla="val 5496666"/>
              <a:gd name="adj2" fmla="val 16236304"/>
            </a:avLst>
          </a:prstGeom>
          <a:ln w="28575">
            <a:solidFill>
              <a:srgbClr val="0070C0"/>
            </a:solidFill>
            <a:headEnd type="triangle" w="lg" len="lg"/>
            <a:tailEnd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3641110-8E9C-B3F0-CDEE-8F3055114693}"/>
              </a:ext>
            </a:extLst>
          </p:cNvPr>
          <p:cNvSpPr txBox="1"/>
          <p:nvPr/>
        </p:nvSpPr>
        <p:spPr>
          <a:xfrm>
            <a:off x="276861" y="4341983"/>
            <a:ext cx="5004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b="1" dirty="0">
                <a:solidFill>
                  <a:srgbClr val="0070C0"/>
                </a:solidFill>
              </a:rPr>
              <a:t>÷ 9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03AE0DE-FA4A-5154-B7EA-5033EFC1498B}"/>
              </a:ext>
            </a:extLst>
          </p:cNvPr>
          <p:cNvCxnSpPr>
            <a:cxnSpLocks/>
          </p:cNvCxnSpPr>
          <p:nvPr/>
        </p:nvCxnSpPr>
        <p:spPr>
          <a:xfrm flipH="1">
            <a:off x="3563274" y="2657475"/>
            <a:ext cx="599151" cy="159327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860610F-31B9-CB74-EBF5-4623B0BA1A82}"/>
                  </a:ext>
                </a:extLst>
              </p:cNvPr>
              <p:cNvSpPr txBox="1"/>
              <p:nvPr/>
            </p:nvSpPr>
            <p:spPr>
              <a:xfrm>
                <a:off x="3700768" y="4826776"/>
                <a:ext cx="1045543" cy="80791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47</m:t>
                          </m:r>
                        </m:num>
                        <m:den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225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860610F-31B9-CB74-EBF5-4623B0BA1A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00768" y="4826776"/>
                <a:ext cx="1045543" cy="807913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404951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  <p:bldP spid="50" grpId="0"/>
      <p:bldP spid="51" grpId="0"/>
      <p:bldP spid="52" grpId="0"/>
      <p:bldP spid="53" grpId="0"/>
      <p:bldP spid="54" grpId="0"/>
      <p:bldP spid="55" grpId="0"/>
      <p:bldP spid="56" grpId="0"/>
      <p:bldP spid="8" grpId="0" animBg="1"/>
      <p:bldP spid="9" grpId="0"/>
      <p:bldP spid="12" grpId="0"/>
      <p:bldP spid="14" grpId="0" animBg="1"/>
      <p:bldP spid="15" grpId="0"/>
      <p:bldP spid="7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C925B4D-A372-3C1A-2771-812226B2A7D6}"/>
              </a:ext>
            </a:extLst>
          </p:cNvPr>
          <p:cNvSpPr/>
          <p:nvPr/>
        </p:nvSpPr>
        <p:spPr>
          <a:xfrm>
            <a:off x="4982311" y="440575"/>
            <a:ext cx="4888523" cy="1594772"/>
          </a:xfrm>
          <a:prstGeom prst="roundRect">
            <a:avLst>
              <a:gd name="adj" fmla="val 5156"/>
            </a:avLst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38F916F-BA79-601E-D3BE-41DACF5C6833}"/>
              </a:ext>
            </a:extLst>
          </p:cNvPr>
          <p:cNvSpPr/>
          <p:nvPr/>
        </p:nvSpPr>
        <p:spPr>
          <a:xfrm>
            <a:off x="4982311" y="2759102"/>
            <a:ext cx="4888523" cy="1594772"/>
          </a:xfrm>
          <a:prstGeom prst="roundRect">
            <a:avLst>
              <a:gd name="adj" fmla="val 5156"/>
            </a:avLst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800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E65438D-5A5B-8BF8-6B0C-93CB0FFE75F9}"/>
              </a:ext>
            </a:extLst>
          </p:cNvPr>
          <p:cNvSpPr/>
          <p:nvPr/>
        </p:nvSpPr>
        <p:spPr>
          <a:xfrm>
            <a:off x="4982311" y="5077630"/>
            <a:ext cx="4888523" cy="1594772"/>
          </a:xfrm>
          <a:prstGeom prst="roundRect">
            <a:avLst>
              <a:gd name="adj" fmla="val 5156"/>
            </a:avLst>
          </a:prstGeom>
          <a:solidFill>
            <a:schemeClr val="accent6">
              <a:lumMod val="40000"/>
              <a:lumOff val="60000"/>
            </a:schemeClr>
          </a:solidFill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80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F67577D-9002-42AB-A2EE-EFEEEC305824}"/>
              </a:ext>
            </a:extLst>
          </p:cNvPr>
          <p:cNvSpPr txBox="1"/>
          <p:nvPr/>
        </p:nvSpPr>
        <p:spPr>
          <a:xfrm>
            <a:off x="2196523" y="-66839"/>
            <a:ext cx="551298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Кайталануучу ондуктарды бөлчөккө айландыруу</a:t>
            </a:r>
            <a:endParaRPr lang="en-GB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373BAC37-C850-4FC8-AD97-BE7B488B94DF}"/>
                  </a:ext>
                </a:extLst>
              </p:cNvPr>
              <p:cNvSpPr txBox="1"/>
              <p:nvPr/>
            </p:nvSpPr>
            <p:spPr>
              <a:xfrm>
                <a:off x="5342883" y="1009950"/>
                <a:ext cx="980332" cy="45602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0.</m:t>
                      </m:r>
                      <m:acc>
                        <m:accPr>
                          <m:chr m:val="̇"/>
                          <m:ctrlPr>
                            <a:rPr lang="en-GB" sz="2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e>
                      </m:acc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373BAC37-C850-4FC8-AD97-BE7B488B94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2883" y="1009950"/>
                <a:ext cx="980332" cy="45602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23B95FA3-E509-49FE-B0B3-F18E53010D25}"/>
                  </a:ext>
                </a:extLst>
              </p:cNvPr>
              <p:cNvSpPr txBox="1"/>
              <p:nvPr/>
            </p:nvSpPr>
            <p:spPr>
              <a:xfrm>
                <a:off x="6462330" y="828843"/>
                <a:ext cx="280525" cy="81823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23B95FA3-E509-49FE-B0B3-F18E53010D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62330" y="828843"/>
                <a:ext cx="280525" cy="81823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1B9CAABF-445E-40CF-A570-F2676C9BB1A3}"/>
                  </a:ext>
                </a:extLst>
              </p:cNvPr>
              <p:cNvSpPr txBox="1"/>
              <p:nvPr/>
            </p:nvSpPr>
            <p:spPr>
              <a:xfrm>
                <a:off x="7811763" y="1047594"/>
                <a:ext cx="1179104" cy="44723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0.</m:t>
                      </m:r>
                      <m:acc>
                        <m:accPr>
                          <m:chr m:val="̇"/>
                          <m:ctrlPr>
                            <a:rPr lang="en-GB" sz="2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acc>
                      <m:acc>
                        <m:accPr>
                          <m:chr m:val="̇"/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acc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1B9CAABF-445E-40CF-A570-F2676C9BB1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1763" y="1047594"/>
                <a:ext cx="1179104" cy="44723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4711F57B-D05C-4050-A8FC-EC146E199127}"/>
                  </a:ext>
                </a:extLst>
              </p:cNvPr>
              <p:cNvSpPr txBox="1"/>
              <p:nvPr/>
            </p:nvSpPr>
            <p:spPr>
              <a:xfrm>
                <a:off x="9030964" y="833235"/>
                <a:ext cx="479297" cy="80945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num>
                        <m:den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99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4711F57B-D05C-4050-A8FC-EC146E1991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0964" y="833235"/>
                <a:ext cx="479297" cy="80945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43C4E61F-F275-4DD5-AED3-04B0761F12D4}"/>
                  </a:ext>
                </a:extLst>
              </p:cNvPr>
              <p:cNvSpPr txBox="1"/>
              <p:nvPr/>
            </p:nvSpPr>
            <p:spPr>
              <a:xfrm>
                <a:off x="5307104" y="3348583"/>
                <a:ext cx="1377877" cy="45602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0.</m:t>
                      </m:r>
                      <m:acc>
                        <m:accPr>
                          <m:chr m:val="̇"/>
                          <m:ctrlPr>
                            <a:rPr lang="en-GB" sz="2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acc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</m:t>
                      </m:r>
                      <m:acc>
                        <m:accPr>
                          <m:chr m:val="̇"/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e>
                      </m:acc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43C4E61F-F275-4DD5-AED3-04B0761F12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7104" y="3348583"/>
                <a:ext cx="1377877" cy="45602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E58A75B0-E38F-4310-BB75-C14B7777B081}"/>
                  </a:ext>
                </a:extLst>
              </p:cNvPr>
              <p:cNvSpPr txBox="1"/>
              <p:nvPr/>
            </p:nvSpPr>
            <p:spPr>
              <a:xfrm>
                <a:off x="6737647" y="3147370"/>
                <a:ext cx="678070" cy="81823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215</m:t>
                          </m:r>
                        </m:num>
                        <m:den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999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E58A75B0-E38F-4310-BB75-C14B7777B0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7647" y="3147370"/>
                <a:ext cx="678070" cy="81823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74EAA8AB-C5A7-454D-858A-259B79F22DC8}"/>
                  </a:ext>
                </a:extLst>
              </p:cNvPr>
              <p:cNvSpPr txBox="1"/>
              <p:nvPr/>
            </p:nvSpPr>
            <p:spPr>
              <a:xfrm>
                <a:off x="7897420" y="3346073"/>
                <a:ext cx="1119281" cy="44723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0.4</m:t>
                      </m:r>
                      <m:acc>
                        <m:accPr>
                          <m:chr m:val="̇"/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e>
                      </m:acc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74EAA8AB-C5A7-454D-858A-259B79F22D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7420" y="3346073"/>
                <a:ext cx="1119281" cy="44723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231FAC79-C6B5-4D27-9166-786668D87FC5}"/>
                  </a:ext>
                </a:extLst>
              </p:cNvPr>
              <p:cNvSpPr txBox="1"/>
              <p:nvPr/>
            </p:nvSpPr>
            <p:spPr>
              <a:xfrm>
                <a:off x="9066743" y="3153173"/>
                <a:ext cx="479297" cy="8066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15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231FAC79-C6B5-4D27-9166-786668D87F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66743" y="3153173"/>
                <a:ext cx="479297" cy="80663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9" name="TextBox 108">
                <a:extLst>
                  <a:ext uri="{FF2B5EF4-FFF2-40B4-BE49-F238E27FC236}">
                    <a16:creationId xmlns:a16="http://schemas.microsoft.com/office/drawing/2014/main" id="{6EB42916-DB8F-4346-9836-350FE087E349}"/>
                  </a:ext>
                </a:extLst>
              </p:cNvPr>
              <p:cNvSpPr txBox="1"/>
              <p:nvPr/>
            </p:nvSpPr>
            <p:spPr>
              <a:xfrm>
                <a:off x="5342884" y="5672914"/>
                <a:ext cx="1318053" cy="45602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0.0</m:t>
                      </m:r>
                      <m:acc>
                        <m:accPr>
                          <m:chr m:val="̇"/>
                          <m:ctrlPr>
                            <a:rPr lang="en-GB" sz="2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e>
                      </m:acc>
                      <m:acc>
                        <m:accPr>
                          <m:chr m:val="̇"/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e>
                      </m:acc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09" name="TextBox 108">
                <a:extLst>
                  <a:ext uri="{FF2B5EF4-FFF2-40B4-BE49-F238E27FC236}">
                    <a16:creationId xmlns:a16="http://schemas.microsoft.com/office/drawing/2014/main" id="{6EB42916-DB8F-4346-9836-350FE087E3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2884" y="5672914"/>
                <a:ext cx="1318053" cy="45602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A985E738-E781-40FD-8730-30656C8BC9B0}"/>
                  </a:ext>
                </a:extLst>
              </p:cNvPr>
              <p:cNvSpPr txBox="1"/>
              <p:nvPr/>
            </p:nvSpPr>
            <p:spPr>
              <a:xfrm>
                <a:off x="6697162" y="5471701"/>
                <a:ext cx="479297" cy="8066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A985E738-E781-40FD-8730-30656C8BC9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7162" y="5471701"/>
                <a:ext cx="479297" cy="806631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23763A79-71ED-4CB6-9C10-CF94AD9F3065}"/>
                  </a:ext>
                </a:extLst>
              </p:cNvPr>
              <p:cNvSpPr txBox="1"/>
              <p:nvPr/>
            </p:nvSpPr>
            <p:spPr>
              <a:xfrm>
                <a:off x="7811764" y="5679816"/>
                <a:ext cx="1179104" cy="44723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2.</m:t>
                      </m:r>
                      <m:acc>
                        <m:accPr>
                          <m:chr m:val="̇"/>
                          <m:ctrlPr>
                            <a:rPr lang="en-GB" sz="2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e>
                      </m:acc>
                      <m:acc>
                        <m:accPr>
                          <m:chr m:val="̇"/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e>
                      </m:acc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23763A79-71ED-4CB6-9C10-CF94AD9F30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1764" y="5679816"/>
                <a:ext cx="1179104" cy="447238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2" name="TextBox 111">
                <a:extLst>
                  <a:ext uri="{FF2B5EF4-FFF2-40B4-BE49-F238E27FC236}">
                    <a16:creationId xmlns:a16="http://schemas.microsoft.com/office/drawing/2014/main" id="{C7701435-369A-41D1-8338-68552B4D0CB7}"/>
                  </a:ext>
                </a:extLst>
              </p:cNvPr>
              <p:cNvSpPr txBox="1"/>
              <p:nvPr/>
            </p:nvSpPr>
            <p:spPr>
              <a:xfrm>
                <a:off x="9030964" y="5470290"/>
                <a:ext cx="479297" cy="80945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92</m:t>
                          </m:r>
                        </m:num>
                        <m:den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12" name="TextBox 111">
                <a:extLst>
                  <a:ext uri="{FF2B5EF4-FFF2-40B4-BE49-F238E27FC236}">
                    <a16:creationId xmlns:a16="http://schemas.microsoft.com/office/drawing/2014/main" id="{C7701435-369A-41D1-8338-68552B4D0C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0964" y="5470290"/>
                <a:ext cx="479297" cy="80945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AEBA4E3-386D-D59B-BC10-44BFAC55F8DF}"/>
                  </a:ext>
                </a:extLst>
              </p:cNvPr>
              <p:cNvSpPr txBox="1"/>
              <p:nvPr/>
            </p:nvSpPr>
            <p:spPr>
              <a:xfrm>
                <a:off x="2041238" y="982670"/>
                <a:ext cx="811632" cy="45602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i="1" smtClean="0">
                          <a:latin typeface="Cambria Math" panose="02040503050406030204" pitchFamily="18" charset="0"/>
                        </a:rPr>
                        <m:t>0.</m:t>
                      </m:r>
                      <m:acc>
                        <m:accPr>
                          <m:chr m:val="̇"/>
                          <m:ctrlPr>
                            <a:rPr lang="en-GB" sz="2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e>
                      </m:acc>
                      <m:acc>
                        <m:accPr>
                          <m:chr m:val="̇"/>
                          <m:ctrlPr>
                            <a:rPr lang="en-GB" sz="2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e>
                      </m:acc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AEBA4E3-386D-D59B-BC10-44BFAC55F8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1238" y="982670"/>
                <a:ext cx="811632" cy="45602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92A857C-A284-304F-5ECB-0E6FB51CA20E}"/>
                  </a:ext>
                </a:extLst>
              </p:cNvPr>
              <p:cNvSpPr txBox="1"/>
              <p:nvPr/>
            </p:nvSpPr>
            <p:spPr>
              <a:xfrm>
                <a:off x="1866950" y="1694935"/>
                <a:ext cx="84965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92A857C-A284-304F-5ECB-0E6FB51CA2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6950" y="1694935"/>
                <a:ext cx="849655" cy="430887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D06400E-695B-B423-67C9-6FDE1FA1CC75}"/>
                  </a:ext>
                </a:extLst>
              </p:cNvPr>
              <p:cNvSpPr txBox="1"/>
              <p:nvPr/>
            </p:nvSpPr>
            <p:spPr>
              <a:xfrm>
                <a:off x="1469404" y="2532091"/>
                <a:ext cx="1247201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100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D06400E-695B-B423-67C9-6FDE1FA1CC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9404" y="2532091"/>
                <a:ext cx="1247201" cy="430887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8D2DAA6-C08B-DFE6-013B-597B025A239A}"/>
                  </a:ext>
                </a:extLst>
              </p:cNvPr>
              <p:cNvSpPr txBox="1"/>
              <p:nvPr/>
            </p:nvSpPr>
            <p:spPr>
              <a:xfrm>
                <a:off x="3012890" y="1694935"/>
                <a:ext cx="167725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0.45454…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8D2DAA6-C08B-DFE6-013B-597B025A23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12890" y="1694935"/>
                <a:ext cx="1677254" cy="430887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104BC97-5B80-29DF-DC87-1F5E8F371A3F}"/>
                  </a:ext>
                </a:extLst>
              </p:cNvPr>
              <p:cNvSpPr txBox="1"/>
              <p:nvPr/>
            </p:nvSpPr>
            <p:spPr>
              <a:xfrm>
                <a:off x="2814770" y="2532091"/>
                <a:ext cx="1876026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45.45454…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104BC97-5B80-29DF-DC87-1F5E8F371A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4770" y="2532091"/>
                <a:ext cx="1876026" cy="430887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2E5C752-8AA4-442A-AC93-46B55FFD0AB8}"/>
                  </a:ext>
                </a:extLst>
              </p:cNvPr>
              <p:cNvSpPr txBox="1"/>
              <p:nvPr/>
            </p:nvSpPr>
            <p:spPr>
              <a:xfrm>
                <a:off x="1668176" y="3901495"/>
                <a:ext cx="1048429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99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2E5C752-8AA4-442A-AC93-46B55FFD0A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8176" y="3901495"/>
                <a:ext cx="1048429" cy="430887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5E3AEE5-5ABC-7D8A-30E1-EEDAF46A6043}"/>
                  </a:ext>
                </a:extLst>
              </p:cNvPr>
              <p:cNvSpPr txBox="1"/>
              <p:nvPr/>
            </p:nvSpPr>
            <p:spPr>
              <a:xfrm>
                <a:off x="2065721" y="5015289"/>
                <a:ext cx="65088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5E3AEE5-5ABC-7D8A-30E1-EEDAF46A60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5721" y="5015289"/>
                <a:ext cx="650884" cy="430887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AA8F858-7F38-1547-4076-DEA57063C26B}"/>
                  </a:ext>
                </a:extLst>
              </p:cNvPr>
              <p:cNvSpPr txBox="1"/>
              <p:nvPr/>
            </p:nvSpPr>
            <p:spPr>
              <a:xfrm>
                <a:off x="2852870" y="4826776"/>
                <a:ext cx="479297" cy="81823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45</m:t>
                          </m:r>
                        </m:num>
                        <m:den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99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AA8F858-7F38-1547-4076-DEA57063C2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2870" y="4826776"/>
                <a:ext cx="479297" cy="818237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051AE30A-381F-F6AB-D2CF-DB984C93DC0C}"/>
              </a:ext>
            </a:extLst>
          </p:cNvPr>
          <p:cNvSpPr txBox="1"/>
          <p:nvPr/>
        </p:nvSpPr>
        <p:spPr>
          <a:xfrm>
            <a:off x="1263679" y="226228"/>
            <a:ext cx="24384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Берилген ондукту </a:t>
            </a:r>
          </a:p>
          <a:p>
            <a:pPr algn="ctr"/>
            <a:r>
              <a:rPr lang="ky-KG" sz="2000" dirty="0"/>
              <a:t>бөлчөккө айландыр.</a:t>
            </a:r>
            <a:endParaRPr lang="en-GB" sz="2000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6EFF94A-73C9-431D-C91D-9CDA61840F1F}"/>
              </a:ext>
            </a:extLst>
          </p:cNvPr>
          <p:cNvCxnSpPr>
            <a:cxnSpLocks/>
          </p:cNvCxnSpPr>
          <p:nvPr/>
        </p:nvCxnSpPr>
        <p:spPr>
          <a:xfrm flipH="1">
            <a:off x="3326001" y="1781695"/>
            <a:ext cx="1007008" cy="187683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Arc 15">
            <a:extLst>
              <a:ext uri="{FF2B5EF4-FFF2-40B4-BE49-F238E27FC236}">
                <a16:creationId xmlns:a16="http://schemas.microsoft.com/office/drawing/2014/main" id="{6E67BCA5-DC04-F362-D8C4-B32065D5C2B2}"/>
              </a:ext>
            </a:extLst>
          </p:cNvPr>
          <p:cNvSpPr/>
          <p:nvPr/>
        </p:nvSpPr>
        <p:spPr>
          <a:xfrm>
            <a:off x="771698" y="1931725"/>
            <a:ext cx="890847" cy="787287"/>
          </a:xfrm>
          <a:prstGeom prst="arc">
            <a:avLst>
              <a:gd name="adj1" fmla="val 5496666"/>
              <a:gd name="adj2" fmla="val 16236304"/>
            </a:avLst>
          </a:prstGeom>
          <a:ln w="28575">
            <a:solidFill>
              <a:srgbClr val="0070C0"/>
            </a:solidFill>
            <a:headEnd type="triangle" w="lg" len="lg"/>
            <a:tailEnd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5FB48DD-0A48-87B2-74E0-22DC38029009}"/>
              </a:ext>
            </a:extLst>
          </p:cNvPr>
          <p:cNvSpPr txBox="1"/>
          <p:nvPr/>
        </p:nvSpPr>
        <p:spPr>
          <a:xfrm>
            <a:off x="17175" y="2125313"/>
            <a:ext cx="76014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b="1" dirty="0">
                <a:solidFill>
                  <a:srgbClr val="0070C0"/>
                </a:solidFill>
              </a:rPr>
              <a:t>× 100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227BBAF-BC8D-02FD-920F-61C704E3F81D}"/>
              </a:ext>
            </a:extLst>
          </p:cNvPr>
          <p:cNvSpPr txBox="1"/>
          <p:nvPr/>
        </p:nvSpPr>
        <p:spPr>
          <a:xfrm>
            <a:off x="1826808" y="3260084"/>
            <a:ext cx="145796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b="1" dirty="0">
                <a:solidFill>
                  <a:srgbClr val="0070C0"/>
                </a:solidFill>
              </a:rPr>
              <a:t>𝟏𝒙 кемитүү</a:t>
            </a:r>
            <a:endParaRPr lang="en-GB" sz="2000" b="1" dirty="0">
              <a:solidFill>
                <a:srgbClr val="0070C0"/>
              </a:solidFill>
            </a:endParaRPr>
          </a:p>
        </p:txBody>
      </p:sp>
      <p:sp>
        <p:nvSpPr>
          <p:cNvPr id="19" name="Arc 18">
            <a:extLst>
              <a:ext uri="{FF2B5EF4-FFF2-40B4-BE49-F238E27FC236}">
                <a16:creationId xmlns:a16="http://schemas.microsoft.com/office/drawing/2014/main" id="{5C166A89-3E9E-EF92-0343-ACE1B70703EA}"/>
              </a:ext>
            </a:extLst>
          </p:cNvPr>
          <p:cNvSpPr/>
          <p:nvPr/>
        </p:nvSpPr>
        <p:spPr>
          <a:xfrm>
            <a:off x="771698" y="4148395"/>
            <a:ext cx="890847" cy="787287"/>
          </a:xfrm>
          <a:prstGeom prst="arc">
            <a:avLst>
              <a:gd name="adj1" fmla="val 5496666"/>
              <a:gd name="adj2" fmla="val 16236304"/>
            </a:avLst>
          </a:prstGeom>
          <a:ln w="28575">
            <a:solidFill>
              <a:srgbClr val="0070C0"/>
            </a:solidFill>
            <a:headEnd type="triangle" w="lg" len="lg"/>
            <a:tailEnd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CD10096-DDBA-9C67-1F98-2C807642EBBF}"/>
              </a:ext>
            </a:extLst>
          </p:cNvPr>
          <p:cNvSpPr txBox="1"/>
          <p:nvPr/>
        </p:nvSpPr>
        <p:spPr>
          <a:xfrm>
            <a:off x="147018" y="4341983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b="1" dirty="0">
                <a:solidFill>
                  <a:srgbClr val="0070C0"/>
                </a:solidFill>
              </a:rPr>
              <a:t>÷ 99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F9BB403C-D257-5E74-7F42-E0143E8C73B8}"/>
              </a:ext>
            </a:extLst>
          </p:cNvPr>
          <p:cNvCxnSpPr>
            <a:cxnSpLocks/>
          </p:cNvCxnSpPr>
          <p:nvPr/>
        </p:nvCxnSpPr>
        <p:spPr>
          <a:xfrm flipH="1">
            <a:off x="3348013" y="2653692"/>
            <a:ext cx="1007008" cy="187683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604DBFA-DA71-E87A-99F0-9F99029A7CBD}"/>
                  </a:ext>
                </a:extLst>
              </p:cNvPr>
              <p:cNvSpPr txBox="1"/>
              <p:nvPr/>
            </p:nvSpPr>
            <p:spPr>
              <a:xfrm>
                <a:off x="2852870" y="3916437"/>
                <a:ext cx="479297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45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604DBFA-DA71-E87A-99F0-9F99029A7C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2870" y="3916437"/>
                <a:ext cx="479297" cy="430887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FD6E2DEA-4CE1-A807-4CC2-03059EFACEE3}"/>
                  </a:ext>
                </a:extLst>
              </p:cNvPr>
              <p:cNvSpPr txBox="1"/>
              <p:nvPr/>
            </p:nvSpPr>
            <p:spPr>
              <a:xfrm>
                <a:off x="3525135" y="4827706"/>
                <a:ext cx="846770" cy="81541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FD6E2DEA-4CE1-A807-4CC2-03059EFACE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25135" y="4827706"/>
                <a:ext cx="846770" cy="815416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TextBox 23">
            <a:extLst>
              <a:ext uri="{FF2B5EF4-FFF2-40B4-BE49-F238E27FC236}">
                <a16:creationId xmlns:a16="http://schemas.microsoft.com/office/drawing/2014/main" id="{8F57A0CF-F0C0-A325-1584-5E3CFF39664E}"/>
              </a:ext>
            </a:extLst>
          </p:cNvPr>
          <p:cNvSpPr txBox="1"/>
          <p:nvPr/>
        </p:nvSpPr>
        <p:spPr>
          <a:xfrm>
            <a:off x="-4717" y="-30715"/>
            <a:ext cx="923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800" b="1" dirty="0">
                <a:latin typeface="Stencil" panose="040409050D0802020404" pitchFamily="82" charset="0"/>
              </a:rPr>
              <a:t>САБАК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86066F3-3719-0990-7BBF-9DADB6B64F68}"/>
              </a:ext>
            </a:extLst>
          </p:cNvPr>
          <p:cNvSpPr txBox="1"/>
          <p:nvPr/>
        </p:nvSpPr>
        <p:spPr>
          <a:xfrm>
            <a:off x="7826585" y="-30715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97633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4" grpId="0"/>
      <p:bldP spid="98" grpId="0"/>
      <p:bldP spid="104" grpId="0"/>
      <p:bldP spid="106" grpId="0"/>
      <p:bldP spid="110" grpId="0"/>
      <p:bldP spid="112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35188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ru-RU" sz="3200" dirty="0"/>
              <a:t>Суроолор барбы?</a:t>
            </a:r>
          </a:p>
          <a:p>
            <a:pPr marL="0" indent="0" algn="ctr">
              <a:buNone/>
            </a:pPr>
            <a:r>
              <a:rPr lang="ru-RU" sz="3200" dirty="0"/>
              <a:t>Комментарийлер?</a:t>
            </a:r>
          </a:p>
          <a:p>
            <a:pPr marL="0" indent="0" algn="ctr">
              <a:buNone/>
            </a:pPr>
            <a:r>
              <a:rPr lang="ru-RU" sz="3200" dirty="0"/>
              <a:t>Сунуштар?</a:t>
            </a:r>
          </a:p>
          <a:p>
            <a:pPr marL="0" indent="0" algn="ctr">
              <a:buNone/>
            </a:pPr>
            <a:endParaRPr lang="ru-RU" sz="3200" dirty="0"/>
          </a:p>
          <a:p>
            <a:pPr marL="0" indent="0" algn="ctr">
              <a:buNone/>
            </a:pPr>
            <a:r>
              <a:rPr lang="ru-RU" sz="3200" dirty="0"/>
              <a:t>…же ката таптыңызбы!?</a:t>
            </a:r>
          </a:p>
          <a:p>
            <a:pPr marL="0" indent="0" algn="ctr">
              <a:buNone/>
            </a:pPr>
            <a:endParaRPr lang="ru-RU" sz="3200" dirty="0"/>
          </a:p>
          <a:p>
            <a:pPr marL="0" indent="0" algn="ctr">
              <a:buNone/>
            </a:pPr>
            <a:r>
              <a:rPr lang="ru-RU" sz="3200" dirty="0"/>
              <a:t>Түрдүү пикирлер үчүн ыраазычылык билдиребиз.</a:t>
            </a:r>
          </a:p>
          <a:p>
            <a:pPr marL="0" indent="0" algn="ctr">
              <a:buNone/>
            </a:pPr>
            <a:endParaRPr lang="ru-RU" sz="3200" dirty="0"/>
          </a:p>
          <a:p>
            <a:pPr marL="0" indent="0" algn="ctr">
              <a:buNone/>
            </a:pPr>
            <a:r>
              <a:rPr lang="ru-RU" sz="3200" dirty="0"/>
              <a:t>Сураныч, электрондук кат жөнөтүңүз:</a:t>
            </a:r>
          </a:p>
          <a:p>
            <a:pPr marL="0" indent="0" algn="ctr">
              <a:buNone/>
            </a:pPr>
            <a:endParaRPr lang="ru-RU" sz="3200" dirty="0"/>
          </a:p>
          <a:p>
            <a:pPr marL="0" indent="0" algn="ctr">
              <a:buNone/>
            </a:pPr>
            <a:r>
              <a:rPr lang="en-US" sz="3200" dirty="0">
                <a:solidFill>
                  <a:srgbClr val="FF0000"/>
                </a:solidFill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20623469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270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10511</TotalTime>
  <Words>911</Words>
  <Application>Microsoft Office PowerPoint</Application>
  <PresentationFormat>A4 Paper (210x297 mm)</PresentationFormat>
  <Paragraphs>387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Calibri</vt:lpstr>
      <vt:lpstr>Stencil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485</cp:revision>
  <cp:lastPrinted>2017-12-31T22:38:51Z</cp:lastPrinted>
  <dcterms:created xsi:type="dcterms:W3CDTF">2017-01-17T16:57:04Z</dcterms:created>
  <dcterms:modified xsi:type="dcterms:W3CDTF">2024-10-22T09:11:55Z</dcterms:modified>
</cp:coreProperties>
</file>