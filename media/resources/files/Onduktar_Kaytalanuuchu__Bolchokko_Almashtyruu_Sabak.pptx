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0"/>
  </p:notesMasterIdLst>
  <p:sldIdLst>
    <p:sldId id="1004" r:id="rId2"/>
    <p:sldId id="961" r:id="rId3"/>
    <p:sldId id="979" r:id="rId4"/>
    <p:sldId id="980" r:id="rId5"/>
    <p:sldId id="981" r:id="rId6"/>
    <p:sldId id="982" r:id="rId7"/>
    <p:sldId id="983" r:id="rId8"/>
    <p:sldId id="984" r:id="rId9"/>
    <p:sldId id="985" r:id="rId10"/>
    <p:sldId id="986" r:id="rId11"/>
    <p:sldId id="987" r:id="rId12"/>
    <p:sldId id="988" r:id="rId13"/>
    <p:sldId id="989" r:id="rId14"/>
    <p:sldId id="990" r:id="rId15"/>
    <p:sldId id="992" r:id="rId16"/>
    <p:sldId id="991" r:id="rId17"/>
    <p:sldId id="978" r:id="rId18"/>
    <p:sldId id="1005" r:id="rId19"/>
  </p:sldIdLst>
  <p:sldSz cx="9906000" cy="6858000" type="A4"/>
  <p:notesSz cx="7104063" cy="10234613"/>
  <p:embeddedFontLst>
    <p:embeddedFont>
      <p:font typeface="Cambria Math" panose="02040503050406030204" pitchFamily="18" charset="0"/>
      <p:regular r:id="rId21"/>
    </p:embeddedFont>
    <p:embeddedFont>
      <p:font typeface="Stencil" panose="040409050D0802020404" pitchFamily="82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1004"/>
          </p14:sldIdLst>
        </p14:section>
        <p14:section name="Сабак-түшүндүрмөлөр" id="{059544AC-2C27-45B1-9F95-F87DF8854DD6}">
          <p14:sldIdLst>
            <p14:sldId id="961"/>
            <p14:sldId id="979"/>
            <p14:sldId id="980"/>
            <p14:sldId id="981"/>
            <p14:sldId id="982"/>
            <p14:sldId id="983"/>
            <p14:sldId id="984"/>
            <p14:sldId id="985"/>
            <p14:sldId id="986"/>
            <p14:sldId id="987"/>
            <p14:sldId id="988"/>
            <p14:sldId id="989"/>
            <p14:sldId id="990"/>
            <p14:sldId id="992"/>
            <p14:sldId id="991"/>
          </p14:sldIdLst>
        </p14:section>
        <p14:section name="Текшерүү иши" id="{1FEDB314-42DC-4694-9B04-D4A4AAE625F7}">
          <p14:sldIdLst>
            <p14:sldId id="978"/>
          </p14:sldIdLst>
        </p14:section>
        <p14:section name="Кайтарым байланыш" id="{F3D720CF-F566-46A6-9361-125255B68FA6}">
          <p14:sldIdLst>
            <p14:sldId id="10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22/10/2024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72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3.png"/><Relationship Id="rId21" Type="http://schemas.openxmlformats.org/officeDocument/2006/relationships/image" Target="../media/image15.png"/><Relationship Id="rId7" Type="http://schemas.openxmlformats.org/officeDocument/2006/relationships/image" Target="../media/image7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11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5" Type="http://schemas.openxmlformats.org/officeDocument/2006/relationships/image" Target="../media/image21.png"/><Relationship Id="rId10" Type="http://schemas.openxmlformats.org/officeDocument/2006/relationships/image" Target="../media/image12.png"/><Relationship Id="rId19" Type="http://schemas.openxmlformats.org/officeDocument/2006/relationships/image" Target="../media/image25.png"/><Relationship Id="rId4" Type="http://schemas.openxmlformats.org/officeDocument/2006/relationships/image" Target="../media/image4.png"/><Relationship Id="rId9" Type="http://schemas.openxmlformats.org/officeDocument/2006/relationships/image" Target="../media/image16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8.png"/><Relationship Id="rId18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7" Type="http://schemas.openxmlformats.org/officeDocument/2006/relationships/image" Target="../media/image22.png"/><Relationship Id="rId2" Type="http://schemas.openxmlformats.org/officeDocument/2006/relationships/image" Target="../media/image17.png"/><Relationship Id="rId16" Type="http://schemas.openxmlformats.org/officeDocument/2006/relationships/image" Target="../media/image30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26.png"/><Relationship Id="rId5" Type="http://schemas.openxmlformats.org/officeDocument/2006/relationships/image" Target="../media/image13.png"/><Relationship Id="rId15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4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39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4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4.png"/><Relationship Id="rId5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40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4.png"/><Relationship Id="rId5" Type="http://schemas.openxmlformats.org/officeDocument/2006/relationships/image" Target="../media/image41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19" Type="http://schemas.openxmlformats.org/officeDocument/2006/relationships/image" Target="../media/image52.png"/><Relationship Id="rId4" Type="http://schemas.openxmlformats.org/officeDocument/2006/relationships/image" Target="../media/image34.png"/><Relationship Id="rId9" Type="http://schemas.openxmlformats.org/officeDocument/2006/relationships/image" Target="../media/image43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57.png"/><Relationship Id="rId18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45.png"/><Relationship Id="rId17" Type="http://schemas.openxmlformats.org/officeDocument/2006/relationships/image" Target="../media/image59.png"/><Relationship Id="rId2" Type="http://schemas.openxmlformats.org/officeDocument/2006/relationships/image" Target="../media/image54.png"/><Relationship Id="rId16" Type="http://schemas.openxmlformats.org/officeDocument/2006/relationships/image" Target="../media/image58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4.png"/><Relationship Id="rId5" Type="http://schemas.openxmlformats.org/officeDocument/2006/relationships/image" Target="../media/image41.png"/><Relationship Id="rId15" Type="http://schemas.openxmlformats.org/officeDocument/2006/relationships/image" Target="../media/image48.png"/><Relationship Id="rId23" Type="http://schemas.openxmlformats.org/officeDocument/2006/relationships/image" Target="../media/image62.png"/><Relationship Id="rId19" Type="http://schemas.openxmlformats.org/officeDocument/2006/relationships/image" Target="../media/image52.png"/><Relationship Id="rId4" Type="http://schemas.openxmlformats.org/officeDocument/2006/relationships/image" Target="../media/image34.png"/><Relationship Id="rId9" Type="http://schemas.openxmlformats.org/officeDocument/2006/relationships/image" Target="../media/image43.png"/><Relationship Id="rId14" Type="http://schemas.openxmlformats.org/officeDocument/2006/relationships/image" Target="../media/image47.png"/><Relationship Id="rId22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9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78.png"/><Relationship Id="rId5" Type="http://schemas.openxmlformats.org/officeDocument/2006/relationships/image" Target="../media/image75.png"/><Relationship Id="rId4" Type="http://schemas.openxmlformats.org/officeDocument/2006/relationships/image" Target="../media/image65.png"/><Relationship Id="rId9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image" Target="../media/image74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78.png"/><Relationship Id="rId5" Type="http://schemas.openxmlformats.org/officeDocument/2006/relationships/image" Target="../media/image75.png"/><Relationship Id="rId15" Type="http://schemas.openxmlformats.org/officeDocument/2006/relationships/image" Target="../media/image82.png"/><Relationship Id="rId19" Type="http://schemas.openxmlformats.org/officeDocument/2006/relationships/image" Target="../media/image86.png"/><Relationship Id="rId4" Type="http://schemas.openxmlformats.org/officeDocument/2006/relationships/image" Target="../media/image65.png"/><Relationship Id="rId9" Type="http://schemas.openxmlformats.org/officeDocument/2006/relationships/image" Target="../media/image77.png"/><Relationship Id="rId14" Type="http://schemas.openxmlformats.org/officeDocument/2006/relationships/image" Target="../media/image81.png"/><Relationship Id="rId22" Type="http://schemas.openxmlformats.org/officeDocument/2006/relationships/image" Target="../media/image8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90.png"/><Relationship Id="rId18" Type="http://schemas.openxmlformats.org/officeDocument/2006/relationships/image" Target="../media/image85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9.png"/><Relationship Id="rId17" Type="http://schemas.openxmlformats.org/officeDocument/2006/relationships/image" Target="../media/image92.png"/><Relationship Id="rId2" Type="http://schemas.openxmlformats.org/officeDocument/2006/relationships/image" Target="../media/image88.png"/><Relationship Id="rId16" Type="http://schemas.openxmlformats.org/officeDocument/2006/relationships/image" Target="../media/image91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78.png"/><Relationship Id="rId5" Type="http://schemas.openxmlformats.org/officeDocument/2006/relationships/image" Target="../media/image75.png"/><Relationship Id="rId15" Type="http://schemas.openxmlformats.org/officeDocument/2006/relationships/image" Target="../media/image82.png"/><Relationship Id="rId23" Type="http://schemas.openxmlformats.org/officeDocument/2006/relationships/image" Target="../media/image95.png"/><Relationship Id="rId19" Type="http://schemas.openxmlformats.org/officeDocument/2006/relationships/image" Target="../media/image86.png"/><Relationship Id="rId4" Type="http://schemas.openxmlformats.org/officeDocument/2006/relationships/image" Target="../media/image65.png"/><Relationship Id="rId9" Type="http://schemas.openxmlformats.org/officeDocument/2006/relationships/image" Target="../media/image77.png"/><Relationship Id="rId14" Type="http://schemas.openxmlformats.org/officeDocument/2006/relationships/image" Target="../media/image81.png"/><Relationship Id="rId22" Type="http://schemas.openxmlformats.org/officeDocument/2006/relationships/image" Target="../media/image9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10" Type="http://schemas.openxmlformats.org/officeDocument/2006/relationships/image" Target="../media/image10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06.png"/><Relationship Id="rId5" Type="http://schemas.openxmlformats.org/officeDocument/2006/relationships/image" Target="../media/image103.png"/><Relationship Id="rId4" Type="http://schemas.openxmlformats.org/officeDocument/2006/relationships/image" Target="../media/image34.png"/><Relationship Id="rId9" Type="http://schemas.openxmlformats.org/officeDocument/2006/relationships/image" Target="../media/image10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10" Type="http://schemas.openxmlformats.org/officeDocument/2006/relationships/image" Target="../media/image112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5.png"/><Relationship Id="rId18" Type="http://schemas.openxmlformats.org/officeDocument/2006/relationships/image" Target="../media/image42.png"/><Relationship Id="rId3" Type="http://schemas.openxmlformats.org/officeDocument/2006/relationships/image" Target="../media/image115.png"/><Relationship Id="rId21" Type="http://schemas.openxmlformats.org/officeDocument/2006/relationships/image" Target="../media/image43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17" Type="http://schemas.openxmlformats.org/officeDocument/2006/relationships/image" Target="../media/image41.png"/><Relationship Id="rId2" Type="http://schemas.openxmlformats.org/officeDocument/2006/relationships/image" Target="../media/image114.png"/><Relationship Id="rId16" Type="http://schemas.openxmlformats.org/officeDocument/2006/relationships/image" Target="../media/image34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24" Type="http://schemas.openxmlformats.org/officeDocument/2006/relationships/image" Target="../media/image45.png"/><Relationship Id="rId5" Type="http://schemas.openxmlformats.org/officeDocument/2006/relationships/image" Target="../media/image117.png"/><Relationship Id="rId15" Type="http://schemas.openxmlformats.org/officeDocument/2006/relationships/image" Target="../media/image3.png"/><Relationship Id="rId23" Type="http://schemas.openxmlformats.org/officeDocument/2006/relationships/image" Target="../media/image44.png"/><Relationship Id="rId10" Type="http://schemas.openxmlformats.org/officeDocument/2006/relationships/image" Target="../media/image122.png"/><Relationship Id="rId19" Type="http://schemas.openxmlformats.org/officeDocument/2006/relationships/image" Target="../media/image37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Relationship Id="rId14" Type="http://schemas.openxmlformats.org/officeDocument/2006/relationships/image" Target="../media/image1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70AB8EA-EE90-54AD-333F-C9B060BBDA87}"/>
              </a:ext>
            </a:extLst>
          </p:cNvPr>
          <p:cNvSpPr txBox="1">
            <a:spLocks/>
          </p:cNvSpPr>
          <p:nvPr/>
        </p:nvSpPr>
        <p:spPr>
          <a:xfrm>
            <a:off x="0" y="1903413"/>
            <a:ext cx="983107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Кайталануучу ондуктар – Айландыруу – Сабак</a:t>
            </a:r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33578990-6CDC-83E1-7E5A-C95904FE7CA7}"/>
              </a:ext>
            </a:extLst>
          </p:cNvPr>
          <p:cNvSpPr txBox="1">
            <a:spLocks/>
          </p:cNvSpPr>
          <p:nvPr/>
        </p:nvSpPr>
        <p:spPr>
          <a:xfrm>
            <a:off x="426720" y="5032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04685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46101"/>
                <a:ext cx="612860" cy="445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46101"/>
                <a:ext cx="612860" cy="445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0.44444…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4.44444…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90881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08817"/>
                <a:ext cx="280526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53009" y="242535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16598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16598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238931-4731-5285-C4F7-902E7C75D2C5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24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31640"/>
                <a:ext cx="612860" cy="445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31640"/>
                <a:ext cx="612860" cy="445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280526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81599" y="249498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16598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16598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5AFC7BD-282C-1886-3E66-A5FCA8CAD72A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67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39571"/>
                <a:ext cx="644920" cy="4444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acc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39571"/>
                <a:ext cx="644920" cy="4444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16598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16598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1B2C70-8892-0EFA-1639-2347B97CE4BE}"/>
                  </a:ext>
                </a:extLst>
              </p:cNvPr>
              <p:cNvSpPr txBox="1"/>
              <p:nvPr/>
            </p:nvSpPr>
            <p:spPr>
              <a:xfrm>
                <a:off x="7185276" y="1068850"/>
                <a:ext cx="644920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acc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1B2C70-8892-0EFA-1639-2347B97CE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276" y="1068850"/>
                <a:ext cx="644920" cy="4472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C5AC0-22E4-4705-1926-E0A7F7D82783}"/>
                  </a:ext>
                </a:extLst>
              </p:cNvPr>
              <p:cNvSpPr txBox="1"/>
              <p:nvPr/>
            </p:nvSpPr>
            <p:spPr>
              <a:xfrm>
                <a:off x="682757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C5AC0-22E4-4705-1926-E0A7F7D82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70" y="1694935"/>
                <a:ext cx="849655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EF23FE-4338-7170-22B1-C30CD16670F5}"/>
                  </a:ext>
                </a:extLst>
              </p:cNvPr>
              <p:cNvSpPr txBox="1"/>
              <p:nvPr/>
            </p:nvSpPr>
            <p:spPr>
              <a:xfrm>
                <a:off x="662879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EF23FE-4338-7170-22B1-C30CD1667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797" y="2532091"/>
                <a:ext cx="1048428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E6534-6EB0-E2B2-0159-30EFD7A69065}"/>
                  </a:ext>
                </a:extLst>
              </p:cNvPr>
              <p:cNvSpPr txBox="1"/>
              <p:nvPr/>
            </p:nvSpPr>
            <p:spPr>
              <a:xfrm>
                <a:off x="78134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0.22222…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E6534-6EB0-E2B2-0159-30EFD7A69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1694935"/>
                <a:ext cx="1677254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334337-2F1C-1A9E-E286-3CC074A68D36}"/>
                  </a:ext>
                </a:extLst>
              </p:cNvPr>
              <p:cNvSpPr txBox="1"/>
              <p:nvPr/>
            </p:nvSpPr>
            <p:spPr>
              <a:xfrm>
                <a:off x="781349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2.22222…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334337-2F1C-1A9E-E286-3CC074A68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2532091"/>
                <a:ext cx="1677254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FCFA7E-7E0A-BAF6-0D29-0A810DBB137C}"/>
                  </a:ext>
                </a:extLst>
              </p:cNvPr>
              <p:cNvSpPr txBox="1"/>
              <p:nvPr/>
            </p:nvSpPr>
            <p:spPr>
              <a:xfrm>
                <a:off x="682757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FCFA7E-7E0A-BAF6-0D29-0A810DBB1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70" y="3901495"/>
                <a:ext cx="849655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1E829-18C3-824E-F5EF-B9D4ECDF252E}"/>
                  </a:ext>
                </a:extLst>
              </p:cNvPr>
              <p:cNvSpPr txBox="1"/>
              <p:nvPr/>
            </p:nvSpPr>
            <p:spPr>
              <a:xfrm>
                <a:off x="7813490" y="390881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1E829-18C3-824E-F5EF-B9D4ECDF2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3908817"/>
                <a:ext cx="280526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38C01D-FCED-F095-C0FC-CE4BF8F22946}"/>
                  </a:ext>
                </a:extLst>
              </p:cNvPr>
              <p:cNvSpPr txBox="1"/>
              <p:nvPr/>
            </p:nvSpPr>
            <p:spPr>
              <a:xfrm>
                <a:off x="702634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38C01D-FCED-F095-C0FC-CE4BF8F22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341" y="5015289"/>
                <a:ext cx="650884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84816-A81C-5825-1F44-183F757DDD1F}"/>
                  </a:ext>
                </a:extLst>
              </p:cNvPr>
              <p:cNvSpPr txBox="1"/>
              <p:nvPr/>
            </p:nvSpPr>
            <p:spPr>
              <a:xfrm>
                <a:off x="781349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84816-A81C-5825-1F44-183F757DD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4826776"/>
                <a:ext cx="280526" cy="80791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0D6F1D8-C94B-38F9-4F7C-2ED727A1EF9B}"/>
              </a:ext>
            </a:extLst>
          </p:cNvPr>
          <p:cNvSpPr txBox="1"/>
          <p:nvPr/>
        </p:nvSpPr>
        <p:spPr>
          <a:xfrm>
            <a:off x="622080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BBC898-F1C2-D4B3-909D-7E49D744F0E1}"/>
              </a:ext>
            </a:extLst>
          </p:cNvPr>
          <p:cNvCxnSpPr>
            <a:cxnSpLocks/>
          </p:cNvCxnSpPr>
          <p:nvPr/>
        </p:nvCxnSpPr>
        <p:spPr>
          <a:xfrm flipH="1">
            <a:off x="812660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1352830A-C158-1B97-412B-7E95F51DF524}"/>
              </a:ext>
            </a:extLst>
          </p:cNvPr>
          <p:cNvSpPr/>
          <p:nvPr/>
        </p:nvSpPr>
        <p:spPr>
          <a:xfrm>
            <a:off x="573231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199FE8-8723-F0C1-7502-AC8BFBA2739D}"/>
              </a:ext>
            </a:extLst>
          </p:cNvPr>
          <p:cNvSpPr txBox="1"/>
          <p:nvPr/>
        </p:nvSpPr>
        <p:spPr>
          <a:xfrm>
            <a:off x="510763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6A1937-3BF2-BCA0-75CD-922ED0A99F08}"/>
              </a:ext>
            </a:extLst>
          </p:cNvPr>
          <p:cNvSpPr txBox="1"/>
          <p:nvPr/>
        </p:nvSpPr>
        <p:spPr>
          <a:xfrm>
            <a:off x="678742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4C6E3E17-635B-91CA-356E-1DA1D9152A39}"/>
              </a:ext>
            </a:extLst>
          </p:cNvPr>
          <p:cNvSpPr/>
          <p:nvPr/>
        </p:nvSpPr>
        <p:spPr>
          <a:xfrm>
            <a:off x="573231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02A7AA-CD41-61BE-0CB8-5BF3134AD7A9}"/>
              </a:ext>
            </a:extLst>
          </p:cNvPr>
          <p:cNvSpPr txBox="1"/>
          <p:nvPr/>
        </p:nvSpPr>
        <p:spPr>
          <a:xfrm>
            <a:off x="523748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D9C8926-89C0-D0E5-BCE4-4216B12D9ADA}"/>
              </a:ext>
            </a:extLst>
          </p:cNvPr>
          <p:cNvCxnSpPr>
            <a:cxnSpLocks/>
          </p:cNvCxnSpPr>
          <p:nvPr/>
        </p:nvCxnSpPr>
        <p:spPr>
          <a:xfrm flipH="1">
            <a:off x="812660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F14302B-D0A2-3726-DAD7-98BED1975E80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F14302B-D0A2-3726-DAD7-98BED1975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280526" cy="43088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C13D6DE-6CBF-CD9D-A2EB-D88B077E2856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4110B9-D730-912A-D412-680322BB07AF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97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  <p:bldP spid="13" grpId="0"/>
      <p:bldP spid="16" grpId="0"/>
      <p:bldP spid="17" grpId="0"/>
      <p:bldP spid="18" grpId="0"/>
      <p:bldP spid="20" grpId="0"/>
      <p:bldP spid="24" grpId="0" animBg="1"/>
      <p:bldP spid="25" grpId="0"/>
      <p:bldP spid="26" grpId="0"/>
      <p:bldP spid="27" grpId="0" animBg="1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65816"/>
                <a:ext cx="612860" cy="445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65816"/>
                <a:ext cx="612860" cy="445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7.77777…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870717"/>
                <a:ext cx="32060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870717"/>
                <a:ext cx="320601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280526" cy="8079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16598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16598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1B2C70-8892-0EFA-1639-2347B97CE4BE}"/>
                  </a:ext>
                </a:extLst>
              </p:cNvPr>
              <p:cNvSpPr txBox="1"/>
              <p:nvPr/>
            </p:nvSpPr>
            <p:spPr>
              <a:xfrm>
                <a:off x="7021654" y="1069435"/>
                <a:ext cx="612860" cy="445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1B2C70-8892-0EFA-1639-2347B97CE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654" y="1069435"/>
                <a:ext cx="612860" cy="4456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C5AC0-22E4-4705-1926-E0A7F7D82783}"/>
                  </a:ext>
                </a:extLst>
              </p:cNvPr>
              <p:cNvSpPr txBox="1"/>
              <p:nvPr/>
            </p:nvSpPr>
            <p:spPr>
              <a:xfrm>
                <a:off x="682757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5C5AC0-22E4-4705-1926-E0A7F7D82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70" y="1694935"/>
                <a:ext cx="849655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EF23FE-4338-7170-22B1-C30CD16670F5}"/>
                  </a:ext>
                </a:extLst>
              </p:cNvPr>
              <p:cNvSpPr txBox="1"/>
              <p:nvPr/>
            </p:nvSpPr>
            <p:spPr>
              <a:xfrm>
                <a:off x="662879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EF23FE-4338-7170-22B1-C30CD1667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797" y="2532091"/>
                <a:ext cx="1048428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E6534-6EB0-E2B2-0159-30EFD7A69065}"/>
                  </a:ext>
                </a:extLst>
              </p:cNvPr>
              <p:cNvSpPr txBox="1"/>
              <p:nvPr/>
            </p:nvSpPr>
            <p:spPr>
              <a:xfrm>
                <a:off x="78134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0.88888…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0E6534-6EB0-E2B2-0159-30EFD7A69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1694935"/>
                <a:ext cx="1677254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334337-2F1C-1A9E-E286-3CC074A68D36}"/>
                  </a:ext>
                </a:extLst>
              </p:cNvPr>
              <p:cNvSpPr txBox="1"/>
              <p:nvPr/>
            </p:nvSpPr>
            <p:spPr>
              <a:xfrm>
                <a:off x="781349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8.88888…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1334337-2F1C-1A9E-E286-3CC074A68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2532091"/>
                <a:ext cx="1677254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FCFA7E-7E0A-BAF6-0D29-0A810DBB137C}"/>
                  </a:ext>
                </a:extLst>
              </p:cNvPr>
              <p:cNvSpPr txBox="1"/>
              <p:nvPr/>
            </p:nvSpPr>
            <p:spPr>
              <a:xfrm>
                <a:off x="682757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FCFA7E-7E0A-BAF6-0D29-0A810DBB1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70" y="3901495"/>
                <a:ext cx="849655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1E829-18C3-824E-F5EF-B9D4ECDF252E}"/>
                  </a:ext>
                </a:extLst>
              </p:cNvPr>
              <p:cNvSpPr txBox="1"/>
              <p:nvPr/>
            </p:nvSpPr>
            <p:spPr>
              <a:xfrm>
                <a:off x="7813490" y="3908817"/>
                <a:ext cx="280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1E829-18C3-824E-F5EF-B9D4ECDF2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3908817"/>
                <a:ext cx="280526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38C01D-FCED-F095-C0FC-CE4BF8F22946}"/>
                  </a:ext>
                </a:extLst>
              </p:cNvPr>
              <p:cNvSpPr txBox="1"/>
              <p:nvPr/>
            </p:nvSpPr>
            <p:spPr>
              <a:xfrm>
                <a:off x="702634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38C01D-FCED-F095-C0FC-CE4BF8F22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341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84816-A81C-5825-1F44-183F757DDD1F}"/>
                  </a:ext>
                </a:extLst>
              </p:cNvPr>
              <p:cNvSpPr txBox="1"/>
              <p:nvPr/>
            </p:nvSpPr>
            <p:spPr>
              <a:xfrm>
                <a:off x="7813490" y="4826776"/>
                <a:ext cx="280526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784816-A81C-5825-1F44-183F757DD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490" y="4826776"/>
                <a:ext cx="280526" cy="80791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0D6F1D8-C94B-38F9-4F7C-2ED727A1EF9B}"/>
              </a:ext>
            </a:extLst>
          </p:cNvPr>
          <p:cNvSpPr txBox="1"/>
          <p:nvPr/>
        </p:nvSpPr>
        <p:spPr>
          <a:xfrm>
            <a:off x="622080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BBC898-F1C2-D4B3-909D-7E49D744F0E1}"/>
              </a:ext>
            </a:extLst>
          </p:cNvPr>
          <p:cNvCxnSpPr>
            <a:cxnSpLocks/>
          </p:cNvCxnSpPr>
          <p:nvPr/>
        </p:nvCxnSpPr>
        <p:spPr>
          <a:xfrm flipH="1">
            <a:off x="8126601" y="181217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1352830A-C158-1B97-412B-7E95F51DF524}"/>
              </a:ext>
            </a:extLst>
          </p:cNvPr>
          <p:cNvSpPr/>
          <p:nvPr/>
        </p:nvSpPr>
        <p:spPr>
          <a:xfrm>
            <a:off x="573231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199FE8-8723-F0C1-7502-AC8BFBA2739D}"/>
              </a:ext>
            </a:extLst>
          </p:cNvPr>
          <p:cNvSpPr txBox="1"/>
          <p:nvPr/>
        </p:nvSpPr>
        <p:spPr>
          <a:xfrm>
            <a:off x="510763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6A1937-3BF2-BCA0-75CD-922ED0A99F08}"/>
              </a:ext>
            </a:extLst>
          </p:cNvPr>
          <p:cNvSpPr txBox="1"/>
          <p:nvPr/>
        </p:nvSpPr>
        <p:spPr>
          <a:xfrm>
            <a:off x="678742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4C6E3E17-635B-91CA-356E-1DA1D9152A39}"/>
              </a:ext>
            </a:extLst>
          </p:cNvPr>
          <p:cNvSpPr/>
          <p:nvPr/>
        </p:nvSpPr>
        <p:spPr>
          <a:xfrm>
            <a:off x="573231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02A7AA-CD41-61BE-0CB8-5BF3134AD7A9}"/>
              </a:ext>
            </a:extLst>
          </p:cNvPr>
          <p:cNvSpPr txBox="1"/>
          <p:nvPr/>
        </p:nvSpPr>
        <p:spPr>
          <a:xfrm>
            <a:off x="523748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D9C8926-89C0-D0E5-BCE4-4216B12D9ADA}"/>
              </a:ext>
            </a:extLst>
          </p:cNvPr>
          <p:cNvCxnSpPr>
            <a:cxnSpLocks/>
          </p:cNvCxnSpPr>
          <p:nvPr/>
        </p:nvCxnSpPr>
        <p:spPr>
          <a:xfrm flipH="1">
            <a:off x="8126601" y="263513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0646D09-63DD-786A-0BC6-C7FF82A08041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0A2934-D86E-337E-1D69-7BD6A9FD54EA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06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  <p:bldP spid="13" grpId="0"/>
      <p:bldP spid="16" grpId="0"/>
      <p:bldP spid="17" grpId="0"/>
      <p:bldP spid="18" grpId="0"/>
      <p:bldP spid="20" grpId="0"/>
      <p:bldP spid="24" grpId="0" animBg="1"/>
      <p:bldP spid="25" grpId="0"/>
      <p:bldP spid="26" grpId="0"/>
      <p:bldP spid="27" grpId="0" animBg="1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71440"/>
                <a:ext cx="811632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71440"/>
                <a:ext cx="811632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0.23232…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23.23232…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8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8" cy="8079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71721" y="264275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8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C61BB1D-7997-4CEE-6824-4FA5FC13CC6F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94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090360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090360"/>
                <a:ext cx="811632" cy="456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48013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91F2B64-43EF-4598-57E2-EF78DD6C6BD5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54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157849" y="1095686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849" y="1095686"/>
                <a:ext cx="811632" cy="456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48013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B28A8-1597-5DB2-D2D4-EB0A059C98B2}"/>
                  </a:ext>
                </a:extLst>
              </p:cNvPr>
              <p:cNvSpPr txBox="1"/>
              <p:nvPr/>
            </p:nvSpPr>
            <p:spPr>
              <a:xfrm>
                <a:off x="7155643" y="1069772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B28A8-1597-5DB2-D2D4-EB0A059C9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5643" y="1069772"/>
                <a:ext cx="811632" cy="45602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90C471-B646-3087-9CDA-B743A690A34A}"/>
                  </a:ext>
                </a:extLst>
              </p:cNvPr>
              <p:cNvSpPr txBox="1"/>
              <p:nvPr/>
            </p:nvSpPr>
            <p:spPr>
              <a:xfrm>
                <a:off x="6821335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90C471-B646-3087-9CDA-B743A690A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335" y="1694935"/>
                <a:ext cx="84965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5ED92-ACF7-CF4E-D17F-314D6706461B}"/>
                  </a:ext>
                </a:extLst>
              </p:cNvPr>
              <p:cNvSpPr txBox="1"/>
              <p:nvPr/>
            </p:nvSpPr>
            <p:spPr>
              <a:xfrm>
                <a:off x="6423789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5ED92-ACF7-CF4E-D17F-314D67064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789" y="2532091"/>
                <a:ext cx="1247201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890982-C2F9-1CDD-77B1-E5E024654F21}"/>
                  </a:ext>
                </a:extLst>
              </p:cNvPr>
              <p:cNvSpPr txBox="1"/>
              <p:nvPr/>
            </p:nvSpPr>
            <p:spPr>
              <a:xfrm>
                <a:off x="7967275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0.51515…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890982-C2F9-1CDD-77B1-E5E024654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275" y="1694935"/>
                <a:ext cx="1677254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A5A5E-6BE4-0B60-B568-50D790423012}"/>
                  </a:ext>
                </a:extLst>
              </p:cNvPr>
              <p:cNvSpPr txBox="1"/>
              <p:nvPr/>
            </p:nvSpPr>
            <p:spPr>
              <a:xfrm>
                <a:off x="7769155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51.51515…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A5A5E-6BE4-0B60-B568-50D790423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155" y="2532091"/>
                <a:ext cx="1876026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FA96A1-4DA6-E58A-EF9E-1CDE22720E94}"/>
                  </a:ext>
                </a:extLst>
              </p:cNvPr>
              <p:cNvSpPr txBox="1"/>
              <p:nvPr/>
            </p:nvSpPr>
            <p:spPr>
              <a:xfrm>
                <a:off x="6622561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FA96A1-4DA6-E58A-EF9E-1CDE22720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561" y="3901495"/>
                <a:ext cx="1048429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613BCA-4671-0E6D-D38D-A952F2DFAED1}"/>
                  </a:ext>
                </a:extLst>
              </p:cNvPr>
              <p:cNvSpPr txBox="1"/>
              <p:nvPr/>
            </p:nvSpPr>
            <p:spPr>
              <a:xfrm>
                <a:off x="7020106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613BCA-4671-0E6D-D38D-A952F2DFA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106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EC3D3-73BC-0D00-EBEB-91CDC50D4FF9}"/>
                  </a:ext>
                </a:extLst>
              </p:cNvPr>
              <p:cNvSpPr txBox="1"/>
              <p:nvPr/>
            </p:nvSpPr>
            <p:spPr>
              <a:xfrm>
                <a:off x="7807255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EC3D3-73BC-0D00-EBEB-91CDC50D4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255" y="4826776"/>
                <a:ext cx="479297" cy="81823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8428F1C-1485-B095-759B-4E5F2C4D7256}"/>
              </a:ext>
            </a:extLst>
          </p:cNvPr>
          <p:cNvSpPr txBox="1"/>
          <p:nvPr/>
        </p:nvSpPr>
        <p:spPr>
          <a:xfrm>
            <a:off x="6214570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DF744A-304E-59A6-5271-9B7D21DD7015}"/>
              </a:ext>
            </a:extLst>
          </p:cNvPr>
          <p:cNvCxnSpPr>
            <a:cxnSpLocks/>
          </p:cNvCxnSpPr>
          <p:nvPr/>
        </p:nvCxnSpPr>
        <p:spPr>
          <a:xfrm flipH="1">
            <a:off x="8280386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7DE692EF-37E5-4E1B-8986-F78B68DCC8E1}"/>
              </a:ext>
            </a:extLst>
          </p:cNvPr>
          <p:cNvSpPr/>
          <p:nvPr/>
        </p:nvSpPr>
        <p:spPr>
          <a:xfrm>
            <a:off x="5726083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7DBA20-2854-FA54-E8C2-8F5A8F1AD2CC}"/>
              </a:ext>
            </a:extLst>
          </p:cNvPr>
          <p:cNvSpPr txBox="1"/>
          <p:nvPr/>
        </p:nvSpPr>
        <p:spPr>
          <a:xfrm>
            <a:off x="4971560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661027-F9BB-213A-902A-8627B4BED8E4}"/>
              </a:ext>
            </a:extLst>
          </p:cNvPr>
          <p:cNvSpPr txBox="1"/>
          <p:nvPr/>
        </p:nvSpPr>
        <p:spPr>
          <a:xfrm>
            <a:off x="6781193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C405DEDF-6578-A6FC-2582-D5F87F6FD3EC}"/>
              </a:ext>
            </a:extLst>
          </p:cNvPr>
          <p:cNvSpPr/>
          <p:nvPr/>
        </p:nvSpPr>
        <p:spPr>
          <a:xfrm>
            <a:off x="5726083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AC5247-8CBC-4E09-B0CF-051C226A1E0B}"/>
              </a:ext>
            </a:extLst>
          </p:cNvPr>
          <p:cNvSpPr txBox="1"/>
          <p:nvPr/>
        </p:nvSpPr>
        <p:spPr>
          <a:xfrm>
            <a:off x="5101403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CEB1B10-3A3C-1B09-C2FC-67F81250E4F3}"/>
              </a:ext>
            </a:extLst>
          </p:cNvPr>
          <p:cNvCxnSpPr>
            <a:cxnSpLocks/>
          </p:cNvCxnSpPr>
          <p:nvPr/>
        </p:nvCxnSpPr>
        <p:spPr>
          <a:xfrm flipH="1">
            <a:off x="8302398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3CEB16-CDA9-7831-8E0E-28D3556368FD}"/>
                  </a:ext>
                </a:extLst>
              </p:cNvPr>
              <p:cNvSpPr txBox="1"/>
              <p:nvPr/>
            </p:nvSpPr>
            <p:spPr>
              <a:xfrm>
                <a:off x="7807255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51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3CEB16-CDA9-7831-8E0E-28D355636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255" y="3916437"/>
                <a:ext cx="479297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5FA445-0E95-FA17-E058-B00115293F96}"/>
                  </a:ext>
                </a:extLst>
              </p:cNvPr>
              <p:cNvSpPr txBox="1"/>
              <p:nvPr/>
            </p:nvSpPr>
            <p:spPr>
              <a:xfrm>
                <a:off x="8479520" y="4827706"/>
                <a:ext cx="846770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5FA445-0E95-FA17-E058-B00115293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520" y="4827706"/>
                <a:ext cx="846770" cy="80945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6827B376-D59D-6E0E-EED3-BABC372FDF49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C5577A-7452-62F1-0969-6FD071CABDCD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80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7" grpId="0"/>
      <p:bldP spid="18" grpId="0"/>
      <p:bldP spid="20" grpId="0"/>
      <p:bldP spid="21" grpId="0"/>
      <p:bldP spid="25" grpId="0" animBg="1"/>
      <p:bldP spid="26" grpId="0"/>
      <p:bldP spid="27" grpId="0"/>
      <p:bldP spid="28" grpId="0" animBg="1"/>
      <p:bldP spid="30" grpId="0"/>
      <p:bldP spid="32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443" y="1073619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443" y="1073619"/>
                <a:ext cx="811632" cy="456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48013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B28A8-1597-5DB2-D2D4-EB0A059C98B2}"/>
                  </a:ext>
                </a:extLst>
              </p:cNvPr>
              <p:cNvSpPr txBox="1"/>
              <p:nvPr/>
            </p:nvSpPr>
            <p:spPr>
              <a:xfrm>
                <a:off x="7028925" y="1112455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B28A8-1597-5DB2-D2D4-EB0A059C9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925" y="1112455"/>
                <a:ext cx="811632" cy="45602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90C471-B646-3087-9CDA-B743A690A34A}"/>
                  </a:ext>
                </a:extLst>
              </p:cNvPr>
              <p:cNvSpPr txBox="1"/>
              <p:nvPr/>
            </p:nvSpPr>
            <p:spPr>
              <a:xfrm>
                <a:off x="6821335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90C471-B646-3087-9CDA-B743A690A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335" y="1694935"/>
                <a:ext cx="84965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5ED92-ACF7-CF4E-D17F-314D6706461B}"/>
                  </a:ext>
                </a:extLst>
              </p:cNvPr>
              <p:cNvSpPr txBox="1"/>
              <p:nvPr/>
            </p:nvSpPr>
            <p:spPr>
              <a:xfrm>
                <a:off x="6423789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C5ED92-ACF7-CF4E-D17F-314D67064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789" y="2532091"/>
                <a:ext cx="1247201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890982-C2F9-1CDD-77B1-E5E024654F21}"/>
                  </a:ext>
                </a:extLst>
              </p:cNvPr>
              <p:cNvSpPr txBox="1"/>
              <p:nvPr/>
            </p:nvSpPr>
            <p:spPr>
              <a:xfrm>
                <a:off x="7967275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0.39393…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890982-C2F9-1CDD-77B1-E5E024654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7275" y="1694935"/>
                <a:ext cx="1677254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A5A5E-6BE4-0B60-B568-50D790423012}"/>
                  </a:ext>
                </a:extLst>
              </p:cNvPr>
              <p:cNvSpPr txBox="1"/>
              <p:nvPr/>
            </p:nvSpPr>
            <p:spPr>
              <a:xfrm>
                <a:off x="7769155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39.39393…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A5A5E-6BE4-0B60-B568-50D790423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155" y="2532091"/>
                <a:ext cx="1876026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FA96A1-4DA6-E58A-EF9E-1CDE22720E94}"/>
                  </a:ext>
                </a:extLst>
              </p:cNvPr>
              <p:cNvSpPr txBox="1"/>
              <p:nvPr/>
            </p:nvSpPr>
            <p:spPr>
              <a:xfrm>
                <a:off x="6622561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FA96A1-4DA6-E58A-EF9E-1CDE22720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2561" y="3901495"/>
                <a:ext cx="1048429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613BCA-4671-0E6D-D38D-A952F2DFAED1}"/>
                  </a:ext>
                </a:extLst>
              </p:cNvPr>
              <p:cNvSpPr txBox="1"/>
              <p:nvPr/>
            </p:nvSpPr>
            <p:spPr>
              <a:xfrm>
                <a:off x="7020106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0613BCA-4671-0E6D-D38D-A952F2DFA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106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EC3D3-73BC-0D00-EBEB-91CDC50D4FF9}"/>
                  </a:ext>
                </a:extLst>
              </p:cNvPr>
              <p:cNvSpPr txBox="1"/>
              <p:nvPr/>
            </p:nvSpPr>
            <p:spPr>
              <a:xfrm>
                <a:off x="7807255" y="4826776"/>
                <a:ext cx="47929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39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EC3D3-73BC-0D00-EBEB-91CDC50D4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255" y="4826776"/>
                <a:ext cx="479297" cy="80945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8428F1C-1485-B095-759B-4E5F2C4D7256}"/>
              </a:ext>
            </a:extLst>
          </p:cNvPr>
          <p:cNvSpPr txBox="1"/>
          <p:nvPr/>
        </p:nvSpPr>
        <p:spPr>
          <a:xfrm>
            <a:off x="6214570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DF744A-304E-59A6-5271-9B7D21DD7015}"/>
              </a:ext>
            </a:extLst>
          </p:cNvPr>
          <p:cNvCxnSpPr>
            <a:cxnSpLocks/>
          </p:cNvCxnSpPr>
          <p:nvPr/>
        </p:nvCxnSpPr>
        <p:spPr>
          <a:xfrm flipH="1">
            <a:off x="8280386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7DE692EF-37E5-4E1B-8986-F78B68DCC8E1}"/>
              </a:ext>
            </a:extLst>
          </p:cNvPr>
          <p:cNvSpPr/>
          <p:nvPr/>
        </p:nvSpPr>
        <p:spPr>
          <a:xfrm>
            <a:off x="5726083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7DBA20-2854-FA54-E8C2-8F5A8F1AD2CC}"/>
              </a:ext>
            </a:extLst>
          </p:cNvPr>
          <p:cNvSpPr txBox="1"/>
          <p:nvPr/>
        </p:nvSpPr>
        <p:spPr>
          <a:xfrm>
            <a:off x="4971560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661027-F9BB-213A-902A-8627B4BED8E4}"/>
              </a:ext>
            </a:extLst>
          </p:cNvPr>
          <p:cNvSpPr txBox="1"/>
          <p:nvPr/>
        </p:nvSpPr>
        <p:spPr>
          <a:xfrm>
            <a:off x="6781193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C405DEDF-6578-A6FC-2582-D5F87F6FD3EC}"/>
              </a:ext>
            </a:extLst>
          </p:cNvPr>
          <p:cNvSpPr/>
          <p:nvPr/>
        </p:nvSpPr>
        <p:spPr>
          <a:xfrm>
            <a:off x="5726083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AC5247-8CBC-4E09-B0CF-051C226A1E0B}"/>
              </a:ext>
            </a:extLst>
          </p:cNvPr>
          <p:cNvSpPr txBox="1"/>
          <p:nvPr/>
        </p:nvSpPr>
        <p:spPr>
          <a:xfrm>
            <a:off x="5101403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CEB1B10-3A3C-1B09-C2FC-67F81250E4F3}"/>
              </a:ext>
            </a:extLst>
          </p:cNvPr>
          <p:cNvCxnSpPr>
            <a:cxnSpLocks/>
          </p:cNvCxnSpPr>
          <p:nvPr/>
        </p:nvCxnSpPr>
        <p:spPr>
          <a:xfrm flipH="1">
            <a:off x="8302398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3CEB16-CDA9-7831-8E0E-28D3556368FD}"/>
                  </a:ext>
                </a:extLst>
              </p:cNvPr>
              <p:cNvSpPr txBox="1"/>
              <p:nvPr/>
            </p:nvSpPr>
            <p:spPr>
              <a:xfrm>
                <a:off x="7807255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39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3CEB16-CDA9-7831-8E0E-28D355636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255" y="3916437"/>
                <a:ext cx="479297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5FA445-0E95-FA17-E058-B00115293F96}"/>
                  </a:ext>
                </a:extLst>
              </p:cNvPr>
              <p:cNvSpPr txBox="1"/>
              <p:nvPr/>
            </p:nvSpPr>
            <p:spPr>
              <a:xfrm>
                <a:off x="8479520" y="4827706"/>
                <a:ext cx="846770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5FA445-0E95-FA17-E058-B00115293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520" y="4827706"/>
                <a:ext cx="846770" cy="80945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0D10EDC-EAE0-35B8-43C9-8ED42156E61F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384D75-80D6-CCB9-91E3-525D0196B534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46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7" grpId="0"/>
      <p:bldP spid="18" grpId="0"/>
      <p:bldP spid="20" grpId="0"/>
      <p:bldP spid="21" grpId="0"/>
      <p:bldP spid="25" grpId="0" animBg="1"/>
      <p:bldP spid="26" grpId="0"/>
      <p:bldP spid="27" grpId="0"/>
      <p:bldP spid="28" grpId="0" animBg="1"/>
      <p:bldP spid="30" grpId="0"/>
      <p:bldP spid="32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10797" y="1071440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797" y="1071440"/>
                <a:ext cx="1010405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0.327327…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327.327…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327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84189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913014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28647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743680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913014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58491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33941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327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442007" y="4827706"/>
                <a:ext cx="1045543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109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007" y="4827706"/>
                <a:ext cx="1045543" cy="8066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A54FE75-AB6A-44F1-280D-4C2C756EC43B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93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10797" y="1143256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797" y="1143256"/>
                <a:ext cx="1010405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0.633633…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633.633…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633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84189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913014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28647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743680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913014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58491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33941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211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8CD7FE0-5D2F-D6A1-3CED-811E9D7860E2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358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126686" y="1063111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686" y="1063111"/>
                <a:ext cx="1010405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0.633633…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633.633…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633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84189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913014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28647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743680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913014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58491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33941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211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289E7-F449-369F-D885-9331279D3395}"/>
                  </a:ext>
                </a:extLst>
              </p:cNvPr>
              <p:cNvSpPr txBox="1"/>
              <p:nvPr/>
            </p:nvSpPr>
            <p:spPr>
              <a:xfrm>
                <a:off x="7081072" y="1075834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289E7-F449-369F-D885-9331279D3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072" y="1075834"/>
                <a:ext cx="1010405" cy="44723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575527-C8B3-71D7-0496-BC8A2C81A48B}"/>
                  </a:ext>
                </a:extLst>
              </p:cNvPr>
              <p:cNvSpPr txBox="1"/>
              <p:nvPr/>
            </p:nvSpPr>
            <p:spPr>
              <a:xfrm>
                <a:off x="6738208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575527-C8B3-71D7-0496-BC8A2C81A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208" y="1694935"/>
                <a:ext cx="84965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87E5FB-176B-DD9E-ADD0-B3E2A7C50C79}"/>
                  </a:ext>
                </a:extLst>
              </p:cNvPr>
              <p:cNvSpPr txBox="1"/>
              <p:nvPr/>
            </p:nvSpPr>
            <p:spPr>
              <a:xfrm>
                <a:off x="6141890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87E5FB-176B-DD9E-ADD0-B3E2A7C50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890" y="2532091"/>
                <a:ext cx="1445973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CF1C15-662E-D8E1-5DB0-7CF0A9E8B803}"/>
                  </a:ext>
                </a:extLst>
              </p:cNvPr>
              <p:cNvSpPr txBox="1"/>
              <p:nvPr/>
            </p:nvSpPr>
            <p:spPr>
              <a:xfrm>
                <a:off x="7975588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0.298298…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CF1C15-662E-D8E1-5DB0-7CF0A9E8B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5588" y="1694935"/>
                <a:ext cx="1876026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C53620-8C00-B822-12BA-E821D9CA66C9}"/>
                  </a:ext>
                </a:extLst>
              </p:cNvPr>
              <p:cNvSpPr txBox="1"/>
              <p:nvPr/>
            </p:nvSpPr>
            <p:spPr>
              <a:xfrm>
                <a:off x="7586275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298.298…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C53620-8C00-B822-12BA-E821D9CA6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275" y="2532091"/>
                <a:ext cx="1677254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65F05-5743-6396-6E9E-5EA9320A715E}"/>
                  </a:ext>
                </a:extLst>
              </p:cNvPr>
              <p:cNvSpPr txBox="1"/>
              <p:nvPr/>
            </p:nvSpPr>
            <p:spPr>
              <a:xfrm>
                <a:off x="6340662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65F05-5743-6396-6E9E-5EA9320A7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662" y="3901495"/>
                <a:ext cx="1247201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B2FBD-A5B8-B197-FED1-CB284D68D177}"/>
                  </a:ext>
                </a:extLst>
              </p:cNvPr>
              <p:cNvSpPr txBox="1"/>
              <p:nvPr/>
            </p:nvSpPr>
            <p:spPr>
              <a:xfrm>
                <a:off x="6936979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B2FBD-A5B8-B197-FED1-CB284D68D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979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DDCF9-BB5E-F397-DFA0-497E1F3D7762}"/>
                  </a:ext>
                </a:extLst>
              </p:cNvPr>
              <p:cNvSpPr txBox="1"/>
              <p:nvPr/>
            </p:nvSpPr>
            <p:spPr>
              <a:xfrm>
                <a:off x="7624375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298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DDCF9-BB5E-F397-DFA0-497E1F3D7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375" y="4826776"/>
                <a:ext cx="678071" cy="80945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DD32AEB7-4AFA-3133-8918-9BBC18135A66}"/>
              </a:ext>
            </a:extLst>
          </p:cNvPr>
          <p:cNvSpPr txBox="1"/>
          <p:nvPr/>
        </p:nvSpPr>
        <p:spPr>
          <a:xfrm>
            <a:off x="6214571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B8F5F9-E2AD-A1CE-1DC3-C4F5AC3DF92D}"/>
              </a:ext>
            </a:extLst>
          </p:cNvPr>
          <p:cNvCxnSpPr>
            <a:cxnSpLocks/>
          </p:cNvCxnSpPr>
          <p:nvPr/>
        </p:nvCxnSpPr>
        <p:spPr>
          <a:xfrm flipH="1">
            <a:off x="8338575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C20FEA0A-EA05-EF6F-14A3-41ED1EAB7D93}"/>
              </a:ext>
            </a:extLst>
          </p:cNvPr>
          <p:cNvSpPr/>
          <p:nvPr/>
        </p:nvSpPr>
        <p:spPr>
          <a:xfrm>
            <a:off x="5867400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0F7E62-EF3B-7245-7249-884C0F3E7ABA}"/>
              </a:ext>
            </a:extLst>
          </p:cNvPr>
          <p:cNvSpPr txBox="1"/>
          <p:nvPr/>
        </p:nvSpPr>
        <p:spPr>
          <a:xfrm>
            <a:off x="4983033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EFBFA9-8DE2-2D58-2C32-D0372E17A157}"/>
              </a:ext>
            </a:extLst>
          </p:cNvPr>
          <p:cNvSpPr txBox="1"/>
          <p:nvPr/>
        </p:nvSpPr>
        <p:spPr>
          <a:xfrm>
            <a:off x="6698066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FF63E196-540C-DF93-0D2D-56F3C9F42696}"/>
              </a:ext>
            </a:extLst>
          </p:cNvPr>
          <p:cNvSpPr/>
          <p:nvPr/>
        </p:nvSpPr>
        <p:spPr>
          <a:xfrm>
            <a:off x="5867400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438136-0386-9400-2D1E-6B6B69289D79}"/>
              </a:ext>
            </a:extLst>
          </p:cNvPr>
          <p:cNvSpPr txBox="1"/>
          <p:nvPr/>
        </p:nvSpPr>
        <p:spPr>
          <a:xfrm>
            <a:off x="5112877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70A23E1-76D0-63E4-5590-AF35D1EA3DFD}"/>
              </a:ext>
            </a:extLst>
          </p:cNvPr>
          <p:cNvCxnSpPr>
            <a:cxnSpLocks/>
          </p:cNvCxnSpPr>
          <p:nvPr/>
        </p:nvCxnSpPr>
        <p:spPr>
          <a:xfrm flipH="1">
            <a:off x="8288327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69B112-C91C-DA69-48EE-8D11F33BA28E}"/>
                  </a:ext>
                </a:extLst>
              </p:cNvPr>
              <p:cNvSpPr txBox="1"/>
              <p:nvPr/>
            </p:nvSpPr>
            <p:spPr>
              <a:xfrm>
                <a:off x="7624375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298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69B112-C91C-DA69-48EE-8D11F33BA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375" y="3916437"/>
                <a:ext cx="678071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B86D60D-176E-DA44-B18B-0AA6401D4785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04A648-A06B-62A2-C913-BBFC10A23538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46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7" grpId="0"/>
      <p:bldP spid="18" grpId="0"/>
      <p:bldP spid="20" grpId="0"/>
      <p:bldP spid="21" grpId="0"/>
      <p:bldP spid="25" grpId="0" animBg="1"/>
      <p:bldP spid="26" grpId="0"/>
      <p:bldP spid="27" grpId="0"/>
      <p:bldP spid="28" grpId="0" animBg="1"/>
      <p:bldP spid="30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10797" y="1174210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797" y="1174210"/>
                <a:ext cx="1010405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822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504" y="2532091"/>
                <a:ext cx="144597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0.633633…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202" y="1694935"/>
                <a:ext cx="187602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633.633…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89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276" y="3901495"/>
                <a:ext cx="124720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2593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633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4826776"/>
                <a:ext cx="678071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84189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913014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28647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743680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913014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58491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33941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633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989" y="3916437"/>
                <a:ext cx="678071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211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007" y="4827706"/>
                <a:ext cx="1045543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289E7-F449-369F-D885-9331279D3395}"/>
                  </a:ext>
                </a:extLst>
              </p:cNvPr>
              <p:cNvSpPr txBox="1"/>
              <p:nvPr/>
            </p:nvSpPr>
            <p:spPr>
              <a:xfrm>
                <a:off x="7072469" y="1099144"/>
                <a:ext cx="1010405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8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2289E7-F449-369F-D885-9331279D3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469" y="1099144"/>
                <a:ext cx="1010405" cy="44723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575527-C8B3-71D7-0496-BC8A2C81A48B}"/>
                  </a:ext>
                </a:extLst>
              </p:cNvPr>
              <p:cNvSpPr txBox="1"/>
              <p:nvPr/>
            </p:nvSpPr>
            <p:spPr>
              <a:xfrm>
                <a:off x="6738208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575527-C8B3-71D7-0496-BC8A2C81A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208" y="1694935"/>
                <a:ext cx="84965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87E5FB-176B-DD9E-ADD0-B3E2A7C50C79}"/>
                  </a:ext>
                </a:extLst>
              </p:cNvPr>
              <p:cNvSpPr txBox="1"/>
              <p:nvPr/>
            </p:nvSpPr>
            <p:spPr>
              <a:xfrm>
                <a:off x="6141890" y="2532091"/>
                <a:ext cx="14459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87E5FB-176B-DD9E-ADD0-B3E2A7C50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890" y="2532091"/>
                <a:ext cx="1445973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CF1C15-662E-D8E1-5DB0-7CF0A9E8B803}"/>
                  </a:ext>
                </a:extLst>
              </p:cNvPr>
              <p:cNvSpPr txBox="1"/>
              <p:nvPr/>
            </p:nvSpPr>
            <p:spPr>
              <a:xfrm>
                <a:off x="7975588" y="1694935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0.189189…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CF1C15-662E-D8E1-5DB0-7CF0A9E8B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5588" y="1694935"/>
                <a:ext cx="1876026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C53620-8C00-B822-12BA-E821D9CA66C9}"/>
                  </a:ext>
                </a:extLst>
              </p:cNvPr>
              <p:cNvSpPr txBox="1"/>
              <p:nvPr/>
            </p:nvSpPr>
            <p:spPr>
              <a:xfrm>
                <a:off x="7586275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189.189…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C53620-8C00-B822-12BA-E821D9CA6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275" y="2532091"/>
                <a:ext cx="1677254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65F05-5743-6396-6E9E-5EA9320A715E}"/>
                  </a:ext>
                </a:extLst>
              </p:cNvPr>
              <p:cNvSpPr txBox="1"/>
              <p:nvPr/>
            </p:nvSpPr>
            <p:spPr>
              <a:xfrm>
                <a:off x="6340662" y="3901495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665F05-5743-6396-6E9E-5EA9320A7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662" y="3901495"/>
                <a:ext cx="1247201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B2FBD-A5B8-B197-FED1-CB284D68D177}"/>
                  </a:ext>
                </a:extLst>
              </p:cNvPr>
              <p:cNvSpPr txBox="1"/>
              <p:nvPr/>
            </p:nvSpPr>
            <p:spPr>
              <a:xfrm>
                <a:off x="6936979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B2FBD-A5B8-B197-FED1-CB284D68D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979" y="5015289"/>
                <a:ext cx="650884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DDCF9-BB5E-F397-DFA0-497E1F3D7762}"/>
                  </a:ext>
                </a:extLst>
              </p:cNvPr>
              <p:cNvSpPr txBox="1"/>
              <p:nvPr/>
            </p:nvSpPr>
            <p:spPr>
              <a:xfrm>
                <a:off x="7624375" y="4826776"/>
                <a:ext cx="67807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189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9DDCF9-BB5E-F397-DFA0-497E1F3D7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375" y="4826776"/>
                <a:ext cx="678071" cy="80945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DD32AEB7-4AFA-3133-8918-9BBC18135A66}"/>
              </a:ext>
            </a:extLst>
          </p:cNvPr>
          <p:cNvSpPr txBox="1"/>
          <p:nvPr/>
        </p:nvSpPr>
        <p:spPr>
          <a:xfrm>
            <a:off x="6214571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B8F5F9-E2AD-A1CE-1DC3-C4F5AC3DF92D}"/>
              </a:ext>
            </a:extLst>
          </p:cNvPr>
          <p:cNvCxnSpPr>
            <a:cxnSpLocks/>
          </p:cNvCxnSpPr>
          <p:nvPr/>
        </p:nvCxnSpPr>
        <p:spPr>
          <a:xfrm flipH="1">
            <a:off x="8338575" y="1820487"/>
            <a:ext cx="1112995" cy="1572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c 24">
            <a:extLst>
              <a:ext uri="{FF2B5EF4-FFF2-40B4-BE49-F238E27FC236}">
                <a16:creationId xmlns:a16="http://schemas.microsoft.com/office/drawing/2014/main" id="{C20FEA0A-EA05-EF6F-14A3-41ED1EAB7D93}"/>
              </a:ext>
            </a:extLst>
          </p:cNvPr>
          <p:cNvSpPr/>
          <p:nvPr/>
        </p:nvSpPr>
        <p:spPr>
          <a:xfrm>
            <a:off x="5867400" y="1898130"/>
            <a:ext cx="693707" cy="613064"/>
          </a:xfrm>
          <a:prstGeom prst="arc">
            <a:avLst>
              <a:gd name="adj1" fmla="val 7661979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0F7E62-EF3B-7245-7249-884C0F3E7ABA}"/>
              </a:ext>
            </a:extLst>
          </p:cNvPr>
          <p:cNvSpPr txBox="1"/>
          <p:nvPr/>
        </p:nvSpPr>
        <p:spPr>
          <a:xfrm>
            <a:off x="4983033" y="1992309"/>
            <a:ext cx="889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EFBFA9-8DE2-2D58-2C32-D0372E17A157}"/>
              </a:ext>
            </a:extLst>
          </p:cNvPr>
          <p:cNvSpPr txBox="1"/>
          <p:nvPr/>
        </p:nvSpPr>
        <p:spPr>
          <a:xfrm>
            <a:off x="6698066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FF63E196-540C-DF93-0D2D-56F3C9F42696}"/>
              </a:ext>
            </a:extLst>
          </p:cNvPr>
          <p:cNvSpPr/>
          <p:nvPr/>
        </p:nvSpPr>
        <p:spPr>
          <a:xfrm>
            <a:off x="5867400" y="4114800"/>
            <a:ext cx="693707" cy="613064"/>
          </a:xfrm>
          <a:prstGeom prst="arc">
            <a:avLst>
              <a:gd name="adj1" fmla="val 7922145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438136-0386-9400-2D1E-6B6B69289D79}"/>
              </a:ext>
            </a:extLst>
          </p:cNvPr>
          <p:cNvSpPr txBox="1"/>
          <p:nvPr/>
        </p:nvSpPr>
        <p:spPr>
          <a:xfrm>
            <a:off x="5112877" y="4208979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999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70A23E1-76D0-63E4-5590-AF35D1EA3DFD}"/>
              </a:ext>
            </a:extLst>
          </p:cNvPr>
          <p:cNvCxnSpPr>
            <a:cxnSpLocks/>
          </p:cNvCxnSpPr>
          <p:nvPr/>
        </p:nvCxnSpPr>
        <p:spPr>
          <a:xfrm flipH="1">
            <a:off x="8288327" y="2668385"/>
            <a:ext cx="764234" cy="1062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69B112-C91C-DA69-48EE-8D11F33BA28E}"/>
                  </a:ext>
                </a:extLst>
              </p:cNvPr>
              <p:cNvSpPr txBox="1"/>
              <p:nvPr/>
            </p:nvSpPr>
            <p:spPr>
              <a:xfrm>
                <a:off x="7624375" y="3916437"/>
                <a:ext cx="6780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189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69B112-C91C-DA69-48EE-8D11F33BA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375" y="3916437"/>
                <a:ext cx="678071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0F5AF6C-8F2F-71B6-8702-7AE098C0F8B1}"/>
                  </a:ext>
                </a:extLst>
              </p:cNvPr>
              <p:cNvSpPr txBox="1"/>
              <p:nvPr/>
            </p:nvSpPr>
            <p:spPr>
              <a:xfrm>
                <a:off x="8396393" y="4827706"/>
                <a:ext cx="846770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37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0F5AF6C-8F2F-71B6-8702-7AE098C0F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393" y="4827706"/>
                <a:ext cx="846770" cy="80663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FCB61E6C-B93E-658E-3104-41C1B8E97FA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A3E71A-15B9-1691-5977-1ACE58AA6ADE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98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7" grpId="0"/>
      <p:bldP spid="18" grpId="0"/>
      <p:bldP spid="20" grpId="0"/>
      <p:bldP spid="21" grpId="0"/>
      <p:bldP spid="25" grpId="0" animBg="1"/>
      <p:bldP spid="26" grpId="0"/>
      <p:bldP spid="27" grpId="0"/>
      <p:bldP spid="28" grpId="0" animBg="1"/>
      <p:bldP spid="30" grpId="0"/>
      <p:bldP spid="32" grpId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65721" y="1143256"/>
                <a:ext cx="751809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0.1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1143256"/>
                <a:ext cx="751809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0.16666…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1.66666…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908817"/>
                <a:ext cx="5530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1.5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08817"/>
                <a:ext cx="55303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55303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1.5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553037" cy="81823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365487" y="1837113"/>
            <a:ext cx="815815" cy="1461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390424" y="2660073"/>
            <a:ext cx="799191" cy="1294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60610F-31B9-CB74-EBF5-4623B0BA1A82}"/>
                  </a:ext>
                </a:extLst>
              </p:cNvPr>
              <p:cNvSpPr txBox="1"/>
              <p:nvPr/>
            </p:nvSpPr>
            <p:spPr>
              <a:xfrm>
                <a:off x="3567764" y="4826776"/>
                <a:ext cx="647998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60610F-31B9-CB74-EBF5-4623B0BA1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764" y="4826776"/>
                <a:ext cx="647998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676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83951" y="1091635"/>
                <a:ext cx="950580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951" y="1091635"/>
                <a:ext cx="950580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0.03636…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99765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3.63636…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65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553036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3.6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553036" cy="809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550445" y="1845425"/>
            <a:ext cx="772173" cy="12395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547518" y="2676698"/>
            <a:ext cx="775100" cy="13973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55303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3.6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8E0649-5EA7-276C-4F38-F76A2704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553036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55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6C192B3-7279-0C77-0AEC-B40F3FD4D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094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466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5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/>
              <p:nvPr/>
            </p:nvSpPr>
            <p:spPr>
              <a:xfrm>
                <a:off x="2004139" y="1099144"/>
                <a:ext cx="950580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0.20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95A1FF-9261-4D1E-ACCA-F217A42E6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139" y="1099144"/>
                <a:ext cx="950580" cy="4472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2427A18-029D-47DA-88FA-7F13FA04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/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B4CD253-D6D7-4AC5-9E7E-891121B95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7" y="2532091"/>
                <a:ext cx="104842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/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0.20888…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2F483C3-44B9-474A-A085-9885B37D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1694935"/>
                <a:ext cx="167725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/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2.08888…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9C5EE4-1660-4A4D-9B44-29E44436D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2532091"/>
                <a:ext cx="16772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/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C93464-65D6-4830-A767-F4C302AE3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3901495"/>
                <a:ext cx="84965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/>
              <p:nvPr/>
            </p:nvSpPr>
            <p:spPr>
              <a:xfrm>
                <a:off x="2852870" y="3908817"/>
                <a:ext cx="7518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1.88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AD0FB4A-B710-45E4-8771-CEE9D2F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08817"/>
                <a:ext cx="751809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DC062F-901B-4F5F-82C5-F57A9094A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751809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1.88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1685D5-62EC-4B65-B58E-8F466AA8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751809" cy="8094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93BF6F2D-AC40-473F-97F4-F95F81F25755}"/>
              </a:ext>
            </a:extLst>
          </p:cNvPr>
          <p:cNvSpPr txBox="1"/>
          <p:nvPr/>
        </p:nvSpPr>
        <p:spPr>
          <a:xfrm>
            <a:off x="1260185" y="330930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B89DC-DC4B-4FE5-B026-31E68AD1F023}"/>
              </a:ext>
            </a:extLst>
          </p:cNvPr>
          <p:cNvCxnSpPr>
            <a:cxnSpLocks/>
          </p:cNvCxnSpPr>
          <p:nvPr/>
        </p:nvCxnSpPr>
        <p:spPr>
          <a:xfrm flipH="1">
            <a:off x="3564659" y="1816100"/>
            <a:ext cx="604116" cy="15401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04D4B4-B951-F085-A14E-81DE6988DCA7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F9AFF36D-647A-F0BF-AFA1-7FE95DB5D5B7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63722-4BDB-A068-04D7-6FEC86DD9493}"/>
              </a:ext>
            </a:extLst>
          </p:cNvPr>
          <p:cNvSpPr txBox="1"/>
          <p:nvPr/>
        </p:nvSpPr>
        <p:spPr>
          <a:xfrm>
            <a:off x="147018" y="212531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E94078-E650-6D4D-FEB6-60A2B27BBE2B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326ECA6-78DF-4B07-8530-7B527436A5CF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41110-8E9C-B3F0-CDEE-8F3055114693}"/>
              </a:ext>
            </a:extLst>
          </p:cNvPr>
          <p:cNvSpPr txBox="1"/>
          <p:nvPr/>
        </p:nvSpPr>
        <p:spPr>
          <a:xfrm>
            <a:off x="276861" y="4341983"/>
            <a:ext cx="500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3AE0DE-FA4A-5154-B7EA-5033EFC1498B}"/>
              </a:ext>
            </a:extLst>
          </p:cNvPr>
          <p:cNvCxnSpPr>
            <a:cxnSpLocks/>
          </p:cNvCxnSpPr>
          <p:nvPr/>
        </p:nvCxnSpPr>
        <p:spPr>
          <a:xfrm flipH="1">
            <a:off x="3563274" y="2657475"/>
            <a:ext cx="599151" cy="1593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60610F-31B9-CB74-EBF5-4623B0BA1A82}"/>
                  </a:ext>
                </a:extLst>
              </p:cNvPr>
              <p:cNvSpPr txBox="1"/>
              <p:nvPr/>
            </p:nvSpPr>
            <p:spPr>
              <a:xfrm>
                <a:off x="3700768" y="4826776"/>
                <a:ext cx="1045543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225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60610F-31B9-CB74-EBF5-4623B0BA1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768" y="4826776"/>
                <a:ext cx="1045543" cy="80791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049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8" grpId="0" animBg="1"/>
      <p:bldP spid="9" grpId="0"/>
      <p:bldP spid="12" grpId="0"/>
      <p:bldP spid="14" grpId="0" animBg="1"/>
      <p:bldP spid="15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C925B4D-A372-3C1A-2771-812226B2A7D6}"/>
              </a:ext>
            </a:extLst>
          </p:cNvPr>
          <p:cNvSpPr/>
          <p:nvPr/>
        </p:nvSpPr>
        <p:spPr>
          <a:xfrm>
            <a:off x="4982311" y="440575"/>
            <a:ext cx="4888523" cy="1594772"/>
          </a:xfrm>
          <a:prstGeom prst="roundRect">
            <a:avLst>
              <a:gd name="adj" fmla="val 5156"/>
            </a:avLst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8F916F-BA79-601E-D3BE-41DACF5C6833}"/>
              </a:ext>
            </a:extLst>
          </p:cNvPr>
          <p:cNvSpPr/>
          <p:nvPr/>
        </p:nvSpPr>
        <p:spPr>
          <a:xfrm>
            <a:off x="4982311" y="2759102"/>
            <a:ext cx="4888523" cy="1594772"/>
          </a:xfrm>
          <a:prstGeom prst="roundRect">
            <a:avLst>
              <a:gd name="adj" fmla="val 5156"/>
            </a:avLst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65438D-5A5B-8BF8-6B0C-93CB0FFE75F9}"/>
              </a:ext>
            </a:extLst>
          </p:cNvPr>
          <p:cNvSpPr/>
          <p:nvPr/>
        </p:nvSpPr>
        <p:spPr>
          <a:xfrm>
            <a:off x="4982311" y="5077630"/>
            <a:ext cx="4888523" cy="1594772"/>
          </a:xfrm>
          <a:prstGeom prst="roundRect">
            <a:avLst>
              <a:gd name="adj" fmla="val 5156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7577D-9002-42AB-A2EE-EFEEEC305824}"/>
              </a:ext>
            </a:extLst>
          </p:cNvPr>
          <p:cNvSpPr txBox="1"/>
          <p:nvPr/>
        </p:nvSpPr>
        <p:spPr>
          <a:xfrm>
            <a:off x="2196523" y="-66839"/>
            <a:ext cx="551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Кайталануучу ондуктарды бөлчөккө айландыруу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73BAC37-C850-4FC8-AD97-BE7B488B94DF}"/>
                  </a:ext>
                </a:extLst>
              </p:cNvPr>
              <p:cNvSpPr txBox="1"/>
              <p:nvPr/>
            </p:nvSpPr>
            <p:spPr>
              <a:xfrm>
                <a:off x="5342883" y="1009950"/>
                <a:ext cx="9803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373BAC37-C850-4FC8-AD97-BE7B488B9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883" y="1009950"/>
                <a:ext cx="980332" cy="456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3B95FA3-E509-49FE-B0B3-F18E53010D25}"/>
                  </a:ext>
                </a:extLst>
              </p:cNvPr>
              <p:cNvSpPr txBox="1"/>
              <p:nvPr/>
            </p:nvSpPr>
            <p:spPr>
              <a:xfrm>
                <a:off x="6462330" y="828843"/>
                <a:ext cx="280525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3B95FA3-E509-49FE-B0B3-F18E53010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330" y="828843"/>
                <a:ext cx="280525" cy="8182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B9CAABF-445E-40CF-A570-F2676C9BB1A3}"/>
                  </a:ext>
                </a:extLst>
              </p:cNvPr>
              <p:cNvSpPr txBox="1"/>
              <p:nvPr/>
            </p:nvSpPr>
            <p:spPr>
              <a:xfrm>
                <a:off x="7811763" y="1047594"/>
                <a:ext cx="1179104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1B9CAABF-445E-40CF-A570-F2676C9BB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763" y="1047594"/>
                <a:ext cx="1179104" cy="4472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4711F57B-D05C-4050-A8FC-EC146E199127}"/>
                  </a:ext>
                </a:extLst>
              </p:cNvPr>
              <p:cNvSpPr txBox="1"/>
              <p:nvPr/>
            </p:nvSpPr>
            <p:spPr>
              <a:xfrm>
                <a:off x="9030964" y="833235"/>
                <a:ext cx="47929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4711F57B-D05C-4050-A8FC-EC146E199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964" y="833235"/>
                <a:ext cx="479297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3C4E61F-F275-4DD5-AED3-04B0761F12D4}"/>
                  </a:ext>
                </a:extLst>
              </p:cNvPr>
              <p:cNvSpPr txBox="1"/>
              <p:nvPr/>
            </p:nvSpPr>
            <p:spPr>
              <a:xfrm>
                <a:off x="5307104" y="3348583"/>
                <a:ext cx="1377877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3C4E61F-F275-4DD5-AED3-04B0761F1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104" y="3348583"/>
                <a:ext cx="1377877" cy="4560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58A75B0-E38F-4310-BB75-C14B7777B081}"/>
                  </a:ext>
                </a:extLst>
              </p:cNvPr>
              <p:cNvSpPr txBox="1"/>
              <p:nvPr/>
            </p:nvSpPr>
            <p:spPr>
              <a:xfrm>
                <a:off x="6737647" y="3147370"/>
                <a:ext cx="678070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215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58A75B0-E38F-4310-BB75-C14B7777B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647" y="3147370"/>
                <a:ext cx="678070" cy="8182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4EAA8AB-C5A7-454D-858A-259B79F22DC8}"/>
                  </a:ext>
                </a:extLst>
              </p:cNvPr>
              <p:cNvSpPr txBox="1"/>
              <p:nvPr/>
            </p:nvSpPr>
            <p:spPr>
              <a:xfrm>
                <a:off x="7897420" y="3346073"/>
                <a:ext cx="1119281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</m:t>
                      </m:r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4EAA8AB-C5A7-454D-858A-259B79F22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420" y="3346073"/>
                <a:ext cx="1119281" cy="4472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31FAC79-C6B5-4D27-9166-786668D87FC5}"/>
                  </a:ext>
                </a:extLst>
              </p:cNvPr>
              <p:cNvSpPr txBox="1"/>
              <p:nvPr/>
            </p:nvSpPr>
            <p:spPr>
              <a:xfrm>
                <a:off x="9066743" y="3153173"/>
                <a:ext cx="479297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31FAC79-C6B5-4D27-9166-786668D87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6743" y="3153173"/>
                <a:ext cx="479297" cy="8066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EB42916-DB8F-4346-9836-350FE087E349}"/>
                  </a:ext>
                </a:extLst>
              </p:cNvPr>
              <p:cNvSpPr txBox="1"/>
              <p:nvPr/>
            </p:nvSpPr>
            <p:spPr>
              <a:xfrm>
                <a:off x="5342884" y="5672914"/>
                <a:ext cx="1318053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0.0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EB42916-DB8F-4346-9836-350FE087E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884" y="5672914"/>
                <a:ext cx="1318053" cy="45602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985E738-E781-40FD-8730-30656C8BC9B0}"/>
                  </a:ext>
                </a:extLst>
              </p:cNvPr>
              <p:cNvSpPr txBox="1"/>
              <p:nvPr/>
            </p:nvSpPr>
            <p:spPr>
              <a:xfrm>
                <a:off x="6697162" y="5471701"/>
                <a:ext cx="479297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985E738-E781-40FD-8730-30656C8BC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162" y="5471701"/>
                <a:ext cx="479297" cy="8066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763A79-71ED-4CB6-9C10-CF94AD9F3065}"/>
                  </a:ext>
                </a:extLst>
              </p:cNvPr>
              <p:cNvSpPr txBox="1"/>
              <p:nvPr/>
            </p:nvSpPr>
            <p:spPr>
              <a:xfrm>
                <a:off x="7811764" y="5679816"/>
                <a:ext cx="1179104" cy="447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3763A79-71ED-4CB6-9C10-CF94AD9F3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764" y="5679816"/>
                <a:ext cx="1179104" cy="44723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7701435-369A-41D1-8338-68552B4D0CB7}"/>
                  </a:ext>
                </a:extLst>
              </p:cNvPr>
              <p:cNvSpPr txBox="1"/>
              <p:nvPr/>
            </p:nvSpPr>
            <p:spPr>
              <a:xfrm>
                <a:off x="9030964" y="5470290"/>
                <a:ext cx="47929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92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7701435-369A-41D1-8338-68552B4D0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964" y="5470290"/>
                <a:ext cx="479297" cy="8094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EBA4E3-386D-D59B-BC10-44BFAC55F8DF}"/>
                  </a:ext>
                </a:extLst>
              </p:cNvPr>
              <p:cNvSpPr txBox="1"/>
              <p:nvPr/>
            </p:nvSpPr>
            <p:spPr>
              <a:xfrm>
                <a:off x="2041238" y="982670"/>
                <a:ext cx="811632" cy="4560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EBA4E3-386D-D59B-BC10-44BFAC55F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238" y="982670"/>
                <a:ext cx="811632" cy="45602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2A857C-A284-304F-5ECB-0E6FB51CA20E}"/>
                  </a:ext>
                </a:extLst>
              </p:cNvPr>
              <p:cNvSpPr txBox="1"/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2A857C-A284-304F-5ECB-0E6FB51CA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50" y="1694935"/>
                <a:ext cx="849655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06400E-695B-B423-67C9-6FDE1FA1CC75}"/>
                  </a:ext>
                </a:extLst>
              </p:cNvPr>
              <p:cNvSpPr txBox="1"/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06400E-695B-B423-67C9-6FDE1FA1C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404" y="2532091"/>
                <a:ext cx="1247201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D2DAA6-C08B-DFE6-013B-597B025A239A}"/>
                  </a:ext>
                </a:extLst>
              </p:cNvPr>
              <p:cNvSpPr txBox="1"/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0.45454…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D2DAA6-C08B-DFE6-013B-597B025A2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890" y="1694935"/>
                <a:ext cx="1677254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04BC97-5B80-29DF-DC87-1F5E8F371A3F}"/>
                  </a:ext>
                </a:extLst>
              </p:cNvPr>
              <p:cNvSpPr txBox="1"/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45.45454…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04BC97-5B80-29DF-DC87-1F5E8F371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770" y="2532091"/>
                <a:ext cx="1876026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E5C752-8AA4-442A-AC93-46B55FFD0AB8}"/>
                  </a:ext>
                </a:extLst>
              </p:cNvPr>
              <p:cNvSpPr txBox="1"/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E5C752-8AA4-442A-AC93-46B55FFD0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176" y="3901495"/>
                <a:ext cx="1048429" cy="4308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E3AEE5-5ABC-7D8A-30E1-EEDAF46A6043}"/>
                  </a:ext>
                </a:extLst>
              </p:cNvPr>
              <p:cNvSpPr txBox="1"/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E3AEE5-5ABC-7D8A-30E1-EEDAF46A6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721" y="5015289"/>
                <a:ext cx="650884" cy="43088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A8F858-7F38-1547-4076-DEA57063C26B}"/>
                  </a:ext>
                </a:extLst>
              </p:cNvPr>
              <p:cNvSpPr txBox="1"/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A8F858-7F38-1547-4076-DEA57063C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4826776"/>
                <a:ext cx="479297" cy="81823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51AE30A-381F-F6AB-D2CF-DB984C93DC0C}"/>
              </a:ext>
            </a:extLst>
          </p:cNvPr>
          <p:cNvSpPr txBox="1"/>
          <p:nvPr/>
        </p:nvSpPr>
        <p:spPr>
          <a:xfrm>
            <a:off x="1263679" y="226228"/>
            <a:ext cx="2438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ондукту </a:t>
            </a:r>
          </a:p>
          <a:p>
            <a:pPr algn="ctr"/>
            <a:r>
              <a:rPr lang="ky-KG" sz="2000" dirty="0"/>
              <a:t>бөлчөккө айландыр.</a:t>
            </a:r>
            <a:endParaRPr lang="en-GB" sz="20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EFF94A-73C9-431D-C91D-9CDA61840F1F}"/>
              </a:ext>
            </a:extLst>
          </p:cNvPr>
          <p:cNvCxnSpPr>
            <a:cxnSpLocks/>
          </p:cNvCxnSpPr>
          <p:nvPr/>
        </p:nvCxnSpPr>
        <p:spPr>
          <a:xfrm flipH="1">
            <a:off x="3326001" y="1781695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6E67BCA5-DC04-F362-D8C4-B32065D5C2B2}"/>
              </a:ext>
            </a:extLst>
          </p:cNvPr>
          <p:cNvSpPr/>
          <p:nvPr/>
        </p:nvSpPr>
        <p:spPr>
          <a:xfrm>
            <a:off x="771698" y="193172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FB48DD-0A48-87B2-74E0-22DC38029009}"/>
              </a:ext>
            </a:extLst>
          </p:cNvPr>
          <p:cNvSpPr txBox="1"/>
          <p:nvPr/>
        </p:nvSpPr>
        <p:spPr>
          <a:xfrm>
            <a:off x="17175" y="2125313"/>
            <a:ext cx="760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× 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27BBAF-BC8D-02FD-920F-61C704E3F81D}"/>
              </a:ext>
            </a:extLst>
          </p:cNvPr>
          <p:cNvSpPr txBox="1"/>
          <p:nvPr/>
        </p:nvSpPr>
        <p:spPr>
          <a:xfrm>
            <a:off x="1826808" y="3260084"/>
            <a:ext cx="145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rgbClr val="0070C0"/>
                </a:solidFill>
              </a:rPr>
              <a:t>𝟏𝒙 кемитүү</a:t>
            </a:r>
            <a:endParaRPr lang="en-GB" sz="2000" b="1" dirty="0">
              <a:solidFill>
                <a:srgbClr val="0070C0"/>
              </a:solidFill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5C166A89-3E9E-EF92-0343-ACE1B70703EA}"/>
              </a:ext>
            </a:extLst>
          </p:cNvPr>
          <p:cNvSpPr/>
          <p:nvPr/>
        </p:nvSpPr>
        <p:spPr>
          <a:xfrm>
            <a:off x="771698" y="4148395"/>
            <a:ext cx="890847" cy="787287"/>
          </a:xfrm>
          <a:prstGeom prst="arc">
            <a:avLst>
              <a:gd name="adj1" fmla="val 5496666"/>
              <a:gd name="adj2" fmla="val 16236304"/>
            </a:avLst>
          </a:prstGeom>
          <a:ln w="28575">
            <a:solidFill>
              <a:srgbClr val="0070C0"/>
            </a:solidFill>
            <a:headEnd type="triangle" w="lg" len="lg"/>
            <a:tailEnd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D10096-DDBA-9C67-1F98-2C807642EBBF}"/>
              </a:ext>
            </a:extLst>
          </p:cNvPr>
          <p:cNvSpPr txBox="1"/>
          <p:nvPr/>
        </p:nvSpPr>
        <p:spPr>
          <a:xfrm>
            <a:off x="147018" y="434198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000" b="1" dirty="0">
                <a:solidFill>
                  <a:srgbClr val="0070C0"/>
                </a:solidFill>
              </a:rPr>
              <a:t>÷ 99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9BB403C-D257-5E74-7F42-E0143E8C73B8}"/>
              </a:ext>
            </a:extLst>
          </p:cNvPr>
          <p:cNvCxnSpPr>
            <a:cxnSpLocks/>
          </p:cNvCxnSpPr>
          <p:nvPr/>
        </p:nvCxnSpPr>
        <p:spPr>
          <a:xfrm flipH="1">
            <a:off x="3348013" y="2653692"/>
            <a:ext cx="1007008" cy="187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04DBFA-DA71-E87A-99F0-9F99029A7CBD}"/>
                  </a:ext>
                </a:extLst>
              </p:cNvPr>
              <p:cNvSpPr txBox="1"/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604DBFA-DA71-E87A-99F0-9F99029A7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870" y="3916437"/>
                <a:ext cx="479297" cy="43088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6E2DEA-4CE1-A807-4CC2-03059EFACEE3}"/>
                  </a:ext>
                </a:extLst>
              </p:cNvPr>
              <p:cNvSpPr txBox="1"/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6E2DEA-4CE1-A807-4CC2-03059EFAC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135" y="4827706"/>
                <a:ext cx="846770" cy="81541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F57A0CF-F0C0-A325-1584-5E3CFF39664E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6066F3-3719-0990-7BBF-9DADB6B64F68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76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8" grpId="0"/>
      <p:bldP spid="104" grpId="0"/>
      <p:bldP spid="106" grpId="0"/>
      <p:bldP spid="110" grpId="0"/>
      <p:bldP spid="1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518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62346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10511</TotalTime>
  <Words>911</Words>
  <Application>Microsoft Office PowerPoint</Application>
  <PresentationFormat>A4 Paper (210x297 mm)</PresentationFormat>
  <Paragraphs>387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Stencil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485</cp:revision>
  <cp:lastPrinted>2017-12-31T22:38:51Z</cp:lastPrinted>
  <dcterms:created xsi:type="dcterms:W3CDTF">2017-01-17T16:57:04Z</dcterms:created>
  <dcterms:modified xsi:type="dcterms:W3CDTF">2024-10-22T09:11:55Z</dcterms:modified>
</cp:coreProperties>
</file>