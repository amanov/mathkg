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19" r:id="rId3"/>
  </p:sldMasterIdLst>
  <p:notesMasterIdLst>
    <p:notesMasterId r:id="rId9"/>
  </p:notesMasterIdLst>
  <p:sldIdLst>
    <p:sldId id="947" r:id="rId4"/>
    <p:sldId id="944" r:id="rId5"/>
    <p:sldId id="943" r:id="rId6"/>
    <p:sldId id="945" r:id="rId7"/>
    <p:sldId id="948" r:id="rId8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447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722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128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0676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Эки орундуу ондуктар – Көбөйтүү – 1234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1968873" y="620727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6.4 × 0.1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A10E4-1681-A434-ACB9-1EB32444C33B}"/>
              </a:ext>
            </a:extLst>
          </p:cNvPr>
          <p:cNvSpPr txBox="1"/>
          <p:nvPr/>
        </p:nvSpPr>
        <p:spPr>
          <a:xfrm>
            <a:off x="6923259" y="620727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4.4 × 1.2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E9F8E-81DC-7701-82CF-5069E031DDE8}"/>
              </a:ext>
            </a:extLst>
          </p:cNvPr>
          <p:cNvSpPr txBox="1"/>
          <p:nvPr/>
        </p:nvSpPr>
        <p:spPr>
          <a:xfrm>
            <a:off x="4965564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A2AA8-0096-28AC-9E36-282FC1F88747}"/>
              </a:ext>
            </a:extLst>
          </p:cNvPr>
          <p:cNvSpPr txBox="1"/>
          <p:nvPr/>
        </p:nvSpPr>
        <p:spPr>
          <a:xfrm>
            <a:off x="1839030" y="405388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0.65 × 0.13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CC3A2-6139-8998-85CC-2947981955D0}"/>
              </a:ext>
            </a:extLst>
          </p:cNvPr>
          <p:cNvSpPr txBox="1"/>
          <p:nvPr/>
        </p:nvSpPr>
        <p:spPr>
          <a:xfrm>
            <a:off x="11178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4D7C-959A-5B40-52E6-331D2E9CC644}"/>
              </a:ext>
            </a:extLst>
          </p:cNvPr>
          <p:cNvSpPr txBox="1"/>
          <p:nvPr/>
        </p:nvSpPr>
        <p:spPr>
          <a:xfrm>
            <a:off x="6793417" y="405388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2.17 × 0.53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D3157-7CE3-C987-C30D-9127EEEA5636}"/>
              </a:ext>
            </a:extLst>
          </p:cNvPr>
          <p:cNvSpPr txBox="1"/>
          <p:nvPr/>
        </p:nvSpPr>
        <p:spPr>
          <a:xfrm>
            <a:off x="4965564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702251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1968873" y="620727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6.4 × 0.1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2BB8E9-F020-4BDB-BE08-EC24F9534C91}"/>
              </a:ext>
            </a:extLst>
          </p:cNvPr>
          <p:cNvSpPr txBox="1"/>
          <p:nvPr/>
        </p:nvSpPr>
        <p:spPr>
          <a:xfrm>
            <a:off x="2187684" y="186245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0.64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A10E4-1681-A434-ACB9-1EB32444C33B}"/>
              </a:ext>
            </a:extLst>
          </p:cNvPr>
          <p:cNvSpPr txBox="1"/>
          <p:nvPr/>
        </p:nvSpPr>
        <p:spPr>
          <a:xfrm>
            <a:off x="6923259" y="620727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4.4 × 1.2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E9F8E-81DC-7701-82CF-5069E031DDE8}"/>
              </a:ext>
            </a:extLst>
          </p:cNvPr>
          <p:cNvSpPr txBox="1"/>
          <p:nvPr/>
        </p:nvSpPr>
        <p:spPr>
          <a:xfrm>
            <a:off x="4965564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BF887-9CF9-425D-0873-F3DE78E06164}"/>
              </a:ext>
            </a:extLst>
          </p:cNvPr>
          <p:cNvSpPr txBox="1"/>
          <p:nvPr/>
        </p:nvSpPr>
        <p:spPr>
          <a:xfrm>
            <a:off x="7142070" y="186245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5.28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A2AA8-0096-28AC-9E36-282FC1F88747}"/>
              </a:ext>
            </a:extLst>
          </p:cNvPr>
          <p:cNvSpPr txBox="1"/>
          <p:nvPr/>
        </p:nvSpPr>
        <p:spPr>
          <a:xfrm>
            <a:off x="1839030" y="405388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0.65 × 0.13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CC3A2-6139-8998-85CC-2947981955D0}"/>
              </a:ext>
            </a:extLst>
          </p:cNvPr>
          <p:cNvSpPr txBox="1"/>
          <p:nvPr/>
        </p:nvSpPr>
        <p:spPr>
          <a:xfrm>
            <a:off x="11178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79DBD2-BBA3-0E31-04E2-41EB16DCF4F0}"/>
              </a:ext>
            </a:extLst>
          </p:cNvPr>
          <p:cNvSpPr txBox="1"/>
          <p:nvPr/>
        </p:nvSpPr>
        <p:spPr>
          <a:xfrm>
            <a:off x="2057841" y="5295611"/>
            <a:ext cx="89800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0.0845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4D7C-959A-5B40-52E6-331D2E9CC644}"/>
              </a:ext>
            </a:extLst>
          </p:cNvPr>
          <p:cNvSpPr txBox="1"/>
          <p:nvPr/>
        </p:nvSpPr>
        <p:spPr>
          <a:xfrm>
            <a:off x="6793417" y="405388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2.17 × 0.53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D3157-7CE3-C987-C30D-9127EEEA5636}"/>
              </a:ext>
            </a:extLst>
          </p:cNvPr>
          <p:cNvSpPr txBox="1"/>
          <p:nvPr/>
        </p:nvSpPr>
        <p:spPr>
          <a:xfrm>
            <a:off x="4965564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67D0D5-E98C-EA64-D13F-DC9234B98613}"/>
              </a:ext>
            </a:extLst>
          </p:cNvPr>
          <p:cNvSpPr txBox="1"/>
          <p:nvPr/>
        </p:nvSpPr>
        <p:spPr>
          <a:xfrm>
            <a:off x="7012227" y="5295611"/>
            <a:ext cx="89800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/>
              <a:t>1.1501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" grpId="0" animBg="1"/>
      <p:bldP spid="8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E89C83-A15A-47A7-B436-0BFC2CCBF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81258" y="1109542"/>
            <a:ext cx="6712220" cy="46389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E7DC60-13D0-4FEE-17FE-A1023BFFF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52737" y="1031845"/>
            <a:ext cx="6712220" cy="479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954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10536</TotalTime>
  <Words>114</Words>
  <Application>Microsoft Office PowerPoint</Application>
  <PresentationFormat>A4 Paper (210x297 mm)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</vt:lpstr>
      <vt:lpstr>Arial</vt:lpstr>
      <vt:lpstr>Calibri Light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527</cp:revision>
  <cp:lastPrinted>2017-12-31T22:38:51Z</cp:lastPrinted>
  <dcterms:created xsi:type="dcterms:W3CDTF">2017-01-17T16:57:04Z</dcterms:created>
  <dcterms:modified xsi:type="dcterms:W3CDTF">2024-05-23T10:30:00Z</dcterms:modified>
</cp:coreProperties>
</file>