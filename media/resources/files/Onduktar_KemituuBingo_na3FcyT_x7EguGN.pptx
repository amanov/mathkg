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49" r:id="rId7"/>
    <p:sldId id="951" r:id="rId8"/>
    <p:sldId id="950" r:id="rId9"/>
    <p:sldId id="959" r:id="rId10"/>
    <p:sldId id="952" r:id="rId11"/>
    <p:sldId id="960" r:id="rId12"/>
    <p:sldId id="953" r:id="rId13"/>
    <p:sldId id="954" r:id="rId14"/>
    <p:sldId id="962" r:id="rId15"/>
    <p:sldId id="955" r:id="rId16"/>
    <p:sldId id="958" r:id="rId17"/>
    <p:sldId id="961" r:id="rId18"/>
    <p:sldId id="956" r:id="rId19"/>
    <p:sldId id="963" r:id="rId20"/>
    <p:sldId id="957" r:id="rId21"/>
    <p:sldId id="96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2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23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46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7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8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3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35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8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9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42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133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6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1164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475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14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36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4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7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73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0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3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37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92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6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Кемит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Choose your numbers…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8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86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06740" y="2129783"/>
            <a:ext cx="6909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5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8824</TotalTime>
  <Words>522</Words>
  <Application>Microsoft Office PowerPoint</Application>
  <PresentationFormat>A4 Paper (210x297 mm)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2024-05-04T07:47:51Z</dcterms:modified>
</cp:coreProperties>
</file>