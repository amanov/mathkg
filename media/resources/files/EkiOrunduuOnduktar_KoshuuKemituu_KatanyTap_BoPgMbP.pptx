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0" r:id="rId2"/>
    <p:sldId id="941" r:id="rId3"/>
    <p:sldId id="939" r:id="rId4"/>
    <p:sldId id="833" r:id="rId5"/>
    <p:sldId id="832" r:id="rId6"/>
    <p:sldId id="942" r:id="rId7"/>
  </p:sldIdLst>
  <p:sldSz cx="9906000" cy="6858000" type="A4"/>
  <p:notesSz cx="7104063" cy="10234613"/>
  <p:embeddedFontLst>
    <p:embeddedFont>
      <p:font typeface="Fira Code" panose="020B0809050000020004" pitchFamily="49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24/05/2024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орундуу ондуктар – кошуу жана кемитүү – катаны тапкыла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00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BE522CB-4A6A-4F08-8DB4-94F65EB81FA4}"/>
              </a:ext>
            </a:extLst>
          </p:cNvPr>
          <p:cNvGrpSpPr/>
          <p:nvPr/>
        </p:nvGrpSpPr>
        <p:grpSpPr>
          <a:xfrm>
            <a:off x="1971041" y="2634"/>
            <a:ext cx="7934960" cy="6846399"/>
            <a:chOff x="2912202" y="2006600"/>
            <a:chExt cx="5728777" cy="494287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AADA95B-5980-4829-A46B-E8CAE0020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84793" y="2006600"/>
              <a:ext cx="2939873" cy="249559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FB85AC0-9C17-4197-9B29-8F6261B8A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12202" y="4460656"/>
              <a:ext cx="5728777" cy="2488816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645B9EC-3ED5-9812-8C03-F0AE67926354}"/>
              </a:ext>
            </a:extLst>
          </p:cNvPr>
          <p:cNvSpPr txBox="1"/>
          <p:nvPr/>
        </p:nvSpPr>
        <p:spPr>
          <a:xfrm>
            <a:off x="0" y="1088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BBC519-8119-C71E-B353-A6AD439F3838}"/>
              </a:ext>
            </a:extLst>
          </p:cNvPr>
          <p:cNvSpPr txBox="1"/>
          <p:nvPr/>
        </p:nvSpPr>
        <p:spPr>
          <a:xfrm>
            <a:off x="382870" y="1516476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352BD60-5342-49B5-A871-28B62F687C2E}"/>
              </a:ext>
            </a:extLst>
          </p:cNvPr>
          <p:cNvGrpSpPr/>
          <p:nvPr/>
        </p:nvGrpSpPr>
        <p:grpSpPr>
          <a:xfrm>
            <a:off x="1971041" y="2634"/>
            <a:ext cx="7934960" cy="6846399"/>
            <a:chOff x="2912202" y="2006600"/>
            <a:chExt cx="5728777" cy="494287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662BDA1-C327-49FA-B85C-9BB6F1218B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84793" y="2006600"/>
              <a:ext cx="2939873" cy="2495595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44F23AF-EE15-4999-AD40-7A04629AA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12202" y="4460656"/>
              <a:ext cx="5728777" cy="2488816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4378511" y="266320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6331400" y="283972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6721039" y="542128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4884799" y="193095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5766649" y="3681568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F7B1AB4-5909-4362-8C10-3D6EF3FAADE7}"/>
              </a:ext>
            </a:extLst>
          </p:cNvPr>
          <p:cNvSpPr/>
          <p:nvPr/>
        </p:nvSpPr>
        <p:spPr>
          <a:xfrm>
            <a:off x="3738431" y="536576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6FAEFB-9053-4A79-8B5F-97057EFECD41}"/>
              </a:ext>
            </a:extLst>
          </p:cNvPr>
          <p:cNvSpPr/>
          <p:nvPr/>
        </p:nvSpPr>
        <p:spPr>
          <a:xfrm>
            <a:off x="4794680" y="539174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8FDB40-8CC6-8C09-0124-F0414D8D21BF}"/>
              </a:ext>
            </a:extLst>
          </p:cNvPr>
          <p:cNvSpPr txBox="1"/>
          <p:nvPr/>
        </p:nvSpPr>
        <p:spPr>
          <a:xfrm>
            <a:off x="304800" y="465665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7E6D85-51C3-9D23-3D17-462FB4209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884624" y="1087699"/>
            <a:ext cx="6637049" cy="46826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D308FD-560D-A935-3062-589A77A13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246175" y="1087699"/>
            <a:ext cx="6637049" cy="468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8328</TotalTime>
  <Words>120</Words>
  <Application>Microsoft Office PowerPoint</Application>
  <PresentationFormat>A4 Paper (210x297 mm)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Fira Code</vt:lpstr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2019-05-06T03:54:53Z</cp:lastPrinted>
  <dcterms:created xsi:type="dcterms:W3CDTF">2017-01-17T16:57:04Z</dcterms:created>
  <dcterms:modified xsi:type="dcterms:W3CDTF">2024-05-24T10:23:19Z</dcterms:modified>
</cp:coreProperties>
</file>