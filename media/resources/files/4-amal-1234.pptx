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848" r:id="rId2"/>
    <p:sldId id="944" r:id="rId3"/>
    <p:sldId id="943" r:id="rId4"/>
    <p:sldId id="945" r:id="rId5"/>
    <p:sldId id="938" r:id="rId6"/>
  </p:sldIdLst>
  <p:sldSz cx="9906000" cy="6858000" type="A4"/>
  <p:notesSz cx="7104063" cy="10234613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mbria Math" panose="02040503050406030204" pitchFamily="18" charset="0"/>
      <p:regular r:id="rId12"/>
    </p:embeddedFont>
    <p:embeddedFont>
      <p:font typeface="Helvetica" panose="020B060402020202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848"/>
          </p14:sldIdLst>
        </p14:section>
        <p14:section name="To Display" id="{059544AC-2C27-45B1-9F95-F87DF8854DD6}">
          <p14:sldIdLst>
            <p14:sldId id="944"/>
          </p14:sldIdLst>
        </p14:section>
        <p14:section name="Answers" id="{1FEDB314-42DC-4694-9B04-D4A4AAE625F7}">
          <p14:sldIdLst>
            <p14:sldId id="943"/>
          </p14:sldIdLst>
        </p14:section>
        <p14:section name="Worksheets" id="{A78D9305-6AAE-4715-A210-52F6908F30F7}">
          <p14:sldIdLst>
            <p14:sldId id="945"/>
          </p14:sldIdLst>
        </p14:section>
        <p14:section name="goteachmaths" id="{F3D720CF-F566-46A6-9361-125255B68FA6}">
          <p14:sldIdLst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13/07/2023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БККК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4 – ABC</a:t>
            </a:r>
            <a:endParaRPr lang="ky-KG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бөлүү көбөйтүүнү кошуу кемитүү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көбөйтүү бөлүү кошуу кемитүү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Негизги амалдардын тартиби</a:t>
            </a: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көнүгүү катары берсе болот</a:t>
            </a: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/>
              <p:nvPr/>
            </p:nvSpPr>
            <p:spPr>
              <a:xfrm>
                <a:off x="1698495" y="371345"/>
                <a:ext cx="141615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495" y="371345"/>
                <a:ext cx="1416157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CFF194-8A1E-4EB2-8A26-86C45EA53E66}"/>
                  </a:ext>
                </a:extLst>
              </p:cNvPr>
              <p:cNvSpPr txBox="1"/>
              <p:nvPr/>
            </p:nvSpPr>
            <p:spPr>
              <a:xfrm>
                <a:off x="6428363" y="371345"/>
                <a:ext cx="186519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CFF194-8A1E-4EB2-8A26-86C45EA53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8363" y="371345"/>
                <a:ext cx="1865191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343ED0E-1049-492F-BDDC-582C4E5517BD}"/>
              </a:ext>
            </a:extLst>
          </p:cNvPr>
          <p:cNvSpPr txBox="1"/>
          <p:nvPr/>
        </p:nvSpPr>
        <p:spPr>
          <a:xfrm>
            <a:off x="4965563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D658B1-A1FB-4FDC-8BA5-43178C976934}"/>
                  </a:ext>
                </a:extLst>
              </p:cNvPr>
              <p:cNvSpPr txBox="1"/>
              <p:nvPr/>
            </p:nvSpPr>
            <p:spPr>
              <a:xfrm>
                <a:off x="1072331" y="3812814"/>
                <a:ext cx="266848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(12−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2)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D658B1-A1FB-4FDC-8BA5-43178C976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331" y="3812814"/>
                <a:ext cx="2668487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5E24E8E-0EBD-4E4E-A691-95B2EE8A14B2}"/>
              </a:ext>
            </a:extLst>
          </p:cNvPr>
          <p:cNvSpPr txBox="1"/>
          <p:nvPr/>
        </p:nvSpPr>
        <p:spPr>
          <a:xfrm>
            <a:off x="11178" y="3448176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A8C7EA-DFE4-429A-9097-DBC958D1CDFB}"/>
                  </a:ext>
                </a:extLst>
              </p:cNvPr>
              <p:cNvSpPr txBox="1"/>
              <p:nvPr/>
            </p:nvSpPr>
            <p:spPr>
              <a:xfrm>
                <a:off x="6055474" y="3812814"/>
                <a:ext cx="2610971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A8C7EA-DFE4-429A-9097-DBC958D1C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5474" y="3812814"/>
                <a:ext cx="2610971" cy="6705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F4CB900-C6A5-45BD-AF34-518D0A5FF0B0}"/>
              </a:ext>
            </a:extLst>
          </p:cNvPr>
          <p:cNvSpPr txBox="1"/>
          <p:nvPr/>
        </p:nvSpPr>
        <p:spPr>
          <a:xfrm>
            <a:off x="4965563" y="3448176"/>
            <a:ext cx="1198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6436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/>
              <p:nvPr/>
            </p:nvSpPr>
            <p:spPr>
              <a:xfrm>
                <a:off x="1698495" y="371345"/>
                <a:ext cx="141615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495" y="371345"/>
                <a:ext cx="1416157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10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Calculate: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2BB8E9-F020-4BDB-BE08-EC24F9534C91}"/>
                  </a:ext>
                </a:extLst>
              </p:cNvPr>
              <p:cNvSpPr txBox="1"/>
              <p:nvPr/>
            </p:nvSpPr>
            <p:spPr>
              <a:xfrm>
                <a:off x="3426205" y="324599"/>
                <a:ext cx="738214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2BB8E9-F020-4BDB-BE08-EC24F9534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205" y="324599"/>
                <a:ext cx="738214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CFF194-8A1E-4EB2-8A26-86C45EA53E66}"/>
                  </a:ext>
                </a:extLst>
              </p:cNvPr>
              <p:cNvSpPr txBox="1"/>
              <p:nvPr/>
            </p:nvSpPr>
            <p:spPr>
              <a:xfrm>
                <a:off x="6428363" y="371345"/>
                <a:ext cx="186519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CFF194-8A1E-4EB2-8A26-86C45EA53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8363" y="371345"/>
                <a:ext cx="186519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343ED0E-1049-492F-BDDC-582C4E5517BD}"/>
              </a:ext>
            </a:extLst>
          </p:cNvPr>
          <p:cNvSpPr txBox="1"/>
          <p:nvPr/>
        </p:nvSpPr>
        <p:spPr>
          <a:xfrm>
            <a:off x="4965563" y="6707"/>
            <a:ext cx="110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Calculate: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2DB20B-95D6-4754-945B-ACB49185F3D9}"/>
                  </a:ext>
                </a:extLst>
              </p:cNvPr>
              <p:cNvSpPr txBox="1"/>
              <p:nvPr/>
            </p:nvSpPr>
            <p:spPr>
              <a:xfrm>
                <a:off x="8428634" y="324599"/>
                <a:ext cx="908134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2DB20B-95D6-4754-945B-ACB49185F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8634" y="324599"/>
                <a:ext cx="90813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D658B1-A1FB-4FDC-8BA5-43178C976934}"/>
                  </a:ext>
                </a:extLst>
              </p:cNvPr>
              <p:cNvSpPr txBox="1"/>
              <p:nvPr/>
            </p:nvSpPr>
            <p:spPr>
              <a:xfrm>
                <a:off x="1072331" y="3812814"/>
                <a:ext cx="266848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(12−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2)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D658B1-A1FB-4FDC-8BA5-43178C976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331" y="3812814"/>
                <a:ext cx="2668487" cy="400110"/>
              </a:xfrm>
              <a:prstGeom prst="rect">
                <a:avLst/>
              </a:prstGeom>
              <a:blipFill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5E24E8E-0EBD-4E4E-A691-95B2EE8A14B2}"/>
              </a:ext>
            </a:extLst>
          </p:cNvPr>
          <p:cNvSpPr txBox="1"/>
          <p:nvPr/>
        </p:nvSpPr>
        <p:spPr>
          <a:xfrm>
            <a:off x="11178" y="3448176"/>
            <a:ext cx="110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Calculate: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F2A8B6-CA0A-47BA-884A-946AD86C52A4}"/>
                  </a:ext>
                </a:extLst>
              </p:cNvPr>
              <p:cNvSpPr txBox="1"/>
              <p:nvPr/>
            </p:nvSpPr>
            <p:spPr>
              <a:xfrm>
                <a:off x="3914823" y="3782694"/>
                <a:ext cx="908134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F2A8B6-CA0A-47BA-884A-946AD86C5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823" y="3782694"/>
                <a:ext cx="90813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A8C7EA-DFE4-429A-9097-DBC958D1CDFB}"/>
                  </a:ext>
                </a:extLst>
              </p:cNvPr>
              <p:cNvSpPr txBox="1"/>
              <p:nvPr/>
            </p:nvSpPr>
            <p:spPr>
              <a:xfrm>
                <a:off x="6055474" y="3812814"/>
                <a:ext cx="2610971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A8C7EA-DFE4-429A-9097-DBC958D1C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5474" y="3812814"/>
                <a:ext cx="2610971" cy="6705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F4CB900-C6A5-45BD-AF34-518D0A5FF0B0}"/>
              </a:ext>
            </a:extLst>
          </p:cNvPr>
          <p:cNvSpPr txBox="1"/>
          <p:nvPr/>
        </p:nvSpPr>
        <p:spPr>
          <a:xfrm>
            <a:off x="4965563" y="3448176"/>
            <a:ext cx="110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Calculate: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4339C4-064F-44E9-B404-CEB09820FCD6}"/>
                  </a:ext>
                </a:extLst>
              </p:cNvPr>
              <p:cNvSpPr txBox="1"/>
              <p:nvPr/>
            </p:nvSpPr>
            <p:spPr>
              <a:xfrm>
                <a:off x="8770764" y="3924010"/>
                <a:ext cx="967444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4339C4-064F-44E9-B404-CEB09820F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0764" y="3924010"/>
                <a:ext cx="967444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3" grpId="0" animBg="1"/>
      <p:bldP spid="16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817981-6064-4483-AE2E-2FE562A4FF1A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16200000">
            <a:off x="-1033280" y="1033278"/>
            <a:ext cx="6867525" cy="480096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1BA3958-B7AB-45C6-B1C0-057B40E3E86E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16200000">
            <a:off x="4071754" y="1033278"/>
            <a:ext cx="6867525" cy="480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82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530440"/>
            <a:ext cx="9240883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Суроолор барбы?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Комментарийлер?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Сунуштар?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…же ката таптыңызбы!?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Бардык үчүн рахмат айтабыз.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Сураныч, электрондук кат жөнөтүңүз:</a:t>
            </a:r>
            <a:endParaRPr lang="en-US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r>
              <a:rPr lang="en-US" sz="2000" b="1" i="0">
                <a:solidFill>
                  <a:srgbClr val="444746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mathtrainer2022@gmail.com</a:t>
            </a:r>
            <a:endParaRPr lang="ru-RU" sz="2000" b="1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10524</TotalTime>
  <Words>119</Words>
  <Application>Microsoft Office PowerPoint</Application>
  <PresentationFormat>A4 Paper (210x297 mm)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Helvetica</vt:lpstr>
      <vt:lpstr>Cambria Math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515</cp:revision>
  <cp:lastPrinted>2017-12-31T22:38:51Z</cp:lastPrinted>
  <dcterms:created xsi:type="dcterms:W3CDTF">2017-01-17T16:57:04Z</dcterms:created>
  <dcterms:modified xsi:type="dcterms:W3CDTF">2023-07-13T09:02:14Z</dcterms:modified>
</cp:coreProperties>
</file>